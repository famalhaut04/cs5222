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1" r:id="rId1"/>
  </p:sldMasterIdLst>
  <p:notesMasterIdLst>
    <p:notesMasterId r:id="rId9"/>
  </p:notesMasterIdLst>
  <p:sldIdLst>
    <p:sldId id="256" r:id="rId2"/>
    <p:sldId id="276" r:id="rId3"/>
    <p:sldId id="278" r:id="rId4"/>
    <p:sldId id="275" r:id="rId5"/>
    <p:sldId id="277" r:id="rId6"/>
    <p:sldId id="268" r:id="rId7"/>
    <p:sldId id="26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6545" autoAdjust="0"/>
  </p:normalViewPr>
  <p:slideViewPr>
    <p:cSldViewPr snapToGrid="0">
      <p:cViewPr varScale="1">
        <p:scale>
          <a:sx n="73" d="100"/>
          <a:sy n="73" d="100"/>
        </p:scale>
        <p:origin x="10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BB7B4A-420D-411F-9B09-47D0E51B98FF}" type="datetimeFigureOut">
              <a:rPr lang="zh-HK" altLang="en-US" smtClean="0"/>
              <a:t>26/9/2026</a:t>
            </a:fld>
            <a:endParaRPr lang="zh-HK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7DB07F-1779-41BC-BD34-D238F375ED6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64403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HK" dirty="0"/>
              <a:t>B) Video streaming</a:t>
            </a:r>
          </a:p>
          <a:p>
            <a:r>
              <a:rPr lang="en-US" altLang="zh-HK" dirty="0"/>
              <a:t>D) Online games</a:t>
            </a:r>
          </a:p>
          <a:p>
            <a:endParaRPr lang="en-US" altLang="zh-HK" dirty="0"/>
          </a:p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B07F-1779-41BC-BD34-D238F375ED69}" type="slidenum">
              <a:rPr lang="zh-HK" altLang="en-US" smtClean="0"/>
              <a:t>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854295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HK" dirty="0"/>
              <a:t>C) 6 RTT</a:t>
            </a:r>
          </a:p>
          <a:p>
            <a:endParaRPr lang="en-US" altLang="zh-HK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B07F-1779-41BC-BD34-D238F375ED69}" type="slidenum">
              <a:rPr lang="zh-HK" altLang="en-US" smtClean="0"/>
              <a:t>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55277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HK" dirty="0"/>
          </a:p>
          <a:p>
            <a:r>
              <a:rPr lang="en-US" altLang="zh-HK" dirty="0"/>
              <a:t>A &amp; D</a:t>
            </a:r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B07F-1779-41BC-BD34-D238F375ED69}" type="slidenum">
              <a:rPr lang="zh-HK" altLang="en-US" smtClean="0"/>
              <a:t>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85691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HK" dirty="0"/>
              <a:t>A) A: Hostname to IP address mapping</a:t>
            </a:r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B07F-1779-41BC-BD34-D238F375ED69}" type="slidenum">
              <a:rPr lang="zh-HK" altLang="en-US" smtClean="0"/>
              <a:t>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32634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HK" dirty="0"/>
              <a:t>B</a:t>
            </a:r>
          </a:p>
          <a:p>
            <a:pPr marL="0" indent="0">
              <a:buNone/>
            </a:pPr>
            <a:endParaRPr lang="en-US" altLang="zh-HK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B07F-1779-41BC-BD34-D238F375ED69}" type="slidenum">
              <a:rPr lang="zh-HK" altLang="en-US" smtClean="0"/>
              <a:t>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9967615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HK" dirty="0"/>
              <a:t>A &amp; C</a:t>
            </a:r>
          </a:p>
          <a:p>
            <a:pPr marL="0" indent="0">
              <a:buNone/>
            </a:pPr>
            <a:endParaRPr lang="en-US" altLang="zh-HK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B07F-1779-41BC-BD34-D238F375ED69}" type="slidenum">
              <a:rPr lang="zh-HK" altLang="en-US" smtClean="0"/>
              <a:t>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297976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6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854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234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61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589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42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255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8553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868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034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7097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36287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2914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10249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8414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2415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0711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878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2FDC0F-AD5D-46F7-8FF0-065D11CDFA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HK" sz="5000" dirty="0"/>
              <a:t>CS5222 Q&amp;A (Chapter 2)</a:t>
            </a:r>
            <a:endParaRPr lang="zh-HK" altLang="en-US" sz="50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FABD1C0-59BA-452E-9B84-1E27EFFAF2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43050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A85F8F-B730-4696-96ED-07C5EA349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20448C6-7C11-4659-8D4C-217D01D09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Which of the following service(s) should use UDP as the transport layer protocol?</a:t>
            </a:r>
            <a:br>
              <a:rPr lang="en-US" altLang="zh-HK" dirty="0"/>
            </a:br>
            <a:r>
              <a:rPr lang="en-US" altLang="zh-HK" dirty="0"/>
              <a:t>A) File transfer</a:t>
            </a:r>
            <a:br>
              <a:rPr lang="en-US" altLang="zh-HK" dirty="0"/>
            </a:br>
            <a:r>
              <a:rPr lang="en-US" altLang="zh-HK" dirty="0"/>
              <a:t>B) Video streaming</a:t>
            </a:r>
            <a:br>
              <a:rPr lang="en-US" altLang="zh-HK" dirty="0"/>
            </a:br>
            <a:r>
              <a:rPr lang="en-US" altLang="zh-HK" dirty="0"/>
              <a:t>C) Email</a:t>
            </a:r>
            <a:br>
              <a:rPr lang="en-US" altLang="zh-HK" dirty="0"/>
            </a:br>
            <a:r>
              <a:rPr lang="en-US" altLang="zh-HK" dirty="0"/>
              <a:t>D) Online games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631250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89F612-C561-FCE9-020A-E70C21923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CDEEA4-7F18-5115-3A4D-D80D765E7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Suppose our browser retrieves a HTML file which references 2 very small jpeg objects on the same server using </a:t>
            </a:r>
            <a:r>
              <a:rPr lang="en-US" altLang="zh-HK" b="1" dirty="0"/>
              <a:t>non-persistent HTTP</a:t>
            </a:r>
            <a:r>
              <a:rPr lang="en-US" altLang="zh-HK" dirty="0"/>
              <a:t>, what is the total response time?</a:t>
            </a:r>
          </a:p>
          <a:p>
            <a:r>
              <a:rPr lang="en-US" altLang="zh-HK" dirty="0"/>
              <a:t>A) 2 RTT</a:t>
            </a:r>
          </a:p>
          <a:p>
            <a:r>
              <a:rPr lang="en-US" altLang="zh-HK" dirty="0"/>
              <a:t>B) 3 RTT</a:t>
            </a:r>
          </a:p>
          <a:p>
            <a:r>
              <a:rPr lang="en-US" altLang="zh-HK" dirty="0"/>
              <a:t>C) 6 RTT</a:t>
            </a:r>
          </a:p>
          <a:p>
            <a:r>
              <a:rPr lang="en-US" altLang="zh-HK" dirty="0"/>
              <a:t>D) 8 RTT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1515306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A85F8F-B730-4696-96ED-07C5EA349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20448C6-7C11-4659-8D4C-217D01D09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Suppose a </a:t>
            </a:r>
            <a:r>
              <a:rPr lang="en-US" altLang="zh-HK" b="1" dirty="0"/>
              <a:t>client process</a:t>
            </a:r>
            <a:r>
              <a:rPr lang="en-US" altLang="zh-HK" dirty="0"/>
              <a:t> wants to communicate with the mail server process of abc.com, which of the following addressing information of the </a:t>
            </a:r>
            <a:r>
              <a:rPr lang="en-US" altLang="zh-HK" b="1" dirty="0"/>
              <a:t>mail server process</a:t>
            </a:r>
            <a:r>
              <a:rPr lang="en-US" altLang="zh-HK" dirty="0"/>
              <a:t> does it need:</a:t>
            </a:r>
          </a:p>
          <a:p>
            <a:r>
              <a:rPr lang="en-US" altLang="zh-HK" dirty="0"/>
              <a:t>A) IP address, which is usually obtained through DNS</a:t>
            </a:r>
          </a:p>
          <a:p>
            <a:r>
              <a:rPr lang="en-US" altLang="zh-HK" dirty="0"/>
              <a:t>B) IP address, which the client process usually knows itself</a:t>
            </a:r>
          </a:p>
          <a:p>
            <a:r>
              <a:rPr lang="en-US" altLang="zh-HK" dirty="0"/>
              <a:t>C) Port number, which is usually obtained through DNS</a:t>
            </a:r>
          </a:p>
          <a:p>
            <a:r>
              <a:rPr lang="en-US" altLang="zh-HK" dirty="0"/>
              <a:t>D) Port number, which is 25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939370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D17803-743D-431D-891A-123A9BA4F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215006-7539-B250-A566-5E4E5CF35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In DNS, which type of resource records would enable the load balancing services?</a:t>
            </a:r>
          </a:p>
          <a:p>
            <a:r>
              <a:rPr lang="en-US" altLang="zh-HK" dirty="0"/>
              <a:t>A) A</a:t>
            </a:r>
          </a:p>
          <a:p>
            <a:r>
              <a:rPr lang="en-US" altLang="zh-HK" dirty="0"/>
              <a:t>B) NS</a:t>
            </a:r>
          </a:p>
          <a:p>
            <a:r>
              <a:rPr lang="en-US" altLang="zh-HK" dirty="0"/>
              <a:t>C) CNAME</a:t>
            </a:r>
          </a:p>
          <a:p>
            <a:r>
              <a:rPr lang="en-US" altLang="zh-HK" dirty="0"/>
              <a:t>D) MX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2017012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A85F8F-B730-4696-96ED-07C5EA349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20448C6-7C11-4659-8D4C-217D01D09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Which of the following statement(s) about BitTorrent is/are true?</a:t>
            </a:r>
          </a:p>
          <a:p>
            <a:r>
              <a:rPr lang="en-US" altLang="zh-HK" dirty="0"/>
              <a:t>A) It is based on the client-server architecture.</a:t>
            </a:r>
          </a:p>
          <a:p>
            <a:r>
              <a:rPr lang="en-US" altLang="zh-HK" dirty="0"/>
              <a:t>B) A user needs to obtain the IP addresses of her peers for file sharing.</a:t>
            </a:r>
          </a:p>
          <a:p>
            <a:r>
              <a:rPr lang="en-US" altLang="zh-HK" dirty="0"/>
              <a:t>C) A user should request for missing chunks from her peer with the largest size first.</a:t>
            </a:r>
          </a:p>
          <a:p>
            <a:r>
              <a:rPr lang="en-US" altLang="zh-HK" dirty="0"/>
              <a:t>D) A user always connect with </a:t>
            </a:r>
            <a:r>
              <a:rPr lang="en-US" altLang="zh-HK"/>
              <a:t>the same </a:t>
            </a:r>
            <a:r>
              <a:rPr lang="en-US" altLang="zh-HK" dirty="0"/>
              <a:t>peers in the whole file sharing process.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2846803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A85F8F-B730-4696-96ED-07C5EA349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20448C6-7C11-4659-8D4C-217D01D09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HK" dirty="0"/>
              <a:t>Which of the following statement(s) about socket programming is/are true?</a:t>
            </a:r>
          </a:p>
          <a:p>
            <a:r>
              <a:rPr lang="en-US" altLang="zh-HK" dirty="0"/>
              <a:t>A) With TCP, all bytes sent from one side are not only guaranteed to arrive at the other side but also guaranteed arrive in order.</a:t>
            </a:r>
          </a:p>
          <a:p>
            <a:r>
              <a:rPr lang="en-US" altLang="zh-HK" dirty="0"/>
              <a:t>B) In UDP socket, handshaking is needed before sending data.</a:t>
            </a:r>
          </a:p>
          <a:p>
            <a:r>
              <a:rPr lang="en-US" altLang="zh-HK" dirty="0"/>
              <a:t>C) In UDP socket, the sender needs to explicitly attaches IP destination address and port number to each packet.</a:t>
            </a:r>
          </a:p>
          <a:p>
            <a:r>
              <a:rPr lang="en-US" altLang="zh-HK" dirty="0"/>
              <a:t>D) With socket programming, we can select the network layer protocol.</a:t>
            </a:r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165836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有機">
  <a:themeElements>
    <a:clrScheme name="有機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有機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有機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114</TotalTime>
  <Words>394</Words>
  <Application>Microsoft Office PowerPoint</Application>
  <PresentationFormat>寬螢幕</PresentationFormat>
  <Paragraphs>41</Paragraphs>
  <Slides>7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Arial</vt:lpstr>
      <vt:lpstr>Calibri</vt:lpstr>
      <vt:lpstr>Garamond</vt:lpstr>
      <vt:lpstr>有機</vt:lpstr>
      <vt:lpstr>CS5222 Q&amp;A (Chapter 2)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Q&amp;a (Chapter 1)</dc:title>
  <dc:creator>Man Hon Cheung (IEG)</dc:creator>
  <cp:lastModifiedBy>Prof. CHEUNG Man Hon Michael</cp:lastModifiedBy>
  <cp:revision>19</cp:revision>
  <dcterms:created xsi:type="dcterms:W3CDTF">2020-09-10T03:56:12Z</dcterms:created>
  <dcterms:modified xsi:type="dcterms:W3CDTF">2026-09-26T11:06:51Z</dcterms:modified>
</cp:coreProperties>
</file>