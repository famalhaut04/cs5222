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5" r:id="rId2"/>
    <p:sldMasterId id="2147483741" r:id="rId3"/>
    <p:sldMasterId id="2147483757" r:id="rId4"/>
    <p:sldMasterId id="2147483773" r:id="rId5"/>
  </p:sldMasterIdLst>
  <p:notesMasterIdLst>
    <p:notesMasterId r:id="rId19"/>
  </p:notesMasterIdLst>
  <p:sldIdLst>
    <p:sldId id="283" r:id="rId6"/>
    <p:sldId id="284" r:id="rId7"/>
    <p:sldId id="258" r:id="rId8"/>
    <p:sldId id="285" r:id="rId9"/>
    <p:sldId id="289" r:id="rId10"/>
    <p:sldId id="290" r:id="rId11"/>
    <p:sldId id="291" r:id="rId12"/>
    <p:sldId id="279" r:id="rId13"/>
    <p:sldId id="293" r:id="rId14"/>
    <p:sldId id="294" r:id="rId15"/>
    <p:sldId id="295" r:id="rId16"/>
    <p:sldId id="292" r:id="rId17"/>
    <p:sldId id="29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0"/>
    <p:restoredTop sz="94674"/>
  </p:normalViewPr>
  <p:slideViewPr>
    <p:cSldViewPr>
      <p:cViewPr varScale="1">
        <p:scale>
          <a:sx n="81" d="100"/>
          <a:sy n="81" d="100"/>
        </p:scale>
        <p:origin x="150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7E5CF6-1A3A-406F-8784-7F2452053FF3}" type="datetimeFigureOut">
              <a:rPr lang="en-US" smtClean="0"/>
              <a:pPr/>
              <a:t>9/11/2020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E1E38D-4C9A-47DC-A572-2AE2F7B17A85}" type="slidenum">
              <a:rPr lang="en-US" smtClean="0"/>
              <a:pPr/>
              <a:t>‹#›</a:t>
            </a:fld>
            <a:endParaRPr lang="en-US"/>
          </a:p>
        </p:txBody>
      </p:sp>
    </p:spTree>
    <p:extLst>
      <p:ext uri="{BB962C8B-B14F-4D97-AF65-F5344CB8AC3E}">
        <p14:creationId xmlns:p14="http://schemas.microsoft.com/office/powerpoint/2010/main" val="1657041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p:cNvSpPr>
            <a:spLocks noGrp="1" noRot="1" noChangeAspect="1" noTextEdit="1"/>
          </p:cNvSpPr>
          <p:nvPr>
            <p:ph type="sldImg"/>
          </p:nvPr>
        </p:nvSpPr>
        <p:spPr>
          <a:ln/>
        </p:spPr>
      </p:sp>
      <p:sp>
        <p:nvSpPr>
          <p:cNvPr id="117762" name="Notes Placeholder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Times New Roman" charset="0"/>
            </a:endParaRPr>
          </a:p>
        </p:txBody>
      </p:sp>
      <p:sp>
        <p:nvSpPr>
          <p:cNvPr id="117763"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485">
              <a:defRPr sz="1900">
                <a:solidFill>
                  <a:schemeClr val="tx1"/>
                </a:solidFill>
                <a:latin typeface="Arial" charset="0"/>
                <a:ea typeface="ＭＳ Ｐゴシック" charset="0"/>
                <a:cs typeface="ＭＳ Ｐゴシック" charset="0"/>
              </a:defRPr>
            </a:lvl1pPr>
            <a:lvl2pPr marL="702756" indent="-270291" defTabSz="914485">
              <a:defRPr sz="1900">
                <a:solidFill>
                  <a:schemeClr val="tx1"/>
                </a:solidFill>
                <a:latin typeface="Arial" charset="0"/>
                <a:ea typeface="ＭＳ Ｐゴシック" charset="0"/>
              </a:defRPr>
            </a:lvl2pPr>
            <a:lvl3pPr marL="1081164" indent="-216233" defTabSz="914485">
              <a:defRPr sz="1900">
                <a:solidFill>
                  <a:schemeClr val="tx1"/>
                </a:solidFill>
                <a:latin typeface="Arial" charset="0"/>
                <a:ea typeface="ＭＳ Ｐゴシック" charset="0"/>
              </a:defRPr>
            </a:lvl3pPr>
            <a:lvl4pPr marL="1513629" indent="-216233" defTabSz="914485">
              <a:defRPr sz="1900">
                <a:solidFill>
                  <a:schemeClr val="tx1"/>
                </a:solidFill>
                <a:latin typeface="Arial" charset="0"/>
                <a:ea typeface="ＭＳ Ｐゴシック" charset="0"/>
              </a:defRPr>
            </a:lvl4pPr>
            <a:lvl5pPr marL="1946095" indent="-216233" defTabSz="914485">
              <a:defRPr sz="1900">
                <a:solidFill>
                  <a:schemeClr val="tx1"/>
                </a:solidFill>
                <a:latin typeface="Arial" charset="0"/>
                <a:ea typeface="ＭＳ Ｐゴシック" charset="0"/>
              </a:defRPr>
            </a:lvl5pPr>
            <a:lvl6pPr marL="2378560"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6pPr>
            <a:lvl7pPr marL="2811026"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7pPr>
            <a:lvl8pPr marL="3243491"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8pPr>
            <a:lvl9pPr marL="3675957"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9pPr>
          </a:lstStyle>
          <a:p>
            <a:pPr>
              <a:buClr>
                <a:srgbClr val="C0504D"/>
              </a:buClr>
            </a:pPr>
            <a:fld id="{EF3DD010-3C42-F14F-BD79-D9E9C2456320}" type="slidenum">
              <a:rPr lang="en-US" sz="1200">
                <a:solidFill>
                  <a:prstClr val="black"/>
                </a:solidFill>
                <a:latin typeface="Times New Roman" charset="0"/>
              </a:rPr>
              <a:pPr>
                <a:buClr>
                  <a:srgbClr val="C0504D"/>
                </a:buClr>
              </a:pPr>
              <a:t>1</a:t>
            </a:fld>
            <a:endParaRPr lang="en-US" sz="1200">
              <a:solidFill>
                <a:prstClr val="black"/>
              </a:solidFill>
              <a:latin typeface="Times New Roman" charset="0"/>
            </a:endParaRPr>
          </a:p>
        </p:txBody>
      </p:sp>
    </p:spTree>
    <p:extLst>
      <p:ext uri="{BB962C8B-B14F-4D97-AF65-F5344CB8AC3E}">
        <p14:creationId xmlns:p14="http://schemas.microsoft.com/office/powerpoint/2010/main" val="85157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a:ln/>
        </p:spPr>
      </p:sp>
      <p:sp>
        <p:nvSpPr>
          <p:cNvPr id="119810" name="Notes Placeholder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Times New Roman" charset="0"/>
            </a:endParaRPr>
          </a:p>
        </p:txBody>
      </p:sp>
      <p:sp>
        <p:nvSpPr>
          <p:cNvPr id="119811"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485">
              <a:defRPr sz="1900">
                <a:solidFill>
                  <a:schemeClr val="tx1"/>
                </a:solidFill>
                <a:latin typeface="Arial" charset="0"/>
                <a:ea typeface="ＭＳ Ｐゴシック" charset="0"/>
                <a:cs typeface="ＭＳ Ｐゴシック" charset="0"/>
              </a:defRPr>
            </a:lvl1pPr>
            <a:lvl2pPr marL="702756" indent="-270291" defTabSz="914485">
              <a:defRPr sz="1900">
                <a:solidFill>
                  <a:schemeClr val="tx1"/>
                </a:solidFill>
                <a:latin typeface="Arial" charset="0"/>
                <a:ea typeface="ＭＳ Ｐゴシック" charset="0"/>
              </a:defRPr>
            </a:lvl2pPr>
            <a:lvl3pPr marL="1081164" indent="-216233" defTabSz="914485">
              <a:defRPr sz="1900">
                <a:solidFill>
                  <a:schemeClr val="tx1"/>
                </a:solidFill>
                <a:latin typeface="Arial" charset="0"/>
                <a:ea typeface="ＭＳ Ｐゴシック" charset="0"/>
              </a:defRPr>
            </a:lvl3pPr>
            <a:lvl4pPr marL="1513629" indent="-216233" defTabSz="914485">
              <a:defRPr sz="1900">
                <a:solidFill>
                  <a:schemeClr val="tx1"/>
                </a:solidFill>
                <a:latin typeface="Arial" charset="0"/>
                <a:ea typeface="ＭＳ Ｐゴシック" charset="0"/>
              </a:defRPr>
            </a:lvl4pPr>
            <a:lvl5pPr marL="1946095" indent="-216233" defTabSz="914485">
              <a:defRPr sz="1900">
                <a:solidFill>
                  <a:schemeClr val="tx1"/>
                </a:solidFill>
                <a:latin typeface="Arial" charset="0"/>
                <a:ea typeface="ＭＳ Ｐゴシック" charset="0"/>
              </a:defRPr>
            </a:lvl5pPr>
            <a:lvl6pPr marL="2378560"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6pPr>
            <a:lvl7pPr marL="2811026"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7pPr>
            <a:lvl8pPr marL="3243491"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8pPr>
            <a:lvl9pPr marL="3675957"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9pPr>
          </a:lstStyle>
          <a:p>
            <a:pPr>
              <a:buClr>
                <a:srgbClr val="C0504D"/>
              </a:buClr>
            </a:pPr>
            <a:fld id="{6CB5759A-47AF-834D-B49B-16C0569A5E51}" type="slidenum">
              <a:rPr lang="en-US" sz="1200">
                <a:solidFill>
                  <a:prstClr val="black"/>
                </a:solidFill>
                <a:latin typeface="Times New Roman" charset="0"/>
              </a:rPr>
              <a:pPr>
                <a:buClr>
                  <a:srgbClr val="C0504D"/>
                </a:buClr>
              </a:pPr>
              <a:t>2</a:t>
            </a:fld>
            <a:endParaRPr lang="en-US" sz="1200">
              <a:solidFill>
                <a:prstClr val="black"/>
              </a:solidFill>
              <a:latin typeface="Times New Roman" charset="0"/>
            </a:endParaRPr>
          </a:p>
        </p:txBody>
      </p:sp>
    </p:spTree>
    <p:extLst>
      <p:ext uri="{BB962C8B-B14F-4D97-AF65-F5344CB8AC3E}">
        <p14:creationId xmlns:p14="http://schemas.microsoft.com/office/powerpoint/2010/main" val="1019489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Slide Image Placeholder 1"/>
          <p:cNvSpPr>
            <a:spLocks noGrp="1" noRot="1" noChangeAspect="1" noTextEdit="1"/>
          </p:cNvSpPr>
          <p:nvPr>
            <p:ph type="sldImg"/>
          </p:nvPr>
        </p:nvSpPr>
        <p:spPr>
          <a:ln/>
        </p:spPr>
      </p:sp>
      <p:sp>
        <p:nvSpPr>
          <p:cNvPr id="189442" name="Notes Placeholder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Times New Roman" charset="0"/>
            </a:endParaRPr>
          </a:p>
        </p:txBody>
      </p:sp>
      <p:sp>
        <p:nvSpPr>
          <p:cNvPr id="189443"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485">
              <a:defRPr sz="1900">
                <a:solidFill>
                  <a:schemeClr val="tx1"/>
                </a:solidFill>
                <a:latin typeface="Arial" charset="0"/>
                <a:ea typeface="ＭＳ Ｐゴシック" charset="0"/>
                <a:cs typeface="ＭＳ Ｐゴシック" charset="0"/>
              </a:defRPr>
            </a:lvl1pPr>
            <a:lvl2pPr marL="702756" indent="-270291" defTabSz="914485">
              <a:defRPr sz="1900">
                <a:solidFill>
                  <a:schemeClr val="tx1"/>
                </a:solidFill>
                <a:latin typeface="Arial" charset="0"/>
                <a:ea typeface="ＭＳ Ｐゴシック" charset="0"/>
              </a:defRPr>
            </a:lvl2pPr>
            <a:lvl3pPr marL="1081164" indent="-216233" defTabSz="914485">
              <a:defRPr sz="1900">
                <a:solidFill>
                  <a:schemeClr val="tx1"/>
                </a:solidFill>
                <a:latin typeface="Arial" charset="0"/>
                <a:ea typeface="ＭＳ Ｐゴシック" charset="0"/>
              </a:defRPr>
            </a:lvl3pPr>
            <a:lvl4pPr marL="1513629" indent="-216233" defTabSz="914485">
              <a:defRPr sz="1900">
                <a:solidFill>
                  <a:schemeClr val="tx1"/>
                </a:solidFill>
                <a:latin typeface="Arial" charset="0"/>
                <a:ea typeface="ＭＳ Ｐゴシック" charset="0"/>
              </a:defRPr>
            </a:lvl4pPr>
            <a:lvl5pPr marL="1946095" indent="-216233" defTabSz="914485">
              <a:defRPr sz="1900">
                <a:solidFill>
                  <a:schemeClr val="tx1"/>
                </a:solidFill>
                <a:latin typeface="Arial" charset="0"/>
                <a:ea typeface="ＭＳ Ｐゴシック" charset="0"/>
              </a:defRPr>
            </a:lvl5pPr>
            <a:lvl6pPr marL="2378560"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6pPr>
            <a:lvl7pPr marL="2811026"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7pPr>
            <a:lvl8pPr marL="3243491"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8pPr>
            <a:lvl9pPr marL="3675957"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9pPr>
          </a:lstStyle>
          <a:p>
            <a:pPr>
              <a:buClr>
                <a:srgbClr val="C0504D"/>
              </a:buClr>
            </a:pPr>
            <a:fld id="{33FD7D7E-F8B3-CC41-BBD1-549F454320A7}" type="slidenum">
              <a:rPr lang="en-US" sz="1200">
                <a:solidFill>
                  <a:prstClr val="black"/>
                </a:solidFill>
                <a:latin typeface="Times New Roman" charset="0"/>
              </a:rPr>
              <a:pPr>
                <a:buClr>
                  <a:srgbClr val="C0504D"/>
                </a:buClr>
              </a:pPr>
              <a:t>5</a:t>
            </a:fld>
            <a:endParaRPr lang="en-US" sz="1200">
              <a:solidFill>
                <a:prstClr val="black"/>
              </a:solidFill>
              <a:latin typeface="Times New Roman" charset="0"/>
            </a:endParaRPr>
          </a:p>
        </p:txBody>
      </p:sp>
    </p:spTree>
    <p:extLst>
      <p:ext uri="{BB962C8B-B14F-4D97-AF65-F5344CB8AC3E}">
        <p14:creationId xmlns:p14="http://schemas.microsoft.com/office/powerpoint/2010/main" val="1934162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Slide Image Placeholder 1"/>
          <p:cNvSpPr>
            <a:spLocks noGrp="1" noRot="1" noChangeAspect="1" noTextEdit="1"/>
          </p:cNvSpPr>
          <p:nvPr>
            <p:ph type="sldImg"/>
          </p:nvPr>
        </p:nvSpPr>
        <p:spPr>
          <a:ln/>
        </p:spPr>
      </p:sp>
      <p:sp>
        <p:nvSpPr>
          <p:cNvPr id="191490" name="Notes Placeholder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Times New Roman" charset="0"/>
            </a:endParaRPr>
          </a:p>
        </p:txBody>
      </p:sp>
      <p:sp>
        <p:nvSpPr>
          <p:cNvPr id="191491"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485">
              <a:defRPr sz="1900">
                <a:solidFill>
                  <a:schemeClr val="tx1"/>
                </a:solidFill>
                <a:latin typeface="Arial" charset="0"/>
                <a:ea typeface="ＭＳ Ｐゴシック" charset="0"/>
                <a:cs typeface="ＭＳ Ｐゴシック" charset="0"/>
              </a:defRPr>
            </a:lvl1pPr>
            <a:lvl2pPr marL="702756" indent="-270291" defTabSz="914485">
              <a:defRPr sz="1900">
                <a:solidFill>
                  <a:schemeClr val="tx1"/>
                </a:solidFill>
                <a:latin typeface="Arial" charset="0"/>
                <a:ea typeface="ＭＳ Ｐゴシック" charset="0"/>
              </a:defRPr>
            </a:lvl2pPr>
            <a:lvl3pPr marL="1081164" indent="-216233" defTabSz="914485">
              <a:defRPr sz="1900">
                <a:solidFill>
                  <a:schemeClr val="tx1"/>
                </a:solidFill>
                <a:latin typeface="Arial" charset="0"/>
                <a:ea typeface="ＭＳ Ｐゴシック" charset="0"/>
              </a:defRPr>
            </a:lvl3pPr>
            <a:lvl4pPr marL="1513629" indent="-216233" defTabSz="914485">
              <a:defRPr sz="1900">
                <a:solidFill>
                  <a:schemeClr val="tx1"/>
                </a:solidFill>
                <a:latin typeface="Arial" charset="0"/>
                <a:ea typeface="ＭＳ Ｐゴシック" charset="0"/>
              </a:defRPr>
            </a:lvl4pPr>
            <a:lvl5pPr marL="1946095" indent="-216233" defTabSz="914485">
              <a:defRPr sz="1900">
                <a:solidFill>
                  <a:schemeClr val="tx1"/>
                </a:solidFill>
                <a:latin typeface="Arial" charset="0"/>
                <a:ea typeface="ＭＳ Ｐゴシック" charset="0"/>
              </a:defRPr>
            </a:lvl5pPr>
            <a:lvl6pPr marL="2378560"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6pPr>
            <a:lvl7pPr marL="2811026"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7pPr>
            <a:lvl8pPr marL="3243491"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8pPr>
            <a:lvl9pPr marL="3675957"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9pPr>
          </a:lstStyle>
          <a:p>
            <a:pPr>
              <a:buClr>
                <a:srgbClr val="C0504D"/>
              </a:buClr>
            </a:pPr>
            <a:fld id="{E6111BD3-80DE-C54B-BDFA-58DE47AF721A}" type="slidenum">
              <a:rPr lang="en-US" sz="1200">
                <a:solidFill>
                  <a:prstClr val="black"/>
                </a:solidFill>
                <a:latin typeface="Times New Roman" charset="0"/>
              </a:rPr>
              <a:pPr>
                <a:buClr>
                  <a:srgbClr val="C0504D"/>
                </a:buClr>
              </a:pPr>
              <a:t>6</a:t>
            </a:fld>
            <a:endParaRPr lang="en-US" sz="1200">
              <a:solidFill>
                <a:prstClr val="black"/>
              </a:solidFill>
              <a:latin typeface="Times New Roman" charset="0"/>
            </a:endParaRPr>
          </a:p>
        </p:txBody>
      </p:sp>
    </p:spTree>
    <p:extLst>
      <p:ext uri="{BB962C8B-B14F-4D97-AF65-F5344CB8AC3E}">
        <p14:creationId xmlns:p14="http://schemas.microsoft.com/office/powerpoint/2010/main" val="1017257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Slide Image Placeholder 1"/>
          <p:cNvSpPr>
            <a:spLocks noGrp="1" noRot="1" noChangeAspect="1" noTextEdit="1"/>
          </p:cNvSpPr>
          <p:nvPr>
            <p:ph type="sldImg"/>
          </p:nvPr>
        </p:nvSpPr>
        <p:spPr>
          <a:ln/>
        </p:spPr>
      </p:sp>
      <p:sp>
        <p:nvSpPr>
          <p:cNvPr id="199682" name="Notes Placeholder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Times New Roman" charset="0"/>
            </a:endParaRPr>
          </a:p>
        </p:txBody>
      </p:sp>
      <p:sp>
        <p:nvSpPr>
          <p:cNvPr id="199683"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485">
              <a:defRPr sz="1900">
                <a:solidFill>
                  <a:schemeClr val="tx1"/>
                </a:solidFill>
                <a:latin typeface="Arial" charset="0"/>
                <a:ea typeface="ＭＳ Ｐゴシック" charset="0"/>
                <a:cs typeface="ＭＳ Ｐゴシック" charset="0"/>
              </a:defRPr>
            </a:lvl1pPr>
            <a:lvl2pPr marL="702756" indent="-270291" defTabSz="914485">
              <a:defRPr sz="1900">
                <a:solidFill>
                  <a:schemeClr val="tx1"/>
                </a:solidFill>
                <a:latin typeface="Arial" charset="0"/>
                <a:ea typeface="ＭＳ Ｐゴシック" charset="0"/>
              </a:defRPr>
            </a:lvl2pPr>
            <a:lvl3pPr marL="1081164" indent="-216233" defTabSz="914485">
              <a:defRPr sz="1900">
                <a:solidFill>
                  <a:schemeClr val="tx1"/>
                </a:solidFill>
                <a:latin typeface="Arial" charset="0"/>
                <a:ea typeface="ＭＳ Ｐゴシック" charset="0"/>
              </a:defRPr>
            </a:lvl3pPr>
            <a:lvl4pPr marL="1513629" indent="-216233" defTabSz="914485">
              <a:defRPr sz="1900">
                <a:solidFill>
                  <a:schemeClr val="tx1"/>
                </a:solidFill>
                <a:latin typeface="Arial" charset="0"/>
                <a:ea typeface="ＭＳ Ｐゴシック" charset="0"/>
              </a:defRPr>
            </a:lvl4pPr>
            <a:lvl5pPr marL="1946095" indent="-216233" defTabSz="914485">
              <a:defRPr sz="1900">
                <a:solidFill>
                  <a:schemeClr val="tx1"/>
                </a:solidFill>
                <a:latin typeface="Arial" charset="0"/>
                <a:ea typeface="ＭＳ Ｐゴシック" charset="0"/>
              </a:defRPr>
            </a:lvl5pPr>
            <a:lvl6pPr marL="2378560"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6pPr>
            <a:lvl7pPr marL="2811026"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7pPr>
            <a:lvl8pPr marL="3243491"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8pPr>
            <a:lvl9pPr marL="3675957"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9pPr>
          </a:lstStyle>
          <a:p>
            <a:fld id="{EA00B06F-88C0-C74F-8254-CA3542D85C39}" type="slidenum">
              <a:rPr lang="en-US" sz="1200">
                <a:latin typeface="Times New Roman" charset="0"/>
              </a:rPr>
              <a:pPr/>
              <a:t>7</a:t>
            </a:fld>
            <a:endParaRPr lang="en-US" sz="1200">
              <a:latin typeface="Times New Roman" charset="0"/>
            </a:endParaRPr>
          </a:p>
        </p:txBody>
      </p:sp>
    </p:spTree>
    <p:extLst>
      <p:ext uri="{BB962C8B-B14F-4D97-AF65-F5344CB8AC3E}">
        <p14:creationId xmlns:p14="http://schemas.microsoft.com/office/powerpoint/2010/main" val="921555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a:ln/>
        </p:spPr>
      </p:sp>
      <p:sp>
        <p:nvSpPr>
          <p:cNvPr id="113666" name="Notes Placeholder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Times New Roman" charset="0"/>
            </a:endParaRPr>
          </a:p>
        </p:txBody>
      </p:sp>
      <p:sp>
        <p:nvSpPr>
          <p:cNvPr id="113667"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485">
              <a:defRPr sz="1900">
                <a:solidFill>
                  <a:schemeClr val="tx1"/>
                </a:solidFill>
                <a:latin typeface="Arial" charset="0"/>
                <a:ea typeface="ＭＳ Ｐゴシック" charset="0"/>
                <a:cs typeface="ＭＳ Ｐゴシック" charset="0"/>
              </a:defRPr>
            </a:lvl1pPr>
            <a:lvl2pPr marL="702756" indent="-270291" defTabSz="914485">
              <a:defRPr sz="1900">
                <a:solidFill>
                  <a:schemeClr val="tx1"/>
                </a:solidFill>
                <a:latin typeface="Arial" charset="0"/>
                <a:ea typeface="ＭＳ Ｐゴシック" charset="0"/>
              </a:defRPr>
            </a:lvl2pPr>
            <a:lvl3pPr marL="1081164" indent="-216233" defTabSz="914485">
              <a:defRPr sz="1900">
                <a:solidFill>
                  <a:schemeClr val="tx1"/>
                </a:solidFill>
                <a:latin typeface="Arial" charset="0"/>
                <a:ea typeface="ＭＳ Ｐゴシック" charset="0"/>
              </a:defRPr>
            </a:lvl3pPr>
            <a:lvl4pPr marL="1513629" indent="-216233" defTabSz="914485">
              <a:defRPr sz="1900">
                <a:solidFill>
                  <a:schemeClr val="tx1"/>
                </a:solidFill>
                <a:latin typeface="Arial" charset="0"/>
                <a:ea typeface="ＭＳ Ｐゴシック" charset="0"/>
              </a:defRPr>
            </a:lvl4pPr>
            <a:lvl5pPr marL="1946095" indent="-216233" defTabSz="914485">
              <a:defRPr sz="1900">
                <a:solidFill>
                  <a:schemeClr val="tx1"/>
                </a:solidFill>
                <a:latin typeface="Arial" charset="0"/>
                <a:ea typeface="ＭＳ Ｐゴシック" charset="0"/>
              </a:defRPr>
            </a:lvl5pPr>
            <a:lvl6pPr marL="2378560"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6pPr>
            <a:lvl7pPr marL="2811026"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7pPr>
            <a:lvl8pPr marL="3243491"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8pPr>
            <a:lvl9pPr marL="3675957"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9pPr>
          </a:lstStyle>
          <a:p>
            <a:pPr>
              <a:buClr>
                <a:srgbClr val="C0504D"/>
              </a:buClr>
            </a:pPr>
            <a:fld id="{B98FEB53-2575-C34E-89CA-E6699566E475}" type="slidenum">
              <a:rPr lang="en-US" sz="1200">
                <a:solidFill>
                  <a:prstClr val="black"/>
                </a:solidFill>
                <a:latin typeface="Times New Roman" charset="0"/>
              </a:rPr>
              <a:pPr>
                <a:buClr>
                  <a:srgbClr val="C0504D"/>
                </a:buClr>
              </a:pPr>
              <a:t>9</a:t>
            </a:fld>
            <a:endParaRPr lang="en-US" sz="1200">
              <a:solidFill>
                <a:prstClr val="black"/>
              </a:solidFill>
              <a:latin typeface="Times New Roman" charset="0"/>
            </a:endParaRPr>
          </a:p>
        </p:txBody>
      </p:sp>
    </p:spTree>
    <p:extLst>
      <p:ext uri="{BB962C8B-B14F-4D97-AF65-F5344CB8AC3E}">
        <p14:creationId xmlns:p14="http://schemas.microsoft.com/office/powerpoint/2010/main" val="1243736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lide Image Placeholder 1"/>
          <p:cNvSpPr>
            <a:spLocks noGrp="1" noRot="1" noChangeAspect="1" noTextEdit="1"/>
          </p:cNvSpPr>
          <p:nvPr>
            <p:ph type="sldImg"/>
          </p:nvPr>
        </p:nvSpPr>
        <p:spPr>
          <a:ln/>
        </p:spPr>
      </p:sp>
      <p:sp>
        <p:nvSpPr>
          <p:cNvPr id="115714" name="Notes Placeholder 2"/>
          <p:cNvSpPr>
            <a:spLocks noGrp="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Times New Roman" charset="0"/>
            </a:endParaRPr>
          </a:p>
        </p:txBody>
      </p:sp>
      <p:sp>
        <p:nvSpPr>
          <p:cNvPr id="115715"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485">
              <a:defRPr sz="1900">
                <a:solidFill>
                  <a:schemeClr val="tx1"/>
                </a:solidFill>
                <a:latin typeface="Arial" charset="0"/>
                <a:ea typeface="ＭＳ Ｐゴシック" charset="0"/>
                <a:cs typeface="ＭＳ Ｐゴシック" charset="0"/>
              </a:defRPr>
            </a:lvl1pPr>
            <a:lvl2pPr marL="702756" indent="-270291" defTabSz="914485">
              <a:defRPr sz="1900">
                <a:solidFill>
                  <a:schemeClr val="tx1"/>
                </a:solidFill>
                <a:latin typeface="Arial" charset="0"/>
                <a:ea typeface="ＭＳ Ｐゴシック" charset="0"/>
              </a:defRPr>
            </a:lvl2pPr>
            <a:lvl3pPr marL="1081164" indent="-216233" defTabSz="914485">
              <a:defRPr sz="1900">
                <a:solidFill>
                  <a:schemeClr val="tx1"/>
                </a:solidFill>
                <a:latin typeface="Arial" charset="0"/>
                <a:ea typeface="ＭＳ Ｐゴシック" charset="0"/>
              </a:defRPr>
            </a:lvl3pPr>
            <a:lvl4pPr marL="1513629" indent="-216233" defTabSz="914485">
              <a:defRPr sz="1900">
                <a:solidFill>
                  <a:schemeClr val="tx1"/>
                </a:solidFill>
                <a:latin typeface="Arial" charset="0"/>
                <a:ea typeface="ＭＳ Ｐゴシック" charset="0"/>
              </a:defRPr>
            </a:lvl4pPr>
            <a:lvl5pPr marL="1946095" indent="-216233" defTabSz="914485">
              <a:defRPr sz="1900">
                <a:solidFill>
                  <a:schemeClr val="tx1"/>
                </a:solidFill>
                <a:latin typeface="Arial" charset="0"/>
                <a:ea typeface="ＭＳ Ｐゴシック" charset="0"/>
              </a:defRPr>
            </a:lvl5pPr>
            <a:lvl6pPr marL="2378560"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6pPr>
            <a:lvl7pPr marL="2811026"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7pPr>
            <a:lvl8pPr marL="3243491"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8pPr>
            <a:lvl9pPr marL="3675957" indent="-216233" defTabSz="914485" eaLnBrk="0" fontAlgn="base" hangingPunct="0">
              <a:spcBef>
                <a:spcPct val="20000"/>
              </a:spcBef>
              <a:spcAft>
                <a:spcPct val="0"/>
              </a:spcAft>
              <a:buClr>
                <a:schemeClr val="accent2"/>
              </a:buClr>
              <a:buSzPct val="85000"/>
              <a:buFont typeface="ZapfDingbats" charset="0"/>
              <a:defRPr sz="1900">
                <a:solidFill>
                  <a:schemeClr val="tx1"/>
                </a:solidFill>
                <a:latin typeface="Arial" charset="0"/>
                <a:ea typeface="ＭＳ Ｐゴシック" charset="0"/>
              </a:defRPr>
            </a:lvl9pPr>
          </a:lstStyle>
          <a:p>
            <a:pPr>
              <a:buClr>
                <a:srgbClr val="C0504D"/>
              </a:buClr>
            </a:pPr>
            <a:fld id="{E928A21F-4574-4843-B9F7-B037A12E44CA}" type="slidenum">
              <a:rPr lang="en-US" sz="1200">
                <a:solidFill>
                  <a:prstClr val="black"/>
                </a:solidFill>
                <a:latin typeface="Times New Roman" charset="0"/>
              </a:rPr>
              <a:pPr>
                <a:buClr>
                  <a:srgbClr val="C0504D"/>
                </a:buClr>
              </a:pPr>
              <a:t>10</a:t>
            </a:fld>
            <a:endParaRPr lang="en-US" sz="1200">
              <a:solidFill>
                <a:prstClr val="black"/>
              </a:solidFill>
              <a:latin typeface="Times New Roman" charset="0"/>
            </a:endParaRPr>
          </a:p>
        </p:txBody>
      </p:sp>
    </p:spTree>
    <p:extLst>
      <p:ext uri="{BB962C8B-B14F-4D97-AF65-F5344CB8AC3E}">
        <p14:creationId xmlns:p14="http://schemas.microsoft.com/office/powerpoint/2010/main" val="2028061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fld id="{7686886C-9159-7046-B32B-FA4350B3E87A}"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49C82DFD-771A-0F49-AE47-04BE5C064D0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21982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3C9C5915-8A39-824B-BB9F-BAE855BF54B5}"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04D76826-4EAE-1143-B57D-91A864043BD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757464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B655323F-073D-8747-9825-E2543387A46C}"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6E996B95-3795-DC41-BB54-5ACB6D6DFF2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2366019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D57FFB8A-BC23-9243-A235-586369DEF639}"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A4587D3D-863D-134C-83A8-C173AF60E00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353464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C1E3FEE-FD36-5247-9FE3-8521070B1FBE}" type="datetime1">
              <a:rPr lang="en-US">
                <a:solidFill>
                  <a:srgbClr val="000000"/>
                </a:solidFill>
              </a:rPr>
              <a:pPr>
                <a:defRPr/>
              </a:pPr>
              <a:t>9/11/2020</a:t>
            </a:fld>
            <a:endParaRPr lang="en-US">
              <a:solidFill>
                <a:srgbClr val="000000"/>
              </a:solidFill>
            </a:endParaRPr>
          </a:p>
        </p:txBody>
      </p:sp>
      <p:sp>
        <p:nvSpPr>
          <p:cNvPr id="8"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9"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EFEC0F28-F64F-C94E-B201-0822461CBD3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6680066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9D2D10FA-DCFF-3249-A9F0-B713383F39EA}" type="datetime1">
              <a:rPr lang="en-US">
                <a:solidFill>
                  <a:srgbClr val="000000"/>
                </a:solidFill>
              </a:rPr>
              <a:pPr>
                <a:defRPr/>
              </a:pPr>
              <a:t>9/11/2020</a:t>
            </a:fld>
            <a:endParaRPr lang="en-US">
              <a:solidFill>
                <a:srgbClr val="000000"/>
              </a:solidFill>
            </a:endParaRPr>
          </a:p>
        </p:txBody>
      </p:sp>
      <p:sp>
        <p:nvSpPr>
          <p:cNvPr id="4"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5"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A0637910-17EE-4846-B12A-B0350978736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394916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B6FC489-386B-E64F-B1F9-AA60B7F62D8A}" type="datetime1">
              <a:rPr lang="en-US">
                <a:solidFill>
                  <a:srgbClr val="000000"/>
                </a:solidFill>
              </a:rPr>
              <a:pPr>
                <a:defRPr/>
              </a:pPr>
              <a:t>9/11/2020</a:t>
            </a:fld>
            <a:endParaRPr lang="en-US">
              <a:solidFill>
                <a:srgbClr val="000000"/>
              </a:solidFill>
            </a:endParaRPr>
          </a:p>
        </p:txBody>
      </p:sp>
      <p:sp>
        <p:nvSpPr>
          <p:cNvPr id="3"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4"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B9A2532B-913E-0343-A07E-67DFC2EE6F7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0502372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8493FA3F-87CE-4841-937A-C35F333E3277}"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8474831E-FA3C-8246-9DC5-792DC621D63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316522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0A382F0-4AFB-2A4E-8206-30D122FAD9AE}"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B5C9D479-0BB8-B94F-B5E0-9EC4DB0008A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732341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D9B9339-AF48-CD4E-92CC-4D24EFB1A3B1}"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3F144905-7118-E84D-9C2B-A76BA67D703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29480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59C3C677-B7F2-0E47-99CA-33C783DFC293}"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DCEFDB2B-15DD-6846-B0F1-9953522089C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8773155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33618F2A-1F45-A44C-AF8B-D73BE6254237}"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7FB53B68-71EB-354E-ADF7-6C59E1718B3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330652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03F1B9B6-11C6-EF42-8BF0-18868F2BC51B}"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8B7B76C9-4E57-224D-9E70-93E0AE37C22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0994070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495800" y="1600200"/>
            <a:ext cx="3810000" cy="46482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fld id="{E19B356E-58CD-9941-AE6D-D8EE94D7237E}"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18D4C814-D1FE-154E-B65D-58A0C392275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689765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AD8A45D0-FD60-B64D-AC1A-8404A7A5F2D6}"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E040BA55-C77F-A846-B60B-4618318F02B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0071407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fld id="{7686886C-9159-7046-B32B-FA4350B3E87A}"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49C82DFD-771A-0F49-AE47-04BE5C064D0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0670488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3C9C5915-8A39-824B-BB9F-BAE855BF54B5}"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04D76826-4EAE-1143-B57D-91A864043BD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522129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B655323F-073D-8747-9825-E2543387A46C}"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6E996B95-3795-DC41-BB54-5ACB6D6DFF2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522565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D57FFB8A-BC23-9243-A235-586369DEF639}"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A4587D3D-863D-134C-83A8-C173AF60E00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81139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C1E3FEE-FD36-5247-9FE3-8521070B1FBE}" type="datetime1">
              <a:rPr lang="en-US">
                <a:solidFill>
                  <a:srgbClr val="000000"/>
                </a:solidFill>
              </a:rPr>
              <a:pPr>
                <a:defRPr/>
              </a:pPr>
              <a:t>9/11/2020</a:t>
            </a:fld>
            <a:endParaRPr lang="en-US">
              <a:solidFill>
                <a:srgbClr val="000000"/>
              </a:solidFill>
            </a:endParaRPr>
          </a:p>
        </p:txBody>
      </p:sp>
      <p:sp>
        <p:nvSpPr>
          <p:cNvPr id="8"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9"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EFEC0F28-F64F-C94E-B201-0822461CBD3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80227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9D2D10FA-DCFF-3249-A9F0-B713383F39EA}" type="datetime1">
              <a:rPr lang="en-US">
                <a:solidFill>
                  <a:srgbClr val="000000"/>
                </a:solidFill>
              </a:rPr>
              <a:pPr>
                <a:defRPr/>
              </a:pPr>
              <a:t>9/11/2020</a:t>
            </a:fld>
            <a:endParaRPr lang="en-US">
              <a:solidFill>
                <a:srgbClr val="000000"/>
              </a:solidFill>
            </a:endParaRPr>
          </a:p>
        </p:txBody>
      </p:sp>
      <p:sp>
        <p:nvSpPr>
          <p:cNvPr id="4"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5"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A0637910-17EE-4846-B12A-B0350978736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2468142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B6FC489-386B-E64F-B1F9-AA60B7F62D8A}" type="datetime1">
              <a:rPr lang="en-US">
                <a:solidFill>
                  <a:srgbClr val="000000"/>
                </a:solidFill>
              </a:rPr>
              <a:pPr>
                <a:defRPr/>
              </a:pPr>
              <a:t>9/11/2020</a:t>
            </a:fld>
            <a:endParaRPr lang="en-US">
              <a:solidFill>
                <a:srgbClr val="000000"/>
              </a:solidFill>
            </a:endParaRPr>
          </a:p>
        </p:txBody>
      </p:sp>
      <p:sp>
        <p:nvSpPr>
          <p:cNvPr id="3"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4"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B9A2532B-913E-0343-A07E-67DFC2EE6F7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877985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8493FA3F-87CE-4841-937A-C35F333E3277}"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8474831E-FA3C-8246-9DC5-792DC621D63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2194616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0A382F0-4AFB-2A4E-8206-30D122FAD9AE}"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B5C9D479-0BB8-B94F-B5E0-9EC4DB0008A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957551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D9B9339-AF48-CD4E-92CC-4D24EFB1A3B1}"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3F144905-7118-E84D-9C2B-A76BA67D703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6140103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59C3C677-B7F2-0E47-99CA-33C783DFC293}"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DCEFDB2B-15DD-6846-B0F1-9953522089C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8978077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33618F2A-1F45-A44C-AF8B-D73BE6254237}"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7FB53B68-71EB-354E-ADF7-6C59E1718B3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11483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03F1B9B6-11C6-EF42-8BF0-18868F2BC51B}"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8B7B76C9-4E57-224D-9E70-93E0AE37C22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608199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495800" y="1600200"/>
            <a:ext cx="3810000" cy="46482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fld id="{E19B356E-58CD-9941-AE6D-D8EE94D7237E}"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18D4C814-D1FE-154E-B65D-58A0C392275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982857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AD8A45D0-FD60-B64D-AC1A-8404A7A5F2D6}"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E040BA55-C77F-A846-B60B-4618318F02B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46974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fld id="{7686886C-9159-7046-B32B-FA4350B3E87A}"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49C82DFD-771A-0F49-AE47-04BE5C064D0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1517240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3C9C5915-8A39-824B-BB9F-BAE855BF54B5}"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04D76826-4EAE-1143-B57D-91A864043BD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2513693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B655323F-073D-8747-9825-E2543387A46C}"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6E996B95-3795-DC41-BB54-5ACB6D6DFF2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6035260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D57FFB8A-BC23-9243-A235-586369DEF639}"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A4587D3D-863D-134C-83A8-C173AF60E00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396347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C1E3FEE-FD36-5247-9FE3-8521070B1FBE}" type="datetime1">
              <a:rPr lang="en-US">
                <a:solidFill>
                  <a:srgbClr val="000000"/>
                </a:solidFill>
              </a:rPr>
              <a:pPr>
                <a:defRPr/>
              </a:pPr>
              <a:t>9/11/2020</a:t>
            </a:fld>
            <a:endParaRPr lang="en-US">
              <a:solidFill>
                <a:srgbClr val="000000"/>
              </a:solidFill>
            </a:endParaRPr>
          </a:p>
        </p:txBody>
      </p:sp>
      <p:sp>
        <p:nvSpPr>
          <p:cNvPr id="8"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9"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EFEC0F28-F64F-C94E-B201-0822461CBD3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7748012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9D2D10FA-DCFF-3249-A9F0-B713383F39EA}" type="datetime1">
              <a:rPr lang="en-US">
                <a:solidFill>
                  <a:srgbClr val="000000"/>
                </a:solidFill>
              </a:rPr>
              <a:pPr>
                <a:defRPr/>
              </a:pPr>
              <a:t>9/11/2020</a:t>
            </a:fld>
            <a:endParaRPr lang="en-US">
              <a:solidFill>
                <a:srgbClr val="000000"/>
              </a:solidFill>
            </a:endParaRPr>
          </a:p>
        </p:txBody>
      </p:sp>
      <p:sp>
        <p:nvSpPr>
          <p:cNvPr id="4"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5"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A0637910-17EE-4846-B12A-B0350978736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353632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B6FC489-386B-E64F-B1F9-AA60B7F62D8A}" type="datetime1">
              <a:rPr lang="en-US">
                <a:solidFill>
                  <a:srgbClr val="000000"/>
                </a:solidFill>
              </a:rPr>
              <a:pPr>
                <a:defRPr/>
              </a:pPr>
              <a:t>9/11/2020</a:t>
            </a:fld>
            <a:endParaRPr lang="en-US">
              <a:solidFill>
                <a:srgbClr val="000000"/>
              </a:solidFill>
            </a:endParaRPr>
          </a:p>
        </p:txBody>
      </p:sp>
      <p:sp>
        <p:nvSpPr>
          <p:cNvPr id="3"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4"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B9A2532B-913E-0343-A07E-67DFC2EE6F7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6132102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8493FA3F-87CE-4841-937A-C35F333E3277}"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8474831E-FA3C-8246-9DC5-792DC621D63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603997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0A382F0-4AFB-2A4E-8206-30D122FAD9AE}"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B5C9D479-0BB8-B94F-B5E0-9EC4DB0008A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080502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D9B9339-AF48-CD4E-92CC-4D24EFB1A3B1}"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3F144905-7118-E84D-9C2B-A76BA67D703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4302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59C3C677-B7F2-0E47-99CA-33C783DFC293}"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DCEFDB2B-15DD-6846-B0F1-9953522089C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87873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33618F2A-1F45-A44C-AF8B-D73BE6254237}"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7FB53B68-71EB-354E-ADF7-6C59E1718B3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20582837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03F1B9B6-11C6-EF42-8BF0-18868F2BC51B}"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8B7B76C9-4E57-224D-9E70-93E0AE37C22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347586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495800" y="1600200"/>
            <a:ext cx="3810000" cy="46482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fld id="{E19B356E-58CD-9941-AE6D-D8EE94D7237E}"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18D4C814-D1FE-154E-B65D-58A0C392275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63469871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AD8A45D0-FD60-B64D-AC1A-8404A7A5F2D6}"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E040BA55-C77F-A846-B60B-4618318F02B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117239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fld id="{7686886C-9159-7046-B32B-FA4350B3E87A}"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49C82DFD-771A-0F49-AE47-04BE5C064D0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8748013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3C9C5915-8A39-824B-BB9F-BAE855BF54B5}"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04D76826-4EAE-1143-B57D-91A864043BD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306802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B655323F-073D-8747-9825-E2543387A46C}"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6E996B95-3795-DC41-BB54-5ACB6D6DFF2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22139626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D57FFB8A-BC23-9243-A235-586369DEF639}"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A4587D3D-863D-134C-83A8-C173AF60E00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362208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C1E3FEE-FD36-5247-9FE3-8521070B1FBE}" type="datetime1">
              <a:rPr lang="en-US">
                <a:solidFill>
                  <a:srgbClr val="000000"/>
                </a:solidFill>
              </a:rPr>
              <a:pPr>
                <a:defRPr/>
              </a:pPr>
              <a:t>9/11/2020</a:t>
            </a:fld>
            <a:endParaRPr lang="en-US">
              <a:solidFill>
                <a:srgbClr val="000000"/>
              </a:solidFill>
            </a:endParaRPr>
          </a:p>
        </p:txBody>
      </p:sp>
      <p:sp>
        <p:nvSpPr>
          <p:cNvPr id="8"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9"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EFEC0F28-F64F-C94E-B201-0822461CBD3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972072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9D2D10FA-DCFF-3249-A9F0-B713383F39EA}" type="datetime1">
              <a:rPr lang="en-US">
                <a:solidFill>
                  <a:srgbClr val="000000"/>
                </a:solidFill>
              </a:rPr>
              <a:pPr>
                <a:defRPr/>
              </a:pPr>
              <a:t>9/11/2020</a:t>
            </a:fld>
            <a:endParaRPr lang="en-US">
              <a:solidFill>
                <a:srgbClr val="000000"/>
              </a:solidFill>
            </a:endParaRPr>
          </a:p>
        </p:txBody>
      </p:sp>
      <p:sp>
        <p:nvSpPr>
          <p:cNvPr id="4"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5"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A0637910-17EE-4846-B12A-B0350978736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7165056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B6FC489-386B-E64F-B1F9-AA60B7F62D8A}" type="datetime1">
              <a:rPr lang="en-US">
                <a:solidFill>
                  <a:srgbClr val="000000"/>
                </a:solidFill>
              </a:rPr>
              <a:pPr>
                <a:defRPr/>
              </a:pPr>
              <a:t>9/11/2020</a:t>
            </a:fld>
            <a:endParaRPr lang="en-US">
              <a:solidFill>
                <a:srgbClr val="000000"/>
              </a:solidFill>
            </a:endParaRPr>
          </a:p>
        </p:txBody>
      </p:sp>
      <p:sp>
        <p:nvSpPr>
          <p:cNvPr id="3"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4"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B9A2532B-913E-0343-A07E-67DFC2EE6F7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0939115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8493FA3F-87CE-4841-937A-C35F333E3277}"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8474831E-FA3C-8246-9DC5-792DC621D63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43451454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0A382F0-4AFB-2A4E-8206-30D122FAD9AE}"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B5C9D479-0BB8-B94F-B5E0-9EC4DB0008A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2438555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D9B9339-AF48-CD4E-92CC-4D24EFB1A3B1}"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3F144905-7118-E84D-9C2B-A76BA67D703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1029384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59C3C677-B7F2-0E47-99CA-33C783DFC293}" type="datetime1">
              <a:rPr lang="en-US">
                <a:solidFill>
                  <a:srgbClr val="000000"/>
                </a:solidFill>
              </a:rPr>
              <a:pPr>
                <a:defRPr/>
              </a:pPr>
              <a:t>9/11/2020</a:t>
            </a:fld>
            <a:endParaRPr lang="en-US">
              <a:solidFill>
                <a:srgbClr val="000000"/>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6"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DCEFDB2B-15DD-6846-B0F1-9953522089C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6417214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33618F2A-1F45-A44C-AF8B-D73BE6254237}"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7FB53B68-71EB-354E-ADF7-6C59E1718B3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4951391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03F1B9B6-11C6-EF42-8BF0-18868F2BC51B}"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8B7B76C9-4E57-224D-9E70-93E0AE37C22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6302137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495800" y="1600200"/>
            <a:ext cx="3810000" cy="46482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fld id="{E19B356E-58CD-9941-AE6D-D8EE94D7237E}"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18D4C814-D1FE-154E-B65D-58A0C392275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9962060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AD8A45D0-FD60-B64D-AC1A-8404A7A5F2D6}" type="datetime1">
              <a:rPr lang="en-US">
                <a:solidFill>
                  <a:srgbClr val="000000"/>
                </a:solidFill>
              </a:rPr>
              <a:pPr>
                <a:defRPr/>
              </a:pPr>
              <a:t>9/11/2020</a:t>
            </a:fld>
            <a:endParaRPr lang="en-US">
              <a:solidFill>
                <a:srgbClr val="000000"/>
              </a:solidFill>
            </a:endParaRPr>
          </a:p>
        </p:txBody>
      </p:sp>
      <p:sp>
        <p:nvSpPr>
          <p:cNvPr id="6" name="Rectangle 7"/>
          <p:cNvSpPr>
            <a:spLocks noGrp="1" noChangeArrowheads="1"/>
          </p:cNvSpPr>
          <p:nvPr>
            <p:ph type="ftr" sz="quarter" idx="11"/>
          </p:nvPr>
        </p:nvSpPr>
        <p:spPr>
          <a:ln/>
        </p:spPr>
        <p:txBody>
          <a:bodyPr/>
          <a:lstStyle>
            <a:lvl1pPr>
              <a:defRPr/>
            </a:lvl1pPr>
          </a:lstStyle>
          <a:p>
            <a:pPr>
              <a:defRPr/>
            </a:pPr>
            <a:r>
              <a:rPr lang="en-US">
                <a:solidFill>
                  <a:srgbClr val="000000"/>
                </a:solidFill>
              </a:rPr>
              <a:t>Application Layer</a:t>
            </a:r>
          </a:p>
        </p:txBody>
      </p:sp>
      <p:sp>
        <p:nvSpPr>
          <p:cNvPr id="7" name="Rectangle 8"/>
          <p:cNvSpPr>
            <a:spLocks noGrp="1" noChangeArrowheads="1"/>
          </p:cNvSpPr>
          <p:nvPr>
            <p:ph type="sldNum" sz="quarter" idx="12"/>
          </p:nvPr>
        </p:nvSpPr>
        <p:spPr>
          <a:ln/>
        </p:spPr>
        <p:txBody>
          <a:bodyPr/>
          <a:lstStyle>
            <a:lvl1pPr>
              <a:defRPr/>
            </a:lvl1pPr>
          </a:lstStyle>
          <a:p>
            <a:pPr>
              <a:defRPr/>
            </a:pPr>
            <a:r>
              <a:rPr lang="en-US">
                <a:solidFill>
                  <a:srgbClr val="000000"/>
                </a:solidFill>
              </a:rPr>
              <a:t>2-</a:t>
            </a:r>
            <a:fld id="{E040BA55-C77F-A846-B60B-4618318F02B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85839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6"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6" Type="http://schemas.openxmlformats.org/officeDocument/2006/relationships/theme" Target="../theme/theme4.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6" Type="http://schemas.openxmlformats.org/officeDocument/2006/relationships/theme" Target="../theme/theme5.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9/11/2020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228600"/>
            <a:ext cx="7772400" cy="11430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33400" y="1611313"/>
            <a:ext cx="7772400" cy="46482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400" smtClean="0">
                <a:latin typeface="Times New Roman" charset="0"/>
              </a:defRPr>
            </a:lvl1pPr>
          </a:lstStyle>
          <a:p>
            <a:pPr eaLnBrk="0" fontAlgn="base" hangingPunct="0">
              <a:spcAft>
                <a:spcPct val="0"/>
              </a:spcAft>
              <a:defRPr/>
            </a:pPr>
            <a:fld id="{8B3A2888-20F1-0E49-B72E-7694B4B977EF}" type="datetime1">
              <a:rPr lang="en-US">
                <a:solidFill>
                  <a:srgbClr val="000000"/>
                </a:solidFill>
                <a:ea typeface="ＭＳ Ｐゴシック" charset="0"/>
                <a:cs typeface="ＭＳ Ｐゴシック" charset="0"/>
              </a:rPr>
              <a:pPr eaLnBrk="0" fontAlgn="base" hangingPunct="0">
                <a:spcAft>
                  <a:spcPct val="0"/>
                </a:spcAft>
                <a:defRPr/>
              </a:pPr>
              <a:t>9/11/2020</a:t>
            </a:fld>
            <a:endParaRPr lang="en-US">
              <a:solidFill>
                <a:srgbClr val="000000"/>
              </a:solidFill>
              <a:ea typeface="ＭＳ Ｐゴシック" charset="0"/>
              <a:cs typeface="ＭＳ Ｐゴシック" charset="0"/>
            </a:endParaRPr>
          </a:p>
        </p:txBody>
      </p:sp>
      <p:sp>
        <p:nvSpPr>
          <p:cNvPr id="32775" name="Rectangle 7"/>
          <p:cNvSpPr>
            <a:spLocks noGrp="1" noChangeArrowheads="1"/>
          </p:cNvSpPr>
          <p:nvPr>
            <p:ph type="ftr" sz="quarter" idx="3"/>
          </p:nvPr>
        </p:nvSpPr>
        <p:spPr bwMode="auto">
          <a:xfrm>
            <a:off x="5576888" y="6467475"/>
            <a:ext cx="28956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atin typeface="Tahoma" pitchFamily="34" charset="0"/>
                <a:ea typeface="+mn-ea"/>
                <a:cs typeface="+mn-cs"/>
              </a:defRPr>
            </a:lvl1pPr>
          </a:lstStyle>
          <a:p>
            <a:pPr eaLnBrk="0" fontAlgn="base" hangingPunct="0">
              <a:spcAft>
                <a:spcPct val="0"/>
              </a:spcAft>
              <a:defRPr/>
            </a:pPr>
            <a:r>
              <a:rPr lang="en-US">
                <a:solidFill>
                  <a:srgbClr val="000000"/>
                </a:solidFill>
              </a:rPr>
              <a:t>Application Layer</a:t>
            </a:r>
          </a:p>
        </p:txBody>
      </p:sp>
      <p:sp>
        <p:nvSpPr>
          <p:cNvPr id="32776" name="Rectangle 8"/>
          <p:cNvSpPr>
            <a:spLocks noGrp="1" noChangeArrowheads="1"/>
          </p:cNvSpPr>
          <p:nvPr>
            <p:ph type="sldNum" sz="quarter" idx="4"/>
          </p:nvPr>
        </p:nvSpPr>
        <p:spPr bwMode="auto">
          <a:xfrm>
            <a:off x="8324850" y="6462713"/>
            <a:ext cx="676275"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200" smtClean="0">
                <a:latin typeface="Tahoma" charset="0"/>
              </a:defRPr>
            </a:lvl1pPr>
          </a:lstStyle>
          <a:p>
            <a:pPr eaLnBrk="0" fontAlgn="base" hangingPunct="0">
              <a:spcAft>
                <a:spcPct val="0"/>
              </a:spcAft>
              <a:defRPr/>
            </a:pPr>
            <a:r>
              <a:rPr lang="en-US">
                <a:solidFill>
                  <a:srgbClr val="000000"/>
                </a:solidFill>
                <a:ea typeface="ＭＳ Ｐゴシック" charset="0"/>
                <a:cs typeface="ＭＳ Ｐゴシック" charset="0"/>
              </a:rPr>
              <a:t>2-</a:t>
            </a:r>
            <a:fld id="{46D77CEB-BCE7-BD47-B42F-FF86D9ED8FDB}" type="slidenum">
              <a:rPr lang="en-US">
                <a:solidFill>
                  <a:srgbClr val="000000"/>
                </a:solidFill>
                <a:ea typeface="ＭＳ Ｐゴシック" charset="0"/>
                <a:cs typeface="ＭＳ Ｐゴシック" charset="0"/>
              </a:rPr>
              <a:pPr eaLnBrk="0" fontAlgn="base" hangingPunct="0">
                <a:spcAft>
                  <a:spcPct val="0"/>
                </a:spcAft>
                <a:defRPr/>
              </a:pPr>
              <a:t>‹#›</a:t>
            </a:fld>
            <a:endParaRPr lang="en-US">
              <a:solidFill>
                <a:srgbClr val="000000"/>
              </a:solidFill>
              <a:ea typeface="ＭＳ Ｐゴシック" charset="0"/>
              <a:cs typeface="ＭＳ Ｐゴシック" charset="0"/>
            </a:endParaRPr>
          </a:p>
        </p:txBody>
      </p:sp>
    </p:spTree>
    <p:extLst>
      <p:ext uri="{BB962C8B-B14F-4D97-AF65-F5344CB8AC3E}">
        <p14:creationId xmlns:p14="http://schemas.microsoft.com/office/powerpoint/2010/main" val="354874239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Lst>
  <p:hf hdr="0" dt="0"/>
  <p:txStyles>
    <p:title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lnSpc>
          <a:spcPct val="85000"/>
        </a:lnSpc>
        <a:spcBef>
          <a:spcPct val="20000"/>
        </a:spcBef>
        <a:spcAft>
          <a:spcPct val="0"/>
        </a:spcAft>
        <a:buClr>
          <a:srgbClr val="000099"/>
        </a:buClr>
        <a:buSzPct val="65000"/>
        <a:buFont typeface="Wingdings" charset="0"/>
        <a:buChar char="v"/>
        <a:defRPr sz="2800">
          <a:solidFill>
            <a:schemeClr val="tx1"/>
          </a:solidFill>
          <a:latin typeface="Gill Sans MT" pitchFamily="34" charset="0"/>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charset="0"/>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228600"/>
            <a:ext cx="7772400" cy="11430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33400" y="1611313"/>
            <a:ext cx="7772400" cy="46482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400" smtClean="0">
                <a:latin typeface="Times New Roman" charset="0"/>
              </a:defRPr>
            </a:lvl1pPr>
          </a:lstStyle>
          <a:p>
            <a:pPr eaLnBrk="0" fontAlgn="base" hangingPunct="0">
              <a:spcAft>
                <a:spcPct val="0"/>
              </a:spcAft>
              <a:defRPr/>
            </a:pPr>
            <a:fld id="{8B3A2888-20F1-0E49-B72E-7694B4B977EF}" type="datetime1">
              <a:rPr lang="en-US">
                <a:solidFill>
                  <a:srgbClr val="000000"/>
                </a:solidFill>
                <a:ea typeface="ＭＳ Ｐゴシック" charset="0"/>
                <a:cs typeface="ＭＳ Ｐゴシック" charset="0"/>
              </a:rPr>
              <a:pPr eaLnBrk="0" fontAlgn="base" hangingPunct="0">
                <a:spcAft>
                  <a:spcPct val="0"/>
                </a:spcAft>
                <a:defRPr/>
              </a:pPr>
              <a:t>9/11/2020</a:t>
            </a:fld>
            <a:endParaRPr lang="en-US">
              <a:solidFill>
                <a:srgbClr val="000000"/>
              </a:solidFill>
              <a:ea typeface="ＭＳ Ｐゴシック" charset="0"/>
              <a:cs typeface="ＭＳ Ｐゴシック" charset="0"/>
            </a:endParaRPr>
          </a:p>
        </p:txBody>
      </p:sp>
      <p:sp>
        <p:nvSpPr>
          <p:cNvPr id="32775" name="Rectangle 7"/>
          <p:cNvSpPr>
            <a:spLocks noGrp="1" noChangeArrowheads="1"/>
          </p:cNvSpPr>
          <p:nvPr>
            <p:ph type="ftr" sz="quarter" idx="3"/>
          </p:nvPr>
        </p:nvSpPr>
        <p:spPr bwMode="auto">
          <a:xfrm>
            <a:off x="5576888" y="6467475"/>
            <a:ext cx="28956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atin typeface="Tahoma" pitchFamily="34" charset="0"/>
                <a:ea typeface="+mn-ea"/>
                <a:cs typeface="+mn-cs"/>
              </a:defRPr>
            </a:lvl1pPr>
          </a:lstStyle>
          <a:p>
            <a:pPr eaLnBrk="0" fontAlgn="base" hangingPunct="0">
              <a:spcAft>
                <a:spcPct val="0"/>
              </a:spcAft>
              <a:defRPr/>
            </a:pPr>
            <a:r>
              <a:rPr lang="en-US">
                <a:solidFill>
                  <a:srgbClr val="000000"/>
                </a:solidFill>
              </a:rPr>
              <a:t>Application Layer</a:t>
            </a:r>
          </a:p>
        </p:txBody>
      </p:sp>
      <p:sp>
        <p:nvSpPr>
          <p:cNvPr id="32776" name="Rectangle 8"/>
          <p:cNvSpPr>
            <a:spLocks noGrp="1" noChangeArrowheads="1"/>
          </p:cNvSpPr>
          <p:nvPr>
            <p:ph type="sldNum" sz="quarter" idx="4"/>
          </p:nvPr>
        </p:nvSpPr>
        <p:spPr bwMode="auto">
          <a:xfrm>
            <a:off x="8324850" y="6462713"/>
            <a:ext cx="676275"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200" smtClean="0">
                <a:latin typeface="Tahoma" charset="0"/>
              </a:defRPr>
            </a:lvl1pPr>
          </a:lstStyle>
          <a:p>
            <a:pPr eaLnBrk="0" fontAlgn="base" hangingPunct="0">
              <a:spcAft>
                <a:spcPct val="0"/>
              </a:spcAft>
              <a:defRPr/>
            </a:pPr>
            <a:r>
              <a:rPr lang="en-US">
                <a:solidFill>
                  <a:srgbClr val="000000"/>
                </a:solidFill>
                <a:ea typeface="ＭＳ Ｐゴシック" charset="0"/>
                <a:cs typeface="ＭＳ Ｐゴシック" charset="0"/>
              </a:rPr>
              <a:t>2-</a:t>
            </a:r>
            <a:fld id="{46D77CEB-BCE7-BD47-B42F-FF86D9ED8FDB}" type="slidenum">
              <a:rPr lang="en-US">
                <a:solidFill>
                  <a:srgbClr val="000000"/>
                </a:solidFill>
                <a:ea typeface="ＭＳ Ｐゴシック" charset="0"/>
                <a:cs typeface="ＭＳ Ｐゴシック" charset="0"/>
              </a:rPr>
              <a:pPr eaLnBrk="0" fontAlgn="base" hangingPunct="0">
                <a:spcAft>
                  <a:spcPct val="0"/>
                </a:spcAft>
                <a:defRPr/>
              </a:pPr>
              <a:t>‹#›</a:t>
            </a:fld>
            <a:endParaRPr lang="en-US">
              <a:solidFill>
                <a:srgbClr val="000000"/>
              </a:solidFill>
              <a:ea typeface="ＭＳ Ｐゴシック" charset="0"/>
              <a:cs typeface="ＭＳ Ｐゴシック" charset="0"/>
            </a:endParaRPr>
          </a:p>
        </p:txBody>
      </p:sp>
    </p:spTree>
    <p:extLst>
      <p:ext uri="{BB962C8B-B14F-4D97-AF65-F5344CB8AC3E}">
        <p14:creationId xmlns:p14="http://schemas.microsoft.com/office/powerpoint/2010/main" val="903578324"/>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Lst>
  <p:hf hdr="0" dt="0"/>
  <p:txStyles>
    <p:title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lnSpc>
          <a:spcPct val="85000"/>
        </a:lnSpc>
        <a:spcBef>
          <a:spcPct val="20000"/>
        </a:spcBef>
        <a:spcAft>
          <a:spcPct val="0"/>
        </a:spcAft>
        <a:buClr>
          <a:srgbClr val="000099"/>
        </a:buClr>
        <a:buSzPct val="65000"/>
        <a:buFont typeface="Wingdings" charset="0"/>
        <a:buChar char="v"/>
        <a:defRPr sz="2800">
          <a:solidFill>
            <a:schemeClr val="tx1"/>
          </a:solidFill>
          <a:latin typeface="Gill Sans MT" pitchFamily="34" charset="0"/>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charset="0"/>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228600"/>
            <a:ext cx="7772400" cy="11430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33400" y="1611313"/>
            <a:ext cx="7772400" cy="46482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400" smtClean="0">
                <a:latin typeface="Times New Roman" charset="0"/>
              </a:defRPr>
            </a:lvl1pPr>
          </a:lstStyle>
          <a:p>
            <a:pPr eaLnBrk="0" fontAlgn="base" hangingPunct="0">
              <a:spcAft>
                <a:spcPct val="0"/>
              </a:spcAft>
              <a:defRPr/>
            </a:pPr>
            <a:fld id="{8B3A2888-20F1-0E49-B72E-7694B4B977EF}" type="datetime1">
              <a:rPr lang="en-US">
                <a:solidFill>
                  <a:srgbClr val="000000"/>
                </a:solidFill>
                <a:ea typeface="ＭＳ Ｐゴシック" charset="0"/>
                <a:cs typeface="ＭＳ Ｐゴシック" charset="0"/>
              </a:rPr>
              <a:pPr eaLnBrk="0" fontAlgn="base" hangingPunct="0">
                <a:spcAft>
                  <a:spcPct val="0"/>
                </a:spcAft>
                <a:defRPr/>
              </a:pPr>
              <a:t>9/11/2020</a:t>
            </a:fld>
            <a:endParaRPr lang="en-US">
              <a:solidFill>
                <a:srgbClr val="000000"/>
              </a:solidFill>
              <a:ea typeface="ＭＳ Ｐゴシック" charset="0"/>
              <a:cs typeface="ＭＳ Ｐゴシック" charset="0"/>
            </a:endParaRPr>
          </a:p>
        </p:txBody>
      </p:sp>
      <p:sp>
        <p:nvSpPr>
          <p:cNvPr id="32775" name="Rectangle 7"/>
          <p:cNvSpPr>
            <a:spLocks noGrp="1" noChangeArrowheads="1"/>
          </p:cNvSpPr>
          <p:nvPr>
            <p:ph type="ftr" sz="quarter" idx="3"/>
          </p:nvPr>
        </p:nvSpPr>
        <p:spPr bwMode="auto">
          <a:xfrm>
            <a:off x="5576888" y="6467475"/>
            <a:ext cx="28956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atin typeface="Tahoma" pitchFamily="34" charset="0"/>
                <a:ea typeface="+mn-ea"/>
                <a:cs typeface="+mn-cs"/>
              </a:defRPr>
            </a:lvl1pPr>
          </a:lstStyle>
          <a:p>
            <a:pPr eaLnBrk="0" fontAlgn="base" hangingPunct="0">
              <a:spcAft>
                <a:spcPct val="0"/>
              </a:spcAft>
              <a:defRPr/>
            </a:pPr>
            <a:r>
              <a:rPr lang="en-US">
                <a:solidFill>
                  <a:srgbClr val="000000"/>
                </a:solidFill>
              </a:rPr>
              <a:t>Application Layer</a:t>
            </a:r>
          </a:p>
        </p:txBody>
      </p:sp>
      <p:sp>
        <p:nvSpPr>
          <p:cNvPr id="32776" name="Rectangle 8"/>
          <p:cNvSpPr>
            <a:spLocks noGrp="1" noChangeArrowheads="1"/>
          </p:cNvSpPr>
          <p:nvPr>
            <p:ph type="sldNum" sz="quarter" idx="4"/>
          </p:nvPr>
        </p:nvSpPr>
        <p:spPr bwMode="auto">
          <a:xfrm>
            <a:off x="8324850" y="6462713"/>
            <a:ext cx="676275"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200" smtClean="0">
                <a:latin typeface="Tahoma" charset="0"/>
              </a:defRPr>
            </a:lvl1pPr>
          </a:lstStyle>
          <a:p>
            <a:pPr eaLnBrk="0" fontAlgn="base" hangingPunct="0">
              <a:spcAft>
                <a:spcPct val="0"/>
              </a:spcAft>
              <a:defRPr/>
            </a:pPr>
            <a:r>
              <a:rPr lang="en-US">
                <a:solidFill>
                  <a:srgbClr val="000000"/>
                </a:solidFill>
                <a:ea typeface="ＭＳ Ｐゴシック" charset="0"/>
                <a:cs typeface="ＭＳ Ｐゴシック" charset="0"/>
              </a:rPr>
              <a:t>2-</a:t>
            </a:r>
            <a:fld id="{46D77CEB-BCE7-BD47-B42F-FF86D9ED8FDB}" type="slidenum">
              <a:rPr lang="en-US">
                <a:solidFill>
                  <a:srgbClr val="000000"/>
                </a:solidFill>
                <a:ea typeface="ＭＳ Ｐゴシック" charset="0"/>
                <a:cs typeface="ＭＳ Ｐゴシック" charset="0"/>
              </a:rPr>
              <a:pPr eaLnBrk="0" fontAlgn="base" hangingPunct="0">
                <a:spcAft>
                  <a:spcPct val="0"/>
                </a:spcAft>
                <a:defRPr/>
              </a:pPr>
              <a:t>‹#›</a:t>
            </a:fld>
            <a:endParaRPr lang="en-US">
              <a:solidFill>
                <a:srgbClr val="000000"/>
              </a:solidFill>
              <a:ea typeface="ＭＳ Ｐゴシック" charset="0"/>
              <a:cs typeface="ＭＳ Ｐゴシック" charset="0"/>
            </a:endParaRPr>
          </a:p>
        </p:txBody>
      </p:sp>
    </p:spTree>
    <p:extLst>
      <p:ext uri="{BB962C8B-B14F-4D97-AF65-F5344CB8AC3E}">
        <p14:creationId xmlns:p14="http://schemas.microsoft.com/office/powerpoint/2010/main" val="3913282344"/>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Lst>
  <p:hf hdr="0" dt="0"/>
  <p:txStyles>
    <p:title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lnSpc>
          <a:spcPct val="85000"/>
        </a:lnSpc>
        <a:spcBef>
          <a:spcPct val="20000"/>
        </a:spcBef>
        <a:spcAft>
          <a:spcPct val="0"/>
        </a:spcAft>
        <a:buClr>
          <a:srgbClr val="000099"/>
        </a:buClr>
        <a:buSzPct val="65000"/>
        <a:buFont typeface="Wingdings" charset="0"/>
        <a:buChar char="v"/>
        <a:defRPr sz="2800">
          <a:solidFill>
            <a:schemeClr val="tx1"/>
          </a:solidFill>
          <a:latin typeface="Gill Sans MT" pitchFamily="34" charset="0"/>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charset="0"/>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228600"/>
            <a:ext cx="7772400" cy="11430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33400" y="1611313"/>
            <a:ext cx="7772400" cy="46482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400" smtClean="0">
                <a:latin typeface="Times New Roman" charset="0"/>
              </a:defRPr>
            </a:lvl1pPr>
          </a:lstStyle>
          <a:p>
            <a:pPr eaLnBrk="0" fontAlgn="base" hangingPunct="0">
              <a:spcAft>
                <a:spcPct val="0"/>
              </a:spcAft>
              <a:defRPr/>
            </a:pPr>
            <a:fld id="{8B3A2888-20F1-0E49-B72E-7694B4B977EF}" type="datetime1">
              <a:rPr lang="en-US">
                <a:solidFill>
                  <a:srgbClr val="000000"/>
                </a:solidFill>
                <a:ea typeface="ＭＳ Ｐゴシック" charset="0"/>
                <a:cs typeface="ＭＳ Ｐゴシック" charset="0"/>
              </a:rPr>
              <a:pPr eaLnBrk="0" fontAlgn="base" hangingPunct="0">
                <a:spcAft>
                  <a:spcPct val="0"/>
                </a:spcAft>
                <a:defRPr/>
              </a:pPr>
              <a:t>9/11/2020</a:t>
            </a:fld>
            <a:endParaRPr lang="en-US">
              <a:solidFill>
                <a:srgbClr val="000000"/>
              </a:solidFill>
              <a:ea typeface="ＭＳ Ｐゴシック" charset="0"/>
              <a:cs typeface="ＭＳ Ｐゴシック" charset="0"/>
            </a:endParaRPr>
          </a:p>
        </p:txBody>
      </p:sp>
      <p:sp>
        <p:nvSpPr>
          <p:cNvPr id="32775" name="Rectangle 7"/>
          <p:cNvSpPr>
            <a:spLocks noGrp="1" noChangeArrowheads="1"/>
          </p:cNvSpPr>
          <p:nvPr>
            <p:ph type="ftr" sz="quarter" idx="3"/>
          </p:nvPr>
        </p:nvSpPr>
        <p:spPr bwMode="auto">
          <a:xfrm>
            <a:off x="5576888" y="6467475"/>
            <a:ext cx="2895600"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atin typeface="Tahoma" pitchFamily="34" charset="0"/>
                <a:ea typeface="+mn-ea"/>
                <a:cs typeface="+mn-cs"/>
              </a:defRPr>
            </a:lvl1pPr>
          </a:lstStyle>
          <a:p>
            <a:pPr eaLnBrk="0" fontAlgn="base" hangingPunct="0">
              <a:spcAft>
                <a:spcPct val="0"/>
              </a:spcAft>
              <a:defRPr/>
            </a:pPr>
            <a:r>
              <a:rPr lang="en-US">
                <a:solidFill>
                  <a:srgbClr val="000000"/>
                </a:solidFill>
              </a:rPr>
              <a:t>Application Layer</a:t>
            </a:r>
          </a:p>
        </p:txBody>
      </p:sp>
      <p:sp>
        <p:nvSpPr>
          <p:cNvPr id="32776" name="Rectangle 8"/>
          <p:cNvSpPr>
            <a:spLocks noGrp="1" noChangeArrowheads="1"/>
          </p:cNvSpPr>
          <p:nvPr>
            <p:ph type="sldNum" sz="quarter" idx="4"/>
          </p:nvPr>
        </p:nvSpPr>
        <p:spPr bwMode="auto">
          <a:xfrm>
            <a:off x="8324850" y="6462713"/>
            <a:ext cx="676275"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200" smtClean="0">
                <a:latin typeface="Tahoma" charset="0"/>
              </a:defRPr>
            </a:lvl1pPr>
          </a:lstStyle>
          <a:p>
            <a:pPr eaLnBrk="0" fontAlgn="base" hangingPunct="0">
              <a:spcAft>
                <a:spcPct val="0"/>
              </a:spcAft>
              <a:defRPr/>
            </a:pPr>
            <a:r>
              <a:rPr lang="en-US">
                <a:solidFill>
                  <a:srgbClr val="000000"/>
                </a:solidFill>
                <a:ea typeface="ＭＳ Ｐゴシック" charset="0"/>
                <a:cs typeface="ＭＳ Ｐゴシック" charset="0"/>
              </a:rPr>
              <a:t>2-</a:t>
            </a:r>
            <a:fld id="{46D77CEB-BCE7-BD47-B42F-FF86D9ED8FDB}" type="slidenum">
              <a:rPr lang="en-US">
                <a:solidFill>
                  <a:srgbClr val="000000"/>
                </a:solidFill>
                <a:ea typeface="ＭＳ Ｐゴシック" charset="0"/>
                <a:cs typeface="ＭＳ Ｐゴシック" charset="0"/>
              </a:rPr>
              <a:pPr eaLnBrk="0" fontAlgn="base" hangingPunct="0">
                <a:spcAft>
                  <a:spcPct val="0"/>
                </a:spcAft>
                <a:defRPr/>
              </a:pPr>
              <a:t>‹#›</a:t>
            </a:fld>
            <a:endParaRPr lang="en-US">
              <a:solidFill>
                <a:srgbClr val="000000"/>
              </a:solidFill>
              <a:ea typeface="ＭＳ Ｐゴシック" charset="0"/>
              <a:cs typeface="ＭＳ Ｐゴシック" charset="0"/>
            </a:endParaRPr>
          </a:p>
        </p:txBody>
      </p:sp>
    </p:spTree>
    <p:extLst>
      <p:ext uri="{BB962C8B-B14F-4D97-AF65-F5344CB8AC3E}">
        <p14:creationId xmlns:p14="http://schemas.microsoft.com/office/powerpoint/2010/main" val="265361055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Lst>
  <p:hf hdr="0" dt="0"/>
  <p:txStyles>
    <p:titleStyle>
      <a:lvl1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1pPr>
      <a:lvl2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2pPr>
      <a:lvl3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3pPr>
      <a:lvl4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4pPr>
      <a:lvl5pPr algn="l" rtl="0" eaLnBrk="0" fontAlgn="base" hangingPunct="0">
        <a:spcBef>
          <a:spcPct val="0"/>
        </a:spcBef>
        <a:spcAft>
          <a:spcPct val="0"/>
        </a:spcAft>
        <a:defRPr sz="4400">
          <a:solidFill>
            <a:srgbClr val="000099"/>
          </a:solidFill>
          <a:latin typeface="Gill Sans MT" pitchFamily="34" charset="0"/>
          <a:ea typeface="ＭＳ Ｐゴシック" charset="0"/>
          <a:cs typeface="ＭＳ Ｐゴシック"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lnSpc>
          <a:spcPct val="85000"/>
        </a:lnSpc>
        <a:spcBef>
          <a:spcPct val="20000"/>
        </a:spcBef>
        <a:spcAft>
          <a:spcPct val="0"/>
        </a:spcAft>
        <a:buClr>
          <a:srgbClr val="000099"/>
        </a:buClr>
        <a:buSzPct val="65000"/>
        <a:buFont typeface="Wingdings" charset="0"/>
        <a:buChar char="v"/>
        <a:defRPr sz="2800">
          <a:solidFill>
            <a:schemeClr val="tx1"/>
          </a:solidFill>
          <a:latin typeface="Gill Sans MT" pitchFamily="34" charset="0"/>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charset="0"/>
        <a:buChar char="§"/>
        <a:defRPr sz="2400">
          <a:solidFill>
            <a:schemeClr val="tx1"/>
          </a:solidFill>
          <a:latin typeface="Gill Sans MT" pitchFamily="34" charset="0"/>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5.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0.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p:cNvSpPr>
            <a:spLocks noGrp="1" noChangeArrowheads="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Application Layer</a:t>
            </a:r>
          </a:p>
        </p:txBody>
      </p:sp>
      <p:sp>
        <p:nvSpPr>
          <p:cNvPr id="116738" name="Rectangle 8"/>
          <p:cNvSpPr>
            <a:spLocks noGrp="1" noChangeArrowheads="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2-</a:t>
            </a:r>
            <a:fld id="{5D98B924-1687-5E44-91B9-6FEC8B850D77}" type="slidenum">
              <a:rPr lang="en-US" sz="1200">
                <a:solidFill>
                  <a:srgbClr val="000000"/>
                </a:solidFill>
                <a:latin typeface="Tahoma" charset="0"/>
              </a:rPr>
              <a:pPr/>
              <a:t>1</a:t>
            </a:fld>
            <a:endParaRPr lang="en-US" sz="1200">
              <a:solidFill>
                <a:srgbClr val="000000"/>
              </a:solidFill>
              <a:latin typeface="Tahoma" charset="0"/>
            </a:endParaRPr>
          </a:p>
        </p:txBody>
      </p:sp>
      <p:pic>
        <p:nvPicPr>
          <p:cNvPr id="116739" name="Picture 21"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8" y="908050"/>
            <a:ext cx="5027612" cy="173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6740" name="Rectangle 2"/>
          <p:cNvSpPr>
            <a:spLocks noGrp="1" noChangeArrowheads="1"/>
          </p:cNvSpPr>
          <p:nvPr>
            <p:ph type="title"/>
          </p:nvPr>
        </p:nvSpPr>
        <p:spPr>
          <a:xfrm>
            <a:off x="477838" y="234950"/>
            <a:ext cx="7772400" cy="914400"/>
          </a:xfrm>
        </p:spPr>
        <p:txBody>
          <a:bodyPr/>
          <a:lstStyle/>
          <a:p>
            <a:r>
              <a:rPr lang="en-US" sz="4000">
                <a:latin typeface="Gill Sans MT" charset="0"/>
              </a:rPr>
              <a:t>HTTP request message</a:t>
            </a:r>
            <a:endParaRPr lang="en-US">
              <a:latin typeface="Gill Sans MT" charset="0"/>
            </a:endParaRPr>
          </a:p>
        </p:txBody>
      </p:sp>
      <p:sp>
        <p:nvSpPr>
          <p:cNvPr id="116741" name="Rectangle 3"/>
          <p:cNvSpPr>
            <a:spLocks noGrp="1" noChangeArrowheads="1"/>
          </p:cNvSpPr>
          <p:nvPr>
            <p:ph type="body" idx="1"/>
          </p:nvPr>
        </p:nvSpPr>
        <p:spPr/>
        <p:txBody>
          <a:bodyPr/>
          <a:lstStyle/>
          <a:p>
            <a:r>
              <a:rPr lang="en-US" sz="2400">
                <a:latin typeface="Gill Sans MT" charset="0"/>
              </a:rPr>
              <a:t>two types of HTTP messages: </a:t>
            </a:r>
            <a:r>
              <a:rPr lang="en-US" sz="2400" i="1">
                <a:solidFill>
                  <a:srgbClr val="CC0000"/>
                </a:solidFill>
                <a:latin typeface="Gill Sans MT" charset="0"/>
              </a:rPr>
              <a:t>request</a:t>
            </a:r>
            <a:r>
              <a:rPr lang="en-US" sz="2400">
                <a:solidFill>
                  <a:srgbClr val="CC0000"/>
                </a:solidFill>
                <a:latin typeface="Gill Sans MT" charset="0"/>
              </a:rPr>
              <a:t>, </a:t>
            </a:r>
            <a:r>
              <a:rPr lang="en-US" sz="2400" i="1">
                <a:solidFill>
                  <a:srgbClr val="CC0000"/>
                </a:solidFill>
                <a:latin typeface="Gill Sans MT" charset="0"/>
              </a:rPr>
              <a:t>response</a:t>
            </a:r>
          </a:p>
          <a:p>
            <a:r>
              <a:rPr lang="en-US" sz="2400">
                <a:solidFill>
                  <a:srgbClr val="CC0000"/>
                </a:solidFill>
                <a:latin typeface="Gill Sans MT" charset="0"/>
              </a:rPr>
              <a:t>HTTP request message:</a:t>
            </a:r>
          </a:p>
          <a:p>
            <a:pPr lvl="1"/>
            <a:r>
              <a:rPr lang="en-US" sz="2000">
                <a:latin typeface="Gill Sans MT" charset="0"/>
              </a:rPr>
              <a:t>ASCII (human-readable format)</a:t>
            </a:r>
            <a:endParaRPr lang="en-US">
              <a:solidFill>
                <a:schemeClr val="accent2"/>
              </a:solidFill>
              <a:latin typeface="Gill Sans MT" charset="0"/>
            </a:endParaRPr>
          </a:p>
        </p:txBody>
      </p:sp>
      <p:sp>
        <p:nvSpPr>
          <p:cNvPr id="116742" name="Text Box 5"/>
          <p:cNvSpPr txBox="1">
            <a:spLocks noChangeArrowheads="1"/>
          </p:cNvSpPr>
          <p:nvPr/>
        </p:nvSpPr>
        <p:spPr bwMode="auto">
          <a:xfrm>
            <a:off x="222250" y="3036888"/>
            <a:ext cx="2286000" cy="1006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0"/>
              </a:spcBef>
              <a:spcAft>
                <a:spcPct val="0"/>
              </a:spcAft>
            </a:pPr>
            <a:r>
              <a:rPr lang="en-US">
                <a:solidFill>
                  <a:srgbClr val="000099"/>
                </a:solidFill>
              </a:rPr>
              <a:t>request line</a:t>
            </a:r>
          </a:p>
          <a:p>
            <a:pPr eaLnBrk="0" fontAlgn="base" hangingPunct="0">
              <a:spcBef>
                <a:spcPct val="0"/>
              </a:spcBef>
              <a:spcAft>
                <a:spcPct val="0"/>
              </a:spcAft>
            </a:pPr>
            <a:r>
              <a:rPr lang="en-US">
                <a:solidFill>
                  <a:srgbClr val="000099"/>
                </a:solidFill>
              </a:rPr>
              <a:t>(GET, POST, </a:t>
            </a:r>
          </a:p>
          <a:p>
            <a:pPr eaLnBrk="0" fontAlgn="base" hangingPunct="0">
              <a:spcBef>
                <a:spcPct val="0"/>
              </a:spcBef>
              <a:spcAft>
                <a:spcPct val="0"/>
              </a:spcAft>
            </a:pPr>
            <a:r>
              <a:rPr lang="en-US">
                <a:solidFill>
                  <a:srgbClr val="000099"/>
                </a:solidFill>
              </a:rPr>
              <a:t>HEAD commands</a:t>
            </a:r>
            <a:r>
              <a:rPr lang="en-US">
                <a:solidFill>
                  <a:srgbClr val="000099"/>
                </a:solidFill>
                <a:latin typeface="Gill Sans MT" charset="0"/>
              </a:rPr>
              <a:t>)</a:t>
            </a:r>
            <a:endParaRPr lang="en-US" sz="2400">
              <a:solidFill>
                <a:srgbClr val="000099"/>
              </a:solidFill>
              <a:latin typeface="Gill Sans MT" charset="0"/>
            </a:endParaRPr>
          </a:p>
        </p:txBody>
      </p:sp>
      <p:sp>
        <p:nvSpPr>
          <p:cNvPr id="116743" name="Line 6"/>
          <p:cNvSpPr>
            <a:spLocks noChangeShapeType="1"/>
          </p:cNvSpPr>
          <p:nvPr/>
        </p:nvSpPr>
        <p:spPr bwMode="auto">
          <a:xfrm>
            <a:off x="1925638" y="3368675"/>
            <a:ext cx="868362" cy="146050"/>
          </a:xfrm>
          <a:prstGeom prst="line">
            <a:avLst/>
          </a:prstGeom>
          <a:noFill/>
          <a:ln w="19050">
            <a:solidFill>
              <a:srgbClr val="000099"/>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6744" name="Freeform 7"/>
          <p:cNvSpPr>
            <a:spLocks/>
          </p:cNvSpPr>
          <p:nvPr/>
        </p:nvSpPr>
        <p:spPr bwMode="auto">
          <a:xfrm>
            <a:off x="2776538" y="3705225"/>
            <a:ext cx="149225" cy="1957388"/>
          </a:xfrm>
          <a:custGeom>
            <a:avLst/>
            <a:gdLst>
              <a:gd name="T0" fmla="*/ 2147483647 w 150"/>
              <a:gd name="T1" fmla="*/ 2147483647 h 924"/>
              <a:gd name="T2" fmla="*/ 0 w 150"/>
              <a:gd name="T3" fmla="*/ 0 h 924"/>
              <a:gd name="T4" fmla="*/ 0 w 150"/>
              <a:gd name="T5" fmla="*/ 2147483647 h 924"/>
              <a:gd name="T6" fmla="*/ 2147483647 w 150"/>
              <a:gd name="T7" fmla="*/ 2147483647 h 924"/>
              <a:gd name="T8" fmla="*/ 0 60000 65536"/>
              <a:gd name="T9" fmla="*/ 0 60000 65536"/>
              <a:gd name="T10" fmla="*/ 0 60000 65536"/>
              <a:gd name="T11" fmla="*/ 0 60000 65536"/>
              <a:gd name="T12" fmla="*/ 0 w 150"/>
              <a:gd name="T13" fmla="*/ 0 h 924"/>
              <a:gd name="T14" fmla="*/ 150 w 150"/>
              <a:gd name="T15" fmla="*/ 924 h 924"/>
            </a:gdLst>
            <a:ahLst/>
            <a:cxnLst>
              <a:cxn ang="T8">
                <a:pos x="T0" y="T1"/>
              </a:cxn>
              <a:cxn ang="T9">
                <a:pos x="T2" y="T3"/>
              </a:cxn>
              <a:cxn ang="T10">
                <a:pos x="T4" y="T5"/>
              </a:cxn>
              <a:cxn ang="T11">
                <a:pos x="T6" y="T7"/>
              </a:cxn>
            </a:cxnLst>
            <a:rect l="T12" t="T13" r="T14" b="T15"/>
            <a:pathLst>
              <a:path w="150" h="924">
                <a:moveTo>
                  <a:pt x="122" y="6"/>
                </a:moveTo>
                <a:lnTo>
                  <a:pt x="0" y="0"/>
                </a:lnTo>
                <a:lnTo>
                  <a:pt x="0" y="924"/>
                </a:lnTo>
                <a:lnTo>
                  <a:pt x="150" y="918"/>
                </a:lnTo>
              </a:path>
            </a:pathLst>
          </a:custGeom>
          <a:noFill/>
          <a:ln w="19050">
            <a:solidFill>
              <a:srgbClr val="000099"/>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6745" name="Text Box 8"/>
          <p:cNvSpPr txBox="1">
            <a:spLocks noChangeArrowheads="1"/>
          </p:cNvSpPr>
          <p:nvPr/>
        </p:nvSpPr>
        <p:spPr bwMode="auto">
          <a:xfrm>
            <a:off x="1739900" y="4222750"/>
            <a:ext cx="974725"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r" eaLnBrk="0" fontAlgn="base" hangingPunct="0">
              <a:spcBef>
                <a:spcPct val="0"/>
              </a:spcBef>
              <a:spcAft>
                <a:spcPct val="0"/>
              </a:spcAft>
            </a:pPr>
            <a:r>
              <a:rPr lang="en-US">
                <a:solidFill>
                  <a:srgbClr val="000099"/>
                </a:solidFill>
              </a:rPr>
              <a:t>header</a:t>
            </a:r>
          </a:p>
          <a:p>
            <a:pPr algn="r" eaLnBrk="0" fontAlgn="base" hangingPunct="0">
              <a:spcBef>
                <a:spcPct val="0"/>
              </a:spcBef>
              <a:spcAft>
                <a:spcPct val="0"/>
              </a:spcAft>
            </a:pPr>
            <a:r>
              <a:rPr lang="en-US">
                <a:solidFill>
                  <a:srgbClr val="000099"/>
                </a:solidFill>
              </a:rPr>
              <a:t> lines</a:t>
            </a:r>
            <a:endParaRPr lang="en-US" sz="2400">
              <a:solidFill>
                <a:srgbClr val="000099"/>
              </a:solidFill>
            </a:endParaRPr>
          </a:p>
        </p:txBody>
      </p:sp>
      <p:sp>
        <p:nvSpPr>
          <p:cNvPr id="116746" name="Line 10"/>
          <p:cNvSpPr>
            <a:spLocks noChangeShapeType="1"/>
          </p:cNvSpPr>
          <p:nvPr/>
        </p:nvSpPr>
        <p:spPr bwMode="auto">
          <a:xfrm>
            <a:off x="2309813" y="5789613"/>
            <a:ext cx="511175" cy="0"/>
          </a:xfrm>
          <a:prstGeom prst="line">
            <a:avLst/>
          </a:prstGeom>
          <a:noFill/>
          <a:ln w="19050">
            <a:solidFill>
              <a:srgbClr val="000099"/>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6747" name="Text Box 11"/>
          <p:cNvSpPr txBox="1">
            <a:spLocks noChangeArrowheads="1"/>
          </p:cNvSpPr>
          <p:nvPr/>
        </p:nvSpPr>
        <p:spPr bwMode="auto">
          <a:xfrm>
            <a:off x="188913" y="5121275"/>
            <a:ext cx="2343150" cy="1311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0"/>
              </a:spcBef>
              <a:spcAft>
                <a:spcPct val="0"/>
              </a:spcAft>
            </a:pPr>
            <a:r>
              <a:rPr lang="en-US">
                <a:solidFill>
                  <a:srgbClr val="000099"/>
                </a:solidFill>
              </a:rPr>
              <a:t>carriage return, </a:t>
            </a:r>
          </a:p>
          <a:p>
            <a:pPr eaLnBrk="0" fontAlgn="base" hangingPunct="0">
              <a:spcBef>
                <a:spcPct val="0"/>
              </a:spcBef>
              <a:spcAft>
                <a:spcPct val="0"/>
              </a:spcAft>
            </a:pPr>
            <a:r>
              <a:rPr lang="en-US">
                <a:solidFill>
                  <a:srgbClr val="000099"/>
                </a:solidFill>
              </a:rPr>
              <a:t>line feed at start</a:t>
            </a:r>
          </a:p>
          <a:p>
            <a:pPr eaLnBrk="0" fontAlgn="base" hangingPunct="0">
              <a:spcBef>
                <a:spcPct val="0"/>
              </a:spcBef>
              <a:spcAft>
                <a:spcPct val="0"/>
              </a:spcAft>
            </a:pPr>
            <a:r>
              <a:rPr lang="en-US">
                <a:solidFill>
                  <a:srgbClr val="000099"/>
                </a:solidFill>
              </a:rPr>
              <a:t>of line indicates</a:t>
            </a:r>
          </a:p>
          <a:p>
            <a:pPr eaLnBrk="0" fontAlgn="base" hangingPunct="0">
              <a:spcBef>
                <a:spcPct val="0"/>
              </a:spcBef>
              <a:spcAft>
                <a:spcPct val="0"/>
              </a:spcAft>
            </a:pPr>
            <a:r>
              <a:rPr lang="en-US">
                <a:solidFill>
                  <a:srgbClr val="000099"/>
                </a:solidFill>
              </a:rPr>
              <a:t>end of header lines</a:t>
            </a:r>
            <a:endParaRPr lang="en-US" sz="2400">
              <a:solidFill>
                <a:srgbClr val="000099"/>
              </a:solidFill>
            </a:endParaRPr>
          </a:p>
        </p:txBody>
      </p:sp>
      <p:sp>
        <p:nvSpPr>
          <p:cNvPr id="116748" name="Text Box 16"/>
          <p:cNvSpPr txBox="1">
            <a:spLocks noChangeArrowheads="1"/>
          </p:cNvSpPr>
          <p:nvPr/>
        </p:nvSpPr>
        <p:spPr bwMode="auto">
          <a:xfrm>
            <a:off x="2809875" y="3403600"/>
            <a:ext cx="6054725" cy="2568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90000"/>
              </a:lnSpc>
              <a:spcBef>
                <a:spcPct val="0"/>
              </a:spcBef>
              <a:spcAft>
                <a:spcPct val="0"/>
              </a:spcAft>
              <a:buClr>
                <a:srgbClr val="3333CC"/>
              </a:buClr>
              <a:buSzPct val="85000"/>
              <a:buFont typeface="ZapfDingbats" charset="0"/>
              <a:buNone/>
            </a:pPr>
            <a:r>
              <a:rPr lang="en-US" sz="1800" b="1">
                <a:solidFill>
                  <a:srgbClr val="000000"/>
                </a:solidFill>
                <a:latin typeface="Courier New" charset="0"/>
              </a:rPr>
              <a:t>GET /index.html HTTP/1.1\r\n</a:t>
            </a:r>
          </a:p>
          <a:p>
            <a:pPr eaLnBrk="0" fontAlgn="base" hangingPunct="0">
              <a:lnSpc>
                <a:spcPct val="90000"/>
              </a:lnSpc>
              <a:spcBef>
                <a:spcPct val="0"/>
              </a:spcBef>
              <a:spcAft>
                <a:spcPct val="0"/>
              </a:spcAft>
              <a:buClr>
                <a:srgbClr val="3333CC"/>
              </a:buClr>
              <a:buSzPct val="85000"/>
              <a:buFont typeface="ZapfDingbats" charset="0"/>
              <a:buNone/>
            </a:pPr>
            <a:r>
              <a:rPr lang="en-US" sz="1800" b="1">
                <a:solidFill>
                  <a:srgbClr val="000000"/>
                </a:solidFill>
                <a:latin typeface="Courier New" charset="0"/>
              </a:rPr>
              <a:t>Host: www-net.cs.umass.edu\r\n</a:t>
            </a:r>
          </a:p>
          <a:p>
            <a:pPr eaLnBrk="0" fontAlgn="base" hangingPunct="0">
              <a:lnSpc>
                <a:spcPct val="90000"/>
              </a:lnSpc>
              <a:spcBef>
                <a:spcPct val="0"/>
              </a:spcBef>
              <a:spcAft>
                <a:spcPct val="0"/>
              </a:spcAft>
              <a:buClr>
                <a:srgbClr val="3333CC"/>
              </a:buClr>
              <a:buSzPct val="85000"/>
              <a:buFont typeface="ZapfDingbats" charset="0"/>
              <a:buNone/>
            </a:pPr>
            <a:r>
              <a:rPr lang="en-US" sz="1800" b="1">
                <a:solidFill>
                  <a:srgbClr val="000000"/>
                </a:solidFill>
                <a:latin typeface="Courier New" charset="0"/>
              </a:rPr>
              <a:t>User-Agent: Firefox/3.6.10\r\n</a:t>
            </a:r>
          </a:p>
          <a:p>
            <a:pPr eaLnBrk="0" fontAlgn="base" hangingPunct="0">
              <a:lnSpc>
                <a:spcPct val="90000"/>
              </a:lnSpc>
              <a:spcBef>
                <a:spcPct val="0"/>
              </a:spcBef>
              <a:spcAft>
                <a:spcPct val="0"/>
              </a:spcAft>
              <a:buClr>
                <a:srgbClr val="3333CC"/>
              </a:buClr>
              <a:buSzPct val="85000"/>
              <a:buFont typeface="ZapfDingbats" charset="0"/>
              <a:buNone/>
            </a:pPr>
            <a:r>
              <a:rPr lang="en-US" sz="1800" b="1">
                <a:solidFill>
                  <a:srgbClr val="000000"/>
                </a:solidFill>
                <a:latin typeface="Courier New" charset="0"/>
              </a:rPr>
              <a:t>Accept: text/html,application/xhtml+xml\r\n</a:t>
            </a:r>
          </a:p>
          <a:p>
            <a:pPr eaLnBrk="0" fontAlgn="base" hangingPunct="0">
              <a:lnSpc>
                <a:spcPct val="90000"/>
              </a:lnSpc>
              <a:spcBef>
                <a:spcPct val="0"/>
              </a:spcBef>
              <a:spcAft>
                <a:spcPct val="0"/>
              </a:spcAft>
              <a:buClr>
                <a:srgbClr val="3333CC"/>
              </a:buClr>
              <a:buSzPct val="85000"/>
              <a:buFont typeface="ZapfDingbats" charset="0"/>
              <a:buNone/>
            </a:pPr>
            <a:r>
              <a:rPr lang="en-US" sz="1800" b="1">
                <a:solidFill>
                  <a:srgbClr val="000000"/>
                </a:solidFill>
                <a:latin typeface="Courier New" charset="0"/>
              </a:rPr>
              <a:t>Accept-Language: en-us,en;q=0.5\r\n</a:t>
            </a:r>
          </a:p>
          <a:p>
            <a:pPr eaLnBrk="0" fontAlgn="base" hangingPunct="0">
              <a:lnSpc>
                <a:spcPct val="90000"/>
              </a:lnSpc>
              <a:spcBef>
                <a:spcPct val="0"/>
              </a:spcBef>
              <a:spcAft>
                <a:spcPct val="0"/>
              </a:spcAft>
              <a:buClr>
                <a:srgbClr val="3333CC"/>
              </a:buClr>
              <a:buSzPct val="85000"/>
              <a:buFont typeface="ZapfDingbats" charset="0"/>
              <a:buNone/>
            </a:pPr>
            <a:r>
              <a:rPr lang="en-US" sz="1800" b="1">
                <a:solidFill>
                  <a:srgbClr val="000000"/>
                </a:solidFill>
                <a:latin typeface="Courier New" charset="0"/>
              </a:rPr>
              <a:t>Accept-Encoding: gzip,deflate\r\n</a:t>
            </a:r>
          </a:p>
          <a:p>
            <a:pPr eaLnBrk="0" fontAlgn="base" hangingPunct="0">
              <a:lnSpc>
                <a:spcPct val="90000"/>
              </a:lnSpc>
              <a:spcBef>
                <a:spcPct val="0"/>
              </a:spcBef>
              <a:spcAft>
                <a:spcPct val="0"/>
              </a:spcAft>
              <a:buClr>
                <a:srgbClr val="3333CC"/>
              </a:buClr>
              <a:buSzPct val="85000"/>
              <a:buFont typeface="ZapfDingbats" charset="0"/>
              <a:buNone/>
            </a:pPr>
            <a:r>
              <a:rPr lang="en-US" sz="1800" b="1">
                <a:solidFill>
                  <a:srgbClr val="000000"/>
                </a:solidFill>
                <a:latin typeface="Courier New" charset="0"/>
              </a:rPr>
              <a:t>Accept-Charset: ISO-8859-1,utf-8;q=0.7\r\n</a:t>
            </a:r>
          </a:p>
          <a:p>
            <a:pPr eaLnBrk="0" fontAlgn="base" hangingPunct="0">
              <a:lnSpc>
                <a:spcPct val="90000"/>
              </a:lnSpc>
              <a:spcBef>
                <a:spcPct val="0"/>
              </a:spcBef>
              <a:spcAft>
                <a:spcPct val="0"/>
              </a:spcAft>
              <a:buClr>
                <a:srgbClr val="3333CC"/>
              </a:buClr>
              <a:buSzPct val="85000"/>
              <a:buFont typeface="ZapfDingbats" charset="0"/>
              <a:buNone/>
            </a:pPr>
            <a:r>
              <a:rPr lang="en-US" sz="1800" b="1">
                <a:solidFill>
                  <a:srgbClr val="000000"/>
                </a:solidFill>
                <a:latin typeface="Courier New" charset="0"/>
              </a:rPr>
              <a:t>Keep-Alive: 115\r\n</a:t>
            </a:r>
          </a:p>
          <a:p>
            <a:pPr eaLnBrk="0" fontAlgn="base" hangingPunct="0">
              <a:lnSpc>
                <a:spcPct val="90000"/>
              </a:lnSpc>
              <a:spcBef>
                <a:spcPct val="0"/>
              </a:spcBef>
              <a:spcAft>
                <a:spcPct val="0"/>
              </a:spcAft>
              <a:buClr>
                <a:srgbClr val="3333CC"/>
              </a:buClr>
              <a:buSzPct val="85000"/>
              <a:buFont typeface="ZapfDingbats" charset="0"/>
              <a:buNone/>
            </a:pPr>
            <a:r>
              <a:rPr lang="en-US" sz="1800" b="1">
                <a:solidFill>
                  <a:srgbClr val="000000"/>
                </a:solidFill>
                <a:latin typeface="Courier New" charset="0"/>
              </a:rPr>
              <a:t>Connection: keep-alive\r\n</a:t>
            </a:r>
          </a:p>
          <a:p>
            <a:pPr eaLnBrk="0" fontAlgn="base" hangingPunct="0">
              <a:lnSpc>
                <a:spcPct val="90000"/>
              </a:lnSpc>
              <a:spcBef>
                <a:spcPct val="0"/>
              </a:spcBef>
              <a:spcAft>
                <a:spcPct val="0"/>
              </a:spcAft>
              <a:buClr>
                <a:srgbClr val="3333CC"/>
              </a:buClr>
              <a:buSzPct val="85000"/>
              <a:buFont typeface="ZapfDingbats" charset="0"/>
              <a:buNone/>
            </a:pPr>
            <a:r>
              <a:rPr lang="en-US" sz="1800" b="1">
                <a:solidFill>
                  <a:srgbClr val="000000"/>
                </a:solidFill>
                <a:latin typeface="Courier New" charset="0"/>
              </a:rPr>
              <a:t>\r\n</a:t>
            </a:r>
          </a:p>
        </p:txBody>
      </p:sp>
      <p:sp>
        <p:nvSpPr>
          <p:cNvPr id="116749" name="Line 17"/>
          <p:cNvSpPr>
            <a:spLocks noChangeShapeType="1"/>
          </p:cNvSpPr>
          <p:nvPr/>
        </p:nvSpPr>
        <p:spPr bwMode="auto">
          <a:xfrm flipH="1">
            <a:off x="6334125" y="2921000"/>
            <a:ext cx="166688" cy="514350"/>
          </a:xfrm>
          <a:prstGeom prst="line">
            <a:avLst/>
          </a:prstGeom>
          <a:noFill/>
          <a:ln w="9525">
            <a:solidFill>
              <a:srgbClr val="000099"/>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6750" name="Text Box 18"/>
          <p:cNvSpPr txBox="1">
            <a:spLocks noChangeArrowheads="1"/>
          </p:cNvSpPr>
          <p:nvPr/>
        </p:nvSpPr>
        <p:spPr bwMode="auto">
          <a:xfrm>
            <a:off x="6384925" y="2633663"/>
            <a:ext cx="2411413"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sz="1600">
                <a:solidFill>
                  <a:srgbClr val="000000"/>
                </a:solidFill>
              </a:rPr>
              <a:t>carriage return character</a:t>
            </a:r>
          </a:p>
        </p:txBody>
      </p:sp>
      <p:sp>
        <p:nvSpPr>
          <p:cNvPr id="116751" name="Text Box 19"/>
          <p:cNvSpPr txBox="1">
            <a:spLocks noChangeArrowheads="1"/>
          </p:cNvSpPr>
          <p:nvPr/>
        </p:nvSpPr>
        <p:spPr bwMode="auto">
          <a:xfrm>
            <a:off x="6537325" y="2930525"/>
            <a:ext cx="18669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sz="1600">
                <a:solidFill>
                  <a:srgbClr val="000000"/>
                </a:solidFill>
              </a:rPr>
              <a:t>line-feed character</a:t>
            </a:r>
          </a:p>
        </p:txBody>
      </p:sp>
      <p:sp>
        <p:nvSpPr>
          <p:cNvPr id="116752" name="Line 20"/>
          <p:cNvSpPr>
            <a:spLocks noChangeShapeType="1"/>
          </p:cNvSpPr>
          <p:nvPr/>
        </p:nvSpPr>
        <p:spPr bwMode="auto">
          <a:xfrm flipH="1">
            <a:off x="6615113" y="3230563"/>
            <a:ext cx="80962" cy="252412"/>
          </a:xfrm>
          <a:prstGeom prst="line">
            <a:avLst/>
          </a:prstGeom>
          <a:noFill/>
          <a:ln w="9525">
            <a:solidFill>
              <a:srgbClr val="000099"/>
            </a:solidFill>
            <a:round/>
            <a:headEnd/>
            <a:tailEnd type="triangle" w="med" len="me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623453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a:spLocks noGrp="1" noChangeArrowheads="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Application Layer</a:t>
            </a:r>
          </a:p>
        </p:txBody>
      </p:sp>
      <p:sp>
        <p:nvSpPr>
          <p:cNvPr id="118786" name="Rectangle 8"/>
          <p:cNvSpPr>
            <a:spLocks noGrp="1" noChangeArrowheads="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2-</a:t>
            </a:r>
            <a:fld id="{09F7694F-715D-C54F-9C9D-E58D7E681BC0}" type="slidenum">
              <a:rPr lang="en-US" sz="1200">
                <a:solidFill>
                  <a:srgbClr val="000000"/>
                </a:solidFill>
                <a:latin typeface="Tahoma" charset="0"/>
              </a:rPr>
              <a:pPr/>
              <a:t>2</a:t>
            </a:fld>
            <a:endParaRPr lang="en-US" sz="1200">
              <a:solidFill>
                <a:srgbClr val="000000"/>
              </a:solidFill>
              <a:latin typeface="Tahoma" charset="0"/>
            </a:endParaRPr>
          </a:p>
        </p:txBody>
      </p:sp>
      <p:pic>
        <p:nvPicPr>
          <p:cNvPr id="118787" name="Picture 19"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75" y="1001713"/>
            <a:ext cx="7313613" cy="173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8788" name="Rectangle 2"/>
          <p:cNvSpPr>
            <a:spLocks noGrp="1" noChangeArrowheads="1"/>
          </p:cNvSpPr>
          <p:nvPr>
            <p:ph type="title"/>
          </p:nvPr>
        </p:nvSpPr>
        <p:spPr/>
        <p:txBody>
          <a:bodyPr/>
          <a:lstStyle/>
          <a:p>
            <a:r>
              <a:rPr lang="en-US" sz="3600">
                <a:latin typeface="Gill Sans MT" charset="0"/>
              </a:rPr>
              <a:t>HTTP request message: general format</a:t>
            </a:r>
            <a:endParaRPr lang="en-US">
              <a:latin typeface="Gill Sans MT" charset="0"/>
            </a:endParaRPr>
          </a:p>
        </p:txBody>
      </p:sp>
      <p:sp>
        <p:nvSpPr>
          <p:cNvPr id="118789" name="Text Box 9"/>
          <p:cNvSpPr txBox="1">
            <a:spLocks noChangeArrowheads="1"/>
          </p:cNvSpPr>
          <p:nvPr/>
        </p:nvSpPr>
        <p:spPr bwMode="auto">
          <a:xfrm>
            <a:off x="6967538" y="1662113"/>
            <a:ext cx="1030287" cy="64135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90000"/>
              </a:lnSpc>
              <a:spcBef>
                <a:spcPct val="0"/>
              </a:spcBef>
              <a:spcAft>
                <a:spcPct val="0"/>
              </a:spcAft>
              <a:buClr>
                <a:srgbClr val="3333CC"/>
              </a:buClr>
              <a:buSzPct val="85000"/>
              <a:buFont typeface="ZapfDingbats" charset="0"/>
              <a:buNone/>
            </a:pPr>
            <a:r>
              <a:rPr lang="en-US">
                <a:solidFill>
                  <a:srgbClr val="CC0000"/>
                </a:solidFill>
              </a:rPr>
              <a:t>request</a:t>
            </a:r>
          </a:p>
          <a:p>
            <a:pPr eaLnBrk="0" fontAlgn="base" hangingPunct="0">
              <a:lnSpc>
                <a:spcPct val="90000"/>
              </a:lnSpc>
              <a:spcBef>
                <a:spcPct val="0"/>
              </a:spcBef>
              <a:spcAft>
                <a:spcPct val="0"/>
              </a:spcAft>
              <a:buClr>
                <a:srgbClr val="3333CC"/>
              </a:buClr>
              <a:buSzPct val="85000"/>
              <a:buFont typeface="ZapfDingbats" charset="0"/>
              <a:buNone/>
            </a:pPr>
            <a:r>
              <a:rPr lang="en-US">
                <a:solidFill>
                  <a:srgbClr val="CC0000"/>
                </a:solidFill>
              </a:rPr>
              <a:t>line</a:t>
            </a:r>
          </a:p>
        </p:txBody>
      </p:sp>
      <p:sp>
        <p:nvSpPr>
          <p:cNvPr id="118790" name="Text Box 11"/>
          <p:cNvSpPr txBox="1">
            <a:spLocks noChangeArrowheads="1"/>
          </p:cNvSpPr>
          <p:nvPr/>
        </p:nvSpPr>
        <p:spPr bwMode="auto">
          <a:xfrm>
            <a:off x="6962775" y="2678113"/>
            <a:ext cx="974725" cy="64135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90000"/>
              </a:lnSpc>
              <a:spcBef>
                <a:spcPct val="0"/>
              </a:spcBef>
              <a:spcAft>
                <a:spcPct val="0"/>
              </a:spcAft>
              <a:buClr>
                <a:srgbClr val="3333CC"/>
              </a:buClr>
              <a:buSzPct val="85000"/>
              <a:buFont typeface="ZapfDingbats" charset="0"/>
              <a:buNone/>
            </a:pPr>
            <a:r>
              <a:rPr lang="en-US">
                <a:solidFill>
                  <a:srgbClr val="CC0000"/>
                </a:solidFill>
              </a:rPr>
              <a:t>header</a:t>
            </a:r>
          </a:p>
          <a:p>
            <a:pPr eaLnBrk="0" fontAlgn="base" hangingPunct="0">
              <a:lnSpc>
                <a:spcPct val="90000"/>
              </a:lnSpc>
              <a:spcBef>
                <a:spcPct val="0"/>
              </a:spcBef>
              <a:spcAft>
                <a:spcPct val="0"/>
              </a:spcAft>
              <a:buClr>
                <a:srgbClr val="3333CC"/>
              </a:buClr>
              <a:buSzPct val="85000"/>
              <a:buFont typeface="ZapfDingbats" charset="0"/>
              <a:buNone/>
            </a:pPr>
            <a:r>
              <a:rPr lang="en-US">
                <a:solidFill>
                  <a:srgbClr val="CC0000"/>
                </a:solidFill>
              </a:rPr>
              <a:t>lines</a:t>
            </a:r>
          </a:p>
        </p:txBody>
      </p:sp>
      <p:sp>
        <p:nvSpPr>
          <p:cNvPr id="118791" name="Rectangle 12"/>
          <p:cNvSpPr>
            <a:spLocks noChangeArrowheads="1"/>
          </p:cNvSpPr>
          <p:nvPr/>
        </p:nvSpPr>
        <p:spPr bwMode="auto">
          <a:xfrm>
            <a:off x="6578600" y="2247900"/>
            <a:ext cx="346075" cy="1819275"/>
          </a:xfrm>
          <a:prstGeom prst="rect">
            <a:avLst/>
          </a:prstGeom>
          <a:noFill/>
          <a:ln w="19050">
            <a:solidFill>
              <a:srgbClr val="CC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792" name="Rectangle 13"/>
          <p:cNvSpPr>
            <a:spLocks noChangeArrowheads="1"/>
          </p:cNvSpPr>
          <p:nvPr/>
        </p:nvSpPr>
        <p:spPr bwMode="auto">
          <a:xfrm>
            <a:off x="6445250" y="2197100"/>
            <a:ext cx="290513" cy="20177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793" name="Rectangle 15"/>
          <p:cNvSpPr>
            <a:spLocks noChangeArrowheads="1"/>
          </p:cNvSpPr>
          <p:nvPr/>
        </p:nvSpPr>
        <p:spPr bwMode="auto">
          <a:xfrm>
            <a:off x="6813550" y="4303713"/>
            <a:ext cx="712788" cy="12160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794" name="Text Box 16"/>
          <p:cNvSpPr txBox="1">
            <a:spLocks noChangeArrowheads="1"/>
          </p:cNvSpPr>
          <p:nvPr/>
        </p:nvSpPr>
        <p:spPr bwMode="auto">
          <a:xfrm>
            <a:off x="6964363" y="4868863"/>
            <a:ext cx="735012" cy="366712"/>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90000"/>
              </a:lnSpc>
              <a:spcBef>
                <a:spcPct val="0"/>
              </a:spcBef>
              <a:spcAft>
                <a:spcPct val="0"/>
              </a:spcAft>
              <a:buClr>
                <a:srgbClr val="3333CC"/>
              </a:buClr>
              <a:buSzPct val="85000"/>
              <a:buFont typeface="ZapfDingbats" charset="0"/>
              <a:buNone/>
            </a:pPr>
            <a:r>
              <a:rPr lang="en-US">
                <a:solidFill>
                  <a:srgbClr val="CC0000"/>
                </a:solidFill>
              </a:rPr>
              <a:t>body</a:t>
            </a:r>
          </a:p>
        </p:txBody>
      </p:sp>
      <p:sp>
        <p:nvSpPr>
          <p:cNvPr id="118795" name="Rectangle 20"/>
          <p:cNvSpPr>
            <a:spLocks noChangeArrowheads="1"/>
          </p:cNvSpPr>
          <p:nvPr/>
        </p:nvSpPr>
        <p:spPr bwMode="auto">
          <a:xfrm>
            <a:off x="1143000" y="1698625"/>
            <a:ext cx="5638800" cy="446088"/>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796" name="Line 22"/>
          <p:cNvSpPr>
            <a:spLocks noChangeShapeType="1"/>
          </p:cNvSpPr>
          <p:nvPr/>
        </p:nvSpPr>
        <p:spPr bwMode="auto">
          <a:xfrm>
            <a:off x="2451100" y="1701800"/>
            <a:ext cx="0" cy="43815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797" name="Line 23"/>
          <p:cNvSpPr>
            <a:spLocks noChangeShapeType="1"/>
          </p:cNvSpPr>
          <p:nvPr/>
        </p:nvSpPr>
        <p:spPr bwMode="auto">
          <a:xfrm>
            <a:off x="2895600" y="1701800"/>
            <a:ext cx="0" cy="43815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798" name="Line 24"/>
          <p:cNvSpPr>
            <a:spLocks noChangeShapeType="1"/>
          </p:cNvSpPr>
          <p:nvPr/>
        </p:nvSpPr>
        <p:spPr bwMode="auto">
          <a:xfrm>
            <a:off x="4203700" y="1701800"/>
            <a:ext cx="0" cy="43815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799" name="Line 25"/>
          <p:cNvSpPr>
            <a:spLocks noChangeShapeType="1"/>
          </p:cNvSpPr>
          <p:nvPr/>
        </p:nvSpPr>
        <p:spPr bwMode="auto">
          <a:xfrm>
            <a:off x="4629150" y="1695450"/>
            <a:ext cx="0" cy="43815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00" name="Line 26"/>
          <p:cNvSpPr>
            <a:spLocks noChangeShapeType="1"/>
          </p:cNvSpPr>
          <p:nvPr/>
        </p:nvSpPr>
        <p:spPr bwMode="auto">
          <a:xfrm>
            <a:off x="5930900" y="1701800"/>
            <a:ext cx="0" cy="43815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01" name="Line 27"/>
          <p:cNvSpPr>
            <a:spLocks noChangeShapeType="1"/>
          </p:cNvSpPr>
          <p:nvPr/>
        </p:nvSpPr>
        <p:spPr bwMode="auto">
          <a:xfrm>
            <a:off x="6369050" y="1701800"/>
            <a:ext cx="0" cy="43815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02" name="Text Box 28"/>
          <p:cNvSpPr txBox="1">
            <a:spLocks noChangeArrowheads="1"/>
          </p:cNvSpPr>
          <p:nvPr/>
        </p:nvSpPr>
        <p:spPr bwMode="auto">
          <a:xfrm>
            <a:off x="1266825" y="1725613"/>
            <a:ext cx="1030288"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99"/>
                </a:solidFill>
              </a:rPr>
              <a:t>method</a:t>
            </a:r>
          </a:p>
        </p:txBody>
      </p:sp>
      <p:sp>
        <p:nvSpPr>
          <p:cNvPr id="118803" name="Text Box 29"/>
          <p:cNvSpPr txBox="1">
            <a:spLocks noChangeArrowheads="1"/>
          </p:cNvSpPr>
          <p:nvPr/>
        </p:nvSpPr>
        <p:spPr bwMode="auto">
          <a:xfrm>
            <a:off x="2428875" y="1706563"/>
            <a:ext cx="452438"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sp</a:t>
            </a:r>
          </a:p>
        </p:txBody>
      </p:sp>
      <p:sp>
        <p:nvSpPr>
          <p:cNvPr id="118804" name="Text Box 30"/>
          <p:cNvSpPr txBox="1">
            <a:spLocks noChangeArrowheads="1"/>
          </p:cNvSpPr>
          <p:nvPr/>
        </p:nvSpPr>
        <p:spPr bwMode="auto">
          <a:xfrm>
            <a:off x="4194175" y="1712913"/>
            <a:ext cx="452438"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sp</a:t>
            </a:r>
          </a:p>
        </p:txBody>
      </p:sp>
      <p:sp>
        <p:nvSpPr>
          <p:cNvPr id="118805" name="Text Box 31"/>
          <p:cNvSpPr txBox="1">
            <a:spLocks noChangeArrowheads="1"/>
          </p:cNvSpPr>
          <p:nvPr/>
        </p:nvSpPr>
        <p:spPr bwMode="auto">
          <a:xfrm>
            <a:off x="5946775" y="1719263"/>
            <a:ext cx="395288"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cr</a:t>
            </a:r>
          </a:p>
        </p:txBody>
      </p:sp>
      <p:sp>
        <p:nvSpPr>
          <p:cNvPr id="118806" name="Text Box 32"/>
          <p:cNvSpPr txBox="1">
            <a:spLocks noChangeArrowheads="1"/>
          </p:cNvSpPr>
          <p:nvPr/>
        </p:nvSpPr>
        <p:spPr bwMode="auto">
          <a:xfrm>
            <a:off x="6416675" y="1730375"/>
            <a:ext cx="31115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lf</a:t>
            </a:r>
          </a:p>
        </p:txBody>
      </p:sp>
      <p:sp>
        <p:nvSpPr>
          <p:cNvPr id="118807" name="Text Box 33"/>
          <p:cNvSpPr txBox="1">
            <a:spLocks noChangeArrowheads="1"/>
          </p:cNvSpPr>
          <p:nvPr/>
        </p:nvSpPr>
        <p:spPr bwMode="auto">
          <a:xfrm>
            <a:off x="4784725" y="1712913"/>
            <a:ext cx="100330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99"/>
                </a:solidFill>
              </a:rPr>
              <a:t>version</a:t>
            </a:r>
          </a:p>
        </p:txBody>
      </p:sp>
      <p:sp>
        <p:nvSpPr>
          <p:cNvPr id="118808" name="Text Box 34"/>
          <p:cNvSpPr txBox="1">
            <a:spLocks noChangeArrowheads="1"/>
          </p:cNvSpPr>
          <p:nvPr/>
        </p:nvSpPr>
        <p:spPr bwMode="auto">
          <a:xfrm>
            <a:off x="3159125" y="1725613"/>
            <a:ext cx="693738"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99"/>
                </a:solidFill>
              </a:rPr>
              <a:t>URL</a:t>
            </a:r>
          </a:p>
        </p:txBody>
      </p:sp>
      <p:grpSp>
        <p:nvGrpSpPr>
          <p:cNvPr id="118809" name="Group 45"/>
          <p:cNvGrpSpPr>
            <a:grpSpLocks/>
          </p:cNvGrpSpPr>
          <p:nvPr/>
        </p:nvGrpSpPr>
        <p:grpSpPr bwMode="auto">
          <a:xfrm>
            <a:off x="1143000" y="2143125"/>
            <a:ext cx="4565650" cy="446088"/>
            <a:chOff x="192" y="1894"/>
            <a:chExt cx="2876" cy="281"/>
          </a:xfrm>
        </p:grpSpPr>
        <p:sp>
          <p:nvSpPr>
            <p:cNvPr id="118845" name="Rectangle 35"/>
            <p:cNvSpPr>
              <a:spLocks noChangeArrowheads="1"/>
            </p:cNvSpPr>
            <p:nvPr/>
          </p:nvSpPr>
          <p:spPr bwMode="auto">
            <a:xfrm>
              <a:off x="192" y="1894"/>
              <a:ext cx="2876" cy="281"/>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46" name="Line 36"/>
            <p:cNvSpPr>
              <a:spLocks noChangeShapeType="1"/>
            </p:cNvSpPr>
            <p:nvPr/>
          </p:nvSpPr>
          <p:spPr bwMode="auto">
            <a:xfrm>
              <a:off x="1700" y="1896"/>
              <a:ext cx="0" cy="27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47" name="Line 37"/>
            <p:cNvSpPr>
              <a:spLocks noChangeShapeType="1"/>
            </p:cNvSpPr>
            <p:nvPr/>
          </p:nvSpPr>
          <p:spPr bwMode="auto">
            <a:xfrm>
              <a:off x="1832" y="1896"/>
              <a:ext cx="0" cy="27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48" name="Line 39"/>
            <p:cNvSpPr>
              <a:spLocks noChangeShapeType="1"/>
            </p:cNvSpPr>
            <p:nvPr/>
          </p:nvSpPr>
          <p:spPr bwMode="auto">
            <a:xfrm>
              <a:off x="2528" y="1896"/>
              <a:ext cx="0" cy="27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49" name="Line 40"/>
            <p:cNvSpPr>
              <a:spLocks noChangeShapeType="1"/>
            </p:cNvSpPr>
            <p:nvPr/>
          </p:nvSpPr>
          <p:spPr bwMode="auto">
            <a:xfrm>
              <a:off x="2804" y="1896"/>
              <a:ext cx="0" cy="27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50" name="Text Box 41"/>
            <p:cNvSpPr txBox="1">
              <a:spLocks noChangeArrowheads="1"/>
            </p:cNvSpPr>
            <p:nvPr/>
          </p:nvSpPr>
          <p:spPr bwMode="auto">
            <a:xfrm>
              <a:off x="2538" y="1907"/>
              <a:ext cx="24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cr</a:t>
              </a:r>
            </a:p>
          </p:txBody>
        </p:sp>
        <p:sp>
          <p:nvSpPr>
            <p:cNvPr id="118851" name="Text Box 42"/>
            <p:cNvSpPr txBox="1">
              <a:spLocks noChangeArrowheads="1"/>
            </p:cNvSpPr>
            <p:nvPr/>
          </p:nvSpPr>
          <p:spPr bwMode="auto">
            <a:xfrm>
              <a:off x="2834" y="1914"/>
              <a:ext cx="19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lf</a:t>
              </a:r>
            </a:p>
          </p:txBody>
        </p:sp>
        <p:sp>
          <p:nvSpPr>
            <p:cNvPr id="118852" name="Text Box 43"/>
            <p:cNvSpPr txBox="1">
              <a:spLocks noChangeArrowheads="1"/>
            </p:cNvSpPr>
            <p:nvPr/>
          </p:nvSpPr>
          <p:spPr bwMode="auto">
            <a:xfrm>
              <a:off x="1922" y="1895"/>
              <a:ext cx="49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99"/>
                  </a:solidFill>
                </a:rPr>
                <a:t>value</a:t>
              </a:r>
            </a:p>
          </p:txBody>
        </p:sp>
        <p:sp>
          <p:nvSpPr>
            <p:cNvPr id="118853" name="Text Box 44"/>
            <p:cNvSpPr txBox="1">
              <a:spLocks noChangeArrowheads="1"/>
            </p:cNvSpPr>
            <p:nvPr/>
          </p:nvSpPr>
          <p:spPr bwMode="auto">
            <a:xfrm>
              <a:off x="246" y="1903"/>
              <a:ext cx="139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99"/>
                  </a:solidFill>
                </a:rPr>
                <a:t>header field name</a:t>
              </a:r>
            </a:p>
          </p:txBody>
        </p:sp>
      </p:grpSp>
      <p:grpSp>
        <p:nvGrpSpPr>
          <p:cNvPr id="118810" name="Group 46"/>
          <p:cNvGrpSpPr>
            <a:grpSpLocks/>
          </p:cNvGrpSpPr>
          <p:nvPr/>
        </p:nvGrpSpPr>
        <p:grpSpPr bwMode="auto">
          <a:xfrm>
            <a:off x="1139825" y="3619500"/>
            <a:ext cx="4565650" cy="446088"/>
            <a:chOff x="192" y="1894"/>
            <a:chExt cx="2876" cy="281"/>
          </a:xfrm>
        </p:grpSpPr>
        <p:sp>
          <p:nvSpPr>
            <p:cNvPr id="118836" name="Rectangle 47"/>
            <p:cNvSpPr>
              <a:spLocks noChangeArrowheads="1"/>
            </p:cNvSpPr>
            <p:nvPr/>
          </p:nvSpPr>
          <p:spPr bwMode="auto">
            <a:xfrm>
              <a:off x="192" y="1894"/>
              <a:ext cx="2876" cy="281"/>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37" name="Line 48"/>
            <p:cNvSpPr>
              <a:spLocks noChangeShapeType="1"/>
            </p:cNvSpPr>
            <p:nvPr/>
          </p:nvSpPr>
          <p:spPr bwMode="auto">
            <a:xfrm>
              <a:off x="1700" y="1896"/>
              <a:ext cx="0" cy="27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38" name="Line 49"/>
            <p:cNvSpPr>
              <a:spLocks noChangeShapeType="1"/>
            </p:cNvSpPr>
            <p:nvPr/>
          </p:nvSpPr>
          <p:spPr bwMode="auto">
            <a:xfrm>
              <a:off x="1832" y="1896"/>
              <a:ext cx="0" cy="27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39" name="Line 50"/>
            <p:cNvSpPr>
              <a:spLocks noChangeShapeType="1"/>
            </p:cNvSpPr>
            <p:nvPr/>
          </p:nvSpPr>
          <p:spPr bwMode="auto">
            <a:xfrm>
              <a:off x="2528" y="1896"/>
              <a:ext cx="0" cy="27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40" name="Line 51"/>
            <p:cNvSpPr>
              <a:spLocks noChangeShapeType="1"/>
            </p:cNvSpPr>
            <p:nvPr/>
          </p:nvSpPr>
          <p:spPr bwMode="auto">
            <a:xfrm>
              <a:off x="2804" y="1896"/>
              <a:ext cx="0" cy="27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41" name="Text Box 52"/>
            <p:cNvSpPr txBox="1">
              <a:spLocks noChangeArrowheads="1"/>
            </p:cNvSpPr>
            <p:nvPr/>
          </p:nvSpPr>
          <p:spPr bwMode="auto">
            <a:xfrm>
              <a:off x="2538" y="1907"/>
              <a:ext cx="24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cr</a:t>
              </a:r>
            </a:p>
          </p:txBody>
        </p:sp>
        <p:sp>
          <p:nvSpPr>
            <p:cNvPr id="118842" name="Text Box 53"/>
            <p:cNvSpPr txBox="1">
              <a:spLocks noChangeArrowheads="1"/>
            </p:cNvSpPr>
            <p:nvPr/>
          </p:nvSpPr>
          <p:spPr bwMode="auto">
            <a:xfrm>
              <a:off x="2834" y="1914"/>
              <a:ext cx="19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lf</a:t>
              </a:r>
            </a:p>
          </p:txBody>
        </p:sp>
        <p:sp>
          <p:nvSpPr>
            <p:cNvPr id="118843" name="Text Box 54"/>
            <p:cNvSpPr txBox="1">
              <a:spLocks noChangeArrowheads="1"/>
            </p:cNvSpPr>
            <p:nvPr/>
          </p:nvSpPr>
          <p:spPr bwMode="auto">
            <a:xfrm>
              <a:off x="1922" y="1895"/>
              <a:ext cx="49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99"/>
                  </a:solidFill>
                </a:rPr>
                <a:t>value</a:t>
              </a:r>
            </a:p>
          </p:txBody>
        </p:sp>
        <p:sp>
          <p:nvSpPr>
            <p:cNvPr id="118844" name="Text Box 55"/>
            <p:cNvSpPr txBox="1">
              <a:spLocks noChangeArrowheads="1"/>
            </p:cNvSpPr>
            <p:nvPr/>
          </p:nvSpPr>
          <p:spPr bwMode="auto">
            <a:xfrm>
              <a:off x="246" y="1903"/>
              <a:ext cx="139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99"/>
                  </a:solidFill>
                </a:rPr>
                <a:t>header field name</a:t>
              </a:r>
            </a:p>
          </p:txBody>
        </p:sp>
      </p:grpSp>
      <p:sp>
        <p:nvSpPr>
          <p:cNvPr id="118811" name="Line 56"/>
          <p:cNvSpPr>
            <a:spLocks noChangeShapeType="1"/>
          </p:cNvSpPr>
          <p:nvPr/>
        </p:nvSpPr>
        <p:spPr bwMode="auto">
          <a:xfrm>
            <a:off x="1143000" y="2590800"/>
            <a:ext cx="0" cy="104140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nvGrpSpPr>
          <p:cNvPr id="118812" name="Group 61"/>
          <p:cNvGrpSpPr>
            <a:grpSpLocks/>
          </p:cNvGrpSpPr>
          <p:nvPr/>
        </p:nvGrpSpPr>
        <p:grpSpPr bwMode="auto">
          <a:xfrm>
            <a:off x="974725" y="2814638"/>
            <a:ext cx="331788" cy="461962"/>
            <a:chOff x="462" y="1727"/>
            <a:chExt cx="209" cy="291"/>
          </a:xfrm>
        </p:grpSpPr>
        <p:sp>
          <p:nvSpPr>
            <p:cNvPr id="118833" name="Rectangle 59"/>
            <p:cNvSpPr>
              <a:spLocks noChangeArrowheads="1"/>
            </p:cNvSpPr>
            <p:nvPr/>
          </p:nvSpPr>
          <p:spPr bwMode="auto">
            <a:xfrm>
              <a:off x="534" y="1854"/>
              <a:ext cx="56" cy="56"/>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34" name="Text Box 57"/>
            <p:cNvSpPr txBox="1">
              <a:spLocks noChangeArrowheads="1"/>
            </p:cNvSpPr>
            <p:nvPr/>
          </p:nvSpPr>
          <p:spPr bwMode="auto">
            <a:xfrm>
              <a:off x="462" y="1727"/>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a:t>
              </a:r>
            </a:p>
          </p:txBody>
        </p:sp>
        <p:sp>
          <p:nvSpPr>
            <p:cNvPr id="118835" name="Text Box 58"/>
            <p:cNvSpPr txBox="1">
              <a:spLocks noChangeArrowheads="1"/>
            </p:cNvSpPr>
            <p:nvPr/>
          </p:nvSpPr>
          <p:spPr bwMode="auto">
            <a:xfrm>
              <a:off x="462" y="1768"/>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a:t>
              </a:r>
            </a:p>
          </p:txBody>
        </p:sp>
      </p:grpSp>
      <p:sp>
        <p:nvSpPr>
          <p:cNvPr id="118813" name="Line 62"/>
          <p:cNvSpPr>
            <a:spLocks noChangeShapeType="1"/>
          </p:cNvSpPr>
          <p:nvPr/>
        </p:nvSpPr>
        <p:spPr bwMode="auto">
          <a:xfrm>
            <a:off x="5707063" y="2578100"/>
            <a:ext cx="0" cy="104140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nvGrpSpPr>
          <p:cNvPr id="118814" name="Group 63"/>
          <p:cNvGrpSpPr>
            <a:grpSpLocks/>
          </p:cNvGrpSpPr>
          <p:nvPr/>
        </p:nvGrpSpPr>
        <p:grpSpPr bwMode="auto">
          <a:xfrm>
            <a:off x="5538788" y="2801938"/>
            <a:ext cx="331787" cy="461962"/>
            <a:chOff x="462" y="1727"/>
            <a:chExt cx="209" cy="291"/>
          </a:xfrm>
        </p:grpSpPr>
        <p:sp>
          <p:nvSpPr>
            <p:cNvPr id="118830" name="Rectangle 64"/>
            <p:cNvSpPr>
              <a:spLocks noChangeArrowheads="1"/>
            </p:cNvSpPr>
            <p:nvPr/>
          </p:nvSpPr>
          <p:spPr bwMode="auto">
            <a:xfrm>
              <a:off x="534" y="1854"/>
              <a:ext cx="56" cy="56"/>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31" name="Text Box 65"/>
            <p:cNvSpPr txBox="1">
              <a:spLocks noChangeArrowheads="1"/>
            </p:cNvSpPr>
            <p:nvPr/>
          </p:nvSpPr>
          <p:spPr bwMode="auto">
            <a:xfrm>
              <a:off x="462" y="1727"/>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a:t>
              </a:r>
            </a:p>
          </p:txBody>
        </p:sp>
        <p:sp>
          <p:nvSpPr>
            <p:cNvPr id="118832" name="Text Box 66"/>
            <p:cNvSpPr txBox="1">
              <a:spLocks noChangeArrowheads="1"/>
            </p:cNvSpPr>
            <p:nvPr/>
          </p:nvSpPr>
          <p:spPr bwMode="auto">
            <a:xfrm>
              <a:off x="462" y="1768"/>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a:t>
              </a:r>
            </a:p>
          </p:txBody>
        </p:sp>
      </p:grpSp>
      <p:grpSp>
        <p:nvGrpSpPr>
          <p:cNvPr id="118815" name="Group 77"/>
          <p:cNvGrpSpPr>
            <a:grpSpLocks/>
          </p:cNvGrpSpPr>
          <p:nvPr/>
        </p:nvGrpSpPr>
        <p:grpSpPr bwMode="auto">
          <a:xfrm>
            <a:off x="1138238" y="4065588"/>
            <a:ext cx="963612" cy="446087"/>
            <a:chOff x="3105" y="2650"/>
            <a:chExt cx="607" cy="281"/>
          </a:xfrm>
        </p:grpSpPr>
        <p:sp>
          <p:nvSpPr>
            <p:cNvPr id="118826" name="Rectangle 68"/>
            <p:cNvSpPr>
              <a:spLocks noChangeArrowheads="1"/>
            </p:cNvSpPr>
            <p:nvPr/>
          </p:nvSpPr>
          <p:spPr bwMode="auto">
            <a:xfrm>
              <a:off x="3105" y="2650"/>
              <a:ext cx="607" cy="281"/>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27" name="Line 72"/>
            <p:cNvSpPr>
              <a:spLocks noChangeShapeType="1"/>
            </p:cNvSpPr>
            <p:nvPr/>
          </p:nvSpPr>
          <p:spPr bwMode="auto">
            <a:xfrm>
              <a:off x="3406" y="2652"/>
              <a:ext cx="0" cy="27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28" name="Text Box 73"/>
            <p:cNvSpPr txBox="1">
              <a:spLocks noChangeArrowheads="1"/>
            </p:cNvSpPr>
            <p:nvPr/>
          </p:nvSpPr>
          <p:spPr bwMode="auto">
            <a:xfrm>
              <a:off x="3140" y="2663"/>
              <a:ext cx="24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cr</a:t>
              </a:r>
            </a:p>
          </p:txBody>
        </p:sp>
        <p:sp>
          <p:nvSpPr>
            <p:cNvPr id="118829" name="Text Box 74"/>
            <p:cNvSpPr txBox="1">
              <a:spLocks noChangeArrowheads="1"/>
            </p:cNvSpPr>
            <p:nvPr/>
          </p:nvSpPr>
          <p:spPr bwMode="auto">
            <a:xfrm>
              <a:off x="3436" y="2670"/>
              <a:ext cx="19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lf</a:t>
              </a:r>
            </a:p>
          </p:txBody>
        </p:sp>
      </p:grpSp>
      <p:sp>
        <p:nvSpPr>
          <p:cNvPr id="118816" name="Rectangle 78"/>
          <p:cNvSpPr>
            <a:spLocks noChangeArrowheads="1"/>
          </p:cNvSpPr>
          <p:nvPr/>
        </p:nvSpPr>
        <p:spPr bwMode="auto">
          <a:xfrm>
            <a:off x="1138238" y="4513263"/>
            <a:ext cx="5170487" cy="1120775"/>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17" name="Text Box 80"/>
          <p:cNvSpPr txBox="1">
            <a:spLocks noChangeArrowheads="1"/>
          </p:cNvSpPr>
          <p:nvPr/>
        </p:nvSpPr>
        <p:spPr bwMode="auto">
          <a:xfrm>
            <a:off x="3074988" y="4837113"/>
            <a:ext cx="1411287"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99"/>
                </a:solidFill>
              </a:rPr>
              <a:t>entity body</a:t>
            </a:r>
          </a:p>
        </p:txBody>
      </p:sp>
      <p:grpSp>
        <p:nvGrpSpPr>
          <p:cNvPr id="118818" name="Group 81"/>
          <p:cNvGrpSpPr>
            <a:grpSpLocks/>
          </p:cNvGrpSpPr>
          <p:nvPr/>
        </p:nvGrpSpPr>
        <p:grpSpPr bwMode="auto">
          <a:xfrm>
            <a:off x="974725" y="4851400"/>
            <a:ext cx="331788" cy="461963"/>
            <a:chOff x="462" y="1727"/>
            <a:chExt cx="209" cy="291"/>
          </a:xfrm>
        </p:grpSpPr>
        <p:sp>
          <p:nvSpPr>
            <p:cNvPr id="118823" name="Rectangle 82"/>
            <p:cNvSpPr>
              <a:spLocks noChangeArrowheads="1"/>
            </p:cNvSpPr>
            <p:nvPr/>
          </p:nvSpPr>
          <p:spPr bwMode="auto">
            <a:xfrm>
              <a:off x="534" y="1854"/>
              <a:ext cx="56" cy="56"/>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24" name="Text Box 83"/>
            <p:cNvSpPr txBox="1">
              <a:spLocks noChangeArrowheads="1"/>
            </p:cNvSpPr>
            <p:nvPr/>
          </p:nvSpPr>
          <p:spPr bwMode="auto">
            <a:xfrm>
              <a:off x="462" y="1727"/>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a:t>
              </a:r>
            </a:p>
          </p:txBody>
        </p:sp>
        <p:sp>
          <p:nvSpPr>
            <p:cNvPr id="118825" name="Text Box 84"/>
            <p:cNvSpPr txBox="1">
              <a:spLocks noChangeArrowheads="1"/>
            </p:cNvSpPr>
            <p:nvPr/>
          </p:nvSpPr>
          <p:spPr bwMode="auto">
            <a:xfrm>
              <a:off x="462" y="1768"/>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a:t>
              </a:r>
            </a:p>
          </p:txBody>
        </p:sp>
      </p:grpSp>
      <p:grpSp>
        <p:nvGrpSpPr>
          <p:cNvPr id="118819" name="Group 85"/>
          <p:cNvGrpSpPr>
            <a:grpSpLocks/>
          </p:cNvGrpSpPr>
          <p:nvPr/>
        </p:nvGrpSpPr>
        <p:grpSpPr bwMode="auto">
          <a:xfrm>
            <a:off x="6134100" y="4841875"/>
            <a:ext cx="331788" cy="461963"/>
            <a:chOff x="462" y="1727"/>
            <a:chExt cx="209" cy="291"/>
          </a:xfrm>
        </p:grpSpPr>
        <p:sp>
          <p:nvSpPr>
            <p:cNvPr id="118820" name="Rectangle 86"/>
            <p:cNvSpPr>
              <a:spLocks noChangeArrowheads="1"/>
            </p:cNvSpPr>
            <p:nvPr/>
          </p:nvSpPr>
          <p:spPr bwMode="auto">
            <a:xfrm>
              <a:off x="534" y="1854"/>
              <a:ext cx="56" cy="56"/>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8821" name="Text Box 87"/>
            <p:cNvSpPr txBox="1">
              <a:spLocks noChangeArrowheads="1"/>
            </p:cNvSpPr>
            <p:nvPr/>
          </p:nvSpPr>
          <p:spPr bwMode="auto">
            <a:xfrm>
              <a:off x="462" y="1727"/>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a:t>
              </a:r>
            </a:p>
          </p:txBody>
        </p:sp>
        <p:sp>
          <p:nvSpPr>
            <p:cNvPr id="118822" name="Text Box 88"/>
            <p:cNvSpPr txBox="1">
              <a:spLocks noChangeArrowheads="1"/>
            </p:cNvSpPr>
            <p:nvPr/>
          </p:nvSpPr>
          <p:spPr bwMode="auto">
            <a:xfrm>
              <a:off x="462" y="1768"/>
              <a:ext cx="20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a:t>
              </a:r>
            </a:p>
          </p:txBody>
        </p:sp>
      </p:grpSp>
    </p:spTree>
    <p:extLst>
      <p:ext uri="{BB962C8B-B14F-4D97-AF65-F5344CB8AC3E}">
        <p14:creationId xmlns:p14="http://schemas.microsoft.com/office/powerpoint/2010/main" val="2960423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Q1</a:t>
            </a:r>
          </a:p>
        </p:txBody>
      </p:sp>
      <p:sp>
        <p:nvSpPr>
          <p:cNvPr id="3" name="Content Placeholder 2"/>
          <p:cNvSpPr>
            <a:spLocks noGrp="1"/>
          </p:cNvSpPr>
          <p:nvPr>
            <p:ph idx="1"/>
          </p:nvPr>
        </p:nvSpPr>
        <p:spPr>
          <a:xfrm>
            <a:off x="457200" y="1143000"/>
            <a:ext cx="8686800" cy="5486400"/>
          </a:xfrm>
        </p:spPr>
        <p:txBody>
          <a:bodyPr>
            <a:normAutofit fontScale="92500"/>
          </a:bodyPr>
          <a:lstStyle/>
          <a:p>
            <a:r>
              <a:rPr lang="en-US" dirty="0"/>
              <a:t>a) The document request was </a:t>
            </a:r>
            <a:br>
              <a:rPr lang="en-US" dirty="0"/>
            </a:br>
            <a:r>
              <a:rPr lang="en-US" dirty="0"/>
              <a:t>http://</a:t>
            </a:r>
            <a:r>
              <a:rPr lang="en-US" dirty="0" err="1"/>
              <a:t>gaia.cs.umass.edu</a:t>
            </a:r>
            <a:r>
              <a:rPr lang="en-US" dirty="0"/>
              <a:t>/cs453/</a:t>
            </a:r>
            <a:r>
              <a:rPr lang="en-US" dirty="0" err="1"/>
              <a:t>index.html</a:t>
            </a:r>
            <a:r>
              <a:rPr lang="en-US" dirty="0"/>
              <a:t>. </a:t>
            </a:r>
            <a:br>
              <a:rPr lang="en-US" dirty="0"/>
            </a:br>
            <a:br>
              <a:rPr lang="en-US" dirty="0"/>
            </a:br>
            <a:r>
              <a:rPr lang="en-US" dirty="0"/>
              <a:t>The Host : field indicates the server's name and </a:t>
            </a:r>
            <a:br>
              <a:rPr lang="en-US" dirty="0"/>
            </a:br>
            <a:r>
              <a:rPr lang="en-US" dirty="0"/>
              <a:t>/cs453/</a:t>
            </a:r>
            <a:r>
              <a:rPr lang="en-US" dirty="0" err="1"/>
              <a:t>index.html</a:t>
            </a:r>
            <a:r>
              <a:rPr lang="en-US" dirty="0"/>
              <a:t> indicates the file name. </a:t>
            </a:r>
          </a:p>
          <a:p>
            <a:endParaRPr lang="en-US" dirty="0"/>
          </a:p>
          <a:p>
            <a:r>
              <a:rPr lang="en-US" dirty="0"/>
              <a:t>b) The browser is running HTTP version 1.1, as indicated just before the first &lt;</a:t>
            </a:r>
            <a:r>
              <a:rPr lang="en-US" dirty="0" err="1"/>
              <a:t>cr</a:t>
            </a:r>
            <a:r>
              <a:rPr lang="en-US" dirty="0"/>
              <a:t>&gt;&lt;lf&gt; pair. </a:t>
            </a:r>
          </a:p>
          <a:p>
            <a:endParaRPr lang="en-US" dirty="0"/>
          </a:p>
          <a:p>
            <a:r>
              <a:rPr lang="en-US" dirty="0"/>
              <a:t>c) The browser is requesting a persistent connection, as indicated by the Connection: keep-alive. </a:t>
            </a:r>
          </a:p>
        </p:txBody>
      </p:sp>
    </p:spTree>
    <p:extLst>
      <p:ext uri="{BB962C8B-B14F-4D97-AF65-F5344CB8AC3E}">
        <p14:creationId xmlns:p14="http://schemas.microsoft.com/office/powerpoint/2010/main" val="411335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Q1</a:t>
            </a:r>
          </a:p>
        </p:txBody>
      </p:sp>
      <p:sp>
        <p:nvSpPr>
          <p:cNvPr id="3" name="Content Placeholder 2"/>
          <p:cNvSpPr>
            <a:spLocks noGrp="1"/>
          </p:cNvSpPr>
          <p:nvPr>
            <p:ph idx="1"/>
          </p:nvPr>
        </p:nvSpPr>
        <p:spPr>
          <a:xfrm>
            <a:off x="457200" y="1143000"/>
            <a:ext cx="8686800" cy="5486400"/>
          </a:xfrm>
        </p:spPr>
        <p:txBody>
          <a:bodyPr>
            <a:normAutofit lnSpcReduction="10000"/>
          </a:bodyPr>
          <a:lstStyle/>
          <a:p>
            <a:r>
              <a:rPr lang="en-US" dirty="0"/>
              <a:t>d) This is a trick question. This information is not contained in an HTTP message anywhere. So there is no way to tell this from looking at the exchange of HTTP messages alone. One would need information from the IP datagrams (that carried the TCP segment that carried the HTTP GET request) to answer this question. </a:t>
            </a:r>
          </a:p>
          <a:p>
            <a:endParaRPr lang="en-US" dirty="0"/>
          </a:p>
          <a:p>
            <a:r>
              <a:rPr lang="en-US" dirty="0"/>
              <a:t>e) Mozilla/5.0. The browser type information is needed by the server to send different versions of the same object to different types of browsers. </a:t>
            </a:r>
          </a:p>
        </p:txBody>
      </p:sp>
    </p:spTree>
    <p:extLst>
      <p:ext uri="{BB962C8B-B14F-4D97-AF65-F5344CB8AC3E}">
        <p14:creationId xmlns:p14="http://schemas.microsoft.com/office/powerpoint/2010/main" val="1095891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p:cNvSpPr>
            <a:spLocks noGrp="1" noChangeArrowheads="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Application Layer</a:t>
            </a:r>
          </a:p>
        </p:txBody>
      </p:sp>
      <p:sp>
        <p:nvSpPr>
          <p:cNvPr id="188418" name="Rectangle 8"/>
          <p:cNvSpPr>
            <a:spLocks noGrp="1" noChangeArrowheads="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2-</a:t>
            </a:r>
            <a:fld id="{37365195-8D85-1241-A573-7E2D6F366F34}" type="slidenum">
              <a:rPr lang="en-US" sz="1200">
                <a:solidFill>
                  <a:srgbClr val="000000"/>
                </a:solidFill>
                <a:latin typeface="Tahoma" charset="0"/>
              </a:rPr>
              <a:pPr/>
              <a:t>5</a:t>
            </a:fld>
            <a:endParaRPr lang="en-US" sz="1200">
              <a:solidFill>
                <a:srgbClr val="000000"/>
              </a:solidFill>
              <a:latin typeface="Tahoma" charset="0"/>
            </a:endParaRPr>
          </a:p>
        </p:txBody>
      </p:sp>
      <p:sp>
        <p:nvSpPr>
          <p:cNvPr id="188419" name="Rectangle 2"/>
          <p:cNvSpPr>
            <a:spLocks noGrp="1" noChangeArrowheads="1"/>
          </p:cNvSpPr>
          <p:nvPr>
            <p:ph type="title"/>
          </p:nvPr>
        </p:nvSpPr>
        <p:spPr>
          <a:xfrm>
            <a:off x="533400" y="117475"/>
            <a:ext cx="7772400" cy="1143000"/>
          </a:xfrm>
        </p:spPr>
        <p:txBody>
          <a:bodyPr/>
          <a:lstStyle/>
          <a:p>
            <a:r>
              <a:rPr lang="en-US" sz="4000">
                <a:latin typeface="Gill Sans MT" charset="0"/>
              </a:rPr>
              <a:t>DNS: services, structure </a:t>
            </a:r>
            <a:endParaRPr lang="en-US">
              <a:latin typeface="Gill Sans MT" charset="0"/>
            </a:endParaRPr>
          </a:p>
        </p:txBody>
      </p:sp>
      <p:sp>
        <p:nvSpPr>
          <p:cNvPr id="188420" name="Rectangle 4"/>
          <p:cNvSpPr>
            <a:spLocks noGrp="1" noChangeArrowheads="1"/>
          </p:cNvSpPr>
          <p:nvPr>
            <p:ph type="body" sz="half" idx="2"/>
          </p:nvPr>
        </p:nvSpPr>
        <p:spPr>
          <a:xfrm>
            <a:off x="4572000" y="1271588"/>
            <a:ext cx="4191000" cy="2263775"/>
          </a:xfrm>
        </p:spPr>
        <p:txBody>
          <a:bodyPr/>
          <a:lstStyle/>
          <a:p>
            <a:pPr>
              <a:buFont typeface="Wingdings" charset="0"/>
              <a:buNone/>
            </a:pPr>
            <a:r>
              <a:rPr lang="en-US" i="1">
                <a:solidFill>
                  <a:srgbClr val="CC0000"/>
                </a:solidFill>
                <a:latin typeface="Gill Sans MT" charset="0"/>
              </a:rPr>
              <a:t>why not centralize DNS?</a:t>
            </a:r>
          </a:p>
          <a:p>
            <a:r>
              <a:rPr lang="en-US" sz="2400">
                <a:latin typeface="Gill Sans MT" charset="0"/>
              </a:rPr>
              <a:t>single point of failure</a:t>
            </a:r>
          </a:p>
          <a:p>
            <a:r>
              <a:rPr lang="en-US" sz="2400">
                <a:latin typeface="Gill Sans MT" charset="0"/>
              </a:rPr>
              <a:t>traffic volume</a:t>
            </a:r>
          </a:p>
          <a:p>
            <a:r>
              <a:rPr lang="en-US" sz="2400">
                <a:latin typeface="Gill Sans MT" charset="0"/>
              </a:rPr>
              <a:t>distant centralized database</a:t>
            </a:r>
          </a:p>
          <a:p>
            <a:r>
              <a:rPr lang="en-US" sz="2400">
                <a:latin typeface="Gill Sans MT" charset="0"/>
              </a:rPr>
              <a:t>maintenance</a:t>
            </a:r>
          </a:p>
          <a:p>
            <a:pPr>
              <a:buFont typeface="Wingdings" charset="0"/>
              <a:buNone/>
            </a:pPr>
            <a:endParaRPr lang="en-US" sz="2400">
              <a:latin typeface="Gill Sans MT" charset="0"/>
            </a:endParaRPr>
          </a:p>
        </p:txBody>
      </p:sp>
      <p:sp>
        <p:nvSpPr>
          <p:cNvPr id="188421" name="Rectangle 5"/>
          <p:cNvSpPr>
            <a:spLocks noGrp="1" noChangeArrowheads="1"/>
          </p:cNvSpPr>
          <p:nvPr>
            <p:ph type="body" sz="half" idx="1"/>
          </p:nvPr>
        </p:nvSpPr>
        <p:spPr>
          <a:xfrm>
            <a:off x="731838" y="1300163"/>
            <a:ext cx="3810000" cy="4648200"/>
          </a:xfrm>
        </p:spPr>
        <p:txBody>
          <a:bodyPr/>
          <a:lstStyle/>
          <a:p>
            <a:pPr>
              <a:buFont typeface="Wingdings" charset="0"/>
              <a:buNone/>
            </a:pPr>
            <a:r>
              <a:rPr lang="en-US" i="1">
                <a:solidFill>
                  <a:srgbClr val="CC0000"/>
                </a:solidFill>
                <a:latin typeface="Gill Sans MT" charset="0"/>
              </a:rPr>
              <a:t>DNS services</a:t>
            </a:r>
          </a:p>
          <a:p>
            <a:r>
              <a:rPr lang="en-US" sz="2400">
                <a:latin typeface="Gill Sans MT" charset="0"/>
              </a:rPr>
              <a:t>hostname to IP address translation</a:t>
            </a:r>
          </a:p>
          <a:p>
            <a:r>
              <a:rPr lang="en-US" sz="2400">
                <a:latin typeface="Gill Sans MT" charset="0"/>
              </a:rPr>
              <a:t>host aliasing</a:t>
            </a:r>
          </a:p>
          <a:p>
            <a:pPr lvl="1"/>
            <a:r>
              <a:rPr lang="en-US" sz="2000">
                <a:latin typeface="Gill Sans MT" charset="0"/>
              </a:rPr>
              <a:t>canonical, alias names</a:t>
            </a:r>
          </a:p>
          <a:p>
            <a:r>
              <a:rPr lang="en-US" sz="2400">
                <a:latin typeface="Gill Sans MT" charset="0"/>
              </a:rPr>
              <a:t>mail server aliasing</a:t>
            </a:r>
          </a:p>
          <a:p>
            <a:r>
              <a:rPr lang="en-US" sz="2400">
                <a:latin typeface="Gill Sans MT" charset="0"/>
              </a:rPr>
              <a:t>load distribution</a:t>
            </a:r>
          </a:p>
          <a:p>
            <a:pPr lvl="1"/>
            <a:r>
              <a:rPr lang="en-US">
                <a:latin typeface="Gill Sans MT" charset="0"/>
              </a:rPr>
              <a:t>replicated Web servers: many IP addresses correspond to one name</a:t>
            </a:r>
          </a:p>
          <a:p>
            <a:endParaRPr lang="en-US" sz="2400">
              <a:latin typeface="Gill Sans MT" charset="0"/>
            </a:endParaRPr>
          </a:p>
        </p:txBody>
      </p:sp>
      <p:pic>
        <p:nvPicPr>
          <p:cNvPr id="188422" name="Picture 10"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915988"/>
            <a:ext cx="5484813" cy="173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0907" name="Text Box 11"/>
          <p:cNvSpPr txBox="1">
            <a:spLocks noChangeArrowheads="1"/>
          </p:cNvSpPr>
          <p:nvPr/>
        </p:nvSpPr>
        <p:spPr bwMode="auto">
          <a:xfrm>
            <a:off x="5208588" y="3429000"/>
            <a:ext cx="2795587"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sz="2800" i="1">
                <a:solidFill>
                  <a:srgbClr val="000000"/>
                </a:solidFill>
              </a:rPr>
              <a:t>A: </a:t>
            </a:r>
            <a:r>
              <a:rPr lang="en-US" sz="2800" i="1">
                <a:solidFill>
                  <a:srgbClr val="CC0000"/>
                </a:solidFill>
              </a:rPr>
              <a:t>doesn</a:t>
            </a:r>
            <a:r>
              <a:rPr lang="ja-JP" altLang="en-US" sz="2800" i="1">
                <a:solidFill>
                  <a:srgbClr val="CC0000"/>
                </a:solidFill>
              </a:rPr>
              <a:t>’</a:t>
            </a:r>
            <a:r>
              <a:rPr lang="en-US" altLang="ja-JP" sz="2800" i="1">
                <a:solidFill>
                  <a:srgbClr val="CC0000"/>
                </a:solidFill>
              </a:rPr>
              <a:t>t scale!</a:t>
            </a:r>
            <a:endParaRPr lang="en-US" sz="2800" i="1">
              <a:solidFill>
                <a:srgbClr val="000000"/>
              </a:solidFill>
            </a:endParaRPr>
          </a:p>
        </p:txBody>
      </p:sp>
    </p:spTree>
    <p:extLst>
      <p:ext uri="{BB962C8B-B14F-4D97-AF65-F5344CB8AC3E}">
        <p14:creationId xmlns:p14="http://schemas.microsoft.com/office/powerpoint/2010/main" val="37526067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0907"/>
                                        </p:tgtEl>
                                        <p:attrNameLst>
                                          <p:attrName>style.visibility</p:attrName>
                                        </p:attrNameLst>
                                      </p:cBhvr>
                                      <p:to>
                                        <p:strVal val="visible"/>
                                      </p:to>
                                    </p:set>
                                    <p:animEffect transition="in" filter="dissolve">
                                      <p:cBhvr>
                                        <p:cTn id="7" dur="500"/>
                                        <p:tgtEl>
                                          <p:spTgt spid="80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p:cNvSpPr>
            <a:spLocks noGrp="1" noChangeArrowheads="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Application Layer</a:t>
            </a:r>
          </a:p>
        </p:txBody>
      </p:sp>
      <p:sp>
        <p:nvSpPr>
          <p:cNvPr id="190466" name="Rectangle 8"/>
          <p:cNvSpPr>
            <a:spLocks noGrp="1" noChangeArrowheads="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2-</a:t>
            </a:r>
            <a:fld id="{F50135C8-C949-F445-B42C-6EC679B98D4D}" type="slidenum">
              <a:rPr lang="en-US" sz="1200">
                <a:solidFill>
                  <a:srgbClr val="000000"/>
                </a:solidFill>
                <a:latin typeface="Tahoma" charset="0"/>
              </a:rPr>
              <a:pPr/>
              <a:t>6</a:t>
            </a:fld>
            <a:endParaRPr lang="en-US" sz="1200">
              <a:solidFill>
                <a:srgbClr val="000000"/>
              </a:solidFill>
              <a:latin typeface="Tahoma" charset="0"/>
            </a:endParaRPr>
          </a:p>
        </p:txBody>
      </p:sp>
      <p:grpSp>
        <p:nvGrpSpPr>
          <p:cNvPr id="190467" name="Group 23"/>
          <p:cNvGrpSpPr>
            <a:grpSpLocks/>
          </p:cNvGrpSpPr>
          <p:nvPr/>
        </p:nvGrpSpPr>
        <p:grpSpPr bwMode="auto">
          <a:xfrm>
            <a:off x="438150" y="1193800"/>
            <a:ext cx="8205788" cy="2444750"/>
            <a:chOff x="230" y="576"/>
            <a:chExt cx="5504" cy="1757"/>
          </a:xfrm>
        </p:grpSpPr>
        <p:sp>
          <p:nvSpPr>
            <p:cNvPr id="190473" name="Text Box 2"/>
            <p:cNvSpPr txBox="1">
              <a:spLocks noChangeArrowheads="1"/>
            </p:cNvSpPr>
            <p:nvPr/>
          </p:nvSpPr>
          <p:spPr bwMode="auto">
            <a:xfrm>
              <a:off x="2256" y="576"/>
              <a:ext cx="1385" cy="2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fontAlgn="base">
                <a:spcBef>
                  <a:spcPct val="0"/>
                </a:spcBef>
                <a:spcAft>
                  <a:spcPct val="0"/>
                </a:spcAft>
              </a:pPr>
              <a:r>
                <a:rPr lang="en-US" sz="1800">
                  <a:solidFill>
                    <a:srgbClr val="000000"/>
                  </a:solidFill>
                </a:rPr>
                <a:t>Root DNS Servers</a:t>
              </a:r>
            </a:p>
          </p:txBody>
        </p:sp>
        <p:sp>
          <p:nvSpPr>
            <p:cNvPr id="190474" name="Text Box 4"/>
            <p:cNvSpPr txBox="1">
              <a:spLocks noChangeArrowheads="1"/>
            </p:cNvSpPr>
            <p:nvPr/>
          </p:nvSpPr>
          <p:spPr bwMode="auto">
            <a:xfrm>
              <a:off x="528" y="1344"/>
              <a:ext cx="1325" cy="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fontAlgn="base">
                <a:spcBef>
                  <a:spcPct val="0"/>
                </a:spcBef>
                <a:spcAft>
                  <a:spcPct val="0"/>
                </a:spcAft>
              </a:pPr>
              <a:r>
                <a:rPr lang="en-US" sz="1800">
                  <a:solidFill>
                    <a:srgbClr val="000000"/>
                  </a:solidFill>
                </a:rPr>
                <a:t>com DNS servers</a:t>
              </a:r>
            </a:p>
          </p:txBody>
        </p:sp>
        <p:sp>
          <p:nvSpPr>
            <p:cNvPr id="190475" name="Text Box 5"/>
            <p:cNvSpPr txBox="1">
              <a:spLocks noChangeArrowheads="1"/>
            </p:cNvSpPr>
            <p:nvPr/>
          </p:nvSpPr>
          <p:spPr bwMode="auto">
            <a:xfrm>
              <a:off x="2304" y="1296"/>
              <a:ext cx="1257" cy="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fontAlgn="base">
                <a:spcBef>
                  <a:spcPct val="0"/>
                </a:spcBef>
                <a:spcAft>
                  <a:spcPct val="0"/>
                </a:spcAft>
              </a:pPr>
              <a:r>
                <a:rPr lang="en-US" sz="1800">
                  <a:solidFill>
                    <a:srgbClr val="000000"/>
                  </a:solidFill>
                </a:rPr>
                <a:t>org DNS servers</a:t>
              </a:r>
            </a:p>
          </p:txBody>
        </p:sp>
        <p:sp>
          <p:nvSpPr>
            <p:cNvPr id="190476" name="Text Box 6"/>
            <p:cNvSpPr txBox="1">
              <a:spLocks noChangeArrowheads="1"/>
            </p:cNvSpPr>
            <p:nvPr/>
          </p:nvSpPr>
          <p:spPr bwMode="auto">
            <a:xfrm>
              <a:off x="4032" y="1296"/>
              <a:ext cx="1291" cy="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fontAlgn="base">
                <a:spcBef>
                  <a:spcPct val="0"/>
                </a:spcBef>
                <a:spcAft>
                  <a:spcPct val="0"/>
                </a:spcAft>
              </a:pPr>
              <a:r>
                <a:rPr lang="en-US" sz="1800">
                  <a:solidFill>
                    <a:srgbClr val="000000"/>
                  </a:solidFill>
                </a:rPr>
                <a:t>edu DNS servers</a:t>
              </a:r>
            </a:p>
          </p:txBody>
        </p:sp>
        <p:sp>
          <p:nvSpPr>
            <p:cNvPr id="190477" name="Line 7"/>
            <p:cNvSpPr>
              <a:spLocks noChangeShapeType="1"/>
            </p:cNvSpPr>
            <p:nvPr/>
          </p:nvSpPr>
          <p:spPr bwMode="auto">
            <a:xfrm flipH="1">
              <a:off x="1344" y="864"/>
              <a:ext cx="1392" cy="432"/>
            </a:xfrm>
            <a:prstGeom prst="line">
              <a:avLst/>
            </a:prstGeom>
            <a:noFill/>
            <a:ln w="3175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90478" name="Line 8"/>
            <p:cNvSpPr>
              <a:spLocks noChangeShapeType="1"/>
            </p:cNvSpPr>
            <p:nvPr/>
          </p:nvSpPr>
          <p:spPr bwMode="auto">
            <a:xfrm>
              <a:off x="2928" y="816"/>
              <a:ext cx="0" cy="48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90479" name="Line 9"/>
            <p:cNvSpPr>
              <a:spLocks noChangeShapeType="1"/>
            </p:cNvSpPr>
            <p:nvPr/>
          </p:nvSpPr>
          <p:spPr bwMode="auto">
            <a:xfrm>
              <a:off x="3168" y="864"/>
              <a:ext cx="1440" cy="43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90480" name="Text Box 10"/>
            <p:cNvSpPr txBox="1">
              <a:spLocks noChangeArrowheads="1"/>
            </p:cNvSpPr>
            <p:nvPr/>
          </p:nvSpPr>
          <p:spPr bwMode="auto">
            <a:xfrm>
              <a:off x="3878" y="1752"/>
              <a:ext cx="992" cy="4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fontAlgn="base">
                <a:spcBef>
                  <a:spcPct val="0"/>
                </a:spcBef>
                <a:spcAft>
                  <a:spcPct val="0"/>
                </a:spcAft>
              </a:pPr>
              <a:r>
                <a:rPr lang="en-US" sz="1800">
                  <a:solidFill>
                    <a:srgbClr val="000000"/>
                  </a:solidFill>
                </a:rPr>
                <a:t>poly.edu</a:t>
              </a:r>
            </a:p>
            <a:p>
              <a:pPr fontAlgn="base">
                <a:spcBef>
                  <a:spcPct val="0"/>
                </a:spcBef>
                <a:spcAft>
                  <a:spcPct val="0"/>
                </a:spcAft>
              </a:pPr>
              <a:r>
                <a:rPr lang="en-US" sz="1800">
                  <a:solidFill>
                    <a:srgbClr val="000000"/>
                  </a:solidFill>
                </a:rPr>
                <a:t>DNS servers</a:t>
              </a:r>
            </a:p>
          </p:txBody>
        </p:sp>
        <p:sp>
          <p:nvSpPr>
            <p:cNvPr id="190481" name="Text Box 11"/>
            <p:cNvSpPr txBox="1">
              <a:spLocks noChangeArrowheads="1"/>
            </p:cNvSpPr>
            <p:nvPr/>
          </p:nvSpPr>
          <p:spPr bwMode="auto">
            <a:xfrm>
              <a:off x="4742" y="1752"/>
              <a:ext cx="992" cy="4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fontAlgn="base">
                <a:spcBef>
                  <a:spcPct val="0"/>
                </a:spcBef>
                <a:spcAft>
                  <a:spcPct val="0"/>
                </a:spcAft>
              </a:pPr>
              <a:r>
                <a:rPr lang="en-US" sz="1800">
                  <a:solidFill>
                    <a:srgbClr val="000000"/>
                  </a:solidFill>
                </a:rPr>
                <a:t>umass.edu</a:t>
              </a:r>
            </a:p>
            <a:p>
              <a:pPr fontAlgn="base">
                <a:spcBef>
                  <a:spcPct val="0"/>
                </a:spcBef>
                <a:spcAft>
                  <a:spcPct val="0"/>
                </a:spcAft>
              </a:pPr>
              <a:r>
                <a:rPr lang="en-US" sz="1800">
                  <a:solidFill>
                    <a:srgbClr val="000000"/>
                  </a:solidFill>
                </a:rPr>
                <a:t>DNS servers</a:t>
              </a:r>
            </a:p>
          </p:txBody>
        </p:sp>
        <p:sp>
          <p:nvSpPr>
            <p:cNvPr id="190482" name="Line 12"/>
            <p:cNvSpPr>
              <a:spLocks noChangeShapeType="1"/>
            </p:cNvSpPr>
            <p:nvPr/>
          </p:nvSpPr>
          <p:spPr bwMode="auto">
            <a:xfrm flipH="1">
              <a:off x="4224" y="1536"/>
              <a:ext cx="336" cy="24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90483" name="Line 13"/>
            <p:cNvSpPr>
              <a:spLocks noChangeShapeType="1"/>
            </p:cNvSpPr>
            <p:nvPr/>
          </p:nvSpPr>
          <p:spPr bwMode="auto">
            <a:xfrm>
              <a:off x="4848" y="1536"/>
              <a:ext cx="288" cy="24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90484" name="Text Box 14"/>
            <p:cNvSpPr txBox="1">
              <a:spLocks noChangeArrowheads="1"/>
            </p:cNvSpPr>
            <p:nvPr/>
          </p:nvSpPr>
          <p:spPr bwMode="auto">
            <a:xfrm>
              <a:off x="230" y="1848"/>
              <a:ext cx="992" cy="4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fontAlgn="base">
                <a:spcBef>
                  <a:spcPct val="0"/>
                </a:spcBef>
                <a:spcAft>
                  <a:spcPct val="0"/>
                </a:spcAft>
              </a:pPr>
              <a:r>
                <a:rPr lang="en-US" sz="1800">
                  <a:solidFill>
                    <a:srgbClr val="000000"/>
                  </a:solidFill>
                </a:rPr>
                <a:t>yahoo.com</a:t>
              </a:r>
            </a:p>
            <a:p>
              <a:pPr fontAlgn="base">
                <a:spcBef>
                  <a:spcPct val="0"/>
                </a:spcBef>
                <a:spcAft>
                  <a:spcPct val="0"/>
                </a:spcAft>
              </a:pPr>
              <a:r>
                <a:rPr lang="en-US" sz="1800">
                  <a:solidFill>
                    <a:srgbClr val="000000"/>
                  </a:solidFill>
                </a:rPr>
                <a:t>DNS servers</a:t>
              </a:r>
            </a:p>
          </p:txBody>
        </p:sp>
        <p:sp>
          <p:nvSpPr>
            <p:cNvPr id="190485" name="Text Box 15"/>
            <p:cNvSpPr txBox="1">
              <a:spLocks noChangeArrowheads="1"/>
            </p:cNvSpPr>
            <p:nvPr/>
          </p:nvSpPr>
          <p:spPr bwMode="auto">
            <a:xfrm>
              <a:off x="1248" y="1872"/>
              <a:ext cx="1001" cy="4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fontAlgn="base">
                <a:spcBef>
                  <a:spcPct val="0"/>
                </a:spcBef>
                <a:spcAft>
                  <a:spcPct val="0"/>
                </a:spcAft>
              </a:pPr>
              <a:r>
                <a:rPr lang="en-US" sz="1800">
                  <a:solidFill>
                    <a:srgbClr val="000000"/>
                  </a:solidFill>
                </a:rPr>
                <a:t>amazon.com</a:t>
              </a:r>
            </a:p>
            <a:p>
              <a:pPr fontAlgn="base">
                <a:spcBef>
                  <a:spcPct val="0"/>
                </a:spcBef>
                <a:spcAft>
                  <a:spcPct val="0"/>
                </a:spcAft>
              </a:pPr>
              <a:r>
                <a:rPr lang="en-US" sz="1800">
                  <a:solidFill>
                    <a:srgbClr val="000000"/>
                  </a:solidFill>
                </a:rPr>
                <a:t>DNS servers</a:t>
              </a:r>
            </a:p>
          </p:txBody>
        </p:sp>
        <p:sp>
          <p:nvSpPr>
            <p:cNvPr id="190486" name="Line 16"/>
            <p:cNvSpPr>
              <a:spLocks noChangeShapeType="1"/>
            </p:cNvSpPr>
            <p:nvPr/>
          </p:nvSpPr>
          <p:spPr bwMode="auto">
            <a:xfrm flipH="1">
              <a:off x="768" y="1584"/>
              <a:ext cx="192"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90487" name="Line 17"/>
            <p:cNvSpPr>
              <a:spLocks noChangeShapeType="1"/>
            </p:cNvSpPr>
            <p:nvPr/>
          </p:nvSpPr>
          <p:spPr bwMode="auto">
            <a:xfrm>
              <a:off x="1392" y="1584"/>
              <a:ext cx="240"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90488" name="Text Box 18"/>
            <p:cNvSpPr txBox="1">
              <a:spLocks noChangeArrowheads="1"/>
            </p:cNvSpPr>
            <p:nvPr/>
          </p:nvSpPr>
          <p:spPr bwMode="auto">
            <a:xfrm>
              <a:off x="2534" y="1799"/>
              <a:ext cx="993" cy="4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fontAlgn="base">
                <a:spcBef>
                  <a:spcPct val="0"/>
                </a:spcBef>
                <a:spcAft>
                  <a:spcPct val="0"/>
                </a:spcAft>
              </a:pPr>
              <a:r>
                <a:rPr lang="en-US" sz="1800">
                  <a:solidFill>
                    <a:srgbClr val="000000"/>
                  </a:solidFill>
                </a:rPr>
                <a:t>pbs.org</a:t>
              </a:r>
            </a:p>
            <a:p>
              <a:pPr fontAlgn="base">
                <a:spcBef>
                  <a:spcPct val="0"/>
                </a:spcBef>
                <a:spcAft>
                  <a:spcPct val="0"/>
                </a:spcAft>
              </a:pPr>
              <a:r>
                <a:rPr lang="en-US" sz="1800">
                  <a:solidFill>
                    <a:srgbClr val="000000"/>
                  </a:solidFill>
                </a:rPr>
                <a:t>DNS servers</a:t>
              </a:r>
            </a:p>
          </p:txBody>
        </p:sp>
        <p:sp>
          <p:nvSpPr>
            <p:cNvPr id="190489" name="Line 19"/>
            <p:cNvSpPr>
              <a:spLocks noChangeShapeType="1"/>
            </p:cNvSpPr>
            <p:nvPr/>
          </p:nvSpPr>
          <p:spPr bwMode="auto">
            <a:xfrm>
              <a:off x="2928" y="1536"/>
              <a:ext cx="0"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sp>
        <p:nvSpPr>
          <p:cNvPr id="190468" name="Rectangle 20"/>
          <p:cNvSpPr>
            <a:spLocks noGrp="1" noChangeArrowheads="1"/>
          </p:cNvSpPr>
          <p:nvPr>
            <p:ph type="title"/>
          </p:nvPr>
        </p:nvSpPr>
        <p:spPr>
          <a:xfrm>
            <a:off x="468313" y="161925"/>
            <a:ext cx="8023225" cy="936625"/>
          </a:xfrm>
        </p:spPr>
        <p:txBody>
          <a:bodyPr/>
          <a:lstStyle/>
          <a:p>
            <a:r>
              <a:rPr lang="en-US" sz="3600">
                <a:latin typeface="Gill Sans MT" charset="0"/>
              </a:rPr>
              <a:t>DNS: a distributed, hierarchical database</a:t>
            </a:r>
          </a:p>
        </p:txBody>
      </p:sp>
      <p:sp>
        <p:nvSpPr>
          <p:cNvPr id="190469" name="Rectangle 22"/>
          <p:cNvSpPr>
            <a:spLocks noGrp="1" noChangeArrowheads="1"/>
          </p:cNvSpPr>
          <p:nvPr>
            <p:ph type="body" sz="half" idx="2"/>
          </p:nvPr>
        </p:nvSpPr>
        <p:spPr>
          <a:xfrm>
            <a:off x="520700" y="3971925"/>
            <a:ext cx="8172450" cy="2133600"/>
          </a:xfrm>
        </p:spPr>
        <p:txBody>
          <a:bodyPr/>
          <a:lstStyle/>
          <a:p>
            <a:pPr>
              <a:buFont typeface="Wingdings" charset="0"/>
              <a:buNone/>
            </a:pPr>
            <a:r>
              <a:rPr lang="en-US" sz="2400" i="1">
                <a:solidFill>
                  <a:srgbClr val="000099"/>
                </a:solidFill>
                <a:latin typeface="Gill Sans MT" charset="0"/>
              </a:rPr>
              <a:t>client wants IP for www.amazon.com; 1</a:t>
            </a:r>
            <a:r>
              <a:rPr lang="en-US" sz="2400" i="1" baseline="30000">
                <a:solidFill>
                  <a:srgbClr val="000099"/>
                </a:solidFill>
                <a:latin typeface="Gill Sans MT" charset="0"/>
              </a:rPr>
              <a:t>st</a:t>
            </a:r>
            <a:r>
              <a:rPr lang="en-US" sz="2400" i="1">
                <a:solidFill>
                  <a:srgbClr val="000099"/>
                </a:solidFill>
                <a:latin typeface="Gill Sans MT" charset="0"/>
              </a:rPr>
              <a:t> approx:</a:t>
            </a:r>
          </a:p>
          <a:p>
            <a:r>
              <a:rPr lang="en-US" sz="2200">
                <a:latin typeface="Gill Sans MT" charset="0"/>
              </a:rPr>
              <a:t>client queries root server to find com DNS server</a:t>
            </a:r>
          </a:p>
          <a:p>
            <a:r>
              <a:rPr lang="en-US" sz="2200">
                <a:latin typeface="Gill Sans MT" charset="0"/>
              </a:rPr>
              <a:t>client queries .com DNS server to get amazon.com DNS server</a:t>
            </a:r>
          </a:p>
          <a:p>
            <a:r>
              <a:rPr lang="en-US" sz="2200">
                <a:latin typeface="Gill Sans MT" charset="0"/>
              </a:rPr>
              <a:t>client queries amazon.com DNS server to get  IP address for www.amazon.com</a:t>
            </a:r>
          </a:p>
        </p:txBody>
      </p:sp>
      <p:pic>
        <p:nvPicPr>
          <p:cNvPr id="190470" name="Picture 28" descr="underline_ba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025" y="849313"/>
            <a:ext cx="8043863" cy="1603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90471" name="Text Box 29"/>
          <p:cNvSpPr txBox="1">
            <a:spLocks noChangeArrowheads="1"/>
          </p:cNvSpPr>
          <p:nvPr/>
        </p:nvSpPr>
        <p:spPr bwMode="auto">
          <a:xfrm>
            <a:off x="3957638" y="1687513"/>
            <a:ext cx="43815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a:t>
            </a:r>
          </a:p>
        </p:txBody>
      </p:sp>
      <p:sp>
        <p:nvSpPr>
          <p:cNvPr id="190472" name="Text Box 30"/>
          <p:cNvSpPr txBox="1">
            <a:spLocks noChangeArrowheads="1"/>
          </p:cNvSpPr>
          <p:nvPr/>
        </p:nvSpPr>
        <p:spPr bwMode="auto">
          <a:xfrm>
            <a:off x="4521200" y="1685925"/>
            <a:ext cx="43815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20000"/>
              </a:spcBef>
              <a:spcAft>
                <a:spcPct val="0"/>
              </a:spcAft>
              <a:buClr>
                <a:srgbClr val="3333CC"/>
              </a:buClr>
              <a:buSzPct val="85000"/>
              <a:buFont typeface="ZapfDingbats" charset="0"/>
              <a:buNone/>
            </a:pPr>
            <a:r>
              <a:rPr lang="en-US">
                <a:solidFill>
                  <a:srgbClr val="000000"/>
                </a:solidFill>
              </a:rPr>
              <a:t>…</a:t>
            </a:r>
          </a:p>
        </p:txBody>
      </p:sp>
    </p:spTree>
    <p:extLst>
      <p:ext uri="{BB962C8B-B14F-4D97-AF65-F5344CB8AC3E}">
        <p14:creationId xmlns:p14="http://schemas.microsoft.com/office/powerpoint/2010/main" val="134567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7"/>
          <p:cNvSpPr>
            <a:spLocks noGrp="1" noChangeArrowheads="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latin typeface="Tahoma" charset="0"/>
              </a:rPr>
              <a:t>Application Layer</a:t>
            </a:r>
          </a:p>
        </p:txBody>
      </p:sp>
      <p:sp>
        <p:nvSpPr>
          <p:cNvPr id="198658" name="Rectangle 8"/>
          <p:cNvSpPr>
            <a:spLocks noGrp="1" noChangeArrowheads="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latin typeface="Tahoma" charset="0"/>
              </a:rPr>
              <a:t>2-</a:t>
            </a:r>
            <a:fld id="{98FE392F-E33C-B94E-8D15-A3999A10EA68}" type="slidenum">
              <a:rPr lang="en-US" sz="1200">
                <a:latin typeface="Tahoma" charset="0"/>
              </a:rPr>
              <a:pPr/>
              <a:t>7</a:t>
            </a:fld>
            <a:endParaRPr lang="en-US" sz="1200">
              <a:latin typeface="Tahoma" charset="0"/>
            </a:endParaRPr>
          </a:p>
        </p:txBody>
      </p:sp>
      <p:pic>
        <p:nvPicPr>
          <p:cNvPr id="198659" name="Picture 73"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125" y="1287463"/>
            <a:ext cx="4113213" cy="173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98660" name="Text Box 5"/>
          <p:cNvSpPr txBox="1">
            <a:spLocks noChangeArrowheads="1"/>
          </p:cNvSpPr>
          <p:nvPr/>
        </p:nvSpPr>
        <p:spPr bwMode="auto">
          <a:xfrm>
            <a:off x="4206875" y="4881563"/>
            <a:ext cx="1746250" cy="611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t>requesting host</a:t>
            </a:r>
            <a:endParaRPr lang="en-US" sz="2400"/>
          </a:p>
          <a:p>
            <a:pPr algn="ctr">
              <a:spcBef>
                <a:spcPct val="0"/>
              </a:spcBef>
              <a:buClrTx/>
              <a:buSzTx/>
              <a:buFontTx/>
              <a:buNone/>
            </a:pPr>
            <a:r>
              <a:rPr lang="en-US" sz="1600" i="1">
                <a:solidFill>
                  <a:srgbClr val="000099"/>
                </a:solidFill>
              </a:rPr>
              <a:t>cis.poly.edu</a:t>
            </a:r>
          </a:p>
        </p:txBody>
      </p:sp>
      <p:sp>
        <p:nvSpPr>
          <p:cNvPr id="198661" name="Text Box 6"/>
          <p:cNvSpPr txBox="1">
            <a:spLocks noChangeArrowheads="1"/>
          </p:cNvSpPr>
          <p:nvPr/>
        </p:nvSpPr>
        <p:spPr bwMode="auto">
          <a:xfrm>
            <a:off x="6683375" y="5775325"/>
            <a:ext cx="1878013"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600" i="1"/>
              <a:t>gaia.cs.umass.edu</a:t>
            </a:r>
          </a:p>
        </p:txBody>
      </p:sp>
      <p:sp>
        <p:nvSpPr>
          <p:cNvPr id="198662" name="Text Box 17"/>
          <p:cNvSpPr txBox="1">
            <a:spLocks noChangeArrowheads="1"/>
          </p:cNvSpPr>
          <p:nvPr/>
        </p:nvSpPr>
        <p:spPr bwMode="auto">
          <a:xfrm>
            <a:off x="5791200" y="481013"/>
            <a:ext cx="2011363"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t>root DNS server</a:t>
            </a:r>
            <a:endParaRPr lang="en-US" sz="1600"/>
          </a:p>
        </p:txBody>
      </p:sp>
      <p:sp>
        <p:nvSpPr>
          <p:cNvPr id="202770" name="Line 18"/>
          <p:cNvSpPr>
            <a:spLocks noChangeShapeType="1"/>
          </p:cNvSpPr>
          <p:nvPr/>
        </p:nvSpPr>
        <p:spPr bwMode="auto">
          <a:xfrm flipH="1" flipV="1">
            <a:off x="5286375" y="2916238"/>
            <a:ext cx="0" cy="1314450"/>
          </a:xfrm>
          <a:prstGeom prst="line">
            <a:avLst/>
          </a:prstGeom>
          <a:noFill/>
          <a:ln w="28575">
            <a:solidFill>
              <a:srgbClr val="CC0000"/>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02771" name="Line 19"/>
          <p:cNvSpPr>
            <a:spLocks noChangeShapeType="1"/>
          </p:cNvSpPr>
          <p:nvPr/>
        </p:nvSpPr>
        <p:spPr bwMode="auto">
          <a:xfrm flipV="1">
            <a:off x="5400675" y="1220788"/>
            <a:ext cx="914400" cy="971550"/>
          </a:xfrm>
          <a:prstGeom prst="line">
            <a:avLst/>
          </a:prstGeom>
          <a:noFill/>
          <a:ln w="28575">
            <a:solidFill>
              <a:srgbClr val="CC0000"/>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02772" name="Line 20"/>
          <p:cNvSpPr>
            <a:spLocks noChangeShapeType="1"/>
          </p:cNvSpPr>
          <p:nvPr/>
        </p:nvSpPr>
        <p:spPr bwMode="auto">
          <a:xfrm flipV="1">
            <a:off x="5686425" y="2382838"/>
            <a:ext cx="1485900" cy="9525"/>
          </a:xfrm>
          <a:prstGeom prst="line">
            <a:avLst/>
          </a:prstGeom>
          <a:noFill/>
          <a:ln w="28575">
            <a:solidFill>
              <a:srgbClr val="CC0000"/>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02773" name="Line 21"/>
          <p:cNvSpPr>
            <a:spLocks noChangeShapeType="1"/>
          </p:cNvSpPr>
          <p:nvPr/>
        </p:nvSpPr>
        <p:spPr bwMode="auto">
          <a:xfrm flipH="1" flipV="1">
            <a:off x="5686425" y="2554288"/>
            <a:ext cx="1419225" cy="0"/>
          </a:xfrm>
          <a:prstGeom prst="line">
            <a:avLst/>
          </a:prstGeom>
          <a:noFill/>
          <a:ln w="28575">
            <a:solidFill>
              <a:srgbClr val="CC0000"/>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02774" name="Line 22"/>
          <p:cNvSpPr>
            <a:spLocks noChangeShapeType="1"/>
          </p:cNvSpPr>
          <p:nvPr/>
        </p:nvSpPr>
        <p:spPr bwMode="auto">
          <a:xfrm flipH="1">
            <a:off x="5610225" y="1449388"/>
            <a:ext cx="733425" cy="762000"/>
          </a:xfrm>
          <a:prstGeom prst="line">
            <a:avLst/>
          </a:prstGeom>
          <a:noFill/>
          <a:ln w="28575">
            <a:solidFill>
              <a:srgbClr val="CC0000"/>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02775" name="Line 23"/>
          <p:cNvSpPr>
            <a:spLocks noChangeShapeType="1"/>
          </p:cNvSpPr>
          <p:nvPr/>
        </p:nvSpPr>
        <p:spPr bwMode="auto">
          <a:xfrm>
            <a:off x="5476875" y="2933700"/>
            <a:ext cx="9525" cy="1323975"/>
          </a:xfrm>
          <a:prstGeom prst="line">
            <a:avLst/>
          </a:prstGeom>
          <a:noFill/>
          <a:ln w="28575">
            <a:solidFill>
              <a:srgbClr val="CC0000"/>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nvGrpSpPr>
          <p:cNvPr id="198669" name="Group 24"/>
          <p:cNvGrpSpPr>
            <a:grpSpLocks/>
          </p:cNvGrpSpPr>
          <p:nvPr/>
        </p:nvGrpSpPr>
        <p:grpSpPr bwMode="auto">
          <a:xfrm>
            <a:off x="4179888" y="3062288"/>
            <a:ext cx="1898650" cy="611187"/>
            <a:chOff x="2831" y="2132"/>
            <a:chExt cx="1196" cy="385"/>
          </a:xfrm>
        </p:grpSpPr>
        <p:sp>
          <p:nvSpPr>
            <p:cNvPr id="198823" name="Rectangle 25"/>
            <p:cNvSpPr>
              <a:spLocks noChangeArrowheads="1"/>
            </p:cNvSpPr>
            <p:nvPr/>
          </p:nvSpPr>
          <p:spPr bwMode="auto">
            <a:xfrm>
              <a:off x="2838" y="2178"/>
              <a:ext cx="1182" cy="3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sz="2400"/>
            </a:p>
          </p:txBody>
        </p:sp>
        <p:sp>
          <p:nvSpPr>
            <p:cNvPr id="198824" name="Text Box 26"/>
            <p:cNvSpPr txBox="1">
              <a:spLocks noChangeArrowheads="1"/>
            </p:cNvSpPr>
            <p:nvPr/>
          </p:nvSpPr>
          <p:spPr bwMode="auto">
            <a:xfrm>
              <a:off x="2831" y="2132"/>
              <a:ext cx="1196" cy="3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t>local DNS server</a:t>
              </a:r>
              <a:endParaRPr lang="en-US" sz="2400"/>
            </a:p>
            <a:p>
              <a:pPr algn="ctr">
                <a:spcBef>
                  <a:spcPct val="0"/>
                </a:spcBef>
                <a:buClrTx/>
                <a:buSzTx/>
                <a:buFontTx/>
                <a:buNone/>
              </a:pPr>
              <a:r>
                <a:rPr lang="en-US" sz="1600" i="1">
                  <a:solidFill>
                    <a:srgbClr val="000099"/>
                  </a:solidFill>
                </a:rPr>
                <a:t>dns.poly.edu</a:t>
              </a:r>
            </a:p>
          </p:txBody>
        </p:sp>
      </p:grpSp>
      <p:sp>
        <p:nvSpPr>
          <p:cNvPr id="202779" name="Text Box 27"/>
          <p:cNvSpPr txBox="1">
            <a:spLocks noChangeArrowheads="1"/>
          </p:cNvSpPr>
          <p:nvPr/>
        </p:nvSpPr>
        <p:spPr bwMode="auto">
          <a:xfrm>
            <a:off x="4997450" y="3771900"/>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solidFill>
                  <a:srgbClr val="CC0000"/>
                </a:solidFill>
              </a:rPr>
              <a:t>1</a:t>
            </a:r>
            <a:endParaRPr lang="en-US" sz="2400">
              <a:solidFill>
                <a:srgbClr val="CC0000"/>
              </a:solidFill>
            </a:endParaRPr>
          </a:p>
        </p:txBody>
      </p:sp>
      <p:sp>
        <p:nvSpPr>
          <p:cNvPr id="202780" name="Text Box 28"/>
          <p:cNvSpPr txBox="1">
            <a:spLocks noChangeArrowheads="1"/>
          </p:cNvSpPr>
          <p:nvPr/>
        </p:nvSpPr>
        <p:spPr bwMode="auto">
          <a:xfrm>
            <a:off x="5540375" y="1438275"/>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solidFill>
                  <a:srgbClr val="CC0000"/>
                </a:solidFill>
              </a:rPr>
              <a:t>2</a:t>
            </a:r>
            <a:endParaRPr lang="en-US" sz="2400">
              <a:solidFill>
                <a:srgbClr val="CC0000"/>
              </a:solidFill>
            </a:endParaRPr>
          </a:p>
        </p:txBody>
      </p:sp>
      <p:sp>
        <p:nvSpPr>
          <p:cNvPr id="202781" name="Text Box 29"/>
          <p:cNvSpPr txBox="1">
            <a:spLocks noChangeArrowheads="1"/>
          </p:cNvSpPr>
          <p:nvPr/>
        </p:nvSpPr>
        <p:spPr bwMode="auto">
          <a:xfrm>
            <a:off x="5978525" y="1676400"/>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solidFill>
                  <a:srgbClr val="CC0000"/>
                </a:solidFill>
              </a:rPr>
              <a:t>3</a:t>
            </a:r>
            <a:endParaRPr lang="en-US" sz="2400">
              <a:solidFill>
                <a:srgbClr val="CC0000"/>
              </a:solidFill>
            </a:endParaRPr>
          </a:p>
        </p:txBody>
      </p:sp>
      <p:sp>
        <p:nvSpPr>
          <p:cNvPr id="202782" name="Text Box 30"/>
          <p:cNvSpPr txBox="1">
            <a:spLocks noChangeArrowheads="1"/>
          </p:cNvSpPr>
          <p:nvPr/>
        </p:nvSpPr>
        <p:spPr bwMode="auto">
          <a:xfrm>
            <a:off x="6292850" y="2085975"/>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solidFill>
                  <a:srgbClr val="CC0000"/>
                </a:solidFill>
              </a:rPr>
              <a:t>4</a:t>
            </a:r>
            <a:endParaRPr lang="en-US" sz="2400">
              <a:solidFill>
                <a:srgbClr val="CC0000"/>
              </a:solidFill>
            </a:endParaRPr>
          </a:p>
        </p:txBody>
      </p:sp>
      <p:sp>
        <p:nvSpPr>
          <p:cNvPr id="202783" name="Text Box 31"/>
          <p:cNvSpPr txBox="1">
            <a:spLocks noChangeArrowheads="1"/>
          </p:cNvSpPr>
          <p:nvPr/>
        </p:nvSpPr>
        <p:spPr bwMode="auto">
          <a:xfrm>
            <a:off x="6323013" y="2573338"/>
            <a:ext cx="3111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solidFill>
                  <a:srgbClr val="CC0000"/>
                </a:solidFill>
              </a:rPr>
              <a:t>5</a:t>
            </a:r>
            <a:endParaRPr lang="en-US" sz="2400">
              <a:solidFill>
                <a:srgbClr val="CC0000"/>
              </a:solidFill>
            </a:endParaRPr>
          </a:p>
        </p:txBody>
      </p:sp>
      <p:sp>
        <p:nvSpPr>
          <p:cNvPr id="202784" name="Text Box 32"/>
          <p:cNvSpPr txBox="1">
            <a:spLocks noChangeArrowheads="1"/>
          </p:cNvSpPr>
          <p:nvPr/>
        </p:nvSpPr>
        <p:spPr bwMode="auto">
          <a:xfrm>
            <a:off x="6919913" y="3613150"/>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solidFill>
                  <a:srgbClr val="CC0000"/>
                </a:solidFill>
              </a:rPr>
              <a:t>6</a:t>
            </a:r>
            <a:endParaRPr lang="en-US" sz="2400">
              <a:solidFill>
                <a:srgbClr val="CC0000"/>
              </a:solidFill>
            </a:endParaRPr>
          </a:p>
        </p:txBody>
      </p:sp>
      <p:sp>
        <p:nvSpPr>
          <p:cNvPr id="198676" name="Text Box 60"/>
          <p:cNvSpPr txBox="1">
            <a:spLocks noChangeArrowheads="1"/>
          </p:cNvSpPr>
          <p:nvPr/>
        </p:nvSpPr>
        <p:spPr bwMode="auto">
          <a:xfrm>
            <a:off x="6353175" y="4429125"/>
            <a:ext cx="2397125" cy="581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600"/>
              <a:t>authoritative DNS server</a:t>
            </a:r>
            <a:endParaRPr lang="en-US" sz="2400"/>
          </a:p>
          <a:p>
            <a:pPr algn="ctr">
              <a:spcBef>
                <a:spcPct val="0"/>
              </a:spcBef>
              <a:buClrTx/>
              <a:buSzTx/>
              <a:buFontTx/>
              <a:buNone/>
            </a:pPr>
            <a:r>
              <a:rPr lang="en-US" sz="1600" b="1"/>
              <a:t>dns.cs.umass.edu</a:t>
            </a:r>
            <a:endParaRPr lang="en-US" sz="1600"/>
          </a:p>
        </p:txBody>
      </p:sp>
      <p:sp>
        <p:nvSpPr>
          <p:cNvPr id="202813" name="Text Box 61"/>
          <p:cNvSpPr txBox="1">
            <a:spLocks noChangeArrowheads="1"/>
          </p:cNvSpPr>
          <p:nvPr/>
        </p:nvSpPr>
        <p:spPr bwMode="auto">
          <a:xfrm>
            <a:off x="6292850" y="3643313"/>
            <a:ext cx="3111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solidFill>
                  <a:srgbClr val="CC0000"/>
                </a:solidFill>
              </a:rPr>
              <a:t>7</a:t>
            </a:r>
            <a:endParaRPr lang="en-US" sz="2400">
              <a:solidFill>
                <a:srgbClr val="CC0000"/>
              </a:solidFill>
            </a:endParaRPr>
          </a:p>
        </p:txBody>
      </p:sp>
      <p:sp>
        <p:nvSpPr>
          <p:cNvPr id="202814" name="Text Box 62"/>
          <p:cNvSpPr txBox="1">
            <a:spLocks noChangeArrowheads="1"/>
          </p:cNvSpPr>
          <p:nvPr/>
        </p:nvSpPr>
        <p:spPr bwMode="auto">
          <a:xfrm>
            <a:off x="5549900" y="3790950"/>
            <a:ext cx="311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solidFill>
                  <a:srgbClr val="CC0000"/>
                </a:solidFill>
              </a:rPr>
              <a:t>8</a:t>
            </a:r>
            <a:endParaRPr lang="en-US" sz="2400">
              <a:solidFill>
                <a:srgbClr val="CC0000"/>
              </a:solidFill>
            </a:endParaRPr>
          </a:p>
        </p:txBody>
      </p:sp>
      <p:sp>
        <p:nvSpPr>
          <p:cNvPr id="202815" name="Line 63"/>
          <p:cNvSpPr>
            <a:spLocks noChangeShapeType="1"/>
          </p:cNvSpPr>
          <p:nvPr/>
        </p:nvSpPr>
        <p:spPr bwMode="auto">
          <a:xfrm>
            <a:off x="5619750" y="2714625"/>
            <a:ext cx="1493838" cy="1314450"/>
          </a:xfrm>
          <a:prstGeom prst="line">
            <a:avLst/>
          </a:prstGeom>
          <a:noFill/>
          <a:ln w="25400">
            <a:solidFill>
              <a:srgbClr val="CC0000"/>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sp>
        <p:nvSpPr>
          <p:cNvPr id="202816" name="Line 64"/>
          <p:cNvSpPr>
            <a:spLocks noChangeShapeType="1"/>
          </p:cNvSpPr>
          <p:nvPr/>
        </p:nvSpPr>
        <p:spPr bwMode="auto">
          <a:xfrm flipH="1" flipV="1">
            <a:off x="5580063" y="2840038"/>
            <a:ext cx="1493837" cy="1301750"/>
          </a:xfrm>
          <a:prstGeom prst="line">
            <a:avLst/>
          </a:prstGeom>
          <a:noFill/>
          <a:ln w="25400">
            <a:solidFill>
              <a:srgbClr val="CC0000"/>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sp>
        <p:nvSpPr>
          <p:cNvPr id="198681" name="Text Box 65"/>
          <p:cNvSpPr txBox="1">
            <a:spLocks noChangeArrowheads="1"/>
          </p:cNvSpPr>
          <p:nvPr/>
        </p:nvSpPr>
        <p:spPr bwMode="auto">
          <a:xfrm>
            <a:off x="6551613" y="1852613"/>
            <a:ext cx="2011362"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algn="ctr">
              <a:spcBef>
                <a:spcPct val="0"/>
              </a:spcBef>
              <a:buClrTx/>
              <a:buSzTx/>
              <a:buFontTx/>
              <a:buNone/>
            </a:pPr>
            <a:r>
              <a:rPr lang="en-US" sz="1800"/>
              <a:t>TLD DNS server</a:t>
            </a:r>
            <a:endParaRPr lang="en-US" sz="1600"/>
          </a:p>
        </p:txBody>
      </p:sp>
      <p:sp>
        <p:nvSpPr>
          <p:cNvPr id="198682" name="Rectangle 66"/>
          <p:cNvSpPr>
            <a:spLocks noGrp="1" noChangeArrowheads="1"/>
          </p:cNvSpPr>
          <p:nvPr>
            <p:ph type="title"/>
          </p:nvPr>
        </p:nvSpPr>
        <p:spPr>
          <a:xfrm>
            <a:off x="533400" y="217488"/>
            <a:ext cx="4910138" cy="1143000"/>
          </a:xfrm>
        </p:spPr>
        <p:txBody>
          <a:bodyPr/>
          <a:lstStyle/>
          <a:p>
            <a:pPr>
              <a:lnSpc>
                <a:spcPct val="85000"/>
              </a:lnSpc>
            </a:pPr>
            <a:r>
              <a:rPr lang="en-US" sz="4000">
                <a:latin typeface="Gill Sans MT" charset="0"/>
              </a:rPr>
              <a:t>DNS name </a:t>
            </a:r>
            <a:br>
              <a:rPr lang="en-US" sz="4000">
                <a:latin typeface="Gill Sans MT" charset="0"/>
              </a:rPr>
            </a:br>
            <a:r>
              <a:rPr lang="en-US" sz="4000">
                <a:latin typeface="Gill Sans MT" charset="0"/>
              </a:rPr>
              <a:t>resolution example</a:t>
            </a:r>
          </a:p>
        </p:txBody>
      </p:sp>
      <p:sp>
        <p:nvSpPr>
          <p:cNvPr id="198683" name="Rectangle 67"/>
          <p:cNvSpPr>
            <a:spLocks noGrp="1" noChangeArrowheads="1"/>
          </p:cNvSpPr>
          <p:nvPr>
            <p:ph type="body" sz="half" idx="1"/>
          </p:nvPr>
        </p:nvSpPr>
        <p:spPr>
          <a:xfrm>
            <a:off x="431800" y="1725613"/>
            <a:ext cx="3565525" cy="4648200"/>
          </a:xfrm>
        </p:spPr>
        <p:txBody>
          <a:bodyPr/>
          <a:lstStyle/>
          <a:p>
            <a:r>
              <a:rPr lang="en-US" sz="2400">
                <a:latin typeface="Gill Sans MT" charset="0"/>
              </a:rPr>
              <a:t>host at cis.poly.edu wants IP address for gaia.cs.umass.edu</a:t>
            </a:r>
          </a:p>
        </p:txBody>
      </p:sp>
      <p:sp>
        <p:nvSpPr>
          <p:cNvPr id="198684" name="Rectangle 69"/>
          <p:cNvSpPr>
            <a:spLocks noChangeArrowheads="1"/>
          </p:cNvSpPr>
          <p:nvPr/>
        </p:nvSpPr>
        <p:spPr bwMode="auto">
          <a:xfrm>
            <a:off x="582613" y="3094038"/>
            <a:ext cx="3478212" cy="26177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indent="-342900"/>
            <a:r>
              <a:rPr lang="en-US" sz="2800" i="1">
                <a:solidFill>
                  <a:srgbClr val="CC0000"/>
                </a:solidFill>
                <a:latin typeface="Gill Sans MT" charset="0"/>
              </a:rPr>
              <a:t>iterated query:</a:t>
            </a:r>
          </a:p>
          <a:p>
            <a:pPr marL="342900" indent="-342900">
              <a:lnSpc>
                <a:spcPct val="85000"/>
              </a:lnSpc>
              <a:buClr>
                <a:srgbClr val="000099"/>
              </a:buClr>
              <a:buSzPct val="75000"/>
              <a:buFont typeface="Wingdings" charset="0"/>
              <a:buChar char="v"/>
            </a:pPr>
            <a:r>
              <a:rPr lang="en-US" sz="2400">
                <a:latin typeface="Gill Sans MT" charset="0"/>
              </a:rPr>
              <a:t>contacted server replies with name of server to contact</a:t>
            </a:r>
          </a:p>
          <a:p>
            <a:pPr marL="342900" indent="-342900">
              <a:lnSpc>
                <a:spcPct val="85000"/>
              </a:lnSpc>
              <a:buClr>
                <a:srgbClr val="000099"/>
              </a:buClr>
              <a:buSzPct val="75000"/>
              <a:buFont typeface="Wingdings" charset="0"/>
              <a:buChar char="v"/>
            </a:pPr>
            <a:r>
              <a:rPr lang="ja-JP" altLang="en-US" sz="2400">
                <a:latin typeface="Gill Sans MT" charset="0"/>
              </a:rPr>
              <a:t>“</a:t>
            </a:r>
            <a:r>
              <a:rPr lang="en-US" altLang="ja-JP" sz="2400">
                <a:latin typeface="Gill Sans MT" charset="0"/>
              </a:rPr>
              <a:t>I don</a:t>
            </a:r>
            <a:r>
              <a:rPr lang="ja-JP" altLang="en-US" sz="2400">
                <a:latin typeface="Gill Sans MT" charset="0"/>
              </a:rPr>
              <a:t>’</a:t>
            </a:r>
            <a:r>
              <a:rPr lang="en-US" altLang="ja-JP" sz="2400">
                <a:latin typeface="Gill Sans MT" charset="0"/>
              </a:rPr>
              <a:t>t know this name, but ask this server</a:t>
            </a:r>
            <a:r>
              <a:rPr lang="ja-JP" altLang="en-US" sz="2400">
                <a:latin typeface="Gill Sans MT" charset="0"/>
              </a:rPr>
              <a:t>”</a:t>
            </a:r>
            <a:endParaRPr lang="en-US" sz="2400">
              <a:latin typeface="Gill Sans MT" charset="0"/>
            </a:endParaRPr>
          </a:p>
        </p:txBody>
      </p:sp>
      <p:grpSp>
        <p:nvGrpSpPr>
          <p:cNvPr id="198685" name="Group 86"/>
          <p:cNvGrpSpPr>
            <a:grpSpLocks/>
          </p:cNvGrpSpPr>
          <p:nvPr/>
        </p:nvGrpSpPr>
        <p:grpSpPr bwMode="auto">
          <a:xfrm flipH="1">
            <a:off x="7226300" y="5091113"/>
            <a:ext cx="925513" cy="795337"/>
            <a:chOff x="-44" y="1473"/>
            <a:chExt cx="981" cy="1105"/>
          </a:xfrm>
        </p:grpSpPr>
        <p:pic>
          <p:nvPicPr>
            <p:cNvPr id="198821" name="Picture 87"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98822" name="Freeform 88"/>
            <p:cNvSpPr>
              <a:spLocks/>
            </p:cNvSpPr>
            <p:nvPr/>
          </p:nvSpPr>
          <p:spPr bwMode="auto">
            <a:xfrm flipH="1">
              <a:off x="374" y="1579"/>
              <a:ext cx="477" cy="506"/>
            </a:xfrm>
            <a:custGeom>
              <a:avLst/>
              <a:gdLst>
                <a:gd name="T0" fmla="*/ 0 w 356"/>
                <a:gd name="T1" fmla="*/ 0 h 368"/>
                <a:gd name="T2" fmla="*/ 13459 w 356"/>
                <a:gd name="T3" fmla="*/ 887 h 368"/>
                <a:gd name="T4" fmla="*/ 15967 w 356"/>
                <a:gd name="T5" fmla="*/ 18491 h 368"/>
                <a:gd name="T6" fmla="*/ 3519 w 356"/>
                <a:gd name="T7" fmla="*/ 2312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98686" name="Group 89"/>
          <p:cNvGrpSpPr>
            <a:grpSpLocks/>
          </p:cNvGrpSpPr>
          <p:nvPr/>
        </p:nvGrpSpPr>
        <p:grpSpPr bwMode="auto">
          <a:xfrm>
            <a:off x="4765675" y="4244975"/>
            <a:ext cx="925513" cy="795338"/>
            <a:chOff x="-44" y="1473"/>
            <a:chExt cx="981" cy="1105"/>
          </a:xfrm>
        </p:grpSpPr>
        <p:pic>
          <p:nvPicPr>
            <p:cNvPr id="198819" name="Picture 90"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98820" name="Freeform 91"/>
            <p:cNvSpPr>
              <a:spLocks/>
            </p:cNvSpPr>
            <p:nvPr/>
          </p:nvSpPr>
          <p:spPr bwMode="auto">
            <a:xfrm flipH="1">
              <a:off x="374" y="1579"/>
              <a:ext cx="477" cy="506"/>
            </a:xfrm>
            <a:custGeom>
              <a:avLst/>
              <a:gdLst>
                <a:gd name="T0" fmla="*/ 0 w 356"/>
                <a:gd name="T1" fmla="*/ 0 h 368"/>
                <a:gd name="T2" fmla="*/ 13459 w 356"/>
                <a:gd name="T3" fmla="*/ 887 h 368"/>
                <a:gd name="T4" fmla="*/ 15967 w 356"/>
                <a:gd name="T5" fmla="*/ 18491 h 368"/>
                <a:gd name="T6" fmla="*/ 3519 w 356"/>
                <a:gd name="T7" fmla="*/ 2312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198687" name="Group 125"/>
          <p:cNvGrpSpPr>
            <a:grpSpLocks/>
          </p:cNvGrpSpPr>
          <p:nvPr/>
        </p:nvGrpSpPr>
        <p:grpSpPr bwMode="auto">
          <a:xfrm>
            <a:off x="7226300" y="3743325"/>
            <a:ext cx="390525" cy="641350"/>
            <a:chOff x="4140" y="429"/>
            <a:chExt cx="1425" cy="2396"/>
          </a:xfrm>
        </p:grpSpPr>
        <p:sp>
          <p:nvSpPr>
            <p:cNvPr id="198787" name="Freeform 126"/>
            <p:cNvSpPr>
              <a:spLocks/>
            </p:cNvSpPr>
            <p:nvPr/>
          </p:nvSpPr>
          <p:spPr bwMode="auto">
            <a:xfrm>
              <a:off x="5268" y="433"/>
              <a:ext cx="283" cy="2286"/>
            </a:xfrm>
            <a:custGeom>
              <a:avLst/>
              <a:gdLst>
                <a:gd name="T0" fmla="*/ 4 w 354"/>
                <a:gd name="T1" fmla="*/ 0 h 2742"/>
                <a:gd name="T2" fmla="*/ 19 w 354"/>
                <a:gd name="T3" fmla="*/ 32 h 2742"/>
                <a:gd name="T4" fmla="*/ 19 w 354"/>
                <a:gd name="T5" fmla="*/ 246 h 2742"/>
                <a:gd name="T6" fmla="*/ 0 w 354"/>
                <a:gd name="T7" fmla="*/ 258 h 2742"/>
                <a:gd name="T8" fmla="*/ 4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88" name="Rectangle 127"/>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198789" name="Freeform 128"/>
            <p:cNvSpPr>
              <a:spLocks/>
            </p:cNvSpPr>
            <p:nvPr/>
          </p:nvSpPr>
          <p:spPr bwMode="auto">
            <a:xfrm>
              <a:off x="5321" y="570"/>
              <a:ext cx="169" cy="2115"/>
            </a:xfrm>
            <a:custGeom>
              <a:avLst/>
              <a:gdLst>
                <a:gd name="T0" fmla="*/ 2 w 211"/>
                <a:gd name="T1" fmla="*/ 0 h 2537"/>
                <a:gd name="T2" fmla="*/ 11 w 211"/>
                <a:gd name="T3" fmla="*/ 21 h 2537"/>
                <a:gd name="T4" fmla="*/ 2 w 211"/>
                <a:gd name="T5" fmla="*/ 23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90" name="Freeform 129"/>
            <p:cNvSpPr>
              <a:spLocks/>
            </p:cNvSpPr>
            <p:nvPr/>
          </p:nvSpPr>
          <p:spPr bwMode="auto">
            <a:xfrm>
              <a:off x="5284" y="1640"/>
              <a:ext cx="263" cy="189"/>
            </a:xfrm>
            <a:custGeom>
              <a:avLst/>
              <a:gdLst>
                <a:gd name="T0" fmla="*/ 2 w 328"/>
                <a:gd name="T1" fmla="*/ 0 h 226"/>
                <a:gd name="T2" fmla="*/ 18 w 328"/>
                <a:gd name="T3" fmla="*/ 13 h 226"/>
                <a:gd name="T4" fmla="*/ 18 w 328"/>
                <a:gd name="T5" fmla="*/ 23 h 226"/>
                <a:gd name="T6" fmla="*/ 0 w 328"/>
                <a:gd name="T7" fmla="*/ 9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91" name="Rectangle 130"/>
            <p:cNvSpPr>
              <a:spLocks noChangeArrowheads="1"/>
            </p:cNvSpPr>
            <p:nvPr/>
          </p:nvSpPr>
          <p:spPr bwMode="auto">
            <a:xfrm>
              <a:off x="4210" y="696"/>
              <a:ext cx="597" cy="42"/>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792" name="Group 131"/>
            <p:cNvGrpSpPr>
              <a:grpSpLocks/>
            </p:cNvGrpSpPr>
            <p:nvPr/>
          </p:nvGrpSpPr>
          <p:grpSpPr bwMode="auto">
            <a:xfrm>
              <a:off x="4749" y="668"/>
              <a:ext cx="581" cy="145"/>
              <a:chOff x="614" y="2568"/>
              <a:chExt cx="725" cy="139"/>
            </a:xfrm>
          </p:grpSpPr>
          <p:sp>
            <p:nvSpPr>
              <p:cNvPr id="198817" name="AutoShape 132"/>
              <p:cNvSpPr>
                <a:spLocks noChangeArrowheads="1"/>
              </p:cNvSpPr>
              <p:nvPr/>
            </p:nvSpPr>
            <p:spPr bwMode="auto">
              <a:xfrm>
                <a:off x="613" y="2566"/>
                <a:ext cx="723" cy="142"/>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818" name="AutoShape 133"/>
              <p:cNvSpPr>
                <a:spLocks noChangeArrowheads="1"/>
              </p:cNvSpPr>
              <p:nvPr/>
            </p:nvSpPr>
            <p:spPr bwMode="auto">
              <a:xfrm>
                <a:off x="628"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93" name="Rectangle 134"/>
            <p:cNvSpPr>
              <a:spLocks noChangeArrowheads="1"/>
            </p:cNvSpPr>
            <p:nvPr/>
          </p:nvSpPr>
          <p:spPr bwMode="auto">
            <a:xfrm>
              <a:off x="4227" y="1016"/>
              <a:ext cx="591" cy="47"/>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794" name="Group 135"/>
            <p:cNvGrpSpPr>
              <a:grpSpLocks/>
            </p:cNvGrpSpPr>
            <p:nvPr/>
          </p:nvGrpSpPr>
          <p:grpSpPr bwMode="auto">
            <a:xfrm>
              <a:off x="4747" y="994"/>
              <a:ext cx="581" cy="134"/>
              <a:chOff x="614" y="2568"/>
              <a:chExt cx="725" cy="139"/>
            </a:xfrm>
          </p:grpSpPr>
          <p:sp>
            <p:nvSpPr>
              <p:cNvPr id="198815" name="AutoShape 136"/>
              <p:cNvSpPr>
                <a:spLocks noChangeArrowheads="1"/>
              </p:cNvSpPr>
              <p:nvPr/>
            </p:nvSpPr>
            <p:spPr bwMode="auto">
              <a:xfrm>
                <a:off x="616" y="2566"/>
                <a:ext cx="723" cy="141"/>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816" name="AutoShape 137"/>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95" name="Rectangle 138"/>
            <p:cNvSpPr>
              <a:spLocks noChangeArrowheads="1"/>
            </p:cNvSpPr>
            <p:nvPr/>
          </p:nvSpPr>
          <p:spPr bwMode="auto">
            <a:xfrm>
              <a:off x="4215" y="1360"/>
              <a:ext cx="597" cy="42"/>
            </a:xfrm>
            <a:prstGeom prst="rect">
              <a:avLst/>
            </a:prstGeom>
            <a:solidFill>
              <a:schemeClr val="tx1"/>
            </a:solidFill>
            <a:ln w="9525">
              <a:solidFill>
                <a:schemeClr val="tx1"/>
              </a:solidFill>
              <a:miter lim="800000"/>
              <a:headEnd/>
              <a:tailEnd/>
            </a:ln>
          </p:spPr>
          <p:txBody>
            <a:bodyPr wrap="none" anchor="ctr"/>
            <a:lstStyle/>
            <a:p>
              <a:endParaRPr lang="en-US"/>
            </a:p>
          </p:txBody>
        </p:sp>
        <p:sp>
          <p:nvSpPr>
            <p:cNvPr id="198796" name="Rectangle 139"/>
            <p:cNvSpPr>
              <a:spLocks noChangeArrowheads="1"/>
            </p:cNvSpPr>
            <p:nvPr/>
          </p:nvSpPr>
          <p:spPr bwMode="auto">
            <a:xfrm>
              <a:off x="4227" y="1657"/>
              <a:ext cx="597" cy="47"/>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797" name="Group 140"/>
            <p:cNvGrpSpPr>
              <a:grpSpLocks/>
            </p:cNvGrpSpPr>
            <p:nvPr/>
          </p:nvGrpSpPr>
          <p:grpSpPr bwMode="auto">
            <a:xfrm>
              <a:off x="4735" y="1627"/>
              <a:ext cx="582" cy="151"/>
              <a:chOff x="614" y="2568"/>
              <a:chExt cx="725" cy="139"/>
            </a:xfrm>
          </p:grpSpPr>
          <p:sp>
            <p:nvSpPr>
              <p:cNvPr id="198813" name="AutoShape 141"/>
              <p:cNvSpPr>
                <a:spLocks noChangeArrowheads="1"/>
              </p:cNvSpPr>
              <p:nvPr/>
            </p:nvSpPr>
            <p:spPr bwMode="auto">
              <a:xfrm>
                <a:off x="616" y="2568"/>
                <a:ext cx="722" cy="131"/>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814" name="AutoShape 142"/>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98" name="Freeform 143"/>
            <p:cNvSpPr>
              <a:spLocks/>
            </p:cNvSpPr>
            <p:nvPr/>
          </p:nvSpPr>
          <p:spPr bwMode="auto">
            <a:xfrm>
              <a:off x="5288" y="1354"/>
              <a:ext cx="263" cy="188"/>
            </a:xfrm>
            <a:custGeom>
              <a:avLst/>
              <a:gdLst>
                <a:gd name="T0" fmla="*/ 2 w 328"/>
                <a:gd name="T1" fmla="*/ 0 h 226"/>
                <a:gd name="T2" fmla="*/ 18 w 328"/>
                <a:gd name="T3" fmla="*/ 12 h 226"/>
                <a:gd name="T4" fmla="*/ 18 w 328"/>
                <a:gd name="T5" fmla="*/ 21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nvGrpSpPr>
            <p:cNvPr id="198799" name="Group 144"/>
            <p:cNvGrpSpPr>
              <a:grpSpLocks/>
            </p:cNvGrpSpPr>
            <p:nvPr/>
          </p:nvGrpSpPr>
          <p:grpSpPr bwMode="auto">
            <a:xfrm>
              <a:off x="4739" y="1327"/>
              <a:ext cx="582" cy="139"/>
              <a:chOff x="614" y="2568"/>
              <a:chExt cx="725" cy="139"/>
            </a:xfrm>
          </p:grpSpPr>
          <p:sp>
            <p:nvSpPr>
              <p:cNvPr id="198811" name="AutoShape 145"/>
              <p:cNvSpPr>
                <a:spLocks noChangeArrowheads="1"/>
              </p:cNvSpPr>
              <p:nvPr/>
            </p:nvSpPr>
            <p:spPr bwMode="auto">
              <a:xfrm>
                <a:off x="611" y="2566"/>
                <a:ext cx="729" cy="142"/>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812" name="AutoShape 146"/>
              <p:cNvSpPr>
                <a:spLocks noChangeArrowheads="1"/>
              </p:cNvSpPr>
              <p:nvPr/>
            </p:nvSpPr>
            <p:spPr bwMode="auto">
              <a:xfrm>
                <a:off x="626"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800" name="Rectangle 147"/>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p>
              <a:endParaRPr lang="en-US"/>
            </a:p>
          </p:txBody>
        </p:sp>
        <p:sp>
          <p:nvSpPr>
            <p:cNvPr id="198801" name="Freeform 148"/>
            <p:cNvSpPr>
              <a:spLocks/>
            </p:cNvSpPr>
            <p:nvPr/>
          </p:nvSpPr>
          <p:spPr bwMode="auto">
            <a:xfrm>
              <a:off x="5312" y="1007"/>
              <a:ext cx="237" cy="213"/>
            </a:xfrm>
            <a:custGeom>
              <a:avLst/>
              <a:gdLst>
                <a:gd name="T0" fmla="*/ 2 w 296"/>
                <a:gd name="T1" fmla="*/ 0 h 256"/>
                <a:gd name="T2" fmla="*/ 17 w 296"/>
                <a:gd name="T3" fmla="*/ 12 h 256"/>
                <a:gd name="T4" fmla="*/ 17 w 296"/>
                <a:gd name="T5" fmla="*/ 23 h 256"/>
                <a:gd name="T6" fmla="*/ 0 w 296"/>
                <a:gd name="T7" fmla="*/ 8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802" name="Freeform 149"/>
            <p:cNvSpPr>
              <a:spLocks/>
            </p:cNvSpPr>
            <p:nvPr/>
          </p:nvSpPr>
          <p:spPr bwMode="auto">
            <a:xfrm>
              <a:off x="5315" y="680"/>
              <a:ext cx="244" cy="240"/>
            </a:xfrm>
            <a:custGeom>
              <a:avLst/>
              <a:gdLst>
                <a:gd name="T0" fmla="*/ 0 w 304"/>
                <a:gd name="T1" fmla="*/ 0 h 288"/>
                <a:gd name="T2" fmla="*/ 18 w 304"/>
                <a:gd name="T3" fmla="*/ 16 h 288"/>
                <a:gd name="T4" fmla="*/ 16 w 304"/>
                <a:gd name="T5" fmla="*/ 28 h 288"/>
                <a:gd name="T6" fmla="*/ 2 w 304"/>
                <a:gd name="T7" fmla="*/ 1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803" name="Oval 150"/>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804" name="Freeform 151"/>
            <p:cNvSpPr>
              <a:spLocks/>
            </p:cNvSpPr>
            <p:nvPr/>
          </p:nvSpPr>
          <p:spPr bwMode="auto">
            <a:xfrm>
              <a:off x="5302" y="2614"/>
              <a:ext cx="245" cy="200"/>
            </a:xfrm>
            <a:custGeom>
              <a:avLst/>
              <a:gdLst>
                <a:gd name="T0" fmla="*/ 0 w 306"/>
                <a:gd name="T1" fmla="*/ 11 h 240"/>
                <a:gd name="T2" fmla="*/ 2 w 306"/>
                <a:gd name="T3" fmla="*/ 23 h 240"/>
                <a:gd name="T4" fmla="*/ 18 w 306"/>
                <a:gd name="T5" fmla="*/ 11 h 240"/>
                <a:gd name="T6" fmla="*/ 17 w 306"/>
                <a:gd name="T7" fmla="*/ 0 h 240"/>
                <a:gd name="T8" fmla="*/ 0 w 306"/>
                <a:gd name="T9" fmla="*/ 11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805" name="AutoShape 152"/>
            <p:cNvSpPr>
              <a:spLocks noChangeArrowheads="1"/>
            </p:cNvSpPr>
            <p:nvPr/>
          </p:nvSpPr>
          <p:spPr bwMode="auto">
            <a:xfrm>
              <a:off x="4140" y="2677"/>
              <a:ext cx="1199" cy="148"/>
            </a:xfrm>
            <a:prstGeom prst="roundRect">
              <a:avLst>
                <a:gd name="adj" fmla="val 50000"/>
              </a:avLst>
            </a:prstGeom>
            <a:solidFill>
              <a:srgbClr val="DDDDDD"/>
            </a:solidFill>
            <a:ln w="9525">
              <a:solidFill>
                <a:schemeClr val="tx1"/>
              </a:solidFill>
              <a:round/>
              <a:headEnd/>
              <a:tailEnd/>
            </a:ln>
          </p:spPr>
          <p:txBody>
            <a:bodyPr wrap="none" anchor="ctr"/>
            <a:lstStyle/>
            <a:p>
              <a:endParaRPr lang="en-US"/>
            </a:p>
          </p:txBody>
        </p:sp>
        <p:sp>
          <p:nvSpPr>
            <p:cNvPr id="198806" name="AutoShape 153"/>
            <p:cNvSpPr>
              <a:spLocks noChangeArrowheads="1"/>
            </p:cNvSpPr>
            <p:nvPr/>
          </p:nvSpPr>
          <p:spPr bwMode="auto">
            <a:xfrm>
              <a:off x="4204" y="2712"/>
              <a:ext cx="1072"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p>
              <a:endParaRPr lang="en-US"/>
            </a:p>
          </p:txBody>
        </p:sp>
        <p:sp>
          <p:nvSpPr>
            <p:cNvPr id="198807" name="Oval 154"/>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808" name="Oval 155"/>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algn="ctr" eaLnBrk="1" hangingPunct="1">
                <a:spcBef>
                  <a:spcPct val="0"/>
                </a:spcBef>
                <a:buClrTx/>
                <a:buSzTx/>
                <a:buFontTx/>
                <a:buNone/>
              </a:pPr>
              <a:endParaRPr lang="en-US" sz="1800">
                <a:solidFill>
                  <a:srgbClr val="FF0000"/>
                </a:solidFill>
                <a:cs typeface="Arial" charset="0"/>
              </a:endParaRPr>
            </a:p>
          </p:txBody>
        </p:sp>
        <p:sp>
          <p:nvSpPr>
            <p:cNvPr id="198809" name="Oval 156"/>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810" name="Rectangle 157"/>
            <p:cNvSpPr>
              <a:spLocks noChangeArrowheads="1"/>
            </p:cNvSpPr>
            <p:nvPr/>
          </p:nvSpPr>
          <p:spPr bwMode="auto">
            <a:xfrm>
              <a:off x="5061" y="1835"/>
              <a:ext cx="87" cy="759"/>
            </a:xfrm>
            <a:prstGeom prst="rect">
              <a:avLst/>
            </a:prstGeom>
            <a:solidFill>
              <a:srgbClr val="292929"/>
            </a:solidFill>
            <a:ln w="9525">
              <a:solidFill>
                <a:schemeClr val="tx1"/>
              </a:solidFill>
              <a:miter lim="800000"/>
              <a:headEnd/>
              <a:tailEnd/>
            </a:ln>
          </p:spPr>
          <p:txBody>
            <a:bodyPr wrap="none" anchor="ctr"/>
            <a:lstStyle/>
            <a:p>
              <a:endParaRPr lang="en-US"/>
            </a:p>
          </p:txBody>
        </p:sp>
      </p:grpSp>
      <p:grpSp>
        <p:nvGrpSpPr>
          <p:cNvPr id="198688" name="Group 158"/>
          <p:cNvGrpSpPr>
            <a:grpSpLocks/>
          </p:cNvGrpSpPr>
          <p:nvPr/>
        </p:nvGrpSpPr>
        <p:grpSpPr bwMode="auto">
          <a:xfrm>
            <a:off x="5222875" y="2230438"/>
            <a:ext cx="390525" cy="641350"/>
            <a:chOff x="4140" y="429"/>
            <a:chExt cx="1425" cy="2396"/>
          </a:xfrm>
        </p:grpSpPr>
        <p:sp>
          <p:nvSpPr>
            <p:cNvPr id="198755" name="Freeform 159"/>
            <p:cNvSpPr>
              <a:spLocks/>
            </p:cNvSpPr>
            <p:nvPr/>
          </p:nvSpPr>
          <p:spPr bwMode="auto">
            <a:xfrm>
              <a:off x="5268" y="433"/>
              <a:ext cx="283" cy="2286"/>
            </a:xfrm>
            <a:custGeom>
              <a:avLst/>
              <a:gdLst>
                <a:gd name="T0" fmla="*/ 4 w 354"/>
                <a:gd name="T1" fmla="*/ 0 h 2742"/>
                <a:gd name="T2" fmla="*/ 19 w 354"/>
                <a:gd name="T3" fmla="*/ 32 h 2742"/>
                <a:gd name="T4" fmla="*/ 19 w 354"/>
                <a:gd name="T5" fmla="*/ 246 h 2742"/>
                <a:gd name="T6" fmla="*/ 0 w 354"/>
                <a:gd name="T7" fmla="*/ 258 h 2742"/>
                <a:gd name="T8" fmla="*/ 4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56" name="Rectangle 160"/>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198757" name="Freeform 161"/>
            <p:cNvSpPr>
              <a:spLocks/>
            </p:cNvSpPr>
            <p:nvPr/>
          </p:nvSpPr>
          <p:spPr bwMode="auto">
            <a:xfrm>
              <a:off x="5321" y="570"/>
              <a:ext cx="169" cy="2115"/>
            </a:xfrm>
            <a:custGeom>
              <a:avLst/>
              <a:gdLst>
                <a:gd name="T0" fmla="*/ 2 w 211"/>
                <a:gd name="T1" fmla="*/ 0 h 2537"/>
                <a:gd name="T2" fmla="*/ 11 w 211"/>
                <a:gd name="T3" fmla="*/ 21 h 2537"/>
                <a:gd name="T4" fmla="*/ 2 w 211"/>
                <a:gd name="T5" fmla="*/ 23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58" name="Freeform 162"/>
            <p:cNvSpPr>
              <a:spLocks/>
            </p:cNvSpPr>
            <p:nvPr/>
          </p:nvSpPr>
          <p:spPr bwMode="auto">
            <a:xfrm>
              <a:off x="5284" y="1640"/>
              <a:ext cx="263" cy="189"/>
            </a:xfrm>
            <a:custGeom>
              <a:avLst/>
              <a:gdLst>
                <a:gd name="T0" fmla="*/ 2 w 328"/>
                <a:gd name="T1" fmla="*/ 0 h 226"/>
                <a:gd name="T2" fmla="*/ 18 w 328"/>
                <a:gd name="T3" fmla="*/ 13 h 226"/>
                <a:gd name="T4" fmla="*/ 18 w 328"/>
                <a:gd name="T5" fmla="*/ 23 h 226"/>
                <a:gd name="T6" fmla="*/ 0 w 328"/>
                <a:gd name="T7" fmla="*/ 9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59" name="Rectangle 163"/>
            <p:cNvSpPr>
              <a:spLocks noChangeArrowheads="1"/>
            </p:cNvSpPr>
            <p:nvPr/>
          </p:nvSpPr>
          <p:spPr bwMode="auto">
            <a:xfrm>
              <a:off x="4210" y="696"/>
              <a:ext cx="597" cy="42"/>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760" name="Group 164"/>
            <p:cNvGrpSpPr>
              <a:grpSpLocks/>
            </p:cNvGrpSpPr>
            <p:nvPr/>
          </p:nvGrpSpPr>
          <p:grpSpPr bwMode="auto">
            <a:xfrm>
              <a:off x="4749" y="668"/>
              <a:ext cx="581" cy="145"/>
              <a:chOff x="614" y="2568"/>
              <a:chExt cx="725" cy="139"/>
            </a:xfrm>
          </p:grpSpPr>
          <p:sp>
            <p:nvSpPr>
              <p:cNvPr id="198785" name="AutoShape 165"/>
              <p:cNvSpPr>
                <a:spLocks noChangeArrowheads="1"/>
              </p:cNvSpPr>
              <p:nvPr/>
            </p:nvSpPr>
            <p:spPr bwMode="auto">
              <a:xfrm>
                <a:off x="613" y="2566"/>
                <a:ext cx="723" cy="142"/>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86" name="AutoShape 166"/>
              <p:cNvSpPr>
                <a:spLocks noChangeArrowheads="1"/>
              </p:cNvSpPr>
              <p:nvPr/>
            </p:nvSpPr>
            <p:spPr bwMode="auto">
              <a:xfrm>
                <a:off x="628"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61" name="Rectangle 167"/>
            <p:cNvSpPr>
              <a:spLocks noChangeArrowheads="1"/>
            </p:cNvSpPr>
            <p:nvPr/>
          </p:nvSpPr>
          <p:spPr bwMode="auto">
            <a:xfrm>
              <a:off x="4227" y="1016"/>
              <a:ext cx="591" cy="47"/>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762" name="Group 168"/>
            <p:cNvGrpSpPr>
              <a:grpSpLocks/>
            </p:cNvGrpSpPr>
            <p:nvPr/>
          </p:nvGrpSpPr>
          <p:grpSpPr bwMode="auto">
            <a:xfrm>
              <a:off x="4747" y="994"/>
              <a:ext cx="581" cy="134"/>
              <a:chOff x="614" y="2568"/>
              <a:chExt cx="725" cy="139"/>
            </a:xfrm>
          </p:grpSpPr>
          <p:sp>
            <p:nvSpPr>
              <p:cNvPr id="198783" name="AutoShape 169"/>
              <p:cNvSpPr>
                <a:spLocks noChangeArrowheads="1"/>
              </p:cNvSpPr>
              <p:nvPr/>
            </p:nvSpPr>
            <p:spPr bwMode="auto">
              <a:xfrm>
                <a:off x="616" y="2566"/>
                <a:ext cx="723" cy="141"/>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84" name="AutoShape 170"/>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63" name="Rectangle 171"/>
            <p:cNvSpPr>
              <a:spLocks noChangeArrowheads="1"/>
            </p:cNvSpPr>
            <p:nvPr/>
          </p:nvSpPr>
          <p:spPr bwMode="auto">
            <a:xfrm>
              <a:off x="4215" y="1360"/>
              <a:ext cx="597" cy="42"/>
            </a:xfrm>
            <a:prstGeom prst="rect">
              <a:avLst/>
            </a:prstGeom>
            <a:solidFill>
              <a:schemeClr val="tx1"/>
            </a:solidFill>
            <a:ln w="9525">
              <a:solidFill>
                <a:schemeClr val="tx1"/>
              </a:solidFill>
              <a:miter lim="800000"/>
              <a:headEnd/>
              <a:tailEnd/>
            </a:ln>
          </p:spPr>
          <p:txBody>
            <a:bodyPr wrap="none" anchor="ctr"/>
            <a:lstStyle/>
            <a:p>
              <a:endParaRPr lang="en-US"/>
            </a:p>
          </p:txBody>
        </p:sp>
        <p:sp>
          <p:nvSpPr>
            <p:cNvPr id="198764" name="Rectangle 172"/>
            <p:cNvSpPr>
              <a:spLocks noChangeArrowheads="1"/>
            </p:cNvSpPr>
            <p:nvPr/>
          </p:nvSpPr>
          <p:spPr bwMode="auto">
            <a:xfrm>
              <a:off x="4227" y="1657"/>
              <a:ext cx="597" cy="47"/>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765" name="Group 173"/>
            <p:cNvGrpSpPr>
              <a:grpSpLocks/>
            </p:cNvGrpSpPr>
            <p:nvPr/>
          </p:nvGrpSpPr>
          <p:grpSpPr bwMode="auto">
            <a:xfrm>
              <a:off x="4735" y="1627"/>
              <a:ext cx="582" cy="151"/>
              <a:chOff x="614" y="2568"/>
              <a:chExt cx="725" cy="139"/>
            </a:xfrm>
          </p:grpSpPr>
          <p:sp>
            <p:nvSpPr>
              <p:cNvPr id="198781" name="AutoShape 174"/>
              <p:cNvSpPr>
                <a:spLocks noChangeArrowheads="1"/>
              </p:cNvSpPr>
              <p:nvPr/>
            </p:nvSpPr>
            <p:spPr bwMode="auto">
              <a:xfrm>
                <a:off x="616" y="2568"/>
                <a:ext cx="722" cy="131"/>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82" name="AutoShape 175"/>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66" name="Freeform 176"/>
            <p:cNvSpPr>
              <a:spLocks/>
            </p:cNvSpPr>
            <p:nvPr/>
          </p:nvSpPr>
          <p:spPr bwMode="auto">
            <a:xfrm>
              <a:off x="5288" y="1354"/>
              <a:ext cx="263" cy="188"/>
            </a:xfrm>
            <a:custGeom>
              <a:avLst/>
              <a:gdLst>
                <a:gd name="T0" fmla="*/ 2 w 328"/>
                <a:gd name="T1" fmla="*/ 0 h 226"/>
                <a:gd name="T2" fmla="*/ 18 w 328"/>
                <a:gd name="T3" fmla="*/ 12 h 226"/>
                <a:gd name="T4" fmla="*/ 18 w 328"/>
                <a:gd name="T5" fmla="*/ 21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nvGrpSpPr>
            <p:cNvPr id="198767" name="Group 177"/>
            <p:cNvGrpSpPr>
              <a:grpSpLocks/>
            </p:cNvGrpSpPr>
            <p:nvPr/>
          </p:nvGrpSpPr>
          <p:grpSpPr bwMode="auto">
            <a:xfrm>
              <a:off x="4739" y="1327"/>
              <a:ext cx="582" cy="139"/>
              <a:chOff x="614" y="2568"/>
              <a:chExt cx="725" cy="139"/>
            </a:xfrm>
          </p:grpSpPr>
          <p:sp>
            <p:nvSpPr>
              <p:cNvPr id="198779" name="AutoShape 178"/>
              <p:cNvSpPr>
                <a:spLocks noChangeArrowheads="1"/>
              </p:cNvSpPr>
              <p:nvPr/>
            </p:nvSpPr>
            <p:spPr bwMode="auto">
              <a:xfrm>
                <a:off x="611" y="2566"/>
                <a:ext cx="729" cy="142"/>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80" name="AutoShape 179"/>
              <p:cNvSpPr>
                <a:spLocks noChangeArrowheads="1"/>
              </p:cNvSpPr>
              <p:nvPr/>
            </p:nvSpPr>
            <p:spPr bwMode="auto">
              <a:xfrm>
                <a:off x="626"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68" name="Rectangle 180"/>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p>
              <a:endParaRPr lang="en-US"/>
            </a:p>
          </p:txBody>
        </p:sp>
        <p:sp>
          <p:nvSpPr>
            <p:cNvPr id="198769" name="Freeform 181"/>
            <p:cNvSpPr>
              <a:spLocks/>
            </p:cNvSpPr>
            <p:nvPr/>
          </p:nvSpPr>
          <p:spPr bwMode="auto">
            <a:xfrm>
              <a:off x="5312" y="1007"/>
              <a:ext cx="237" cy="213"/>
            </a:xfrm>
            <a:custGeom>
              <a:avLst/>
              <a:gdLst>
                <a:gd name="T0" fmla="*/ 2 w 296"/>
                <a:gd name="T1" fmla="*/ 0 h 256"/>
                <a:gd name="T2" fmla="*/ 17 w 296"/>
                <a:gd name="T3" fmla="*/ 12 h 256"/>
                <a:gd name="T4" fmla="*/ 17 w 296"/>
                <a:gd name="T5" fmla="*/ 23 h 256"/>
                <a:gd name="T6" fmla="*/ 0 w 296"/>
                <a:gd name="T7" fmla="*/ 8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70" name="Freeform 182"/>
            <p:cNvSpPr>
              <a:spLocks/>
            </p:cNvSpPr>
            <p:nvPr/>
          </p:nvSpPr>
          <p:spPr bwMode="auto">
            <a:xfrm>
              <a:off x="5315" y="680"/>
              <a:ext cx="244" cy="240"/>
            </a:xfrm>
            <a:custGeom>
              <a:avLst/>
              <a:gdLst>
                <a:gd name="T0" fmla="*/ 0 w 304"/>
                <a:gd name="T1" fmla="*/ 0 h 288"/>
                <a:gd name="T2" fmla="*/ 18 w 304"/>
                <a:gd name="T3" fmla="*/ 16 h 288"/>
                <a:gd name="T4" fmla="*/ 16 w 304"/>
                <a:gd name="T5" fmla="*/ 28 h 288"/>
                <a:gd name="T6" fmla="*/ 2 w 304"/>
                <a:gd name="T7" fmla="*/ 1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71" name="Oval 183"/>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72" name="Freeform 184"/>
            <p:cNvSpPr>
              <a:spLocks/>
            </p:cNvSpPr>
            <p:nvPr/>
          </p:nvSpPr>
          <p:spPr bwMode="auto">
            <a:xfrm>
              <a:off x="5302" y="2614"/>
              <a:ext cx="245" cy="200"/>
            </a:xfrm>
            <a:custGeom>
              <a:avLst/>
              <a:gdLst>
                <a:gd name="T0" fmla="*/ 0 w 306"/>
                <a:gd name="T1" fmla="*/ 11 h 240"/>
                <a:gd name="T2" fmla="*/ 2 w 306"/>
                <a:gd name="T3" fmla="*/ 23 h 240"/>
                <a:gd name="T4" fmla="*/ 18 w 306"/>
                <a:gd name="T5" fmla="*/ 11 h 240"/>
                <a:gd name="T6" fmla="*/ 17 w 306"/>
                <a:gd name="T7" fmla="*/ 0 h 240"/>
                <a:gd name="T8" fmla="*/ 0 w 306"/>
                <a:gd name="T9" fmla="*/ 11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73" name="AutoShape 185"/>
            <p:cNvSpPr>
              <a:spLocks noChangeArrowheads="1"/>
            </p:cNvSpPr>
            <p:nvPr/>
          </p:nvSpPr>
          <p:spPr bwMode="auto">
            <a:xfrm>
              <a:off x="4140" y="2677"/>
              <a:ext cx="1199" cy="148"/>
            </a:xfrm>
            <a:prstGeom prst="roundRect">
              <a:avLst>
                <a:gd name="adj" fmla="val 50000"/>
              </a:avLst>
            </a:prstGeom>
            <a:solidFill>
              <a:srgbClr val="DDDDDD"/>
            </a:solidFill>
            <a:ln w="9525">
              <a:solidFill>
                <a:schemeClr val="tx1"/>
              </a:solidFill>
              <a:round/>
              <a:headEnd/>
              <a:tailEnd/>
            </a:ln>
          </p:spPr>
          <p:txBody>
            <a:bodyPr wrap="none" anchor="ctr"/>
            <a:lstStyle/>
            <a:p>
              <a:endParaRPr lang="en-US"/>
            </a:p>
          </p:txBody>
        </p:sp>
        <p:sp>
          <p:nvSpPr>
            <p:cNvPr id="198774" name="AutoShape 186"/>
            <p:cNvSpPr>
              <a:spLocks noChangeArrowheads="1"/>
            </p:cNvSpPr>
            <p:nvPr/>
          </p:nvSpPr>
          <p:spPr bwMode="auto">
            <a:xfrm>
              <a:off x="4204" y="2712"/>
              <a:ext cx="1072"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p>
              <a:endParaRPr lang="en-US"/>
            </a:p>
          </p:txBody>
        </p:sp>
        <p:sp>
          <p:nvSpPr>
            <p:cNvPr id="198775" name="Oval 187"/>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76" name="Oval 188"/>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algn="ctr" eaLnBrk="1" hangingPunct="1">
                <a:spcBef>
                  <a:spcPct val="0"/>
                </a:spcBef>
                <a:buClrTx/>
                <a:buSzTx/>
                <a:buFontTx/>
                <a:buNone/>
              </a:pPr>
              <a:endParaRPr lang="en-US" sz="1800">
                <a:solidFill>
                  <a:srgbClr val="FF0000"/>
                </a:solidFill>
                <a:cs typeface="Arial" charset="0"/>
              </a:endParaRPr>
            </a:p>
          </p:txBody>
        </p:sp>
        <p:sp>
          <p:nvSpPr>
            <p:cNvPr id="198777" name="Oval 189"/>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78" name="Rectangle 190"/>
            <p:cNvSpPr>
              <a:spLocks noChangeArrowheads="1"/>
            </p:cNvSpPr>
            <p:nvPr/>
          </p:nvSpPr>
          <p:spPr bwMode="auto">
            <a:xfrm>
              <a:off x="5061" y="1835"/>
              <a:ext cx="87" cy="759"/>
            </a:xfrm>
            <a:prstGeom prst="rect">
              <a:avLst/>
            </a:prstGeom>
            <a:solidFill>
              <a:srgbClr val="292929"/>
            </a:solidFill>
            <a:ln w="9525">
              <a:solidFill>
                <a:schemeClr val="tx1"/>
              </a:solidFill>
              <a:miter lim="800000"/>
              <a:headEnd/>
              <a:tailEnd/>
            </a:ln>
          </p:spPr>
          <p:txBody>
            <a:bodyPr wrap="none" anchor="ctr"/>
            <a:lstStyle/>
            <a:p>
              <a:endParaRPr lang="en-US"/>
            </a:p>
          </p:txBody>
        </p:sp>
      </p:grpSp>
      <p:grpSp>
        <p:nvGrpSpPr>
          <p:cNvPr id="198689" name="Group 224"/>
          <p:cNvGrpSpPr>
            <a:grpSpLocks/>
          </p:cNvGrpSpPr>
          <p:nvPr/>
        </p:nvGrpSpPr>
        <p:grpSpPr bwMode="auto">
          <a:xfrm>
            <a:off x="6376988" y="968375"/>
            <a:ext cx="390525" cy="641350"/>
            <a:chOff x="4140" y="429"/>
            <a:chExt cx="1425" cy="2396"/>
          </a:xfrm>
        </p:grpSpPr>
        <p:sp>
          <p:nvSpPr>
            <p:cNvPr id="198723" name="Freeform 225"/>
            <p:cNvSpPr>
              <a:spLocks/>
            </p:cNvSpPr>
            <p:nvPr/>
          </p:nvSpPr>
          <p:spPr bwMode="auto">
            <a:xfrm>
              <a:off x="5268" y="433"/>
              <a:ext cx="283" cy="2286"/>
            </a:xfrm>
            <a:custGeom>
              <a:avLst/>
              <a:gdLst>
                <a:gd name="T0" fmla="*/ 4 w 354"/>
                <a:gd name="T1" fmla="*/ 0 h 2742"/>
                <a:gd name="T2" fmla="*/ 19 w 354"/>
                <a:gd name="T3" fmla="*/ 32 h 2742"/>
                <a:gd name="T4" fmla="*/ 19 w 354"/>
                <a:gd name="T5" fmla="*/ 246 h 2742"/>
                <a:gd name="T6" fmla="*/ 0 w 354"/>
                <a:gd name="T7" fmla="*/ 258 h 2742"/>
                <a:gd name="T8" fmla="*/ 4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24" name="Rectangle 226"/>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198725" name="Freeform 227"/>
            <p:cNvSpPr>
              <a:spLocks/>
            </p:cNvSpPr>
            <p:nvPr/>
          </p:nvSpPr>
          <p:spPr bwMode="auto">
            <a:xfrm>
              <a:off x="5321" y="570"/>
              <a:ext cx="169" cy="2115"/>
            </a:xfrm>
            <a:custGeom>
              <a:avLst/>
              <a:gdLst>
                <a:gd name="T0" fmla="*/ 2 w 211"/>
                <a:gd name="T1" fmla="*/ 0 h 2537"/>
                <a:gd name="T2" fmla="*/ 11 w 211"/>
                <a:gd name="T3" fmla="*/ 21 h 2537"/>
                <a:gd name="T4" fmla="*/ 2 w 211"/>
                <a:gd name="T5" fmla="*/ 23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26" name="Freeform 228"/>
            <p:cNvSpPr>
              <a:spLocks/>
            </p:cNvSpPr>
            <p:nvPr/>
          </p:nvSpPr>
          <p:spPr bwMode="auto">
            <a:xfrm>
              <a:off x="5284" y="1640"/>
              <a:ext cx="263" cy="189"/>
            </a:xfrm>
            <a:custGeom>
              <a:avLst/>
              <a:gdLst>
                <a:gd name="T0" fmla="*/ 2 w 328"/>
                <a:gd name="T1" fmla="*/ 0 h 226"/>
                <a:gd name="T2" fmla="*/ 18 w 328"/>
                <a:gd name="T3" fmla="*/ 13 h 226"/>
                <a:gd name="T4" fmla="*/ 18 w 328"/>
                <a:gd name="T5" fmla="*/ 23 h 226"/>
                <a:gd name="T6" fmla="*/ 0 w 328"/>
                <a:gd name="T7" fmla="*/ 9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27" name="Rectangle 229"/>
            <p:cNvSpPr>
              <a:spLocks noChangeArrowheads="1"/>
            </p:cNvSpPr>
            <p:nvPr/>
          </p:nvSpPr>
          <p:spPr bwMode="auto">
            <a:xfrm>
              <a:off x="4210" y="696"/>
              <a:ext cx="597" cy="42"/>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728" name="Group 230"/>
            <p:cNvGrpSpPr>
              <a:grpSpLocks/>
            </p:cNvGrpSpPr>
            <p:nvPr/>
          </p:nvGrpSpPr>
          <p:grpSpPr bwMode="auto">
            <a:xfrm>
              <a:off x="4749" y="668"/>
              <a:ext cx="581" cy="145"/>
              <a:chOff x="614" y="2568"/>
              <a:chExt cx="725" cy="139"/>
            </a:xfrm>
          </p:grpSpPr>
          <p:sp>
            <p:nvSpPr>
              <p:cNvPr id="198753" name="AutoShape 231"/>
              <p:cNvSpPr>
                <a:spLocks noChangeArrowheads="1"/>
              </p:cNvSpPr>
              <p:nvPr/>
            </p:nvSpPr>
            <p:spPr bwMode="auto">
              <a:xfrm>
                <a:off x="613" y="2566"/>
                <a:ext cx="723" cy="142"/>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54" name="AutoShape 232"/>
              <p:cNvSpPr>
                <a:spLocks noChangeArrowheads="1"/>
              </p:cNvSpPr>
              <p:nvPr/>
            </p:nvSpPr>
            <p:spPr bwMode="auto">
              <a:xfrm>
                <a:off x="627"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29" name="Rectangle 233"/>
            <p:cNvSpPr>
              <a:spLocks noChangeArrowheads="1"/>
            </p:cNvSpPr>
            <p:nvPr/>
          </p:nvSpPr>
          <p:spPr bwMode="auto">
            <a:xfrm>
              <a:off x="4227" y="1016"/>
              <a:ext cx="591" cy="47"/>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730" name="Group 234"/>
            <p:cNvGrpSpPr>
              <a:grpSpLocks/>
            </p:cNvGrpSpPr>
            <p:nvPr/>
          </p:nvGrpSpPr>
          <p:grpSpPr bwMode="auto">
            <a:xfrm>
              <a:off x="4747" y="994"/>
              <a:ext cx="581" cy="134"/>
              <a:chOff x="614" y="2568"/>
              <a:chExt cx="725" cy="139"/>
            </a:xfrm>
          </p:grpSpPr>
          <p:sp>
            <p:nvSpPr>
              <p:cNvPr id="198751" name="AutoShape 235"/>
              <p:cNvSpPr>
                <a:spLocks noChangeArrowheads="1"/>
              </p:cNvSpPr>
              <p:nvPr/>
            </p:nvSpPr>
            <p:spPr bwMode="auto">
              <a:xfrm>
                <a:off x="616" y="2566"/>
                <a:ext cx="723" cy="141"/>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52" name="AutoShape 236"/>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31" name="Rectangle 237"/>
            <p:cNvSpPr>
              <a:spLocks noChangeArrowheads="1"/>
            </p:cNvSpPr>
            <p:nvPr/>
          </p:nvSpPr>
          <p:spPr bwMode="auto">
            <a:xfrm>
              <a:off x="4215" y="1360"/>
              <a:ext cx="597" cy="42"/>
            </a:xfrm>
            <a:prstGeom prst="rect">
              <a:avLst/>
            </a:prstGeom>
            <a:solidFill>
              <a:schemeClr val="tx1"/>
            </a:solidFill>
            <a:ln w="9525">
              <a:solidFill>
                <a:schemeClr val="tx1"/>
              </a:solidFill>
              <a:miter lim="800000"/>
              <a:headEnd/>
              <a:tailEnd/>
            </a:ln>
          </p:spPr>
          <p:txBody>
            <a:bodyPr wrap="none" anchor="ctr"/>
            <a:lstStyle/>
            <a:p>
              <a:endParaRPr lang="en-US"/>
            </a:p>
          </p:txBody>
        </p:sp>
        <p:sp>
          <p:nvSpPr>
            <p:cNvPr id="198732" name="Rectangle 238"/>
            <p:cNvSpPr>
              <a:spLocks noChangeArrowheads="1"/>
            </p:cNvSpPr>
            <p:nvPr/>
          </p:nvSpPr>
          <p:spPr bwMode="auto">
            <a:xfrm>
              <a:off x="4227" y="1657"/>
              <a:ext cx="597" cy="47"/>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733" name="Group 239"/>
            <p:cNvGrpSpPr>
              <a:grpSpLocks/>
            </p:cNvGrpSpPr>
            <p:nvPr/>
          </p:nvGrpSpPr>
          <p:grpSpPr bwMode="auto">
            <a:xfrm>
              <a:off x="4735" y="1627"/>
              <a:ext cx="582" cy="151"/>
              <a:chOff x="614" y="2568"/>
              <a:chExt cx="725" cy="139"/>
            </a:xfrm>
          </p:grpSpPr>
          <p:sp>
            <p:nvSpPr>
              <p:cNvPr id="198749" name="AutoShape 240"/>
              <p:cNvSpPr>
                <a:spLocks noChangeArrowheads="1"/>
              </p:cNvSpPr>
              <p:nvPr/>
            </p:nvSpPr>
            <p:spPr bwMode="auto">
              <a:xfrm>
                <a:off x="616" y="2568"/>
                <a:ext cx="722" cy="131"/>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50" name="AutoShape 241"/>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34" name="Freeform 242"/>
            <p:cNvSpPr>
              <a:spLocks/>
            </p:cNvSpPr>
            <p:nvPr/>
          </p:nvSpPr>
          <p:spPr bwMode="auto">
            <a:xfrm>
              <a:off x="5288" y="1354"/>
              <a:ext cx="263" cy="188"/>
            </a:xfrm>
            <a:custGeom>
              <a:avLst/>
              <a:gdLst>
                <a:gd name="T0" fmla="*/ 2 w 328"/>
                <a:gd name="T1" fmla="*/ 0 h 226"/>
                <a:gd name="T2" fmla="*/ 18 w 328"/>
                <a:gd name="T3" fmla="*/ 12 h 226"/>
                <a:gd name="T4" fmla="*/ 18 w 328"/>
                <a:gd name="T5" fmla="*/ 21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nvGrpSpPr>
            <p:cNvPr id="198735" name="Group 243"/>
            <p:cNvGrpSpPr>
              <a:grpSpLocks/>
            </p:cNvGrpSpPr>
            <p:nvPr/>
          </p:nvGrpSpPr>
          <p:grpSpPr bwMode="auto">
            <a:xfrm>
              <a:off x="4739" y="1327"/>
              <a:ext cx="582" cy="139"/>
              <a:chOff x="614" y="2568"/>
              <a:chExt cx="725" cy="139"/>
            </a:xfrm>
          </p:grpSpPr>
          <p:sp>
            <p:nvSpPr>
              <p:cNvPr id="198747" name="AutoShape 244"/>
              <p:cNvSpPr>
                <a:spLocks noChangeArrowheads="1"/>
              </p:cNvSpPr>
              <p:nvPr/>
            </p:nvSpPr>
            <p:spPr bwMode="auto">
              <a:xfrm>
                <a:off x="611" y="2566"/>
                <a:ext cx="729" cy="142"/>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48" name="AutoShape 245"/>
              <p:cNvSpPr>
                <a:spLocks noChangeArrowheads="1"/>
              </p:cNvSpPr>
              <p:nvPr/>
            </p:nvSpPr>
            <p:spPr bwMode="auto">
              <a:xfrm>
                <a:off x="625"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36" name="Rectangle 246"/>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p>
              <a:endParaRPr lang="en-US"/>
            </a:p>
          </p:txBody>
        </p:sp>
        <p:sp>
          <p:nvSpPr>
            <p:cNvPr id="198737" name="Freeform 247"/>
            <p:cNvSpPr>
              <a:spLocks/>
            </p:cNvSpPr>
            <p:nvPr/>
          </p:nvSpPr>
          <p:spPr bwMode="auto">
            <a:xfrm>
              <a:off x="5312" y="1007"/>
              <a:ext cx="237" cy="213"/>
            </a:xfrm>
            <a:custGeom>
              <a:avLst/>
              <a:gdLst>
                <a:gd name="T0" fmla="*/ 2 w 296"/>
                <a:gd name="T1" fmla="*/ 0 h 256"/>
                <a:gd name="T2" fmla="*/ 17 w 296"/>
                <a:gd name="T3" fmla="*/ 12 h 256"/>
                <a:gd name="T4" fmla="*/ 17 w 296"/>
                <a:gd name="T5" fmla="*/ 23 h 256"/>
                <a:gd name="T6" fmla="*/ 0 w 296"/>
                <a:gd name="T7" fmla="*/ 8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38" name="Freeform 248"/>
            <p:cNvSpPr>
              <a:spLocks/>
            </p:cNvSpPr>
            <p:nvPr/>
          </p:nvSpPr>
          <p:spPr bwMode="auto">
            <a:xfrm>
              <a:off x="5315" y="680"/>
              <a:ext cx="244" cy="240"/>
            </a:xfrm>
            <a:custGeom>
              <a:avLst/>
              <a:gdLst>
                <a:gd name="T0" fmla="*/ 0 w 304"/>
                <a:gd name="T1" fmla="*/ 0 h 288"/>
                <a:gd name="T2" fmla="*/ 18 w 304"/>
                <a:gd name="T3" fmla="*/ 16 h 288"/>
                <a:gd name="T4" fmla="*/ 16 w 304"/>
                <a:gd name="T5" fmla="*/ 28 h 288"/>
                <a:gd name="T6" fmla="*/ 2 w 304"/>
                <a:gd name="T7" fmla="*/ 1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39" name="Oval 249"/>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40" name="Freeform 250"/>
            <p:cNvSpPr>
              <a:spLocks/>
            </p:cNvSpPr>
            <p:nvPr/>
          </p:nvSpPr>
          <p:spPr bwMode="auto">
            <a:xfrm>
              <a:off x="5302" y="2614"/>
              <a:ext cx="245" cy="200"/>
            </a:xfrm>
            <a:custGeom>
              <a:avLst/>
              <a:gdLst>
                <a:gd name="T0" fmla="*/ 0 w 306"/>
                <a:gd name="T1" fmla="*/ 11 h 240"/>
                <a:gd name="T2" fmla="*/ 2 w 306"/>
                <a:gd name="T3" fmla="*/ 23 h 240"/>
                <a:gd name="T4" fmla="*/ 18 w 306"/>
                <a:gd name="T5" fmla="*/ 11 h 240"/>
                <a:gd name="T6" fmla="*/ 17 w 306"/>
                <a:gd name="T7" fmla="*/ 0 h 240"/>
                <a:gd name="T8" fmla="*/ 0 w 306"/>
                <a:gd name="T9" fmla="*/ 11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41" name="AutoShape 251"/>
            <p:cNvSpPr>
              <a:spLocks noChangeArrowheads="1"/>
            </p:cNvSpPr>
            <p:nvPr/>
          </p:nvSpPr>
          <p:spPr bwMode="auto">
            <a:xfrm>
              <a:off x="4140" y="2677"/>
              <a:ext cx="1199" cy="148"/>
            </a:xfrm>
            <a:prstGeom prst="roundRect">
              <a:avLst>
                <a:gd name="adj" fmla="val 50000"/>
              </a:avLst>
            </a:prstGeom>
            <a:solidFill>
              <a:srgbClr val="DDDDDD"/>
            </a:solidFill>
            <a:ln w="9525">
              <a:solidFill>
                <a:schemeClr val="tx1"/>
              </a:solidFill>
              <a:round/>
              <a:headEnd/>
              <a:tailEnd/>
            </a:ln>
          </p:spPr>
          <p:txBody>
            <a:bodyPr wrap="none" anchor="ctr"/>
            <a:lstStyle/>
            <a:p>
              <a:endParaRPr lang="en-US"/>
            </a:p>
          </p:txBody>
        </p:sp>
        <p:sp>
          <p:nvSpPr>
            <p:cNvPr id="198742" name="AutoShape 252"/>
            <p:cNvSpPr>
              <a:spLocks noChangeArrowheads="1"/>
            </p:cNvSpPr>
            <p:nvPr/>
          </p:nvSpPr>
          <p:spPr bwMode="auto">
            <a:xfrm>
              <a:off x="4204" y="2712"/>
              <a:ext cx="1072"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p>
              <a:endParaRPr lang="en-US"/>
            </a:p>
          </p:txBody>
        </p:sp>
        <p:sp>
          <p:nvSpPr>
            <p:cNvPr id="198743" name="Oval 253"/>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44" name="Oval 254"/>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algn="ctr" eaLnBrk="1" hangingPunct="1">
                <a:spcBef>
                  <a:spcPct val="0"/>
                </a:spcBef>
                <a:buClrTx/>
                <a:buSzTx/>
                <a:buFontTx/>
                <a:buNone/>
              </a:pPr>
              <a:endParaRPr lang="en-US" sz="1800">
                <a:solidFill>
                  <a:srgbClr val="FF0000"/>
                </a:solidFill>
                <a:cs typeface="Arial" charset="0"/>
              </a:endParaRPr>
            </a:p>
          </p:txBody>
        </p:sp>
        <p:sp>
          <p:nvSpPr>
            <p:cNvPr id="198745" name="Oval 255"/>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46" name="Rectangle 256"/>
            <p:cNvSpPr>
              <a:spLocks noChangeArrowheads="1"/>
            </p:cNvSpPr>
            <p:nvPr/>
          </p:nvSpPr>
          <p:spPr bwMode="auto">
            <a:xfrm>
              <a:off x="5061" y="1835"/>
              <a:ext cx="87" cy="759"/>
            </a:xfrm>
            <a:prstGeom prst="rect">
              <a:avLst/>
            </a:prstGeom>
            <a:solidFill>
              <a:srgbClr val="292929"/>
            </a:solidFill>
            <a:ln w="9525">
              <a:solidFill>
                <a:schemeClr val="tx1"/>
              </a:solidFill>
              <a:miter lim="800000"/>
              <a:headEnd/>
              <a:tailEnd/>
            </a:ln>
          </p:spPr>
          <p:txBody>
            <a:bodyPr wrap="none" anchor="ctr"/>
            <a:lstStyle/>
            <a:p>
              <a:endParaRPr lang="en-US"/>
            </a:p>
          </p:txBody>
        </p:sp>
      </p:grpSp>
      <p:grpSp>
        <p:nvGrpSpPr>
          <p:cNvPr id="198690" name="Group 257"/>
          <p:cNvGrpSpPr>
            <a:grpSpLocks/>
          </p:cNvGrpSpPr>
          <p:nvPr/>
        </p:nvGrpSpPr>
        <p:grpSpPr bwMode="auto">
          <a:xfrm>
            <a:off x="7192963" y="2220913"/>
            <a:ext cx="390525" cy="641350"/>
            <a:chOff x="4140" y="429"/>
            <a:chExt cx="1425" cy="2396"/>
          </a:xfrm>
        </p:grpSpPr>
        <p:sp>
          <p:nvSpPr>
            <p:cNvPr id="198691" name="Freeform 258"/>
            <p:cNvSpPr>
              <a:spLocks/>
            </p:cNvSpPr>
            <p:nvPr/>
          </p:nvSpPr>
          <p:spPr bwMode="auto">
            <a:xfrm>
              <a:off x="5268" y="433"/>
              <a:ext cx="283" cy="2286"/>
            </a:xfrm>
            <a:custGeom>
              <a:avLst/>
              <a:gdLst>
                <a:gd name="T0" fmla="*/ 4 w 354"/>
                <a:gd name="T1" fmla="*/ 0 h 2742"/>
                <a:gd name="T2" fmla="*/ 19 w 354"/>
                <a:gd name="T3" fmla="*/ 32 h 2742"/>
                <a:gd name="T4" fmla="*/ 19 w 354"/>
                <a:gd name="T5" fmla="*/ 246 h 2742"/>
                <a:gd name="T6" fmla="*/ 0 w 354"/>
                <a:gd name="T7" fmla="*/ 258 h 2742"/>
                <a:gd name="T8" fmla="*/ 4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692" name="Rectangle 259"/>
            <p:cNvSpPr>
              <a:spLocks noChangeArrowheads="1"/>
            </p:cNvSpPr>
            <p:nvPr/>
          </p:nvSpPr>
          <p:spPr bwMode="auto">
            <a:xfrm>
              <a:off x="4204" y="429"/>
              <a:ext cx="1048" cy="2283"/>
            </a:xfrm>
            <a:prstGeom prst="rect">
              <a:avLst/>
            </a:pr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198693" name="Freeform 260"/>
            <p:cNvSpPr>
              <a:spLocks/>
            </p:cNvSpPr>
            <p:nvPr/>
          </p:nvSpPr>
          <p:spPr bwMode="auto">
            <a:xfrm>
              <a:off x="5321" y="570"/>
              <a:ext cx="169" cy="2115"/>
            </a:xfrm>
            <a:custGeom>
              <a:avLst/>
              <a:gdLst>
                <a:gd name="T0" fmla="*/ 2 w 211"/>
                <a:gd name="T1" fmla="*/ 0 h 2537"/>
                <a:gd name="T2" fmla="*/ 11 w 211"/>
                <a:gd name="T3" fmla="*/ 21 h 2537"/>
                <a:gd name="T4" fmla="*/ 2 w 211"/>
                <a:gd name="T5" fmla="*/ 23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694" name="Freeform 261"/>
            <p:cNvSpPr>
              <a:spLocks/>
            </p:cNvSpPr>
            <p:nvPr/>
          </p:nvSpPr>
          <p:spPr bwMode="auto">
            <a:xfrm>
              <a:off x="5284" y="1640"/>
              <a:ext cx="263" cy="189"/>
            </a:xfrm>
            <a:custGeom>
              <a:avLst/>
              <a:gdLst>
                <a:gd name="T0" fmla="*/ 2 w 328"/>
                <a:gd name="T1" fmla="*/ 0 h 226"/>
                <a:gd name="T2" fmla="*/ 18 w 328"/>
                <a:gd name="T3" fmla="*/ 13 h 226"/>
                <a:gd name="T4" fmla="*/ 18 w 328"/>
                <a:gd name="T5" fmla="*/ 23 h 226"/>
                <a:gd name="T6" fmla="*/ 0 w 328"/>
                <a:gd name="T7" fmla="*/ 9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695" name="Rectangle 262"/>
            <p:cNvSpPr>
              <a:spLocks noChangeArrowheads="1"/>
            </p:cNvSpPr>
            <p:nvPr/>
          </p:nvSpPr>
          <p:spPr bwMode="auto">
            <a:xfrm>
              <a:off x="4210" y="696"/>
              <a:ext cx="597" cy="42"/>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696" name="Group 263"/>
            <p:cNvGrpSpPr>
              <a:grpSpLocks/>
            </p:cNvGrpSpPr>
            <p:nvPr/>
          </p:nvGrpSpPr>
          <p:grpSpPr bwMode="auto">
            <a:xfrm>
              <a:off x="4749" y="668"/>
              <a:ext cx="581" cy="145"/>
              <a:chOff x="614" y="2568"/>
              <a:chExt cx="725" cy="139"/>
            </a:xfrm>
          </p:grpSpPr>
          <p:sp>
            <p:nvSpPr>
              <p:cNvPr id="198721" name="AutoShape 264"/>
              <p:cNvSpPr>
                <a:spLocks noChangeArrowheads="1"/>
              </p:cNvSpPr>
              <p:nvPr/>
            </p:nvSpPr>
            <p:spPr bwMode="auto">
              <a:xfrm>
                <a:off x="613" y="2566"/>
                <a:ext cx="723" cy="142"/>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22" name="AutoShape 265"/>
              <p:cNvSpPr>
                <a:spLocks noChangeArrowheads="1"/>
              </p:cNvSpPr>
              <p:nvPr/>
            </p:nvSpPr>
            <p:spPr bwMode="auto">
              <a:xfrm>
                <a:off x="627" y="2583"/>
                <a:ext cx="694"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697" name="Rectangle 266"/>
            <p:cNvSpPr>
              <a:spLocks noChangeArrowheads="1"/>
            </p:cNvSpPr>
            <p:nvPr/>
          </p:nvSpPr>
          <p:spPr bwMode="auto">
            <a:xfrm>
              <a:off x="4227" y="1016"/>
              <a:ext cx="591" cy="47"/>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698" name="Group 267"/>
            <p:cNvGrpSpPr>
              <a:grpSpLocks/>
            </p:cNvGrpSpPr>
            <p:nvPr/>
          </p:nvGrpSpPr>
          <p:grpSpPr bwMode="auto">
            <a:xfrm>
              <a:off x="4747" y="994"/>
              <a:ext cx="581" cy="134"/>
              <a:chOff x="614" y="2568"/>
              <a:chExt cx="725" cy="139"/>
            </a:xfrm>
          </p:grpSpPr>
          <p:sp>
            <p:nvSpPr>
              <p:cNvPr id="198719" name="AutoShape 268"/>
              <p:cNvSpPr>
                <a:spLocks noChangeArrowheads="1"/>
              </p:cNvSpPr>
              <p:nvPr/>
            </p:nvSpPr>
            <p:spPr bwMode="auto">
              <a:xfrm>
                <a:off x="616" y="2566"/>
                <a:ext cx="723" cy="141"/>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20" name="AutoShape 269"/>
              <p:cNvSpPr>
                <a:spLocks noChangeArrowheads="1"/>
              </p:cNvSpPr>
              <p:nvPr/>
            </p:nvSpPr>
            <p:spPr bwMode="auto">
              <a:xfrm>
                <a:off x="630" y="2585"/>
                <a:ext cx="694"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699" name="Rectangle 270"/>
            <p:cNvSpPr>
              <a:spLocks noChangeArrowheads="1"/>
            </p:cNvSpPr>
            <p:nvPr/>
          </p:nvSpPr>
          <p:spPr bwMode="auto">
            <a:xfrm>
              <a:off x="4215" y="1360"/>
              <a:ext cx="597" cy="42"/>
            </a:xfrm>
            <a:prstGeom prst="rect">
              <a:avLst/>
            </a:prstGeom>
            <a:solidFill>
              <a:schemeClr val="tx1"/>
            </a:solidFill>
            <a:ln w="9525">
              <a:solidFill>
                <a:schemeClr val="tx1"/>
              </a:solidFill>
              <a:miter lim="800000"/>
              <a:headEnd/>
              <a:tailEnd/>
            </a:ln>
          </p:spPr>
          <p:txBody>
            <a:bodyPr wrap="none" anchor="ctr"/>
            <a:lstStyle/>
            <a:p>
              <a:endParaRPr lang="en-US"/>
            </a:p>
          </p:txBody>
        </p:sp>
        <p:sp>
          <p:nvSpPr>
            <p:cNvPr id="198700" name="Rectangle 271"/>
            <p:cNvSpPr>
              <a:spLocks noChangeArrowheads="1"/>
            </p:cNvSpPr>
            <p:nvPr/>
          </p:nvSpPr>
          <p:spPr bwMode="auto">
            <a:xfrm>
              <a:off x="4227" y="1657"/>
              <a:ext cx="597" cy="47"/>
            </a:xfrm>
            <a:prstGeom prst="rect">
              <a:avLst/>
            </a:prstGeom>
            <a:solidFill>
              <a:schemeClr val="tx1"/>
            </a:solidFill>
            <a:ln w="9525">
              <a:solidFill>
                <a:schemeClr val="tx1"/>
              </a:solidFill>
              <a:miter lim="800000"/>
              <a:headEnd/>
              <a:tailEnd/>
            </a:ln>
          </p:spPr>
          <p:txBody>
            <a:bodyPr wrap="none" anchor="ctr"/>
            <a:lstStyle/>
            <a:p>
              <a:endParaRPr lang="en-US"/>
            </a:p>
          </p:txBody>
        </p:sp>
        <p:grpSp>
          <p:nvGrpSpPr>
            <p:cNvPr id="198701" name="Group 272"/>
            <p:cNvGrpSpPr>
              <a:grpSpLocks/>
            </p:cNvGrpSpPr>
            <p:nvPr/>
          </p:nvGrpSpPr>
          <p:grpSpPr bwMode="auto">
            <a:xfrm>
              <a:off x="4735" y="1627"/>
              <a:ext cx="582" cy="151"/>
              <a:chOff x="614" y="2568"/>
              <a:chExt cx="725" cy="139"/>
            </a:xfrm>
          </p:grpSpPr>
          <p:sp>
            <p:nvSpPr>
              <p:cNvPr id="198717" name="AutoShape 273"/>
              <p:cNvSpPr>
                <a:spLocks noChangeArrowheads="1"/>
              </p:cNvSpPr>
              <p:nvPr/>
            </p:nvSpPr>
            <p:spPr bwMode="auto">
              <a:xfrm>
                <a:off x="616" y="2568"/>
                <a:ext cx="722" cy="131"/>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18" name="AutoShape 274"/>
              <p:cNvSpPr>
                <a:spLocks noChangeArrowheads="1"/>
              </p:cNvSpPr>
              <p:nvPr/>
            </p:nvSpPr>
            <p:spPr bwMode="auto">
              <a:xfrm>
                <a:off x="630" y="2584"/>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02" name="Freeform 275"/>
            <p:cNvSpPr>
              <a:spLocks/>
            </p:cNvSpPr>
            <p:nvPr/>
          </p:nvSpPr>
          <p:spPr bwMode="auto">
            <a:xfrm>
              <a:off x="5288" y="1354"/>
              <a:ext cx="263" cy="188"/>
            </a:xfrm>
            <a:custGeom>
              <a:avLst/>
              <a:gdLst>
                <a:gd name="T0" fmla="*/ 2 w 328"/>
                <a:gd name="T1" fmla="*/ 0 h 226"/>
                <a:gd name="T2" fmla="*/ 18 w 328"/>
                <a:gd name="T3" fmla="*/ 12 h 226"/>
                <a:gd name="T4" fmla="*/ 18 w 328"/>
                <a:gd name="T5" fmla="*/ 21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nvGrpSpPr>
            <p:cNvPr id="198703" name="Group 276"/>
            <p:cNvGrpSpPr>
              <a:grpSpLocks/>
            </p:cNvGrpSpPr>
            <p:nvPr/>
          </p:nvGrpSpPr>
          <p:grpSpPr bwMode="auto">
            <a:xfrm>
              <a:off x="4739" y="1327"/>
              <a:ext cx="582" cy="139"/>
              <a:chOff x="614" y="2568"/>
              <a:chExt cx="725" cy="139"/>
            </a:xfrm>
          </p:grpSpPr>
          <p:sp>
            <p:nvSpPr>
              <p:cNvPr id="198715" name="AutoShape 277"/>
              <p:cNvSpPr>
                <a:spLocks noChangeArrowheads="1"/>
              </p:cNvSpPr>
              <p:nvPr/>
            </p:nvSpPr>
            <p:spPr bwMode="auto">
              <a:xfrm>
                <a:off x="611" y="2566"/>
                <a:ext cx="729" cy="142"/>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16" name="AutoShape 278"/>
              <p:cNvSpPr>
                <a:spLocks noChangeArrowheads="1"/>
              </p:cNvSpPr>
              <p:nvPr/>
            </p:nvSpPr>
            <p:spPr bwMode="auto">
              <a:xfrm>
                <a:off x="625" y="2583"/>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grpSp>
        <p:sp>
          <p:nvSpPr>
            <p:cNvPr id="198704" name="Rectangle 279"/>
            <p:cNvSpPr>
              <a:spLocks noChangeArrowheads="1"/>
            </p:cNvSpPr>
            <p:nvPr/>
          </p:nvSpPr>
          <p:spPr bwMode="auto">
            <a:xfrm>
              <a:off x="5252" y="429"/>
              <a:ext cx="64"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p>
              <a:endParaRPr lang="en-US"/>
            </a:p>
          </p:txBody>
        </p:sp>
        <p:sp>
          <p:nvSpPr>
            <p:cNvPr id="198705" name="Freeform 280"/>
            <p:cNvSpPr>
              <a:spLocks/>
            </p:cNvSpPr>
            <p:nvPr/>
          </p:nvSpPr>
          <p:spPr bwMode="auto">
            <a:xfrm>
              <a:off x="5312" y="1007"/>
              <a:ext cx="237" cy="213"/>
            </a:xfrm>
            <a:custGeom>
              <a:avLst/>
              <a:gdLst>
                <a:gd name="T0" fmla="*/ 2 w 296"/>
                <a:gd name="T1" fmla="*/ 0 h 256"/>
                <a:gd name="T2" fmla="*/ 17 w 296"/>
                <a:gd name="T3" fmla="*/ 12 h 256"/>
                <a:gd name="T4" fmla="*/ 17 w 296"/>
                <a:gd name="T5" fmla="*/ 23 h 256"/>
                <a:gd name="T6" fmla="*/ 0 w 296"/>
                <a:gd name="T7" fmla="*/ 8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06" name="Freeform 281"/>
            <p:cNvSpPr>
              <a:spLocks/>
            </p:cNvSpPr>
            <p:nvPr/>
          </p:nvSpPr>
          <p:spPr bwMode="auto">
            <a:xfrm>
              <a:off x="5315" y="680"/>
              <a:ext cx="244" cy="240"/>
            </a:xfrm>
            <a:custGeom>
              <a:avLst/>
              <a:gdLst>
                <a:gd name="T0" fmla="*/ 0 w 304"/>
                <a:gd name="T1" fmla="*/ 0 h 288"/>
                <a:gd name="T2" fmla="*/ 18 w 304"/>
                <a:gd name="T3" fmla="*/ 16 h 288"/>
                <a:gd name="T4" fmla="*/ 16 w 304"/>
                <a:gd name="T5" fmla="*/ 28 h 288"/>
                <a:gd name="T6" fmla="*/ 2 w 304"/>
                <a:gd name="T7" fmla="*/ 1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07" name="Oval 282"/>
            <p:cNvSpPr>
              <a:spLocks noChangeArrowheads="1"/>
            </p:cNvSpPr>
            <p:nvPr/>
          </p:nvSpPr>
          <p:spPr bwMode="auto">
            <a:xfrm>
              <a:off x="5519" y="2611"/>
              <a:ext cx="46" cy="95"/>
            </a:xfrm>
            <a:prstGeom prst="ellipse">
              <a:avLst/>
            </a:pr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08" name="Freeform 283"/>
            <p:cNvSpPr>
              <a:spLocks/>
            </p:cNvSpPr>
            <p:nvPr/>
          </p:nvSpPr>
          <p:spPr bwMode="auto">
            <a:xfrm>
              <a:off x="5302" y="2614"/>
              <a:ext cx="245" cy="200"/>
            </a:xfrm>
            <a:custGeom>
              <a:avLst/>
              <a:gdLst>
                <a:gd name="T0" fmla="*/ 0 w 306"/>
                <a:gd name="T1" fmla="*/ 11 h 240"/>
                <a:gd name="T2" fmla="*/ 2 w 306"/>
                <a:gd name="T3" fmla="*/ 23 h 240"/>
                <a:gd name="T4" fmla="*/ 18 w 306"/>
                <a:gd name="T5" fmla="*/ 11 h 240"/>
                <a:gd name="T6" fmla="*/ 17 w 306"/>
                <a:gd name="T7" fmla="*/ 0 h 240"/>
                <a:gd name="T8" fmla="*/ 0 w 306"/>
                <a:gd name="T9" fmla="*/ 11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709" name="AutoShape 284"/>
            <p:cNvSpPr>
              <a:spLocks noChangeArrowheads="1"/>
            </p:cNvSpPr>
            <p:nvPr/>
          </p:nvSpPr>
          <p:spPr bwMode="auto">
            <a:xfrm>
              <a:off x="4140" y="2677"/>
              <a:ext cx="1199" cy="148"/>
            </a:xfrm>
            <a:prstGeom prst="roundRect">
              <a:avLst>
                <a:gd name="adj" fmla="val 50000"/>
              </a:avLst>
            </a:prstGeom>
            <a:solidFill>
              <a:srgbClr val="DDDDDD"/>
            </a:solidFill>
            <a:ln w="9525">
              <a:solidFill>
                <a:schemeClr val="tx1"/>
              </a:solidFill>
              <a:round/>
              <a:headEnd/>
              <a:tailEnd/>
            </a:ln>
          </p:spPr>
          <p:txBody>
            <a:bodyPr wrap="none" anchor="ctr"/>
            <a:lstStyle/>
            <a:p>
              <a:endParaRPr lang="en-US"/>
            </a:p>
          </p:txBody>
        </p:sp>
        <p:sp>
          <p:nvSpPr>
            <p:cNvPr id="198710" name="AutoShape 285"/>
            <p:cNvSpPr>
              <a:spLocks noChangeArrowheads="1"/>
            </p:cNvSpPr>
            <p:nvPr/>
          </p:nvSpPr>
          <p:spPr bwMode="auto">
            <a:xfrm>
              <a:off x="4204" y="2712"/>
              <a:ext cx="1072"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p>
              <a:endParaRPr lang="en-US"/>
            </a:p>
          </p:txBody>
        </p:sp>
        <p:sp>
          <p:nvSpPr>
            <p:cNvPr id="198711" name="Oval 286"/>
            <p:cNvSpPr>
              <a:spLocks noChangeArrowheads="1"/>
            </p:cNvSpPr>
            <p:nvPr/>
          </p:nvSpPr>
          <p:spPr bwMode="auto">
            <a:xfrm>
              <a:off x="4308" y="2380"/>
              <a:ext cx="156" cy="148"/>
            </a:xfrm>
            <a:prstGeom prst="ellipse">
              <a:avLst/>
            </a:prstGeom>
            <a:solidFill>
              <a:srgbClr val="33CC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12" name="Oval 287"/>
            <p:cNvSpPr>
              <a:spLocks noChangeArrowheads="1"/>
            </p:cNvSpPr>
            <p:nvPr/>
          </p:nvSpPr>
          <p:spPr bwMode="auto">
            <a:xfrm>
              <a:off x="4488" y="2386"/>
              <a:ext cx="156" cy="142"/>
            </a:xfrm>
            <a:prstGeom prst="ellipse">
              <a:avLst/>
            </a:prstGeom>
            <a:solidFill>
              <a:srgbClr val="FF00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algn="ctr" eaLnBrk="1" hangingPunct="1">
                <a:spcBef>
                  <a:spcPct val="0"/>
                </a:spcBef>
                <a:buClrTx/>
                <a:buSzTx/>
                <a:buFontTx/>
                <a:buNone/>
              </a:pPr>
              <a:endParaRPr lang="en-US" sz="1800">
                <a:solidFill>
                  <a:srgbClr val="FF0000"/>
                </a:solidFill>
                <a:cs typeface="Arial" charset="0"/>
              </a:endParaRPr>
            </a:p>
          </p:txBody>
        </p:sp>
        <p:sp>
          <p:nvSpPr>
            <p:cNvPr id="198713" name="Oval 288"/>
            <p:cNvSpPr>
              <a:spLocks noChangeArrowheads="1"/>
            </p:cNvSpPr>
            <p:nvPr/>
          </p:nvSpPr>
          <p:spPr bwMode="auto">
            <a:xfrm>
              <a:off x="4661" y="2380"/>
              <a:ext cx="156" cy="142"/>
            </a:xfrm>
            <a:prstGeom prst="ellipse">
              <a:avLst/>
            </a:prstGeom>
            <a:solidFill>
              <a:srgbClr val="33CC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endParaRPr lang="en-US"/>
            </a:p>
          </p:txBody>
        </p:sp>
        <p:sp>
          <p:nvSpPr>
            <p:cNvPr id="198714" name="Rectangle 289"/>
            <p:cNvSpPr>
              <a:spLocks noChangeArrowheads="1"/>
            </p:cNvSpPr>
            <p:nvPr/>
          </p:nvSpPr>
          <p:spPr bwMode="auto">
            <a:xfrm>
              <a:off x="5061" y="1835"/>
              <a:ext cx="87" cy="759"/>
            </a:xfrm>
            <a:prstGeom prst="rect">
              <a:avLst/>
            </a:prstGeom>
            <a:solidFill>
              <a:srgbClr val="292929"/>
            </a:solidFill>
            <a:ln w="9525">
              <a:solidFill>
                <a:schemeClr val="tx1"/>
              </a:solidFill>
              <a:miter lim="800000"/>
              <a:headEnd/>
              <a:tailEnd/>
            </a:ln>
          </p:spPr>
          <p:txBody>
            <a:bodyPr wrap="none" anchor="ctr"/>
            <a:lstStyle/>
            <a:p>
              <a:endParaRPr lang="en-US"/>
            </a:p>
          </p:txBody>
        </p:sp>
      </p:grpSp>
    </p:spTree>
    <p:extLst>
      <p:ext uri="{BB962C8B-B14F-4D97-AF65-F5344CB8AC3E}">
        <p14:creationId xmlns:p14="http://schemas.microsoft.com/office/powerpoint/2010/main" val="1105896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27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277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27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278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277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278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27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278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277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278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28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278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28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281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277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28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0" grpId="0" animBg="1"/>
      <p:bldP spid="202771" grpId="0" animBg="1"/>
      <p:bldP spid="202772" grpId="0" animBg="1"/>
      <p:bldP spid="202773" grpId="0" animBg="1"/>
      <p:bldP spid="202774" grpId="0" animBg="1"/>
      <p:bldP spid="202775" grpId="0" animBg="1"/>
      <p:bldP spid="202779" grpId="0"/>
      <p:bldP spid="202780" grpId="0"/>
      <p:bldP spid="202781" grpId="0"/>
      <p:bldP spid="202782" grpId="0"/>
      <p:bldP spid="202783" grpId="0"/>
      <p:bldP spid="202784" grpId="0"/>
      <p:bldP spid="202813" grpId="0"/>
      <p:bldP spid="202814" grpId="0"/>
      <p:bldP spid="202815" grpId="0" animBg="1"/>
      <p:bldP spid="2028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Q2</a:t>
            </a:r>
          </a:p>
        </p:txBody>
      </p:sp>
      <p:sp>
        <p:nvSpPr>
          <p:cNvPr id="3" name="Content Placeholder 2"/>
          <p:cNvSpPr>
            <a:spLocks noGrp="1"/>
          </p:cNvSpPr>
          <p:nvPr>
            <p:ph idx="1"/>
          </p:nvPr>
        </p:nvSpPr>
        <p:spPr>
          <a:xfrm>
            <a:off x="457200" y="1173162"/>
            <a:ext cx="8229600" cy="5486400"/>
          </a:xfrm>
        </p:spPr>
        <p:txBody>
          <a:bodyPr>
            <a:normAutofit/>
          </a:bodyPr>
          <a:lstStyle/>
          <a:p>
            <a:r>
              <a:rPr lang="en-US" sz="3400" dirty="0"/>
              <a:t>As no DNS records are cached at any of the servers, all interactions are needed. </a:t>
            </a:r>
          </a:p>
          <a:p>
            <a:endParaRPr lang="en-US" sz="3400" dirty="0"/>
          </a:p>
          <a:p>
            <a:r>
              <a:rPr lang="en-US" sz="3400" dirty="0"/>
              <a:t>1) The total time to get the IP address is </a:t>
            </a:r>
            <a:r>
              <a:rPr lang="en-US" sz="3400" i="1" dirty="0"/>
              <a:t>RTT</a:t>
            </a:r>
            <a:r>
              <a:rPr lang="en-US" sz="3400" baseline="-25000" dirty="0"/>
              <a:t>L</a:t>
            </a:r>
            <a:r>
              <a:rPr lang="en-US" sz="3400" dirty="0"/>
              <a:t> + 3RTT</a:t>
            </a:r>
            <a:r>
              <a:rPr lang="en-US" sz="3400" i="1" baseline="-25000" dirty="0"/>
              <a:t>r </a:t>
            </a:r>
            <a:r>
              <a:rPr lang="en-US" sz="3400" dirty="0"/>
              <a:t>. </a:t>
            </a:r>
            <a:br>
              <a:rPr lang="en-US" sz="3400" dirty="0"/>
            </a:br>
            <a:endParaRPr lang="en-US" sz="3400" dirty="0"/>
          </a:p>
          <a:p>
            <a:r>
              <a:rPr lang="en-US" sz="3400" dirty="0"/>
              <a:t>2) Just RTT</a:t>
            </a:r>
            <a:r>
              <a:rPr lang="en-US" sz="3400" baseline="-25000" dirty="0"/>
              <a:t>L</a:t>
            </a:r>
            <a:r>
              <a:rPr lang="en-US" sz="3400" dirty="0"/>
              <a:t>.</a:t>
            </a:r>
          </a:p>
          <a:p>
            <a:pPr marL="0" indent="0">
              <a:buNone/>
            </a:pPr>
            <a:endParaRPr lang="en-US" sz="2800" b="1" dirty="0"/>
          </a:p>
        </p:txBody>
      </p:sp>
    </p:spTree>
    <p:extLst>
      <p:ext uri="{BB962C8B-B14F-4D97-AF65-F5344CB8AC3E}">
        <p14:creationId xmlns:p14="http://schemas.microsoft.com/office/powerpoint/2010/main" val="264236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a:spLocks noGrp="1" noChangeArrowheads="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Application Layer</a:t>
            </a:r>
          </a:p>
        </p:txBody>
      </p:sp>
      <p:sp>
        <p:nvSpPr>
          <p:cNvPr id="112642" name="Rectangle 8"/>
          <p:cNvSpPr>
            <a:spLocks noGrp="1" noChangeArrowheads="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2-</a:t>
            </a:r>
            <a:fld id="{2B7A90C7-83C8-784B-8D66-44603180D051}" type="slidenum">
              <a:rPr lang="en-US" sz="1200">
                <a:solidFill>
                  <a:srgbClr val="000000"/>
                </a:solidFill>
                <a:latin typeface="Tahoma" charset="0"/>
              </a:rPr>
              <a:pPr/>
              <a:t>9</a:t>
            </a:fld>
            <a:endParaRPr lang="en-US" sz="1200">
              <a:solidFill>
                <a:srgbClr val="000000"/>
              </a:solidFill>
              <a:latin typeface="Tahoma" charset="0"/>
            </a:endParaRPr>
          </a:p>
        </p:txBody>
      </p:sp>
      <p:pic>
        <p:nvPicPr>
          <p:cNvPr id="112643" name="Picture 42"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668338"/>
            <a:ext cx="7007225" cy="139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2644" name="Rectangle 2"/>
          <p:cNvSpPr>
            <a:spLocks noGrp="1" noChangeArrowheads="1"/>
          </p:cNvSpPr>
          <p:nvPr>
            <p:ph type="title"/>
          </p:nvPr>
        </p:nvSpPr>
        <p:spPr>
          <a:xfrm>
            <a:off x="242888" y="0"/>
            <a:ext cx="8223250" cy="925513"/>
          </a:xfrm>
        </p:spPr>
        <p:txBody>
          <a:bodyPr/>
          <a:lstStyle/>
          <a:p>
            <a:r>
              <a:rPr lang="en-US" sz="3600">
                <a:latin typeface="Gill Sans MT" charset="0"/>
              </a:rPr>
              <a:t>Non-persistent HTTP: response time</a:t>
            </a:r>
          </a:p>
        </p:txBody>
      </p:sp>
      <p:sp>
        <p:nvSpPr>
          <p:cNvPr id="112645" name="Rectangle 3"/>
          <p:cNvSpPr>
            <a:spLocks noGrp="1" noChangeArrowheads="1"/>
          </p:cNvSpPr>
          <p:nvPr>
            <p:ph type="body" sz="half" idx="1"/>
          </p:nvPr>
        </p:nvSpPr>
        <p:spPr>
          <a:xfrm>
            <a:off x="533400" y="1258888"/>
            <a:ext cx="4090988" cy="4648200"/>
          </a:xfrm>
        </p:spPr>
        <p:txBody>
          <a:bodyPr/>
          <a:lstStyle/>
          <a:p>
            <a:pPr>
              <a:buFont typeface="Wingdings" charset="0"/>
              <a:buNone/>
            </a:pPr>
            <a:r>
              <a:rPr lang="en-US" sz="2400">
                <a:solidFill>
                  <a:srgbClr val="CC0000"/>
                </a:solidFill>
                <a:latin typeface="Gill Sans MT" charset="0"/>
              </a:rPr>
              <a:t>RTT (definition):</a:t>
            </a:r>
            <a:r>
              <a:rPr lang="en-US" sz="2400">
                <a:latin typeface="Gill Sans MT" charset="0"/>
              </a:rPr>
              <a:t> time for a small packet to travel from client to server and back</a:t>
            </a:r>
          </a:p>
          <a:p>
            <a:pPr>
              <a:buFont typeface="Wingdings" charset="0"/>
              <a:buNone/>
            </a:pPr>
            <a:r>
              <a:rPr lang="en-US" sz="2400">
                <a:solidFill>
                  <a:srgbClr val="CC0000"/>
                </a:solidFill>
                <a:latin typeface="Gill Sans MT" charset="0"/>
              </a:rPr>
              <a:t>HTTP response time:</a:t>
            </a:r>
          </a:p>
          <a:p>
            <a:r>
              <a:rPr lang="en-US" sz="2400">
                <a:latin typeface="Gill Sans MT" charset="0"/>
              </a:rPr>
              <a:t>one RTT to initiate TCP connection</a:t>
            </a:r>
          </a:p>
          <a:p>
            <a:r>
              <a:rPr lang="en-US" sz="2400">
                <a:latin typeface="Gill Sans MT" charset="0"/>
              </a:rPr>
              <a:t>one RTT for HTTP request and first few bytes of HTTP response to return</a:t>
            </a:r>
          </a:p>
          <a:p>
            <a:r>
              <a:rPr lang="en-US" sz="2400">
                <a:latin typeface="Gill Sans MT" charset="0"/>
              </a:rPr>
              <a:t>file transmission time</a:t>
            </a:r>
          </a:p>
          <a:p>
            <a:r>
              <a:rPr lang="en-US" sz="2400">
                <a:latin typeface="Gill Sans MT" charset="0"/>
              </a:rPr>
              <a:t>non-persistent HTTP response time =   	</a:t>
            </a:r>
          </a:p>
          <a:p>
            <a:pPr lvl="1">
              <a:buFont typeface="Wingdings" charset="0"/>
              <a:buNone/>
            </a:pPr>
            <a:r>
              <a:rPr lang="en-US">
                <a:latin typeface="Gill Sans MT" charset="0"/>
              </a:rPr>
              <a:t>   2RTT+ file transmission  time</a:t>
            </a:r>
          </a:p>
          <a:p>
            <a:pPr>
              <a:buFont typeface="Wingdings" charset="0"/>
              <a:buNone/>
            </a:pPr>
            <a:endParaRPr lang="en-US" sz="2400">
              <a:latin typeface="Gill Sans MT" charset="0"/>
            </a:endParaRPr>
          </a:p>
        </p:txBody>
      </p:sp>
      <p:sp>
        <p:nvSpPr>
          <p:cNvPr id="112646" name="Line 15"/>
          <p:cNvSpPr>
            <a:spLocks noChangeShapeType="1"/>
          </p:cNvSpPr>
          <p:nvPr/>
        </p:nvSpPr>
        <p:spPr bwMode="auto">
          <a:xfrm>
            <a:off x="6116638" y="2490788"/>
            <a:ext cx="0" cy="2832100"/>
          </a:xfrm>
          <a:prstGeom prst="line">
            <a:avLst/>
          </a:prstGeom>
          <a:noFill/>
          <a:ln w="9525">
            <a:solidFill>
              <a:srgbClr val="FF0000"/>
            </a:solidFill>
            <a:prstDash val="sysDot"/>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47" name="Line 16"/>
          <p:cNvSpPr>
            <a:spLocks noChangeShapeType="1"/>
          </p:cNvSpPr>
          <p:nvPr/>
        </p:nvSpPr>
        <p:spPr bwMode="auto">
          <a:xfrm>
            <a:off x="7807325" y="2484438"/>
            <a:ext cx="0" cy="2881312"/>
          </a:xfrm>
          <a:prstGeom prst="line">
            <a:avLst/>
          </a:prstGeom>
          <a:noFill/>
          <a:ln w="9525">
            <a:solidFill>
              <a:srgbClr val="FF0000"/>
            </a:solidFill>
            <a:prstDash val="sysDot"/>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48" name="Line 17"/>
          <p:cNvSpPr>
            <a:spLocks noChangeShapeType="1"/>
          </p:cNvSpPr>
          <p:nvPr/>
        </p:nvSpPr>
        <p:spPr bwMode="auto">
          <a:xfrm>
            <a:off x="6130925" y="2722563"/>
            <a:ext cx="1684338" cy="390525"/>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49" name="Line 18"/>
          <p:cNvSpPr>
            <a:spLocks noChangeShapeType="1"/>
          </p:cNvSpPr>
          <p:nvPr/>
        </p:nvSpPr>
        <p:spPr bwMode="auto">
          <a:xfrm flipH="1">
            <a:off x="6116638" y="3160713"/>
            <a:ext cx="1673225" cy="403225"/>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50" name="Line 19"/>
          <p:cNvSpPr>
            <a:spLocks noChangeShapeType="1"/>
          </p:cNvSpPr>
          <p:nvPr/>
        </p:nvSpPr>
        <p:spPr bwMode="auto">
          <a:xfrm>
            <a:off x="6124575" y="3668713"/>
            <a:ext cx="1684338" cy="390525"/>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51" name="Line 20"/>
          <p:cNvSpPr>
            <a:spLocks noChangeShapeType="1"/>
          </p:cNvSpPr>
          <p:nvPr/>
        </p:nvSpPr>
        <p:spPr bwMode="auto">
          <a:xfrm flipH="1">
            <a:off x="6140450" y="4151313"/>
            <a:ext cx="1673225" cy="379412"/>
          </a:xfrm>
          <a:prstGeom prst="line">
            <a:avLst/>
          </a:prstGeom>
          <a:noFill/>
          <a:ln w="1270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52" name="AutoShape 21"/>
          <p:cNvSpPr>
            <a:spLocks/>
          </p:cNvSpPr>
          <p:nvPr/>
        </p:nvSpPr>
        <p:spPr bwMode="auto">
          <a:xfrm>
            <a:off x="7886700" y="4067175"/>
            <a:ext cx="74613" cy="182563"/>
          </a:xfrm>
          <a:prstGeom prst="rightBrace">
            <a:avLst>
              <a:gd name="adj1" fmla="val 20390"/>
              <a:gd name="adj2" fmla="val 50000"/>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400">
              <a:solidFill>
                <a:srgbClr val="000000"/>
              </a:solidFill>
              <a:latin typeface="Arial" charset="0"/>
              <a:ea typeface="ＭＳ Ｐゴシック" charset="0"/>
              <a:cs typeface="ＭＳ Ｐゴシック" charset="0"/>
            </a:endParaRPr>
          </a:p>
        </p:txBody>
      </p:sp>
      <p:sp>
        <p:nvSpPr>
          <p:cNvPr id="112653" name="Text Box 22"/>
          <p:cNvSpPr txBox="1">
            <a:spLocks noChangeArrowheads="1"/>
          </p:cNvSpPr>
          <p:nvPr/>
        </p:nvSpPr>
        <p:spPr bwMode="auto">
          <a:xfrm>
            <a:off x="7916863" y="3763963"/>
            <a:ext cx="965200" cy="715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85000"/>
              </a:lnSpc>
              <a:spcBef>
                <a:spcPct val="0"/>
              </a:spcBef>
              <a:spcAft>
                <a:spcPct val="0"/>
              </a:spcAft>
            </a:pPr>
            <a:r>
              <a:rPr lang="en-US" sz="1600">
                <a:solidFill>
                  <a:srgbClr val="CC0000"/>
                </a:solidFill>
              </a:rPr>
              <a:t>time to </a:t>
            </a:r>
          </a:p>
          <a:p>
            <a:pPr eaLnBrk="0" fontAlgn="base" hangingPunct="0">
              <a:lnSpc>
                <a:spcPct val="85000"/>
              </a:lnSpc>
              <a:spcBef>
                <a:spcPct val="0"/>
              </a:spcBef>
              <a:spcAft>
                <a:spcPct val="0"/>
              </a:spcAft>
            </a:pPr>
            <a:r>
              <a:rPr lang="en-US" sz="1600">
                <a:solidFill>
                  <a:srgbClr val="CC0000"/>
                </a:solidFill>
              </a:rPr>
              <a:t>transmit </a:t>
            </a:r>
          </a:p>
          <a:p>
            <a:pPr eaLnBrk="0" fontAlgn="base" hangingPunct="0">
              <a:lnSpc>
                <a:spcPct val="85000"/>
              </a:lnSpc>
              <a:spcBef>
                <a:spcPct val="0"/>
              </a:spcBef>
              <a:spcAft>
                <a:spcPct val="0"/>
              </a:spcAft>
            </a:pPr>
            <a:r>
              <a:rPr lang="en-US" sz="1600">
                <a:solidFill>
                  <a:srgbClr val="CC0000"/>
                </a:solidFill>
              </a:rPr>
              <a:t>file</a:t>
            </a:r>
          </a:p>
        </p:txBody>
      </p:sp>
      <p:sp>
        <p:nvSpPr>
          <p:cNvPr id="112654" name="Line 23"/>
          <p:cNvSpPr>
            <a:spLocks noChangeShapeType="1"/>
          </p:cNvSpPr>
          <p:nvPr/>
        </p:nvSpPr>
        <p:spPr bwMode="auto">
          <a:xfrm>
            <a:off x="5726113" y="2697163"/>
            <a:ext cx="390525" cy="1587"/>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55" name="Text Box 24"/>
          <p:cNvSpPr txBox="1">
            <a:spLocks noChangeArrowheads="1"/>
          </p:cNvSpPr>
          <p:nvPr/>
        </p:nvSpPr>
        <p:spPr bwMode="auto">
          <a:xfrm>
            <a:off x="4595813" y="2409825"/>
            <a:ext cx="1231900" cy="50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85000"/>
              </a:lnSpc>
              <a:spcBef>
                <a:spcPct val="0"/>
              </a:spcBef>
              <a:spcAft>
                <a:spcPct val="0"/>
              </a:spcAft>
            </a:pPr>
            <a:r>
              <a:rPr lang="en-US" sz="1600">
                <a:solidFill>
                  <a:srgbClr val="CC0000"/>
                </a:solidFill>
              </a:rPr>
              <a:t>initiate TCP</a:t>
            </a:r>
          </a:p>
          <a:p>
            <a:pPr eaLnBrk="0" fontAlgn="base" hangingPunct="0">
              <a:lnSpc>
                <a:spcPct val="85000"/>
              </a:lnSpc>
              <a:spcBef>
                <a:spcPct val="0"/>
              </a:spcBef>
              <a:spcAft>
                <a:spcPct val="0"/>
              </a:spcAft>
            </a:pPr>
            <a:r>
              <a:rPr lang="en-US" sz="1600">
                <a:solidFill>
                  <a:srgbClr val="CC0000"/>
                </a:solidFill>
              </a:rPr>
              <a:t>connection</a:t>
            </a:r>
          </a:p>
        </p:txBody>
      </p:sp>
      <p:sp>
        <p:nvSpPr>
          <p:cNvPr id="112656" name="AutoShape 25"/>
          <p:cNvSpPr>
            <a:spLocks/>
          </p:cNvSpPr>
          <p:nvPr/>
        </p:nvSpPr>
        <p:spPr bwMode="auto">
          <a:xfrm>
            <a:off x="5861050" y="2747963"/>
            <a:ext cx="128588" cy="803275"/>
          </a:xfrm>
          <a:prstGeom prst="leftBrace">
            <a:avLst>
              <a:gd name="adj1" fmla="val 52057"/>
              <a:gd name="adj2" fmla="val 50000"/>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eaLnBrk="0" fontAlgn="base" hangingPunct="0">
              <a:lnSpc>
                <a:spcPct val="85000"/>
              </a:lnSpc>
              <a:spcBef>
                <a:spcPct val="20000"/>
              </a:spcBef>
              <a:spcAft>
                <a:spcPct val="0"/>
              </a:spcAft>
              <a:buClr>
                <a:srgbClr val="3333CC"/>
              </a:buClr>
              <a:buSzPct val="85000"/>
              <a:buFont typeface="ZapfDingbats" charset="0"/>
              <a:buNone/>
            </a:pPr>
            <a:endParaRPr lang="en-US" sz="2400">
              <a:solidFill>
                <a:srgbClr val="000000"/>
              </a:solidFill>
              <a:latin typeface="Arial" charset="0"/>
              <a:ea typeface="ＭＳ Ｐゴシック" charset="0"/>
              <a:cs typeface="ＭＳ Ｐゴシック" charset="0"/>
            </a:endParaRPr>
          </a:p>
        </p:txBody>
      </p:sp>
      <p:sp>
        <p:nvSpPr>
          <p:cNvPr id="112657" name="Text Box 26"/>
          <p:cNvSpPr txBox="1">
            <a:spLocks noChangeArrowheads="1"/>
          </p:cNvSpPr>
          <p:nvPr/>
        </p:nvSpPr>
        <p:spPr bwMode="auto">
          <a:xfrm>
            <a:off x="5378450" y="2959100"/>
            <a:ext cx="577850" cy="300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85000"/>
              </a:lnSpc>
              <a:spcBef>
                <a:spcPct val="0"/>
              </a:spcBef>
              <a:spcAft>
                <a:spcPct val="0"/>
              </a:spcAft>
            </a:pPr>
            <a:r>
              <a:rPr lang="en-US" sz="1600">
                <a:solidFill>
                  <a:srgbClr val="000000"/>
                </a:solidFill>
              </a:rPr>
              <a:t>RTT</a:t>
            </a:r>
          </a:p>
        </p:txBody>
      </p:sp>
      <p:sp>
        <p:nvSpPr>
          <p:cNvPr id="112658" name="Line 27"/>
          <p:cNvSpPr>
            <a:spLocks noChangeShapeType="1"/>
          </p:cNvSpPr>
          <p:nvPr/>
        </p:nvSpPr>
        <p:spPr bwMode="auto">
          <a:xfrm>
            <a:off x="5775325" y="3602038"/>
            <a:ext cx="354013"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59" name="Text Box 28"/>
          <p:cNvSpPr txBox="1">
            <a:spLocks noChangeArrowheads="1"/>
          </p:cNvSpPr>
          <p:nvPr/>
        </p:nvSpPr>
        <p:spPr bwMode="auto">
          <a:xfrm>
            <a:off x="5024438" y="3302000"/>
            <a:ext cx="862012" cy="50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85000"/>
              </a:lnSpc>
              <a:spcBef>
                <a:spcPct val="0"/>
              </a:spcBef>
              <a:spcAft>
                <a:spcPct val="0"/>
              </a:spcAft>
            </a:pPr>
            <a:r>
              <a:rPr lang="en-US" sz="1600">
                <a:solidFill>
                  <a:srgbClr val="CC0000"/>
                </a:solidFill>
              </a:rPr>
              <a:t>request</a:t>
            </a:r>
          </a:p>
          <a:p>
            <a:pPr eaLnBrk="0" fontAlgn="base" hangingPunct="0">
              <a:lnSpc>
                <a:spcPct val="85000"/>
              </a:lnSpc>
              <a:spcBef>
                <a:spcPct val="0"/>
              </a:spcBef>
              <a:spcAft>
                <a:spcPct val="0"/>
              </a:spcAft>
            </a:pPr>
            <a:r>
              <a:rPr lang="en-US" sz="1600">
                <a:solidFill>
                  <a:srgbClr val="CC0000"/>
                </a:solidFill>
              </a:rPr>
              <a:t>file</a:t>
            </a:r>
          </a:p>
        </p:txBody>
      </p:sp>
      <p:sp>
        <p:nvSpPr>
          <p:cNvPr id="112660" name="AutoShape 29"/>
          <p:cNvSpPr>
            <a:spLocks/>
          </p:cNvSpPr>
          <p:nvPr/>
        </p:nvSpPr>
        <p:spPr bwMode="auto">
          <a:xfrm>
            <a:off x="5867400" y="3657600"/>
            <a:ext cx="128588" cy="803275"/>
          </a:xfrm>
          <a:prstGeom prst="leftBrace">
            <a:avLst>
              <a:gd name="adj1" fmla="val 52057"/>
              <a:gd name="adj2" fmla="val 50000"/>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eaLnBrk="0" fontAlgn="base" hangingPunct="0">
              <a:lnSpc>
                <a:spcPct val="85000"/>
              </a:lnSpc>
              <a:spcBef>
                <a:spcPct val="20000"/>
              </a:spcBef>
              <a:spcAft>
                <a:spcPct val="0"/>
              </a:spcAft>
              <a:buClr>
                <a:srgbClr val="3333CC"/>
              </a:buClr>
              <a:buSzPct val="85000"/>
              <a:buFont typeface="ZapfDingbats" charset="0"/>
              <a:buNone/>
            </a:pPr>
            <a:endParaRPr lang="en-US" sz="2400">
              <a:solidFill>
                <a:srgbClr val="000000"/>
              </a:solidFill>
              <a:latin typeface="Arial" charset="0"/>
              <a:ea typeface="ＭＳ Ｐゴシック" charset="0"/>
              <a:cs typeface="ＭＳ Ｐゴシック" charset="0"/>
            </a:endParaRPr>
          </a:p>
        </p:txBody>
      </p:sp>
      <p:sp>
        <p:nvSpPr>
          <p:cNvPr id="112661" name="Text Box 30"/>
          <p:cNvSpPr txBox="1">
            <a:spLocks noChangeArrowheads="1"/>
          </p:cNvSpPr>
          <p:nvPr/>
        </p:nvSpPr>
        <p:spPr bwMode="auto">
          <a:xfrm>
            <a:off x="5397500" y="3881438"/>
            <a:ext cx="577850" cy="300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85000"/>
              </a:lnSpc>
              <a:spcBef>
                <a:spcPct val="0"/>
              </a:spcBef>
              <a:spcAft>
                <a:spcPct val="0"/>
              </a:spcAft>
            </a:pPr>
            <a:r>
              <a:rPr lang="en-US" sz="1600">
                <a:solidFill>
                  <a:srgbClr val="000000"/>
                </a:solidFill>
              </a:rPr>
              <a:t>RTT</a:t>
            </a:r>
          </a:p>
        </p:txBody>
      </p:sp>
      <p:sp>
        <p:nvSpPr>
          <p:cNvPr id="112662" name="Line 35"/>
          <p:cNvSpPr>
            <a:spLocks noChangeShapeType="1"/>
          </p:cNvSpPr>
          <p:nvPr/>
        </p:nvSpPr>
        <p:spPr bwMode="auto">
          <a:xfrm flipH="1">
            <a:off x="5786438" y="4591050"/>
            <a:ext cx="342900" cy="15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63" name="Text Box 36"/>
          <p:cNvSpPr txBox="1">
            <a:spLocks noChangeArrowheads="1"/>
          </p:cNvSpPr>
          <p:nvPr/>
        </p:nvSpPr>
        <p:spPr bwMode="auto">
          <a:xfrm>
            <a:off x="5243513" y="4438650"/>
            <a:ext cx="950912" cy="50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85000"/>
              </a:lnSpc>
              <a:spcBef>
                <a:spcPct val="0"/>
              </a:spcBef>
              <a:spcAft>
                <a:spcPct val="0"/>
              </a:spcAft>
            </a:pPr>
            <a:r>
              <a:rPr lang="en-US" sz="1600">
                <a:solidFill>
                  <a:srgbClr val="CC0000"/>
                </a:solidFill>
              </a:rPr>
              <a:t>file</a:t>
            </a:r>
          </a:p>
          <a:p>
            <a:pPr eaLnBrk="0" fontAlgn="base" hangingPunct="0">
              <a:lnSpc>
                <a:spcPct val="85000"/>
              </a:lnSpc>
              <a:spcBef>
                <a:spcPct val="0"/>
              </a:spcBef>
              <a:spcAft>
                <a:spcPct val="0"/>
              </a:spcAft>
            </a:pPr>
            <a:r>
              <a:rPr lang="en-US" sz="1600">
                <a:solidFill>
                  <a:srgbClr val="CC0000"/>
                </a:solidFill>
              </a:rPr>
              <a:t>received</a:t>
            </a:r>
          </a:p>
        </p:txBody>
      </p:sp>
      <p:sp>
        <p:nvSpPr>
          <p:cNvPr id="112664" name="Text Box 37"/>
          <p:cNvSpPr txBox="1">
            <a:spLocks noChangeArrowheads="1"/>
          </p:cNvSpPr>
          <p:nvPr/>
        </p:nvSpPr>
        <p:spPr bwMode="auto">
          <a:xfrm>
            <a:off x="5891213" y="5337175"/>
            <a:ext cx="568325" cy="300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lnSpc>
                <a:spcPct val="85000"/>
              </a:lnSpc>
              <a:spcBef>
                <a:spcPct val="0"/>
              </a:spcBef>
              <a:spcAft>
                <a:spcPct val="0"/>
              </a:spcAft>
            </a:pPr>
            <a:r>
              <a:rPr lang="en-US" sz="1600">
                <a:solidFill>
                  <a:srgbClr val="000000"/>
                </a:solidFill>
              </a:rPr>
              <a:t>time</a:t>
            </a:r>
          </a:p>
        </p:txBody>
      </p:sp>
      <p:sp>
        <p:nvSpPr>
          <p:cNvPr id="112665" name="Text Box 38"/>
          <p:cNvSpPr txBox="1">
            <a:spLocks noChangeArrowheads="1"/>
          </p:cNvSpPr>
          <p:nvPr/>
        </p:nvSpPr>
        <p:spPr bwMode="auto">
          <a:xfrm>
            <a:off x="7569200" y="5319713"/>
            <a:ext cx="5683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pPr eaLnBrk="0" fontAlgn="base" hangingPunct="0">
              <a:spcBef>
                <a:spcPct val="0"/>
              </a:spcBef>
              <a:spcAft>
                <a:spcPct val="0"/>
              </a:spcAft>
            </a:pPr>
            <a:r>
              <a:rPr lang="en-US" sz="1600">
                <a:solidFill>
                  <a:srgbClr val="000000"/>
                </a:solidFill>
              </a:rPr>
              <a:t>time</a:t>
            </a:r>
          </a:p>
        </p:txBody>
      </p:sp>
      <p:grpSp>
        <p:nvGrpSpPr>
          <p:cNvPr id="112666" name="Group 43"/>
          <p:cNvGrpSpPr>
            <a:grpSpLocks/>
          </p:cNvGrpSpPr>
          <p:nvPr/>
        </p:nvGrpSpPr>
        <p:grpSpPr bwMode="auto">
          <a:xfrm>
            <a:off x="7607300" y="1717675"/>
            <a:ext cx="423863" cy="684213"/>
            <a:chOff x="4140" y="429"/>
            <a:chExt cx="1425" cy="2396"/>
          </a:xfrm>
        </p:grpSpPr>
        <p:sp>
          <p:nvSpPr>
            <p:cNvPr id="112670" name="Freeform 44"/>
            <p:cNvSpPr>
              <a:spLocks/>
            </p:cNvSpPr>
            <p:nvPr/>
          </p:nvSpPr>
          <p:spPr bwMode="auto">
            <a:xfrm>
              <a:off x="5268" y="433"/>
              <a:ext cx="283" cy="2286"/>
            </a:xfrm>
            <a:custGeom>
              <a:avLst/>
              <a:gdLst>
                <a:gd name="T0" fmla="*/ 4 w 354"/>
                <a:gd name="T1" fmla="*/ 0 h 2742"/>
                <a:gd name="T2" fmla="*/ 19 w 354"/>
                <a:gd name="T3" fmla="*/ 32 h 2742"/>
                <a:gd name="T4" fmla="*/ 19 w 354"/>
                <a:gd name="T5" fmla="*/ 246 h 2742"/>
                <a:gd name="T6" fmla="*/ 0 w 354"/>
                <a:gd name="T7" fmla="*/ 258 h 2742"/>
                <a:gd name="T8" fmla="*/ 4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71" name="Rectangle 45"/>
            <p:cNvSpPr>
              <a:spLocks noChangeArrowheads="1"/>
            </p:cNvSpPr>
            <p:nvPr/>
          </p:nvSpPr>
          <p:spPr bwMode="auto">
            <a:xfrm>
              <a:off x="4204" y="429"/>
              <a:ext cx="1051" cy="2285"/>
            </a:xfrm>
            <a:prstGeom prst="rect">
              <a:avLst/>
            </a:pr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72" name="Freeform 46"/>
            <p:cNvSpPr>
              <a:spLocks/>
            </p:cNvSpPr>
            <p:nvPr/>
          </p:nvSpPr>
          <p:spPr bwMode="auto">
            <a:xfrm>
              <a:off x="5321" y="570"/>
              <a:ext cx="169" cy="2115"/>
            </a:xfrm>
            <a:custGeom>
              <a:avLst/>
              <a:gdLst>
                <a:gd name="T0" fmla="*/ 2 w 211"/>
                <a:gd name="T1" fmla="*/ 0 h 2537"/>
                <a:gd name="T2" fmla="*/ 11 w 211"/>
                <a:gd name="T3" fmla="*/ 21 h 2537"/>
                <a:gd name="T4" fmla="*/ 2 w 211"/>
                <a:gd name="T5" fmla="*/ 23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73" name="Freeform 47"/>
            <p:cNvSpPr>
              <a:spLocks/>
            </p:cNvSpPr>
            <p:nvPr/>
          </p:nvSpPr>
          <p:spPr bwMode="auto">
            <a:xfrm>
              <a:off x="5284" y="1640"/>
              <a:ext cx="263" cy="189"/>
            </a:xfrm>
            <a:custGeom>
              <a:avLst/>
              <a:gdLst>
                <a:gd name="T0" fmla="*/ 2 w 328"/>
                <a:gd name="T1" fmla="*/ 0 h 226"/>
                <a:gd name="T2" fmla="*/ 18 w 328"/>
                <a:gd name="T3" fmla="*/ 13 h 226"/>
                <a:gd name="T4" fmla="*/ 18 w 328"/>
                <a:gd name="T5" fmla="*/ 23 h 226"/>
                <a:gd name="T6" fmla="*/ 0 w 328"/>
                <a:gd name="T7" fmla="*/ 9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74" name="Rectangle 48"/>
            <p:cNvSpPr>
              <a:spLocks noChangeArrowheads="1"/>
            </p:cNvSpPr>
            <p:nvPr/>
          </p:nvSpPr>
          <p:spPr bwMode="auto">
            <a:xfrm>
              <a:off x="4209" y="690"/>
              <a:ext cx="598" cy="50"/>
            </a:xfrm>
            <a:prstGeom prst="rect">
              <a:avLst/>
            </a:prstGeom>
            <a:solidFill>
              <a:schemeClr val="tx1"/>
            </a:solidFill>
            <a:ln w="9525">
              <a:solidFill>
                <a:schemeClr val="tx1"/>
              </a:solidFill>
              <a:miter lim="800000"/>
              <a:headEnd/>
              <a:tailEnd/>
            </a:ln>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nvGrpSpPr>
            <p:cNvPr id="112675" name="Group 49"/>
            <p:cNvGrpSpPr>
              <a:grpSpLocks/>
            </p:cNvGrpSpPr>
            <p:nvPr/>
          </p:nvGrpSpPr>
          <p:grpSpPr bwMode="auto">
            <a:xfrm>
              <a:off x="4749" y="668"/>
              <a:ext cx="581" cy="145"/>
              <a:chOff x="614" y="2568"/>
              <a:chExt cx="725" cy="139"/>
            </a:xfrm>
          </p:grpSpPr>
          <p:sp>
            <p:nvSpPr>
              <p:cNvPr id="112700" name="AutoShape 50"/>
              <p:cNvSpPr>
                <a:spLocks noChangeArrowheads="1"/>
              </p:cNvSpPr>
              <p:nvPr/>
            </p:nvSpPr>
            <p:spPr bwMode="auto">
              <a:xfrm>
                <a:off x="613" y="2568"/>
                <a:ext cx="726" cy="139"/>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701" name="AutoShape 51"/>
              <p:cNvSpPr>
                <a:spLocks noChangeArrowheads="1"/>
              </p:cNvSpPr>
              <p:nvPr/>
            </p:nvSpPr>
            <p:spPr bwMode="auto">
              <a:xfrm>
                <a:off x="627" y="2584"/>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sp>
          <p:nvSpPr>
            <p:cNvPr id="112676" name="Rectangle 52"/>
            <p:cNvSpPr>
              <a:spLocks noChangeArrowheads="1"/>
            </p:cNvSpPr>
            <p:nvPr/>
          </p:nvSpPr>
          <p:spPr bwMode="auto">
            <a:xfrm>
              <a:off x="4225" y="1018"/>
              <a:ext cx="592" cy="50"/>
            </a:xfrm>
            <a:prstGeom prst="rect">
              <a:avLst/>
            </a:prstGeom>
            <a:solidFill>
              <a:schemeClr val="tx1"/>
            </a:solidFill>
            <a:ln w="9525">
              <a:solidFill>
                <a:schemeClr val="tx1"/>
              </a:solidFill>
              <a:miter lim="800000"/>
              <a:headEnd/>
              <a:tailEnd/>
            </a:ln>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nvGrpSpPr>
            <p:cNvPr id="112677" name="Group 53"/>
            <p:cNvGrpSpPr>
              <a:grpSpLocks/>
            </p:cNvGrpSpPr>
            <p:nvPr/>
          </p:nvGrpSpPr>
          <p:grpSpPr bwMode="auto">
            <a:xfrm>
              <a:off x="4747" y="994"/>
              <a:ext cx="581" cy="134"/>
              <a:chOff x="614" y="2568"/>
              <a:chExt cx="725" cy="139"/>
            </a:xfrm>
          </p:grpSpPr>
          <p:sp>
            <p:nvSpPr>
              <p:cNvPr id="112698" name="AutoShape 54"/>
              <p:cNvSpPr>
                <a:spLocks noChangeArrowheads="1"/>
              </p:cNvSpPr>
              <p:nvPr/>
            </p:nvSpPr>
            <p:spPr bwMode="auto">
              <a:xfrm>
                <a:off x="616" y="2570"/>
                <a:ext cx="726" cy="138"/>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99" name="AutoShape 55"/>
              <p:cNvSpPr>
                <a:spLocks noChangeArrowheads="1"/>
              </p:cNvSpPr>
              <p:nvPr/>
            </p:nvSpPr>
            <p:spPr bwMode="auto">
              <a:xfrm>
                <a:off x="629" y="2587"/>
                <a:ext cx="693"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sp>
          <p:nvSpPr>
            <p:cNvPr id="112678" name="Rectangle 56"/>
            <p:cNvSpPr>
              <a:spLocks noChangeArrowheads="1"/>
            </p:cNvSpPr>
            <p:nvPr/>
          </p:nvSpPr>
          <p:spPr bwMode="auto">
            <a:xfrm>
              <a:off x="4215" y="1357"/>
              <a:ext cx="598" cy="44"/>
            </a:xfrm>
            <a:prstGeom prst="rect">
              <a:avLst/>
            </a:prstGeom>
            <a:solidFill>
              <a:schemeClr val="tx1"/>
            </a:solidFill>
            <a:ln w="9525">
              <a:solidFill>
                <a:schemeClr val="tx1"/>
              </a:solidFill>
              <a:miter lim="800000"/>
              <a:headEnd/>
              <a:tailEnd/>
            </a:ln>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79" name="Rectangle 57"/>
            <p:cNvSpPr>
              <a:spLocks noChangeArrowheads="1"/>
            </p:cNvSpPr>
            <p:nvPr/>
          </p:nvSpPr>
          <p:spPr bwMode="auto">
            <a:xfrm>
              <a:off x="4225" y="1658"/>
              <a:ext cx="598" cy="44"/>
            </a:xfrm>
            <a:prstGeom prst="rect">
              <a:avLst/>
            </a:prstGeom>
            <a:solidFill>
              <a:schemeClr val="tx1"/>
            </a:solidFill>
            <a:ln w="9525">
              <a:solidFill>
                <a:schemeClr val="tx1"/>
              </a:solidFill>
              <a:miter lim="800000"/>
              <a:headEnd/>
              <a:tailEnd/>
            </a:ln>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nvGrpSpPr>
            <p:cNvPr id="112680" name="Group 58"/>
            <p:cNvGrpSpPr>
              <a:grpSpLocks/>
            </p:cNvGrpSpPr>
            <p:nvPr/>
          </p:nvGrpSpPr>
          <p:grpSpPr bwMode="auto">
            <a:xfrm>
              <a:off x="4735" y="1627"/>
              <a:ext cx="582" cy="151"/>
              <a:chOff x="614" y="2568"/>
              <a:chExt cx="725" cy="139"/>
            </a:xfrm>
          </p:grpSpPr>
          <p:sp>
            <p:nvSpPr>
              <p:cNvPr id="112696" name="AutoShape 59"/>
              <p:cNvSpPr>
                <a:spLocks noChangeArrowheads="1"/>
              </p:cNvSpPr>
              <p:nvPr/>
            </p:nvSpPr>
            <p:spPr bwMode="auto">
              <a:xfrm>
                <a:off x="611" y="2581"/>
                <a:ext cx="731" cy="128"/>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97" name="AutoShape 60"/>
              <p:cNvSpPr>
                <a:spLocks noChangeArrowheads="1"/>
              </p:cNvSpPr>
              <p:nvPr/>
            </p:nvSpPr>
            <p:spPr bwMode="auto">
              <a:xfrm>
                <a:off x="624" y="2586"/>
                <a:ext cx="698"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sp>
          <p:nvSpPr>
            <p:cNvPr id="112681" name="Freeform 61"/>
            <p:cNvSpPr>
              <a:spLocks/>
            </p:cNvSpPr>
            <p:nvPr/>
          </p:nvSpPr>
          <p:spPr bwMode="auto">
            <a:xfrm>
              <a:off x="5288" y="1354"/>
              <a:ext cx="263" cy="188"/>
            </a:xfrm>
            <a:custGeom>
              <a:avLst/>
              <a:gdLst>
                <a:gd name="T0" fmla="*/ 2 w 328"/>
                <a:gd name="T1" fmla="*/ 0 h 226"/>
                <a:gd name="T2" fmla="*/ 18 w 328"/>
                <a:gd name="T3" fmla="*/ 12 h 226"/>
                <a:gd name="T4" fmla="*/ 18 w 328"/>
                <a:gd name="T5" fmla="*/ 21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nvGrpSpPr>
            <p:cNvPr id="112682" name="Group 62"/>
            <p:cNvGrpSpPr>
              <a:grpSpLocks/>
            </p:cNvGrpSpPr>
            <p:nvPr/>
          </p:nvGrpSpPr>
          <p:grpSpPr bwMode="auto">
            <a:xfrm>
              <a:off x="4739" y="1327"/>
              <a:ext cx="582" cy="139"/>
              <a:chOff x="614" y="2568"/>
              <a:chExt cx="725" cy="139"/>
            </a:xfrm>
          </p:grpSpPr>
          <p:sp>
            <p:nvSpPr>
              <p:cNvPr id="112694" name="AutoShape 63"/>
              <p:cNvSpPr>
                <a:spLocks noChangeArrowheads="1"/>
              </p:cNvSpPr>
              <p:nvPr/>
            </p:nvSpPr>
            <p:spPr bwMode="auto">
              <a:xfrm>
                <a:off x="612" y="2576"/>
                <a:ext cx="725" cy="139"/>
              </a:xfrm>
              <a:prstGeom prst="roundRect">
                <a:avLst>
                  <a:gd name="adj" fmla="val 50000"/>
                </a:avLst>
              </a:pr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95" name="AutoShape 64"/>
              <p:cNvSpPr>
                <a:spLocks noChangeArrowheads="1"/>
              </p:cNvSpPr>
              <p:nvPr/>
            </p:nvSpPr>
            <p:spPr bwMode="auto">
              <a:xfrm>
                <a:off x="626" y="2587"/>
                <a:ext cx="691"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sp>
          <p:nvSpPr>
            <p:cNvPr id="112683" name="Rectangle 65"/>
            <p:cNvSpPr>
              <a:spLocks noChangeArrowheads="1"/>
            </p:cNvSpPr>
            <p:nvPr/>
          </p:nvSpPr>
          <p:spPr bwMode="auto">
            <a:xfrm>
              <a:off x="5250" y="429"/>
              <a:ext cx="69"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84" name="Freeform 66"/>
            <p:cNvSpPr>
              <a:spLocks/>
            </p:cNvSpPr>
            <p:nvPr/>
          </p:nvSpPr>
          <p:spPr bwMode="auto">
            <a:xfrm>
              <a:off x="5312" y="1007"/>
              <a:ext cx="237" cy="213"/>
            </a:xfrm>
            <a:custGeom>
              <a:avLst/>
              <a:gdLst>
                <a:gd name="T0" fmla="*/ 2 w 296"/>
                <a:gd name="T1" fmla="*/ 0 h 256"/>
                <a:gd name="T2" fmla="*/ 17 w 296"/>
                <a:gd name="T3" fmla="*/ 12 h 256"/>
                <a:gd name="T4" fmla="*/ 17 w 296"/>
                <a:gd name="T5" fmla="*/ 23 h 256"/>
                <a:gd name="T6" fmla="*/ 0 w 296"/>
                <a:gd name="T7" fmla="*/ 8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85" name="Freeform 67"/>
            <p:cNvSpPr>
              <a:spLocks/>
            </p:cNvSpPr>
            <p:nvPr/>
          </p:nvSpPr>
          <p:spPr bwMode="auto">
            <a:xfrm>
              <a:off x="5315" y="680"/>
              <a:ext cx="244" cy="240"/>
            </a:xfrm>
            <a:custGeom>
              <a:avLst/>
              <a:gdLst>
                <a:gd name="T0" fmla="*/ 0 w 304"/>
                <a:gd name="T1" fmla="*/ 0 h 288"/>
                <a:gd name="T2" fmla="*/ 18 w 304"/>
                <a:gd name="T3" fmla="*/ 16 h 288"/>
                <a:gd name="T4" fmla="*/ 16 w 304"/>
                <a:gd name="T5" fmla="*/ 28 h 288"/>
                <a:gd name="T6" fmla="*/ 2 w 304"/>
                <a:gd name="T7" fmla="*/ 12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86" name="Oval 68"/>
            <p:cNvSpPr>
              <a:spLocks noChangeArrowheads="1"/>
            </p:cNvSpPr>
            <p:nvPr/>
          </p:nvSpPr>
          <p:spPr bwMode="auto">
            <a:xfrm>
              <a:off x="5517" y="2614"/>
              <a:ext cx="48" cy="95"/>
            </a:xfrm>
            <a:prstGeom prst="ellipse">
              <a:avLst/>
            </a:pr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87" name="Freeform 69"/>
            <p:cNvSpPr>
              <a:spLocks/>
            </p:cNvSpPr>
            <p:nvPr/>
          </p:nvSpPr>
          <p:spPr bwMode="auto">
            <a:xfrm>
              <a:off x="5302" y="2614"/>
              <a:ext cx="245" cy="200"/>
            </a:xfrm>
            <a:custGeom>
              <a:avLst/>
              <a:gdLst>
                <a:gd name="T0" fmla="*/ 0 w 306"/>
                <a:gd name="T1" fmla="*/ 11 h 240"/>
                <a:gd name="T2" fmla="*/ 2 w 306"/>
                <a:gd name="T3" fmla="*/ 23 h 240"/>
                <a:gd name="T4" fmla="*/ 18 w 306"/>
                <a:gd name="T5" fmla="*/ 11 h 240"/>
                <a:gd name="T6" fmla="*/ 17 w 306"/>
                <a:gd name="T7" fmla="*/ 0 h 240"/>
                <a:gd name="T8" fmla="*/ 0 w 306"/>
                <a:gd name="T9" fmla="*/ 11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88" name="AutoShape 70"/>
            <p:cNvSpPr>
              <a:spLocks noChangeArrowheads="1"/>
            </p:cNvSpPr>
            <p:nvPr/>
          </p:nvSpPr>
          <p:spPr bwMode="auto">
            <a:xfrm>
              <a:off x="4140" y="2680"/>
              <a:ext cx="1201" cy="145"/>
            </a:xfrm>
            <a:prstGeom prst="roundRect">
              <a:avLst>
                <a:gd name="adj" fmla="val 50000"/>
              </a:avLst>
            </a:prstGeom>
            <a:solidFill>
              <a:srgbClr val="DDDDDD"/>
            </a:solidFill>
            <a:ln w="9525">
              <a:solidFill>
                <a:schemeClr val="tx1"/>
              </a:solidFill>
              <a:round/>
              <a:headEnd/>
              <a:tailEnd/>
            </a:ln>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89" name="AutoShape 71"/>
            <p:cNvSpPr>
              <a:spLocks noChangeArrowheads="1"/>
            </p:cNvSpPr>
            <p:nvPr/>
          </p:nvSpPr>
          <p:spPr bwMode="auto">
            <a:xfrm>
              <a:off x="4204" y="2708"/>
              <a:ext cx="1073"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90" name="Oval 72"/>
            <p:cNvSpPr>
              <a:spLocks noChangeArrowheads="1"/>
            </p:cNvSpPr>
            <p:nvPr/>
          </p:nvSpPr>
          <p:spPr bwMode="auto">
            <a:xfrm>
              <a:off x="4305" y="2380"/>
              <a:ext cx="160" cy="145"/>
            </a:xfrm>
            <a:prstGeom prst="ellipse">
              <a:avLst/>
            </a:prstGeom>
            <a:solidFill>
              <a:srgbClr val="33CC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91" name="Oval 73"/>
            <p:cNvSpPr>
              <a:spLocks noChangeArrowheads="1"/>
            </p:cNvSpPr>
            <p:nvPr/>
          </p:nvSpPr>
          <p:spPr bwMode="auto">
            <a:xfrm>
              <a:off x="4487" y="2386"/>
              <a:ext cx="160" cy="139"/>
            </a:xfrm>
            <a:prstGeom prst="ellipse">
              <a:avLst/>
            </a:prstGeom>
            <a:solidFill>
              <a:srgbClr val="FF0000"/>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algn="ctr" fontAlgn="base">
                <a:spcBef>
                  <a:spcPct val="0"/>
                </a:spcBef>
                <a:spcAft>
                  <a:spcPct val="0"/>
                </a:spcAft>
              </a:pPr>
              <a:endParaRPr lang="en-US">
                <a:solidFill>
                  <a:srgbClr val="FF0000"/>
                </a:solidFill>
                <a:latin typeface="Arial" charset="0"/>
                <a:ea typeface="ＭＳ Ｐゴシック" charset="0"/>
                <a:cs typeface="Arial" charset="0"/>
              </a:endParaRPr>
            </a:p>
          </p:txBody>
        </p:sp>
        <p:sp>
          <p:nvSpPr>
            <p:cNvPr id="112692" name="Oval 74"/>
            <p:cNvSpPr>
              <a:spLocks noChangeArrowheads="1"/>
            </p:cNvSpPr>
            <p:nvPr/>
          </p:nvSpPr>
          <p:spPr bwMode="auto">
            <a:xfrm>
              <a:off x="4663" y="2380"/>
              <a:ext cx="155" cy="139"/>
            </a:xfrm>
            <a:prstGeom prst="ellipse">
              <a:avLst/>
            </a:prstGeom>
            <a:solidFill>
              <a:srgbClr val="33CC33"/>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sp>
          <p:nvSpPr>
            <p:cNvPr id="112693" name="Rectangle 75"/>
            <p:cNvSpPr>
              <a:spLocks noChangeArrowheads="1"/>
            </p:cNvSpPr>
            <p:nvPr/>
          </p:nvSpPr>
          <p:spPr bwMode="auto">
            <a:xfrm>
              <a:off x="5063" y="1835"/>
              <a:ext cx="85" cy="762"/>
            </a:xfrm>
            <a:prstGeom prst="rect">
              <a:avLst/>
            </a:prstGeom>
            <a:solidFill>
              <a:srgbClr val="292929"/>
            </a:solidFill>
            <a:ln w="9525">
              <a:solidFill>
                <a:schemeClr val="tx1"/>
              </a:solidFill>
              <a:miter lim="800000"/>
              <a:headEnd/>
              <a:tailEnd/>
            </a:ln>
          </p:spPr>
          <p:txBody>
            <a:bodyPr wrap="none" anchor="ctr"/>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grpSp>
        <p:nvGrpSpPr>
          <p:cNvPr id="112667" name="Group 76"/>
          <p:cNvGrpSpPr>
            <a:grpSpLocks/>
          </p:cNvGrpSpPr>
          <p:nvPr/>
        </p:nvGrpSpPr>
        <p:grpSpPr bwMode="auto">
          <a:xfrm>
            <a:off x="5605463" y="1739900"/>
            <a:ext cx="698500" cy="709613"/>
            <a:chOff x="-44" y="1473"/>
            <a:chExt cx="981" cy="1105"/>
          </a:xfrm>
        </p:grpSpPr>
        <p:pic>
          <p:nvPicPr>
            <p:cNvPr id="112668" name="Picture 77"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2669" name="Freeform 78"/>
            <p:cNvSpPr>
              <a:spLocks/>
            </p:cNvSpPr>
            <p:nvPr/>
          </p:nvSpPr>
          <p:spPr bwMode="auto">
            <a:xfrm flipH="1">
              <a:off x="374" y="1579"/>
              <a:ext cx="477" cy="506"/>
            </a:xfrm>
            <a:custGeom>
              <a:avLst/>
              <a:gdLst>
                <a:gd name="T0" fmla="*/ 0 w 356"/>
                <a:gd name="T1" fmla="*/ 0 h 368"/>
                <a:gd name="T2" fmla="*/ 13459 w 356"/>
                <a:gd name="T3" fmla="*/ 887 h 368"/>
                <a:gd name="T4" fmla="*/ 15967 w 356"/>
                <a:gd name="T5" fmla="*/ 18491 h 368"/>
                <a:gd name="T6" fmla="*/ 3519 w 356"/>
                <a:gd name="T7" fmla="*/ 2312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 xmlns:a14="http://schemas.microsoft.com/office/drawing/2010/main" w="9525" cap="flat" cmpd="sng">
                  <a:solidFill>
                    <a:srgbClr val="000000"/>
                  </a:solidFill>
                  <a:prstDash val="solid"/>
                  <a:round/>
                  <a:headEnd/>
                  <a:tailEnd/>
                </a14:hiddenLine>
              </a:ext>
            </a:extLst>
          </p:spPr>
          <p:txBody>
            <a:bodyPr wrap="none"/>
            <a:lstStyle/>
            <a:p>
              <a:pPr eaLnBrk="0" fontAlgn="base" hangingPunct="0">
                <a:spcBef>
                  <a:spcPct val="20000"/>
                </a:spcBef>
                <a:spcAft>
                  <a:spcPct val="0"/>
                </a:spcAft>
                <a:buClr>
                  <a:srgbClr val="3333CC"/>
                </a:buClr>
                <a:buSzPct val="85000"/>
                <a:buFont typeface="ZapfDingbats" charset="0"/>
                <a:buNone/>
              </a:pPr>
              <a:endParaRPr lang="en-US" sz="2000">
                <a:solidFill>
                  <a:srgbClr val="000000"/>
                </a:solidFill>
                <a:latin typeface="Arial" charset="0"/>
                <a:ea typeface="ＭＳ Ｐゴシック" charset="0"/>
                <a:cs typeface="ＭＳ Ｐゴシック" charset="0"/>
              </a:endParaRPr>
            </a:p>
          </p:txBody>
        </p:sp>
      </p:grpSp>
    </p:spTree>
    <p:extLst>
      <p:ext uri="{BB962C8B-B14F-4D97-AF65-F5344CB8AC3E}">
        <p14:creationId xmlns:p14="http://schemas.microsoft.com/office/powerpoint/2010/main" val="2514700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a:spLocks noGrp="1" noChangeArrowheads="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Application Layer</a:t>
            </a:r>
          </a:p>
        </p:txBody>
      </p:sp>
      <p:sp>
        <p:nvSpPr>
          <p:cNvPr id="114690" name="Rectangle 8"/>
          <p:cNvSpPr>
            <a:spLocks noGrp="1" noChangeArrowheads="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0"/>
                <a:cs typeface="ＭＳ Ｐゴシック" charset="0"/>
              </a:defRPr>
            </a:lvl1pPr>
            <a:lvl2pPr marL="742950" indent="-285750">
              <a:defRPr sz="2000">
                <a:solidFill>
                  <a:schemeClr val="tx1"/>
                </a:solidFill>
                <a:latin typeface="Arial" charset="0"/>
                <a:ea typeface="ＭＳ Ｐゴシック" charset="0"/>
              </a:defRPr>
            </a:lvl2pPr>
            <a:lvl3pPr marL="1143000" indent="-228600">
              <a:defRPr sz="2000">
                <a:solidFill>
                  <a:schemeClr val="tx1"/>
                </a:solidFill>
                <a:latin typeface="Arial" charset="0"/>
                <a:ea typeface="ＭＳ Ｐゴシック" charset="0"/>
              </a:defRPr>
            </a:lvl3pPr>
            <a:lvl4pPr marL="1600200" indent="-228600">
              <a:defRPr sz="2000">
                <a:solidFill>
                  <a:schemeClr val="tx1"/>
                </a:solidFill>
                <a:latin typeface="Arial" charset="0"/>
                <a:ea typeface="ＭＳ Ｐゴシック" charset="0"/>
              </a:defRPr>
            </a:lvl4pPr>
            <a:lvl5pPr marL="2057400" indent="-228600">
              <a:defRPr sz="20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accent2"/>
              </a:buClr>
              <a:buSzPct val="85000"/>
              <a:buFont typeface="ZapfDingbats" charset="0"/>
              <a:defRPr sz="2000">
                <a:solidFill>
                  <a:schemeClr val="tx1"/>
                </a:solidFill>
                <a:latin typeface="Arial" charset="0"/>
                <a:ea typeface="ＭＳ Ｐゴシック" charset="0"/>
              </a:defRPr>
            </a:lvl9pPr>
          </a:lstStyle>
          <a:p>
            <a:r>
              <a:rPr lang="en-US" sz="1200">
                <a:solidFill>
                  <a:srgbClr val="000000"/>
                </a:solidFill>
                <a:latin typeface="Tahoma" charset="0"/>
              </a:rPr>
              <a:t>2-</a:t>
            </a:r>
            <a:fld id="{21C644A2-C4C2-6245-9D07-ED25C7C68159}" type="slidenum">
              <a:rPr lang="en-US" sz="1200">
                <a:solidFill>
                  <a:srgbClr val="000000"/>
                </a:solidFill>
                <a:latin typeface="Tahoma" charset="0"/>
              </a:rPr>
              <a:pPr/>
              <a:t>10</a:t>
            </a:fld>
            <a:endParaRPr lang="en-US" sz="1200">
              <a:solidFill>
                <a:srgbClr val="000000"/>
              </a:solidFill>
              <a:latin typeface="Tahoma" charset="0"/>
            </a:endParaRPr>
          </a:p>
        </p:txBody>
      </p:sp>
      <p:sp>
        <p:nvSpPr>
          <p:cNvPr id="114691" name="Rectangle 2"/>
          <p:cNvSpPr>
            <a:spLocks noGrp="1" noChangeArrowheads="1"/>
          </p:cNvSpPr>
          <p:nvPr>
            <p:ph type="title"/>
          </p:nvPr>
        </p:nvSpPr>
        <p:spPr>
          <a:xfrm>
            <a:off x="452438" y="173038"/>
            <a:ext cx="7772400" cy="838200"/>
          </a:xfrm>
        </p:spPr>
        <p:txBody>
          <a:bodyPr/>
          <a:lstStyle/>
          <a:p>
            <a:r>
              <a:rPr lang="en-US" sz="3600">
                <a:latin typeface="Gill Sans MT" charset="0"/>
              </a:rPr>
              <a:t>Persistent HTTP</a:t>
            </a:r>
            <a:endParaRPr lang="en-US">
              <a:latin typeface="Gill Sans MT" charset="0"/>
            </a:endParaRPr>
          </a:p>
        </p:txBody>
      </p:sp>
      <p:sp>
        <p:nvSpPr>
          <p:cNvPr id="114692" name="Rectangle 3"/>
          <p:cNvSpPr>
            <a:spLocks noGrp="1" noChangeArrowheads="1"/>
          </p:cNvSpPr>
          <p:nvPr>
            <p:ph type="body" sz="half" idx="1"/>
          </p:nvPr>
        </p:nvSpPr>
        <p:spPr>
          <a:xfrm>
            <a:off x="434975" y="1414463"/>
            <a:ext cx="3933825" cy="4648200"/>
          </a:xfrm>
        </p:spPr>
        <p:txBody>
          <a:bodyPr/>
          <a:lstStyle/>
          <a:p>
            <a:pPr>
              <a:buFont typeface="Wingdings" charset="0"/>
              <a:buNone/>
            </a:pPr>
            <a:r>
              <a:rPr lang="en-US" i="1">
                <a:solidFill>
                  <a:srgbClr val="CC0000"/>
                </a:solidFill>
                <a:latin typeface="Gill Sans MT" charset="0"/>
              </a:rPr>
              <a:t>non-persistent HTTP issues:</a:t>
            </a:r>
          </a:p>
          <a:p>
            <a:r>
              <a:rPr lang="en-US" sz="2400">
                <a:latin typeface="Gill Sans MT" charset="0"/>
              </a:rPr>
              <a:t>requires 2 RTTs per object</a:t>
            </a:r>
          </a:p>
          <a:p>
            <a:r>
              <a:rPr lang="en-US" sz="2400">
                <a:latin typeface="Gill Sans MT" charset="0"/>
              </a:rPr>
              <a:t>OS overhead for </a:t>
            </a:r>
            <a:r>
              <a:rPr lang="en-US" sz="2400" i="1">
                <a:latin typeface="Gill Sans MT" charset="0"/>
              </a:rPr>
              <a:t>each</a:t>
            </a:r>
            <a:r>
              <a:rPr lang="en-US" sz="2400">
                <a:latin typeface="Gill Sans MT" charset="0"/>
              </a:rPr>
              <a:t> TCP connection</a:t>
            </a:r>
          </a:p>
          <a:p>
            <a:r>
              <a:rPr lang="en-US" sz="2400">
                <a:latin typeface="Gill Sans MT" charset="0"/>
              </a:rPr>
              <a:t>browsers often open parallel TCP connections to fetch referenced objects</a:t>
            </a:r>
          </a:p>
          <a:p>
            <a:pPr>
              <a:buFont typeface="Wingdings" charset="0"/>
              <a:buNone/>
            </a:pPr>
            <a:endParaRPr lang="en-US" sz="2400">
              <a:latin typeface="Gill Sans MT" charset="0"/>
            </a:endParaRPr>
          </a:p>
          <a:p>
            <a:endParaRPr lang="en-US" sz="2000">
              <a:latin typeface="Gill Sans MT" charset="0"/>
            </a:endParaRPr>
          </a:p>
          <a:p>
            <a:endParaRPr lang="en-US" sz="2000">
              <a:latin typeface="Gill Sans MT" charset="0"/>
            </a:endParaRPr>
          </a:p>
        </p:txBody>
      </p:sp>
      <p:sp>
        <p:nvSpPr>
          <p:cNvPr id="114693" name="Rectangle 10"/>
          <p:cNvSpPr>
            <a:spLocks noGrp="1" noChangeArrowheads="1"/>
          </p:cNvSpPr>
          <p:nvPr>
            <p:ph type="body" sz="half" idx="2"/>
          </p:nvPr>
        </p:nvSpPr>
        <p:spPr>
          <a:xfrm>
            <a:off x="4703763" y="1438275"/>
            <a:ext cx="3810000" cy="4648200"/>
          </a:xfrm>
        </p:spPr>
        <p:txBody>
          <a:bodyPr/>
          <a:lstStyle/>
          <a:p>
            <a:pPr>
              <a:buFont typeface="Wingdings" charset="0"/>
              <a:buNone/>
            </a:pPr>
            <a:r>
              <a:rPr lang="en-US" i="1" dirty="0">
                <a:solidFill>
                  <a:srgbClr val="CC0000"/>
                </a:solidFill>
                <a:latin typeface="Gill Sans MT" charset="0"/>
              </a:rPr>
              <a:t>persistent  HTTP:</a:t>
            </a:r>
          </a:p>
          <a:p>
            <a:r>
              <a:rPr lang="en-US" sz="2400" dirty="0">
                <a:latin typeface="Gill Sans MT" charset="0"/>
              </a:rPr>
              <a:t>server leaves connection open after sending response</a:t>
            </a:r>
          </a:p>
          <a:p>
            <a:r>
              <a:rPr lang="en-US" sz="2400" dirty="0">
                <a:latin typeface="Gill Sans MT" charset="0"/>
              </a:rPr>
              <a:t>subsequent HTTP messages  between same client/server sent over open connection</a:t>
            </a:r>
          </a:p>
          <a:p>
            <a:r>
              <a:rPr lang="en-US" sz="2400" dirty="0">
                <a:latin typeface="Gill Sans MT" charset="0"/>
              </a:rPr>
              <a:t>client sends requests as soon as it encounters a referenced object</a:t>
            </a:r>
          </a:p>
          <a:p>
            <a:r>
              <a:rPr lang="en-US" sz="2400" dirty="0">
                <a:latin typeface="Gill Sans MT" charset="0"/>
              </a:rPr>
              <a:t>as little as one RTT for all the referenced objects</a:t>
            </a:r>
          </a:p>
        </p:txBody>
      </p:sp>
      <p:pic>
        <p:nvPicPr>
          <p:cNvPr id="114694" name="Picture 10"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900" y="796925"/>
            <a:ext cx="3303588" cy="196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0343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Q3a</a:t>
            </a:r>
          </a:p>
        </p:txBody>
      </p:sp>
      <p:sp>
        <p:nvSpPr>
          <p:cNvPr id="3" name="Content Placeholder 2"/>
          <p:cNvSpPr>
            <a:spLocks noGrp="1"/>
          </p:cNvSpPr>
          <p:nvPr>
            <p:ph idx="1"/>
          </p:nvPr>
        </p:nvSpPr>
        <p:spPr>
          <a:xfrm>
            <a:off x="457200" y="1173162"/>
            <a:ext cx="8229600" cy="5486400"/>
          </a:xfrm>
        </p:spPr>
        <p:txBody>
          <a:bodyPr>
            <a:normAutofit/>
          </a:bodyPr>
          <a:lstStyle/>
          <a:p>
            <a:r>
              <a:rPr lang="x-none" altLang="zh-HK" dirty="0"/>
              <a:t>Time needed </a:t>
            </a:r>
            <a:endParaRPr lang="zh-TW" altLang="zh-HK" b="1" dirty="0"/>
          </a:p>
          <a:p>
            <a:pPr marL="0" indent="0">
              <a:buNone/>
            </a:pPr>
            <a:r>
              <a:rPr lang="x-none" altLang="zh-HK" dirty="0"/>
              <a:t>= Time for DNS + (TCP connection setup time + request-response RTT</a:t>
            </a:r>
            <a:r>
              <a:rPr lang="en-US" altLang="zh-HK" dirty="0"/>
              <a:t> for base HTML file</a:t>
            </a:r>
            <a:r>
              <a:rPr lang="x-none" altLang="zh-HK" dirty="0"/>
              <a:t>) + (TCP connection setup time + request-response RTT</a:t>
            </a:r>
            <a:r>
              <a:rPr lang="en-US" altLang="zh-HK" dirty="0"/>
              <a:t> for an object</a:t>
            </a:r>
            <a:r>
              <a:rPr lang="x-none" altLang="zh-HK" dirty="0"/>
              <a:t>) * 8</a:t>
            </a:r>
            <a:endParaRPr lang="zh-TW" altLang="zh-HK" b="1" dirty="0"/>
          </a:p>
          <a:p>
            <a:pPr marL="0" indent="0">
              <a:buNone/>
            </a:pPr>
            <a:r>
              <a:rPr lang="x-none" altLang="zh-HK" dirty="0"/>
              <a:t>= (RTT</a:t>
            </a:r>
            <a:r>
              <a:rPr lang="x-none" altLang="zh-HK" baseline="-25000" dirty="0"/>
              <a:t>1 </a:t>
            </a:r>
            <a:r>
              <a:rPr lang="x-none" altLang="zh-HK" dirty="0"/>
              <a:t>+ … + RTT</a:t>
            </a:r>
            <a:r>
              <a:rPr lang="x-none" altLang="zh-HK" baseline="-25000" dirty="0"/>
              <a:t>n</a:t>
            </a:r>
            <a:r>
              <a:rPr lang="x-none" altLang="zh-HK" dirty="0"/>
              <a:t>) + 2RTT</a:t>
            </a:r>
            <a:r>
              <a:rPr lang="x-none" altLang="zh-HK" baseline="-25000" dirty="0"/>
              <a:t>0</a:t>
            </a:r>
            <a:r>
              <a:rPr lang="x-none" altLang="zh-HK" dirty="0"/>
              <a:t> + (2RTT</a:t>
            </a:r>
            <a:r>
              <a:rPr lang="x-none" altLang="zh-HK" baseline="-25000" dirty="0"/>
              <a:t>0</a:t>
            </a:r>
            <a:r>
              <a:rPr lang="x-none" altLang="zh-HK" dirty="0"/>
              <a:t>) * 8</a:t>
            </a:r>
            <a:endParaRPr lang="zh-TW" altLang="zh-HK" b="1" dirty="0"/>
          </a:p>
          <a:p>
            <a:pPr marL="0" indent="0">
              <a:buNone/>
            </a:pPr>
            <a:r>
              <a:rPr lang="x-none" altLang="zh-HK" dirty="0"/>
              <a:t>= (RTT</a:t>
            </a:r>
            <a:r>
              <a:rPr lang="x-none" altLang="zh-HK" baseline="-25000" dirty="0"/>
              <a:t>1 </a:t>
            </a:r>
            <a:r>
              <a:rPr lang="x-none" altLang="zh-HK" dirty="0"/>
              <a:t>+ … + RTT</a:t>
            </a:r>
            <a:r>
              <a:rPr lang="x-none" altLang="zh-HK" baseline="-25000" dirty="0"/>
              <a:t>n</a:t>
            </a:r>
            <a:r>
              <a:rPr lang="x-none" altLang="zh-HK" dirty="0"/>
              <a:t>) + 18RTT</a:t>
            </a:r>
            <a:r>
              <a:rPr lang="x-none" altLang="zh-HK" baseline="-25000" dirty="0"/>
              <a:t>0</a:t>
            </a:r>
            <a:endParaRPr lang="zh-TW" altLang="zh-HK" b="1" dirty="0"/>
          </a:p>
          <a:p>
            <a:endParaRPr lang="en-US" sz="2800" dirty="0">
              <a:solidFill>
                <a:schemeClr val="tx2"/>
              </a:solidFill>
            </a:endParaRPr>
          </a:p>
          <a:p>
            <a:pPr marL="0" indent="0">
              <a:buNone/>
            </a:pPr>
            <a:endParaRPr lang="en-US" sz="2800" dirty="0">
              <a:solidFill>
                <a:schemeClr val="tx2"/>
              </a:solidFill>
            </a:endParaRPr>
          </a:p>
          <a:p>
            <a:pPr marL="0" indent="0">
              <a:buNone/>
            </a:pPr>
            <a:r>
              <a:rPr lang="en-US" sz="2800" dirty="0">
                <a:solidFill>
                  <a:schemeClr val="tx2"/>
                </a:solidFill>
              </a:rPr>
              <a:t> </a:t>
            </a:r>
          </a:p>
          <a:p>
            <a:endParaRPr lang="en-US" sz="2800" b="1" baseline="-25000" dirty="0"/>
          </a:p>
          <a:p>
            <a:endParaRPr lang="en-US" sz="2800" b="1" dirty="0"/>
          </a:p>
        </p:txBody>
      </p:sp>
    </p:spTree>
    <p:extLst>
      <p:ext uri="{BB962C8B-B14F-4D97-AF65-F5344CB8AC3E}">
        <p14:creationId xmlns:p14="http://schemas.microsoft.com/office/powerpoint/2010/main" val="1879713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Q3b</a:t>
            </a:r>
          </a:p>
        </p:txBody>
      </p:sp>
      <p:sp>
        <p:nvSpPr>
          <p:cNvPr id="3" name="Content Placeholder 2"/>
          <p:cNvSpPr>
            <a:spLocks noGrp="1"/>
          </p:cNvSpPr>
          <p:nvPr>
            <p:ph idx="1"/>
          </p:nvPr>
        </p:nvSpPr>
        <p:spPr>
          <a:xfrm>
            <a:off x="457200" y="1173162"/>
            <a:ext cx="8229600" cy="5486400"/>
          </a:xfrm>
        </p:spPr>
        <p:txBody>
          <a:bodyPr>
            <a:normAutofit/>
          </a:bodyPr>
          <a:lstStyle/>
          <a:p>
            <a:r>
              <a:rPr lang="zh-TW" altLang="zh-HK" dirty="0"/>
              <a:t> </a:t>
            </a:r>
            <a:r>
              <a:rPr lang="x-none" altLang="zh-HK" dirty="0"/>
              <a:t>Time needed </a:t>
            </a:r>
            <a:endParaRPr lang="zh-TW" altLang="zh-HK" b="1" dirty="0"/>
          </a:p>
          <a:p>
            <a:pPr marL="0" indent="0">
              <a:buNone/>
            </a:pPr>
            <a:r>
              <a:rPr lang="x-none" altLang="zh-HK" dirty="0"/>
              <a:t>= Time for DNS + (TCP connection setup time + request-response RTT </a:t>
            </a:r>
            <a:r>
              <a:rPr lang="en-US" altLang="zh-HK" dirty="0"/>
              <a:t>for base HTML file</a:t>
            </a:r>
            <a:r>
              <a:rPr lang="x-none" altLang="zh-HK" dirty="0"/>
              <a:t>) + (TCP connection setup time + request-response RTT </a:t>
            </a:r>
            <a:r>
              <a:rPr lang="en-US" altLang="zh-HK" dirty="0"/>
              <a:t>for an object</a:t>
            </a:r>
            <a:r>
              <a:rPr lang="x-none" altLang="zh-HK" dirty="0"/>
              <a:t>) * 2</a:t>
            </a:r>
            <a:endParaRPr lang="zh-TW" altLang="zh-HK" b="1" dirty="0"/>
          </a:p>
          <a:p>
            <a:pPr marL="0" indent="0">
              <a:buNone/>
            </a:pPr>
            <a:r>
              <a:rPr lang="x-none" altLang="zh-HK" dirty="0"/>
              <a:t>= (RTT</a:t>
            </a:r>
            <a:r>
              <a:rPr lang="x-none" altLang="zh-HK" baseline="-25000" dirty="0"/>
              <a:t>1 </a:t>
            </a:r>
            <a:r>
              <a:rPr lang="x-none" altLang="zh-HK" dirty="0"/>
              <a:t>+ … + RTT</a:t>
            </a:r>
            <a:r>
              <a:rPr lang="x-none" altLang="zh-HK" baseline="-25000" dirty="0"/>
              <a:t>n</a:t>
            </a:r>
            <a:r>
              <a:rPr lang="x-none" altLang="zh-HK" dirty="0"/>
              <a:t>) + 2RTT</a:t>
            </a:r>
            <a:r>
              <a:rPr lang="x-none" altLang="zh-HK" baseline="-25000" dirty="0"/>
              <a:t>0</a:t>
            </a:r>
            <a:r>
              <a:rPr lang="x-none" altLang="zh-HK" dirty="0"/>
              <a:t> + (2RTT</a:t>
            </a:r>
            <a:r>
              <a:rPr lang="x-none" altLang="zh-HK" baseline="-25000" dirty="0"/>
              <a:t>0</a:t>
            </a:r>
            <a:r>
              <a:rPr lang="x-none" altLang="zh-HK" dirty="0"/>
              <a:t>) * 2</a:t>
            </a:r>
            <a:endParaRPr lang="zh-TW" altLang="zh-HK" b="1" dirty="0"/>
          </a:p>
          <a:p>
            <a:pPr marL="0" indent="0">
              <a:buNone/>
            </a:pPr>
            <a:r>
              <a:rPr lang="en-US" altLang="zh-HK" dirty="0"/>
              <a:t>= (RTT</a:t>
            </a:r>
            <a:r>
              <a:rPr lang="en-US" altLang="zh-HK" baseline="-25000" dirty="0"/>
              <a:t>1 </a:t>
            </a:r>
            <a:r>
              <a:rPr lang="en-US" altLang="zh-HK" dirty="0"/>
              <a:t>+ … + </a:t>
            </a:r>
            <a:r>
              <a:rPr lang="en-US" altLang="zh-HK" dirty="0" err="1"/>
              <a:t>RTT</a:t>
            </a:r>
            <a:r>
              <a:rPr lang="en-US" altLang="zh-HK" baseline="-25000" dirty="0" err="1"/>
              <a:t>n</a:t>
            </a:r>
            <a:r>
              <a:rPr lang="en-US" altLang="zh-HK" dirty="0"/>
              <a:t>) + 6RTT</a:t>
            </a:r>
            <a:r>
              <a:rPr lang="en-US" altLang="zh-HK" baseline="-25000" dirty="0"/>
              <a:t>0</a:t>
            </a:r>
            <a:endParaRPr lang="en-US" sz="2800" dirty="0">
              <a:solidFill>
                <a:schemeClr val="tx2"/>
              </a:solidFill>
            </a:endParaRPr>
          </a:p>
          <a:p>
            <a:pPr marL="0" indent="0">
              <a:buNone/>
            </a:pPr>
            <a:endParaRPr lang="en-US" sz="2800" dirty="0">
              <a:solidFill>
                <a:schemeClr val="tx2"/>
              </a:solidFill>
            </a:endParaRPr>
          </a:p>
          <a:p>
            <a:pPr marL="0" indent="0">
              <a:buNone/>
            </a:pPr>
            <a:r>
              <a:rPr lang="en-US" sz="2800" dirty="0">
                <a:solidFill>
                  <a:schemeClr val="tx2"/>
                </a:solidFill>
              </a:rPr>
              <a:t> </a:t>
            </a:r>
          </a:p>
          <a:p>
            <a:endParaRPr lang="en-US" sz="2800" b="1" baseline="-25000" dirty="0"/>
          </a:p>
          <a:p>
            <a:endParaRPr lang="en-US" sz="2800" b="1" dirty="0"/>
          </a:p>
        </p:txBody>
      </p:sp>
    </p:spTree>
    <p:extLst>
      <p:ext uri="{BB962C8B-B14F-4D97-AF65-F5344CB8AC3E}">
        <p14:creationId xmlns:p14="http://schemas.microsoft.com/office/powerpoint/2010/main" val="1107898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Q3c</a:t>
            </a:r>
          </a:p>
        </p:txBody>
      </p:sp>
      <p:sp>
        <p:nvSpPr>
          <p:cNvPr id="3" name="Content Placeholder 2"/>
          <p:cNvSpPr>
            <a:spLocks noGrp="1"/>
          </p:cNvSpPr>
          <p:nvPr>
            <p:ph idx="1"/>
          </p:nvPr>
        </p:nvSpPr>
        <p:spPr>
          <a:xfrm>
            <a:off x="457200" y="1173162"/>
            <a:ext cx="8229600" cy="5486400"/>
          </a:xfrm>
        </p:spPr>
        <p:txBody>
          <a:bodyPr>
            <a:normAutofit fontScale="85000" lnSpcReduction="20000"/>
          </a:bodyPr>
          <a:lstStyle/>
          <a:p>
            <a:r>
              <a:rPr lang="x-none" altLang="zh-HK" dirty="0"/>
              <a:t>In persistent HTTP, after the TCP connection has been setup, the nine objects (i.e., one </a:t>
            </a:r>
            <a:r>
              <a:rPr lang="en-US" altLang="zh-HK" dirty="0"/>
              <a:t>base HTML file </a:t>
            </a:r>
            <a:r>
              <a:rPr lang="x-none" altLang="zh-HK" dirty="0"/>
              <a:t>plus eight very small objects) have to be requested one after another. Thus, </a:t>
            </a:r>
            <a:endParaRPr lang="zh-TW" altLang="zh-HK" b="1" dirty="0"/>
          </a:p>
          <a:p>
            <a:endParaRPr lang="zh-TW" altLang="zh-HK" b="1" dirty="0"/>
          </a:p>
          <a:p>
            <a:r>
              <a:rPr lang="x-none" altLang="zh-HK" dirty="0"/>
              <a:t>Time needed </a:t>
            </a:r>
            <a:endParaRPr lang="zh-TW" altLang="zh-HK" b="1" dirty="0"/>
          </a:p>
          <a:p>
            <a:pPr marL="0" indent="0">
              <a:buNone/>
            </a:pPr>
            <a:r>
              <a:rPr lang="x-none" altLang="zh-HK" dirty="0"/>
              <a:t>= Time for DNS + TCP connection setup time + request-response RTT * 9</a:t>
            </a:r>
            <a:endParaRPr lang="zh-TW" altLang="zh-HK" b="1" dirty="0"/>
          </a:p>
          <a:p>
            <a:pPr marL="0" indent="0">
              <a:buNone/>
            </a:pPr>
            <a:r>
              <a:rPr lang="en-US" altLang="zh-HK" dirty="0"/>
              <a:t>= (RTT</a:t>
            </a:r>
            <a:r>
              <a:rPr lang="en-US" altLang="zh-HK" baseline="-25000" dirty="0"/>
              <a:t>1 </a:t>
            </a:r>
            <a:r>
              <a:rPr lang="en-US" altLang="zh-HK" dirty="0"/>
              <a:t>+ … + </a:t>
            </a:r>
            <a:r>
              <a:rPr lang="en-US" altLang="zh-HK" dirty="0" err="1"/>
              <a:t>RTT</a:t>
            </a:r>
            <a:r>
              <a:rPr lang="en-US" altLang="zh-HK" baseline="-25000" dirty="0" err="1"/>
              <a:t>n</a:t>
            </a:r>
            <a:r>
              <a:rPr lang="en-US" altLang="zh-HK" dirty="0"/>
              <a:t>) + RTT</a:t>
            </a:r>
            <a:r>
              <a:rPr lang="en-US" altLang="zh-HK" baseline="-25000" dirty="0"/>
              <a:t>0 </a:t>
            </a:r>
            <a:r>
              <a:rPr lang="en-US" altLang="zh-HK" dirty="0"/>
              <a:t>+ RTT</a:t>
            </a:r>
            <a:r>
              <a:rPr lang="en-US" altLang="zh-HK" baseline="-25000" dirty="0"/>
              <a:t>0 </a:t>
            </a:r>
            <a:r>
              <a:rPr lang="en-US" altLang="zh-HK" dirty="0"/>
              <a:t>*9</a:t>
            </a:r>
            <a:endParaRPr lang="zh-TW" altLang="zh-HK" dirty="0"/>
          </a:p>
          <a:p>
            <a:pPr marL="0" indent="0">
              <a:buNone/>
            </a:pPr>
            <a:r>
              <a:rPr lang="en-US" altLang="zh-HK" dirty="0"/>
              <a:t>= (RTT</a:t>
            </a:r>
            <a:r>
              <a:rPr lang="en-US" altLang="zh-HK" baseline="-25000" dirty="0"/>
              <a:t>1 </a:t>
            </a:r>
            <a:r>
              <a:rPr lang="en-US" altLang="zh-HK" dirty="0"/>
              <a:t>+ … + </a:t>
            </a:r>
            <a:r>
              <a:rPr lang="en-US" altLang="zh-HK" dirty="0" err="1"/>
              <a:t>RTT</a:t>
            </a:r>
            <a:r>
              <a:rPr lang="en-US" altLang="zh-HK" baseline="-25000" dirty="0" err="1"/>
              <a:t>n</a:t>
            </a:r>
            <a:r>
              <a:rPr lang="en-US" altLang="zh-HK" dirty="0"/>
              <a:t>) + 10RTT</a:t>
            </a:r>
            <a:r>
              <a:rPr lang="en-US" altLang="zh-HK" baseline="-25000" dirty="0"/>
              <a:t>0</a:t>
            </a:r>
            <a:endParaRPr lang="zh-TW" altLang="zh-HK" dirty="0"/>
          </a:p>
          <a:p>
            <a:pPr marL="0" indent="0">
              <a:buNone/>
            </a:pPr>
            <a:r>
              <a:rPr lang="en-US" altLang="zh-HK" dirty="0"/>
              <a:t> </a:t>
            </a:r>
            <a:endParaRPr lang="zh-TW" altLang="zh-HK" dirty="0"/>
          </a:p>
          <a:p>
            <a:endParaRPr lang="en-US" sz="2800" dirty="0">
              <a:solidFill>
                <a:schemeClr val="tx2"/>
              </a:solidFill>
            </a:endParaRPr>
          </a:p>
          <a:p>
            <a:pPr marL="0" indent="0">
              <a:buNone/>
            </a:pPr>
            <a:endParaRPr lang="en-US" sz="2800" dirty="0">
              <a:solidFill>
                <a:schemeClr val="tx2"/>
              </a:solidFill>
            </a:endParaRPr>
          </a:p>
          <a:p>
            <a:pPr marL="0" indent="0">
              <a:buNone/>
            </a:pPr>
            <a:r>
              <a:rPr lang="en-US" sz="2800" dirty="0">
                <a:solidFill>
                  <a:schemeClr val="tx2"/>
                </a:solidFill>
              </a:rPr>
              <a:t> </a:t>
            </a:r>
          </a:p>
          <a:p>
            <a:endParaRPr lang="en-US" sz="2800" b="1" baseline="-25000" dirty="0"/>
          </a:p>
          <a:p>
            <a:endParaRPr lang="en-US" sz="2800" b="1" dirty="0"/>
          </a:p>
        </p:txBody>
      </p:sp>
    </p:spTree>
    <p:extLst>
      <p:ext uri="{BB962C8B-B14F-4D97-AF65-F5344CB8AC3E}">
        <p14:creationId xmlns:p14="http://schemas.microsoft.com/office/powerpoint/2010/main" val="898833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tabLst/>
          <a:defRPr kumimoji="0" lang="en-US" sz="2400" b="0" i="0" u="none" strike="noStrike" cap="none" normalizeH="0" baseline="0" smtClean="0">
            <a:ln>
              <a:noFill/>
            </a:ln>
            <a:solidFill>
              <a:schemeClr val="tx1"/>
            </a:solidFill>
            <a:effectLst/>
            <a:latin typeface="Comic Sans MS" pitchFamily="66" charset="0"/>
          </a:defRPr>
        </a:defPPr>
      </a:lstStyle>
    </a:spDef>
    <a:lnDef>
      <a:spPr bwMode="auto">
        <a:noFill/>
        <a:ln w="12700" cap="flat" cmpd="sng" algn="ctr">
          <a:solidFill>
            <a:schemeClr val="tx1"/>
          </a:solidFill>
          <a:prstDash val="solid"/>
          <a:round/>
          <a:headEnd type="none" w="med" len="med"/>
          <a:tailEnd type="triangle"/>
        </a:ln>
        <a:effectLst/>
      </a:spPr>
      <a:body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tabLst/>
          <a:defRPr kumimoji="0" lang="en-US" sz="2400" b="0" i="0" u="none" strike="noStrike" cap="none" normalizeH="0" baseline="0" smtClean="0">
            <a:ln>
              <a:noFill/>
            </a:ln>
            <a:solidFill>
              <a:schemeClr val="tx1"/>
            </a:solidFill>
            <a:effectLst/>
            <a:latin typeface="Comic Sans MS" pitchFamily="66" charset="0"/>
          </a:defRPr>
        </a:defPPr>
      </a:lstStyle>
    </a:spDef>
    <a:lnDef>
      <a:spPr bwMode="auto">
        <a:noFill/>
        <a:ln w="12700" cap="flat" cmpd="sng" algn="ctr">
          <a:solidFill>
            <a:schemeClr val="tx1"/>
          </a:solidFill>
          <a:prstDash val="solid"/>
          <a:round/>
          <a:headEnd type="none" w="med" len="med"/>
          <a:tailEnd type="triangle"/>
        </a:ln>
        <a:effectLst/>
      </a:spPr>
      <a:body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tabLst/>
          <a:defRPr kumimoji="0" lang="en-US" sz="2400" b="0" i="0" u="none" strike="noStrike" cap="none" normalizeH="0" baseline="0" smtClean="0">
            <a:ln>
              <a:noFill/>
            </a:ln>
            <a:solidFill>
              <a:schemeClr val="tx1"/>
            </a:solidFill>
            <a:effectLst/>
            <a:latin typeface="Comic Sans MS" pitchFamily="66" charset="0"/>
          </a:defRPr>
        </a:defPPr>
      </a:lstStyle>
    </a:spDef>
    <a:lnDef>
      <a:spPr bwMode="auto">
        <a:noFill/>
        <a:ln w="12700" cap="flat" cmpd="sng" algn="ctr">
          <a:solidFill>
            <a:schemeClr val="tx1"/>
          </a:solidFill>
          <a:prstDash val="solid"/>
          <a:round/>
          <a:headEnd type="none" w="med" len="med"/>
          <a:tailEnd type="triangle"/>
        </a:ln>
        <a:effectLst/>
      </a:spPr>
      <a:body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tabLst/>
          <a:defRPr kumimoji="0" lang="en-US" sz="2400" b="0" i="0" u="none" strike="noStrike" cap="none" normalizeH="0" baseline="0" smtClean="0">
            <a:ln>
              <a:noFill/>
            </a:ln>
            <a:solidFill>
              <a:schemeClr val="tx1"/>
            </a:solidFill>
            <a:effectLst/>
            <a:latin typeface="Comic Sans MS" pitchFamily="66" charset="0"/>
          </a:defRPr>
        </a:defPPr>
      </a:lstStyle>
    </a:spDef>
    <a:lnDef>
      <a:spPr bwMode="auto">
        <a:noFill/>
        <a:ln w="12700" cap="flat" cmpd="sng" algn="ctr">
          <a:solidFill>
            <a:schemeClr val="tx1"/>
          </a:solidFill>
          <a:prstDash val="solid"/>
          <a:round/>
          <a:headEnd type="none" w="med" len="med"/>
          <a:tailEnd type="triangle"/>
        </a:ln>
        <a:effectLst/>
      </a:spPr>
      <a:body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7924</TotalTime>
  <Words>1048</Words>
  <Application>Microsoft Office PowerPoint</Application>
  <PresentationFormat>如螢幕大小 (4:3)</PresentationFormat>
  <Paragraphs>208</Paragraphs>
  <Slides>13</Slides>
  <Notes>7</Notes>
  <HiddenSlides>0</HiddenSlides>
  <MMClips>0</MMClips>
  <ScaleCrop>false</ScaleCrop>
  <HeadingPairs>
    <vt:vector size="6" baseType="variant">
      <vt:variant>
        <vt:lpstr>使用字型</vt:lpstr>
      </vt:variant>
      <vt:variant>
        <vt:i4>9</vt:i4>
      </vt:variant>
      <vt:variant>
        <vt:lpstr>佈景主題</vt:lpstr>
      </vt:variant>
      <vt:variant>
        <vt:i4>5</vt:i4>
      </vt:variant>
      <vt:variant>
        <vt:lpstr>投影片標題</vt:lpstr>
      </vt:variant>
      <vt:variant>
        <vt:i4>13</vt:i4>
      </vt:variant>
    </vt:vector>
  </HeadingPairs>
  <TitlesOfParts>
    <vt:vector size="27" baseType="lpstr">
      <vt:lpstr>ZapfDingbats</vt:lpstr>
      <vt:lpstr>Arial</vt:lpstr>
      <vt:lpstr>Calibri</vt:lpstr>
      <vt:lpstr>Comic Sans MS</vt:lpstr>
      <vt:lpstr>Courier New</vt:lpstr>
      <vt:lpstr>Gill Sans MT</vt:lpstr>
      <vt:lpstr>Tahoma</vt:lpstr>
      <vt:lpstr>Times New Roman</vt:lpstr>
      <vt:lpstr>Wingdings</vt:lpstr>
      <vt:lpstr>Office Theme</vt:lpstr>
      <vt:lpstr>Default Design</vt:lpstr>
      <vt:lpstr>1_Default Design</vt:lpstr>
      <vt:lpstr>2_Default Design</vt:lpstr>
      <vt:lpstr>3_Default Design</vt:lpstr>
      <vt:lpstr>HTTP request message</vt:lpstr>
      <vt:lpstr>HTTP request message: general format</vt:lpstr>
      <vt:lpstr>Q1</vt:lpstr>
      <vt:lpstr>Q1</vt:lpstr>
      <vt:lpstr>DNS: services, structure </vt:lpstr>
      <vt:lpstr>DNS: a distributed, hierarchical database</vt:lpstr>
      <vt:lpstr>DNS name  resolution example</vt:lpstr>
      <vt:lpstr>Q2</vt:lpstr>
      <vt:lpstr>Non-persistent HTTP: response time</vt:lpstr>
      <vt:lpstr>Persistent HTTP</vt:lpstr>
      <vt:lpstr>Q3a</vt:lpstr>
      <vt:lpstr>Q3b</vt:lpstr>
      <vt:lpstr>Q3c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WANG Cong</dc:creator>
  <cp:lastModifiedBy>Man Hon Cheung (IEG)</cp:lastModifiedBy>
  <cp:revision>133</cp:revision>
  <cp:lastPrinted>2015-09-30T16:03:01Z</cp:lastPrinted>
  <dcterms:created xsi:type="dcterms:W3CDTF">2013-10-05T08:25:26Z</dcterms:created>
  <dcterms:modified xsi:type="dcterms:W3CDTF">2020-09-11T02:42:32Z</dcterms:modified>
</cp:coreProperties>
</file>