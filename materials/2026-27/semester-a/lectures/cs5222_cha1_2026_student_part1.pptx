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3" r:id="rId1"/>
    <p:sldMasterId id="2147483706" r:id="rId2"/>
  </p:sldMasterIdLst>
  <p:notesMasterIdLst>
    <p:notesMasterId r:id="rId52"/>
  </p:notesMasterIdLst>
  <p:handoutMasterIdLst>
    <p:handoutMasterId r:id="rId53"/>
  </p:handoutMasterIdLst>
  <p:sldIdLst>
    <p:sldId id="446" r:id="rId3"/>
    <p:sldId id="256" r:id="rId4"/>
    <p:sldId id="311" r:id="rId5"/>
    <p:sldId id="431" r:id="rId6"/>
    <p:sldId id="366" r:id="rId7"/>
    <p:sldId id="258" r:id="rId8"/>
    <p:sldId id="473" r:id="rId9"/>
    <p:sldId id="260" r:id="rId10"/>
    <p:sldId id="472" r:id="rId11"/>
    <p:sldId id="425" r:id="rId12"/>
    <p:sldId id="262" r:id="rId13"/>
    <p:sldId id="466" r:id="rId14"/>
    <p:sldId id="432" r:id="rId15"/>
    <p:sldId id="385" r:id="rId16"/>
    <p:sldId id="435" r:id="rId17"/>
    <p:sldId id="462" r:id="rId18"/>
    <p:sldId id="469" r:id="rId19"/>
    <p:sldId id="470" r:id="rId20"/>
    <p:sldId id="471" r:id="rId21"/>
    <p:sldId id="426" r:id="rId22"/>
    <p:sldId id="266" r:id="rId23"/>
    <p:sldId id="458" r:id="rId24"/>
    <p:sldId id="306" r:id="rId25"/>
    <p:sldId id="541" r:id="rId26"/>
    <p:sldId id="437" r:id="rId27"/>
    <p:sldId id="438" r:id="rId28"/>
    <p:sldId id="441" r:id="rId29"/>
    <p:sldId id="439" r:id="rId30"/>
    <p:sldId id="271" r:id="rId31"/>
    <p:sldId id="543" r:id="rId32"/>
    <p:sldId id="272" r:id="rId33"/>
    <p:sldId id="542" r:id="rId34"/>
    <p:sldId id="467" r:id="rId35"/>
    <p:sldId id="459" r:id="rId36"/>
    <p:sldId id="324" r:id="rId37"/>
    <p:sldId id="452" r:id="rId38"/>
    <p:sldId id="451" r:id="rId39"/>
    <p:sldId id="453" r:id="rId40"/>
    <p:sldId id="454" r:id="rId41"/>
    <p:sldId id="455" r:id="rId42"/>
    <p:sldId id="456" r:id="rId43"/>
    <p:sldId id="447" r:id="rId44"/>
    <p:sldId id="427" r:id="rId45"/>
    <p:sldId id="442" r:id="rId46"/>
    <p:sldId id="443" r:id="rId47"/>
    <p:sldId id="444" r:id="rId48"/>
    <p:sldId id="337" r:id="rId49"/>
    <p:sldId id="338" r:id="rId50"/>
    <p:sldId id="285" r:id="rId5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339900"/>
    <a:srgbClr val="336600"/>
    <a:srgbClr val="000099"/>
    <a:srgbClr val="33CCFF"/>
    <a:srgbClr val="0099CC"/>
    <a:srgbClr val="DDDDD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764" autoAdjust="0"/>
  </p:normalViewPr>
  <p:slideViewPr>
    <p:cSldViewPr snapToGrid="0"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ED6318AF-D318-4269-9127-F5997392C4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3BD28452-0739-4014-8EA5-8BCEF11F2F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3272254C-B425-49DF-B17F-3100CB1FAA9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7F5D1E33-37D5-4605-BC55-DC4C770100E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77A6017-5678-4F09-8EAA-6FD41F5062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C9CC55F-E926-45B1-AC25-838E22A673B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D1E9DFD-2A7C-4B66-9318-2443D1953C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E1B5AFCA-749E-4799-A5F6-F2194FC346C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565DF1F-9830-4CB8-B63A-4B5E0E6C81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3BB02AB-3E72-4F62-8634-858D7106C6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2F32E74-A9AC-4A72-96E7-F201EDE58B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6166F97-2486-494B-8FC8-D028E078E3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22402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D0E2D4EA-BEC6-4701-A161-018FA64992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B4816A-ABB6-4486-A335-527CDC70FFFF}" type="slidenum">
              <a:rPr lang="en-US" altLang="zh-TW" sz="1300">
                <a:latin typeface="Times New Roman" panose="02020603050405020304" pitchFamily="18" charset="0"/>
              </a:rPr>
              <a:pPr/>
              <a:t>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75455F0D-4C25-47D6-904F-F97D5D861A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CAF7A945-56AC-46EF-BE32-A22B795AF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9E4EC619-B141-4D59-B423-E35A6A4C41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13BFDD-53B0-4CFE-8B43-CE3D479FF82E}" type="slidenum">
              <a:rPr lang="en-US" altLang="zh-TW" sz="1300">
                <a:latin typeface="Times New Roman" panose="02020603050405020304" pitchFamily="18" charset="0"/>
              </a:rPr>
              <a:pPr/>
              <a:t>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D49E32DE-A356-4D95-93EC-DC9F602428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90840E3A-333D-4AB8-9427-D3C6617D62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4EFA81C7-E82F-4816-A4FB-83715DC2803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0B0C370-B327-4863-B4B3-5BA31C103020}" type="slidenum">
              <a:rPr lang="en-US" altLang="zh-TW" sz="1300">
                <a:latin typeface="Times New Roman" panose="02020603050405020304" pitchFamily="18" charset="0"/>
              </a:rPr>
              <a:pPr algn="r"/>
              <a:t>4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33F39AC-F8F7-492D-BA77-7AE340FCB3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754B9CE-B579-49C4-8196-CEDD24820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BE24C69F-B170-4C7D-BCD6-E3FC816E67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133C2E-29EE-4CD6-9DA0-7AFF89648E6B}" type="slidenum">
              <a:rPr lang="en-US" altLang="zh-TW" sz="1300">
                <a:latin typeface="Times New Roman" panose="02020603050405020304" pitchFamily="18" charset="0"/>
              </a:rPr>
              <a:pPr/>
              <a:t>5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1A026B4-5DCC-4747-BBD4-5E088B0D52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BC58689-F9DB-43E6-848D-FD3A28D1C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7FC93CDB-A902-4BEF-93B3-DC1BA94D1E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12BAF33-D41B-44EE-B727-3A0EB733827A}" type="slidenum">
              <a:rPr lang="en-US" altLang="zh-TW" sz="1300">
                <a:latin typeface="Times New Roman" panose="02020603050405020304" pitchFamily="18" charset="0"/>
              </a:rPr>
              <a:pPr/>
              <a:t>6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A67BA681-F3C2-4D1D-993E-80FDF7698D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D041B9A-515A-446C-BA26-CAFD27BF0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A16B37CB-862C-498C-9513-AEFF93CCF0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CE0A18B-8D55-497D-B107-7B686B8A877C}" type="slidenum">
              <a:rPr lang="en-US" altLang="zh-TW" sz="1300">
                <a:latin typeface="Times New Roman" panose="02020603050405020304" pitchFamily="18" charset="0"/>
              </a:rPr>
              <a:pPr/>
              <a:t>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533C57F-7EF4-469B-A8A9-89EB5A6439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F6DDD18-D2AA-4132-ACA4-227667C9F0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endParaRPr lang="zh-TW" altLang="zh-TW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5D0D9D5C-0E76-4B21-BF89-4DB3E25A6C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9E5F65-6331-490A-B01A-0D7D6EDF6FCC}" type="slidenum">
              <a:rPr lang="en-US" altLang="zh-TW" sz="1300">
                <a:latin typeface="Times New Roman" panose="02020603050405020304" pitchFamily="18" charset="0"/>
              </a:rPr>
              <a:pPr/>
              <a:t>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AF25A658-D02A-47BA-991F-EAC361C83B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0CEF727-4CA5-4435-905B-765C6251A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846573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14F411D7-B75D-45C9-B46F-4A386A851D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30C811E-0184-44A6-AFD4-9ABC4AF8EA80}" type="slidenum">
              <a:rPr lang="en-US" altLang="zh-TW" sz="1300">
                <a:latin typeface="Times New Roman" panose="02020603050405020304" pitchFamily="18" charset="0"/>
              </a:rPr>
              <a:pPr/>
              <a:t>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911061F-DEE9-4016-97E7-488B01B0F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73E4EE5-A461-4CAE-ADEC-71CB40D5E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A05CE9D-7EE7-4339-B2A3-F494B25BA59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3507C978-43A3-4F55-BC72-504346FE625A}" type="slidenum">
              <a:rPr lang="en-US" altLang="zh-TW" sz="1300">
                <a:latin typeface="Times New Roman" panose="02020603050405020304" pitchFamily="18" charset="0"/>
              </a:rPr>
              <a:pPr algn="r"/>
              <a:t>10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52E2649-3F53-431B-927C-70F208E35A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A98EC9E-7211-4825-B695-FD69EE5BF2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A28A3D09-9539-4238-9311-E76D1ECB10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A027B4-4FCD-4250-9E82-55896719B193}" type="slidenum">
              <a:rPr lang="en-US" altLang="zh-TW" sz="1300">
                <a:latin typeface="Times New Roman" panose="02020603050405020304" pitchFamily="18" charset="0"/>
              </a:rPr>
              <a:pPr/>
              <a:t>11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50A0B02-6E35-4C63-B8EF-7828919AD8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C801605-7FBE-4E09-9744-4FD341EDC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25563610-DD89-42C6-8170-E69C9AC8BC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6338C4F-7E17-475E-BE9D-984EAEB9A3BB}" type="slidenum">
              <a:rPr lang="en-US" altLang="zh-TW" sz="1300">
                <a:latin typeface="Times New Roman" panose="02020603050405020304" pitchFamily="18" charset="0"/>
              </a:rPr>
              <a:pPr/>
              <a:t>12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44C5BA8-299A-4EC5-A26D-EE6920EF59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8811DE2-8327-44BF-BD43-A5736A87A5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2771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519E9107-984B-416A-93ED-5CBC400CAC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CAAC2F2-75F7-49C2-9669-1D8CA80C1E3E}" type="slidenum">
              <a:rPr lang="en-US" altLang="zh-TW" sz="1300">
                <a:latin typeface="Times New Roman" panose="02020603050405020304" pitchFamily="18" charset="0"/>
              </a:rPr>
              <a:pPr/>
              <a:t>14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7A85A779-F465-43AD-B9E0-1D125D1B52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98965BC-22FC-4456-8470-2AF2CC7E25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44845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0D86C424-072C-452B-89C8-9384449E5E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E600621-F6E5-4851-BB5F-70D7CDA68ECF}" type="slidenum">
              <a:rPr lang="en-US" altLang="zh-TW" sz="1300">
                <a:latin typeface="Times New Roman" panose="02020603050405020304" pitchFamily="18" charset="0"/>
              </a:rPr>
              <a:pPr/>
              <a:t>16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BD18388E-E971-4005-92BC-EFCA58A600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7681ED30-6F18-4692-AB23-A8EFCACC1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046744B0-9E15-4530-8619-C2ED2C7C5A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A11CA2E-7ED9-49C2-B964-1712405A2D75}" type="slidenum">
              <a:rPr lang="en-US" altLang="zh-TW" sz="1300">
                <a:latin typeface="Times New Roman" panose="02020603050405020304" pitchFamily="18" charset="0"/>
              </a:rPr>
              <a:pPr/>
              <a:t>17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B665F843-01DF-4631-9974-95AF22A12B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9C99B040-8C2C-4A40-B16A-5E5149D6D7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5BD5EFA1-DEB7-4FE4-8E99-FB163296C4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658FA0-9D29-4A03-841F-A186BEDC4741}" type="slidenum">
              <a:rPr lang="en-US" altLang="zh-TW" sz="1300">
                <a:latin typeface="Times New Roman" panose="02020603050405020304" pitchFamily="18" charset="0"/>
              </a:rPr>
              <a:pPr/>
              <a:t>18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63820F1-86A8-4734-94E0-EEAA3146FE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E46D979-2035-4E40-9921-A38EABD9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A87AC1E3-BE2A-44B4-B74A-040ED746FA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CFE0238-9662-42FB-8044-A01ED36A48ED}" type="slidenum">
              <a:rPr lang="en-US" altLang="zh-TW" sz="1300">
                <a:latin typeface="Times New Roman" panose="02020603050405020304" pitchFamily="18" charset="0"/>
              </a:rPr>
              <a:pPr/>
              <a:t>19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461EE0E8-207C-441D-BDE4-65B9C1E56A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8BE2335E-068E-41C7-A9AE-1F2BAA2AD1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BB1185F7-32DF-4F5F-8E67-DA6A5812C8F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C006DDAF-73E6-43E8-820E-CBBBFBEA1561}" type="slidenum">
              <a:rPr lang="en-US" altLang="zh-TW" sz="1300">
                <a:latin typeface="Times New Roman" panose="02020603050405020304" pitchFamily="18" charset="0"/>
              </a:rPr>
              <a:pPr algn="r"/>
              <a:t>20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8E433115-0AAF-4A6D-8815-4B9A28A991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CF7E847C-D71E-4388-9F8F-58A1D371B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ED47FCE2-9A46-4806-ABFF-593CB04C3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0CBB34D-EE88-4A15-90EC-568AA66AF4E0}" type="slidenum">
              <a:rPr lang="en-US" altLang="zh-TW" sz="1300">
                <a:latin typeface="Times New Roman" panose="02020603050405020304" pitchFamily="18" charset="0"/>
              </a:rPr>
              <a:pPr/>
              <a:t>21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E6C50D52-3494-4D42-B542-94BC1E0A1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61CAEC8A-88CC-4282-89B7-0A0BEA05D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D48DD766-1BDC-414A-86CF-DE6E10F42F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C802A94-3932-4517-B05C-8E2E8FEF26C8}" type="slidenum">
              <a:rPr lang="en-US" altLang="zh-TW" sz="1300">
                <a:latin typeface="Times New Roman" panose="02020603050405020304" pitchFamily="18" charset="0"/>
              </a:rPr>
              <a:pPr/>
              <a:t>22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4A6199E9-98D2-4DBF-A500-4A318B99D8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DE546C94-76F9-4780-A173-9E7794C58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34945951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1E21B5B9-D427-45E9-9169-74D5E769AF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A9EB468-2AA6-4B23-90CF-3A6AEF27E4C2}" type="slidenum">
              <a:rPr lang="en-US" altLang="zh-TW" sz="1300">
                <a:latin typeface="Times New Roman" panose="02020603050405020304" pitchFamily="18" charset="0"/>
              </a:rPr>
              <a:pPr/>
              <a:t>23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E9B0EA1-673D-44A7-ABB1-8264A9742C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4377E25-B907-436B-A0E0-41241EDC7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287594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ED47FCE2-9A46-4806-ABFF-593CB04C3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0CBB34D-EE88-4A15-90EC-568AA66AF4E0}" type="slidenum">
              <a:rPr lang="en-US" altLang="zh-TW" sz="1300">
                <a:latin typeface="Times New Roman" panose="02020603050405020304" pitchFamily="18" charset="0"/>
              </a:rPr>
              <a:pPr/>
              <a:t>24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E6C50D52-3494-4D42-B542-94BC1E0A1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61CAEC8A-88CC-4282-89B7-0A0BEA05D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826896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25259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407AB59D-7183-4FE9-8C4E-3999461B20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F361E37-5271-4A7B-A1F6-A3429317E236}" type="slidenum">
              <a:rPr lang="en-US" altLang="zh-TW" sz="13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26</a:t>
            </a:fld>
            <a:endParaRPr lang="en-US" altLang="zh-TW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6C98983A-B7DF-4806-A22C-E98877B9E2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531F69C7-9A12-42F7-8061-7AE1796D1C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C947A2A9-35F5-4694-AE69-494B9FB955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2BE40E1-0A49-4F5F-A802-331734F2AC01}" type="slidenum">
              <a:rPr lang="en-US" altLang="zh-TW" sz="1300">
                <a:latin typeface="Times New Roman" panose="02020603050405020304" pitchFamily="18" charset="0"/>
              </a:rPr>
              <a:pPr/>
              <a:t>27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B4B7E0D5-A299-486F-B709-2A82E08647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ACE5872-45F6-4095-9EAE-9EDEFE844E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185932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D4472E07-24C9-4A29-BCEE-49B3C5F951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2135FE9-9118-4CB6-B97E-686BE64D419E}" type="slidenum">
              <a:rPr lang="en-US" altLang="zh-TW" sz="1300">
                <a:latin typeface="Times New Roman" panose="02020603050405020304" pitchFamily="18" charset="0"/>
              </a:rPr>
              <a:pPr/>
              <a:t>29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869AB517-BC11-4C7E-AC5C-7F36650246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1535C6D8-1111-4C79-8E25-26AB4E814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9738570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D1662303-1E5B-4F8F-8C03-F4C5BEE360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727643-3E5E-43CA-B70E-53F59C47C412}" type="slidenum">
              <a:rPr lang="en-US" altLang="zh-TW" sz="1300">
                <a:latin typeface="Times New Roman" panose="02020603050405020304" pitchFamily="18" charset="0"/>
              </a:rPr>
              <a:pPr/>
              <a:t>30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817E1713-8A8A-4E89-B291-9CCEAF569B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1695136C-1DD5-4217-9813-C36BC6166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zh-TW" altLang="zh-TW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03610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D1662303-1E5B-4F8F-8C03-F4C5BEE360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727643-3E5E-43CA-B70E-53F59C47C412}" type="slidenum">
              <a:rPr lang="en-US" altLang="zh-TW" sz="1300">
                <a:latin typeface="Times New Roman" panose="02020603050405020304" pitchFamily="18" charset="0"/>
              </a:rPr>
              <a:pPr/>
              <a:t>31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817E1713-8A8A-4E89-B291-9CCEAF569B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1695136C-1DD5-4217-9813-C36BC6166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D1662303-1E5B-4F8F-8C03-F4C5BEE360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727643-3E5E-43CA-B70E-53F59C47C412}" type="slidenum">
              <a:rPr lang="en-US" altLang="zh-TW" sz="1300">
                <a:latin typeface="Times New Roman" panose="02020603050405020304" pitchFamily="18" charset="0"/>
              </a:rPr>
              <a:pPr/>
              <a:t>32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817E1713-8A8A-4E89-B291-9CCEAF569B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1695136C-1DD5-4217-9813-C36BC6166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8111057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62952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A6C41E0E-C810-490B-8246-2EE7902D0A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237F19B-44B8-451E-9113-9A2927B579DD}" type="slidenum">
              <a:rPr lang="en-US" altLang="zh-TW" sz="1300">
                <a:latin typeface="Times New Roman" panose="02020603050405020304" pitchFamily="18" charset="0"/>
              </a:rPr>
              <a:pPr/>
              <a:t>34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3C1EC3F-A86A-402A-84E8-BB0F721E44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E037068F-2DF8-49C5-8912-A111760D3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22E070BF-64C4-4755-BAC7-4623494E25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9C75CE3-8BD5-4B3C-BBA7-1A3E1FAA82FC}" type="slidenum">
              <a:rPr lang="en-US" altLang="zh-TW" sz="1300">
                <a:latin typeface="Times New Roman" panose="02020603050405020304" pitchFamily="18" charset="0"/>
              </a:rPr>
              <a:pPr/>
              <a:t>35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846DEAD9-3F66-42FA-915E-F3F7D96C39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623DDAAB-0802-4BF7-9B08-9F04BF809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795854F8-9B77-4791-AFBB-C78071E39D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E3E9B48-98D3-4135-BC37-660A025C9E72}" type="slidenum">
              <a:rPr lang="en-US" altLang="zh-TW" sz="1300">
                <a:latin typeface="Times New Roman" panose="02020603050405020304" pitchFamily="18" charset="0"/>
              </a:rPr>
              <a:pPr/>
              <a:t>36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7A5C7BE-D653-479E-9F40-89D94A85E5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E0654A3-0836-4FF9-A3C4-05A2F192F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78151E1F-97C3-49B9-A32C-28D65494CD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592622-8124-4484-8F28-0F625D1C5695}" type="slidenum">
              <a:rPr lang="en-US" altLang="zh-TW" sz="1300">
                <a:latin typeface="Times New Roman" panose="02020603050405020304" pitchFamily="18" charset="0"/>
              </a:rPr>
              <a:pPr/>
              <a:t>37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C5419F1E-35D4-4A9D-9A5B-4EB882A3A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1C2996EB-6755-4EE3-AEC1-244DE7C35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4D1E710A-1AC7-4C82-9894-17A2FFAC0E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2A10162-60E6-49C9-93DC-6BE5FBCA7B60}" type="slidenum">
              <a:rPr lang="en-US" altLang="zh-TW" sz="1300">
                <a:latin typeface="Times New Roman" panose="02020603050405020304" pitchFamily="18" charset="0"/>
              </a:rPr>
              <a:pPr/>
              <a:t>38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A31AE0C8-32C5-4F43-BF27-1CBBC2FC4C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FB0E204D-BFDC-45CA-B30B-7BD2522996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4AB0AAC-DADD-4E91-A8E6-BC8452305F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D62205D-F1CC-46A5-8DE6-63655F161581}" type="slidenum">
              <a:rPr lang="en-US" altLang="zh-TW" sz="1300">
                <a:latin typeface="Times New Roman" panose="02020603050405020304" pitchFamily="18" charset="0"/>
              </a:rPr>
              <a:pPr/>
              <a:t>39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BE8E2D45-D6C9-4631-872B-A8759CA27E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DE340EE2-EF09-432F-8308-7379645FC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TW" altLang="zh-TW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A3944FF4-1739-4B79-84A1-41B3E9AF06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BC3AD91-3556-4404-A9F8-70611C0FC89C}" type="slidenum">
              <a:rPr lang="en-US" altLang="zh-TW" sz="1300">
                <a:latin typeface="Times New Roman" panose="02020603050405020304" pitchFamily="18" charset="0"/>
              </a:rPr>
              <a:pPr/>
              <a:t>40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3390DB92-58AA-4211-A4BB-F4C31BA2CE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EF4EE2E9-F1D6-42AF-BB71-5CB01099DA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DEC5939E-05DB-483A-9783-B4E765B003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5FCA52F-EB95-4ABE-A30E-3913B48486A6}" type="slidenum">
              <a:rPr lang="en-US" altLang="zh-TW" sz="1300">
                <a:latin typeface="Times New Roman" panose="02020603050405020304" pitchFamily="18" charset="0"/>
              </a:rPr>
              <a:pPr/>
              <a:t>41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82910D2C-B7DD-4DCD-904C-ABDAC92B86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53F6E057-224E-4ECA-BF73-B2FB8765D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A02E7E52-AAEA-47DA-965C-FAD50D44E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A8B2C26-DA67-4C1C-952E-EDDE55013AE1}" type="slidenum">
              <a:rPr lang="en-US" altLang="zh-TW" sz="1300">
                <a:latin typeface="Times New Roman" panose="02020603050405020304" pitchFamily="18" charset="0"/>
              </a:rPr>
              <a:pPr/>
              <a:t>42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D30AAC9A-CC43-4896-8038-CB45E26100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DA4EEDF6-4871-44DE-9ADA-A0F317FE9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221D2437-6942-479B-9903-AEEC9004489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80861F11-9645-4C4C-A1BF-E463B217AD4B}" type="slidenum">
              <a:rPr lang="en-US" altLang="zh-TW" sz="1300">
                <a:latin typeface="Times New Roman" panose="02020603050405020304" pitchFamily="18" charset="0"/>
              </a:rPr>
              <a:pPr algn="r"/>
              <a:t>43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F0F3739C-ACE4-4074-9E9B-E6AEAC8E1E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60DBFFA3-563A-4843-89BC-F21144BF6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601B7444-1BBB-4F9C-9FFF-4D0E3D1B5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FB88024-9090-47D8-94F4-D76DB8845D98}" type="slidenum">
              <a:rPr lang="en-US" altLang="zh-TW" sz="13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44</a:t>
            </a:fld>
            <a:endParaRPr lang="en-US" altLang="zh-TW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14F6CA1A-106A-43A1-A908-180ED5EF5F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921AB346-7550-4A43-82E6-53F1DFCB7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83296E3A-1291-40CF-AD05-D41177E191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34145DE-6560-4269-B0FC-3A93D47A26AA}" type="slidenum">
              <a:rPr lang="en-US" altLang="zh-TW" sz="13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45</a:t>
            </a:fld>
            <a:endParaRPr lang="en-US" altLang="zh-TW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F9D73FA6-86C9-4EFC-8E67-B93517856A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DAED1834-13F5-4ECA-80D1-237893138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4E21586B-3036-4B83-B42A-01642BE4839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4AFA0F14-8543-41BB-B719-6AE7ABE4EB43}" type="slidenum">
              <a:rPr lang="en-US" altLang="zh-TW" sz="1300">
                <a:solidFill>
                  <a:srgbClr val="000000"/>
                </a:solidFill>
                <a:latin typeface="Times New Roman" panose="02020603050405020304" pitchFamily="18" charset="0"/>
              </a:rPr>
              <a:pPr algn="r"/>
              <a:t>46</a:t>
            </a:fld>
            <a:endParaRPr lang="en-US" altLang="zh-TW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3D92B3F9-6775-49F5-897E-8A7207282D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BADA633-8C5D-4648-9118-827A6C905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DC78B7C0-16A8-40A6-B108-1B5BBD83DB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40482DD-531F-424C-A5D3-9A83CCE41C2F}" type="slidenum">
              <a:rPr lang="en-US" altLang="zh-TW" sz="1300">
                <a:latin typeface="Times New Roman" panose="02020603050405020304" pitchFamily="18" charset="0"/>
              </a:rPr>
              <a:pPr/>
              <a:t>47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93BB872A-FA38-4DD2-B9E8-0D9C51E83A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DAA8B36A-F0D9-4F9B-B523-A0B6811C74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3D80E976-CB0C-4AB2-83F9-7B31905BE1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A02EE31-9798-436C-8A62-82946C84E43B}" type="slidenum">
              <a:rPr lang="en-US" altLang="zh-TW" sz="1300">
                <a:latin typeface="Times New Roman" panose="02020603050405020304" pitchFamily="18" charset="0"/>
              </a:rPr>
              <a:pPr/>
              <a:t>48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2231E567-A0FF-45D9-9D33-973E6789C5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59127193-61AF-480B-B45E-EB2F96598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4AD2731A-ECF3-4C6B-ACCB-4631D320BC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F501B77-CA96-4018-9349-52BC8F89ED4A}" type="slidenum">
              <a:rPr lang="en-US" altLang="zh-TW" sz="1300">
                <a:latin typeface="Times New Roman" panose="02020603050405020304" pitchFamily="18" charset="0"/>
              </a:rPr>
              <a:pPr/>
              <a:t>49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43901947-CB0D-4CE3-999B-5C25EE22E6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7928E759-0FB5-48DB-B3BD-37F6BA035B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50EBED-A73B-470E-A80F-7CEBEA1071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CAFEF-1355-4A4A-9E0C-FF86C0F89753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A39A1B-C188-41DE-8E96-0E1DE51F25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9943F7-834D-4991-9279-BE12E06C90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6AF30A9E-9ADB-4E71-8364-E2F29982ADC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7899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53AFEA-FC29-4176-A3E0-37F7CDD0D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49296-F519-4E92-BF44-ED41CCDAF8D4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6E9598-0776-4A4E-BA9D-556667B6C1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3FCAAD-628A-4FC5-A5EF-60D6DDB56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7FC0AB51-971B-4C57-858E-470AFD35CEE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1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3ACB0F-5019-41B4-8765-08D07E2D4B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794C33-C194-42AF-89C2-9B8DC202C98B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98C73F-FF6D-430D-8B1A-380E6E50CA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00C742-BE5B-455B-9D7B-13F602F690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5F969CE4-1684-4EBF-9C79-8CC4BBE2479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7623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1D2238-BAF6-4169-8F8C-2ACDA2E802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196FA-28C5-4D04-8661-228FF11F1DAF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09346-F847-4022-94A4-3C4A24007F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6CDE07-F350-48D6-BE39-BC3A71BC3B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15F157DF-64D4-45B4-8E7A-0F06D4F1DE3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04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08202C-4302-4E07-B5AD-4916270D37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E3317-EB85-4043-87D9-3FB989809272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46648E1-98AD-447C-9951-E294610843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C84FAB3-5FAF-4DFA-95E7-EE3E85983C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BDE7051D-633B-45AD-849D-7646664D664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137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990D9F6-B962-489D-8452-4015D7FA5F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A0A3E-847E-443B-B5EE-8BF99A08DAB6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F8DC649-E361-485A-BE98-A61FC59069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908FE8-3BFB-49BD-80E2-66F3891515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2DE93DD7-90A1-426C-9B32-A7E6CDD6DE2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037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573F2-D09B-4859-8CDE-97C19A7B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0ADB0-13A5-4AB6-886C-6BF2A9D4030E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DE23E-C7C3-4D26-8FC6-62C11381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8CDD8-8878-4E73-9F15-DFE87C6C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606A24FC-C676-45DE-88ED-E7F5C9538BE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867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E98DE-BA26-4DBE-8A36-1B991B0C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BCEDF-EC53-46F7-B3A0-C20E2D417269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7D251-B1E1-4D99-B9E0-63BBDE4F3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0E722-AC38-4D88-8811-A4612FCB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581B5D01-AC3F-43AD-A122-610BD5C4399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413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714EA-ADFF-42D0-971F-2E3407753E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89ECB-B166-49FD-B84B-2087B7410610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CCD1D6-B60D-40CB-98CE-943537A993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E5A22-7EB0-40D9-851A-B9C4E2684B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46489120-B757-4AC5-93AB-23876975F92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434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0E93A-1435-48DA-8470-D87A93CE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804D7-736D-46C4-88F1-A92F53CFB679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94009-9ABF-4084-9407-97089A872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51FD0-C6A1-40AF-9CBE-94BC9546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A1FF0331-65F9-431E-B22B-EE08E3174B8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32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47494-F101-4530-9BB7-E347F97E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2C48E8-12BE-425E-BB31-E8345E422FAE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28559-17B3-43F5-AF51-624862F9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22C2E-17B6-4826-A482-6EDDD355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BAF5C245-C97C-47ED-8140-F641D0C51B6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57922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BC892D-54A7-4CB5-B678-EEF40257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77093-EDEC-4D0A-A6B6-A9684B4FDA62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847D3E-58C2-46B9-8553-18CA3493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26D632-3DB8-4C23-A4A6-4C18844A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</a:t>
            </a:r>
            <a:fld id="{1797E1E5-C2C9-435F-8BC2-F5AED8AB529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0783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12731B-D492-4DEF-9290-99660B0449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91B6F0-F7E5-49B2-8084-9EC2791099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6D6448C-4F77-4E7A-88D6-25930FD166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5783117A-1692-456A-AD5D-12ACDC4302D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9099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5EDD3E-E6CF-4DBA-84DD-D870BF1C87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7C9EC5-B7EC-472B-9E22-3F01C9F67C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072C413-FCF8-4594-984C-E794D61D36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BB433B65-8AB7-4E1D-A3DA-C8AAA1EBE5D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96122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E733A6-C97E-4191-90DE-CBBE4C2791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6C697A8-FAB5-44B6-999C-3BB56D2FEE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BAAE52D-CE34-4009-AB92-E3BDDD5CBA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4F5B5070-48F3-42B7-962E-2AFCC458855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55446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CF5FE-68F8-4E35-BBED-30AEAAA329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806947B-5C2E-4E06-973C-3AB5830D90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324F17B-BC02-44AF-A537-E52388B3D3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1BDB85F8-74C7-4A7B-A7AD-51D4F55FCE0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06970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81B7AD-06A4-4D04-8463-B2B59277C5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60698D-C585-4D7D-9C3B-EC5FB37758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D4BA99-CC88-451A-AEFC-829B32384E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C2AA5EFA-F122-42BE-9F69-65764E1BB8D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650988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D827845-9BC3-42F9-8B6F-C6C0EA0880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BD3ACDD-31B4-4D92-A9BF-02F42E8175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997304D-A9EE-4DCC-AA4E-E11E7C72B3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350EE8CC-B21C-4DF7-8B0B-3AF628A667D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47782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22EEADB-82A0-43BB-888C-E9E848812E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3C88CA4-D2EF-41FA-88DD-7A94864308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37A3E46-F750-4CF4-A6EC-2CB852BD73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891E7148-6B1E-4E4E-96EC-D077F94A403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24251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ED985A-52F5-4D64-9029-0FF0DFD51D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0910986-751B-4F43-A722-75FB0490A9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D91C359-C18C-4C99-9821-C275B2806A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778FB26A-9C5E-4958-8FD2-C2AB7942D78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73439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BEC24-EC00-4167-A763-2FE92FB487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7298470-845F-46C3-812B-6F96BBA2F1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1C89EDF-931F-4B45-8171-B8294C5364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D11AED93-C7FB-40EB-BBC3-7C6D80A8C7C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95715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7AB13E-6C88-46EF-81FD-15D40FFD13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12D3027-1D6C-4E1B-B2B5-E0572D866A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6E95AB0-4F82-4AE3-8643-0935720662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DBC79006-7458-491B-B747-3785A4B8ACF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664967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087BBF-7CF9-455B-9C4E-6C33F1782F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FB9E47B-8922-492F-8F5D-BF105D3CE9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6476FC-8432-411D-8B44-DAE4C53B55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1C49006E-01D6-41B1-9CD0-30A059C47F6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875600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19EE2A-524C-443D-B1F6-2BD89FA642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4DDB3F3-A595-4060-961D-3ECFFF1AFC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803576F-9943-4443-9E59-4E18CFD105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4-</a:t>
            </a:r>
            <a:fld id="{BC0639DF-328B-4E59-8976-513C96014E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569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86D8DBE-C4AB-4F52-A486-1C17C6F985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54A306C-D054-4CF4-ACC8-ADA2E6943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D65E9DE-D4B4-44EB-853F-DF13C29158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7AAB2B02-054A-4F50-AC18-38FBD3E0E221}" type="datetime1">
              <a:rPr lang="en-US" altLang="zh-TW"/>
              <a:pPr>
                <a:defRPr/>
              </a:pPr>
              <a:t>8/27/2026</a:t>
            </a:fld>
            <a:endParaRPr lang="en-US" altLang="zh-TW" dirty="0"/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0E890FB6-7C0B-477F-818F-8788F6AE91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>
            <a:extLst>
              <a:ext uri="{FF2B5EF4-FFF2-40B4-BE49-F238E27FC236}">
                <a16:creationId xmlns:a16="http://schemas.microsoft.com/office/drawing/2014/main" id="{0A8C595B-FFBD-4B1D-9A85-215BA4E7161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C574B9E9-E960-4101-A82A-BA6429D2628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  <p:sldLayoutId id="2147484160" r:id="rId2"/>
    <p:sldLayoutId id="2147484161" r:id="rId3"/>
    <p:sldLayoutId id="2147484162" r:id="rId4"/>
    <p:sldLayoutId id="2147484163" r:id="rId5"/>
    <p:sldLayoutId id="2147484164" r:id="rId6"/>
    <p:sldLayoutId id="2147484178" r:id="rId7"/>
    <p:sldLayoutId id="2147484179" r:id="rId8"/>
    <p:sldLayoutId id="2147484165" r:id="rId9"/>
    <p:sldLayoutId id="2147484180" r:id="rId10"/>
    <p:sldLayoutId id="2147484181" r:id="rId11"/>
    <p:sldLayoutId id="214748418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591FA13-E0A7-47F0-B5AB-D9F558B16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6BC4F8A-0196-4BE3-822B-8931084EF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7988C83-E8E3-400D-957A-748007E824B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35AAE3F-1345-47D4-B30B-D1C9E57E3C9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3243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260ACE-80C3-4BEC-8251-5284A355B0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4-</a:t>
            </a:r>
            <a:fld id="{D8CDAF2F-4E31-4E80-8206-A8E7C7E7559C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67" r:id="rId2"/>
    <p:sldLayoutId id="2147484168" r:id="rId3"/>
    <p:sldLayoutId id="2147484169" r:id="rId4"/>
    <p:sldLayoutId id="2147484170" r:id="rId5"/>
    <p:sldLayoutId id="2147484171" r:id="rId6"/>
    <p:sldLayoutId id="2147484172" r:id="rId7"/>
    <p:sldLayoutId id="2147484173" r:id="rId8"/>
    <p:sldLayoutId id="2147484174" r:id="rId9"/>
    <p:sldLayoutId id="2147484175" r:id="rId10"/>
    <p:sldLayoutId id="2147484176" r:id="rId11"/>
    <p:sldLayoutId id="2147484177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3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10" Type="http://schemas.openxmlformats.org/officeDocument/2006/relationships/image" Target="../media/image32.emf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3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9.png"/><Relationship Id="rId12" Type="http://schemas.openxmlformats.org/officeDocument/2006/relationships/image" Target="../media/image5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openxmlformats.org/officeDocument/2006/relationships/image" Target="../media/image4.png"/><Relationship Id="rId19" Type="http://schemas.openxmlformats.org/officeDocument/2006/relationships/image" Target="../media/image18.png"/><Relationship Id="rId4" Type="http://schemas.openxmlformats.org/officeDocument/2006/relationships/image" Target="../media/image36.png"/><Relationship Id="rId9" Type="http://schemas.openxmlformats.org/officeDocument/2006/relationships/image" Target="../media/image11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4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36.png"/><Relationship Id="rId15" Type="http://schemas.openxmlformats.org/officeDocument/2006/relationships/image" Target="../media/image18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37.png"/><Relationship Id="rId1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9.w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35.png"/><Relationship Id="rId10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49.png"/><Relationship Id="rId1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0.png"/><Relationship Id="rId3" Type="http://schemas.openxmlformats.org/officeDocument/2006/relationships/image" Target="../media/image2.png"/><Relationship Id="rId7" Type="http://schemas.openxmlformats.org/officeDocument/2006/relationships/image" Target="../media/image55.png"/><Relationship Id="rId12" Type="http://schemas.openxmlformats.org/officeDocument/2006/relationships/image" Target="../media/image3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40.png"/><Relationship Id="rId15" Type="http://schemas.openxmlformats.org/officeDocument/2006/relationships/image" Target="../media/image62.png"/><Relationship Id="rId10" Type="http://schemas.openxmlformats.org/officeDocument/2006/relationships/image" Target="../media/image58.png"/><Relationship Id="rId4" Type="http://schemas.openxmlformats.org/officeDocument/2006/relationships/image" Target="../media/image4.png"/><Relationship Id="rId9" Type="http://schemas.openxmlformats.org/officeDocument/2006/relationships/image" Target="../media/image57.png"/><Relationship Id="rId1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4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12.png"/><Relationship Id="rId9" Type="http://schemas.openxmlformats.org/officeDocument/2006/relationships/image" Target="../media/image71.png"/><Relationship Id="rId1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emf"/><Relationship Id="rId4" Type="http://schemas.openxmlformats.org/officeDocument/2006/relationships/image" Target="../media/image76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7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jpeg"/><Relationship Id="rId5" Type="http://schemas.openxmlformats.org/officeDocument/2006/relationships/image" Target="../media/image85.jpeg"/><Relationship Id="rId4" Type="http://schemas.openxmlformats.org/officeDocument/2006/relationships/image" Target="../media/image8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2">
            <a:extLst>
              <a:ext uri="{FF2B5EF4-FFF2-40B4-BE49-F238E27FC236}">
                <a16:creationId xmlns:a16="http://schemas.microsoft.com/office/drawing/2014/main" id="{CBA1E1C8-CFC6-4D80-B387-49ADDD53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0243" name="Slide Number Placeholder 3">
            <a:extLst>
              <a:ext uri="{FF2B5EF4-FFF2-40B4-BE49-F238E27FC236}">
                <a16:creationId xmlns:a16="http://schemas.microsoft.com/office/drawing/2014/main" id="{097972ED-FAA0-44E1-BF0B-6B44ABB3A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B7F92FFA-CC4F-47A9-8671-722CF87C8CD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417C1D4-2640-4334-9ED3-43E8DF82F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>
                <a:solidFill>
                  <a:srgbClr val="000099"/>
                </a:solidFill>
              </a:rPr>
              <a:t>Chapter 1</a:t>
            </a:r>
            <a:br>
              <a:rPr lang="en-US" altLang="zh-TW" sz="4800">
                <a:solidFill>
                  <a:srgbClr val="000099"/>
                </a:solidFill>
              </a:rPr>
            </a:br>
            <a:r>
              <a:rPr lang="en-US" altLang="zh-TW" sz="4400">
                <a:solidFill>
                  <a:srgbClr val="000099"/>
                </a:solidFill>
              </a:rPr>
              <a:t>Introduction</a:t>
            </a:r>
          </a:p>
        </p:txBody>
      </p:sp>
      <p:sp>
        <p:nvSpPr>
          <p:cNvPr id="10246" name="Text Box 6">
            <a:extLst>
              <a:ext uri="{FF2B5EF4-FFF2-40B4-BE49-F238E27FC236}">
                <a16:creationId xmlns:a16="http://schemas.microsoft.com/office/drawing/2014/main" id="{384A05C4-B11D-4AE7-9EFD-E827C2EAC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3268663"/>
            <a:ext cx="537845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A note on the use of these ppt slides: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</a:rPr>
              <a:t>We</a:t>
            </a:r>
            <a:r>
              <a:rPr lang="ja-JP" altLang="en-US" sz="1200">
                <a:latin typeface="Arial" panose="020B0604020202020204" pitchFamily="34" charset="0"/>
              </a:rPr>
              <a:t>’</a:t>
            </a:r>
            <a:r>
              <a:rPr lang="en-US" altLang="ja-JP" sz="1200">
                <a:latin typeface="Arial" panose="020B0604020202020204" pitchFamily="34" charset="0"/>
              </a:rPr>
              <a:t>re making these slides freely available to all (faculty, students, readers). They</a:t>
            </a:r>
            <a:r>
              <a:rPr lang="ja-JP" altLang="en-US" sz="1200">
                <a:latin typeface="Arial" panose="020B0604020202020204" pitchFamily="34" charset="0"/>
              </a:rPr>
              <a:t>’</a:t>
            </a:r>
            <a:r>
              <a:rPr lang="en-US" altLang="ja-JP" sz="1200">
                <a:latin typeface="Arial" panose="020B0604020202020204" pitchFamily="34" charset="0"/>
              </a:rPr>
              <a:t>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>
                <a:latin typeface="Arial" panose="020B0604020202020204" pitchFamily="34" charset="0"/>
              </a:rPr>
              <a:t>lot</a:t>
            </a:r>
            <a:r>
              <a:rPr lang="en-US" altLang="ja-JP" sz="1200">
                <a:latin typeface="Arial" panose="020B0604020202020204" pitchFamily="34" charset="0"/>
              </a:rPr>
              <a:t> of work on our part. In return for use, we only ask the following: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1400">
              <a:latin typeface="Arial" panose="020B0604020202020204" pitchFamily="34" charset="0"/>
            </a:endParaRPr>
          </a:p>
        </p:txBody>
      </p:sp>
      <p:sp>
        <p:nvSpPr>
          <p:cNvPr id="10247" name="Text Box 7">
            <a:extLst>
              <a:ext uri="{FF2B5EF4-FFF2-40B4-BE49-F238E27FC236}">
                <a16:creationId xmlns:a16="http://schemas.microsoft.com/office/drawing/2014/main" id="{88B7A306-8CEE-42BB-940D-4B7537DF1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4267200"/>
            <a:ext cx="53784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1400" dirty="0"/>
          </a:p>
          <a:p>
            <a:pPr>
              <a:lnSpc>
                <a:spcPct val="100000"/>
              </a:lnSpc>
              <a:spcBef>
                <a:spcPct val="0"/>
              </a:spcBef>
              <a:buSzPct val="75000"/>
            </a:pPr>
            <a:r>
              <a:rPr lang="en-US" altLang="zh-TW" sz="1200" dirty="0">
                <a:latin typeface="Arial" panose="020B0604020202020204" pitchFamily="34" charset="0"/>
              </a:rPr>
              <a:t>If you use these slides (e.g., in a class) that you mention their source (after all, we</a:t>
            </a:r>
            <a:r>
              <a:rPr lang="ja-JP" altLang="en-US" sz="1200" dirty="0">
                <a:latin typeface="Arial" panose="020B0604020202020204" pitchFamily="34" charset="0"/>
              </a:rPr>
              <a:t>’</a:t>
            </a:r>
            <a:r>
              <a:rPr lang="en-US" altLang="ja-JP" sz="1200" dirty="0">
                <a:latin typeface="Arial" panose="020B0604020202020204" pitchFamily="34" charset="0"/>
              </a:rPr>
              <a:t>d like people to use our book!)</a:t>
            </a:r>
          </a:p>
          <a:p>
            <a:pPr>
              <a:lnSpc>
                <a:spcPct val="100000"/>
              </a:lnSpc>
              <a:spcBef>
                <a:spcPct val="0"/>
              </a:spcBef>
              <a:buSzPct val="75000"/>
            </a:pPr>
            <a:r>
              <a:rPr lang="en-US" altLang="zh-TW" sz="1200" dirty="0">
                <a:latin typeface="Arial" panose="020B060402020202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q"/>
            </a:pPr>
            <a:endParaRPr lang="en-US" altLang="zh-TW" sz="12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TW" sz="1200" dirty="0">
                <a:latin typeface="Arial" panose="020B0604020202020204" pitchFamily="34" charset="0"/>
              </a:rPr>
              <a:t>Thanks and enjoy!  JFK/KWR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12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Arial" panose="020B0604020202020204" pitchFamily="34" charset="0"/>
              </a:rPr>
              <a:t>     All material copyright 1996-2012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Arial" panose="020B0604020202020204" pitchFamily="34" charset="0"/>
              </a:rPr>
              <a:t>     J.F Kurose and K.W. Ross, All Rights Reserved</a:t>
            </a:r>
          </a:p>
        </p:txBody>
      </p:sp>
      <p:pic>
        <p:nvPicPr>
          <p:cNvPr id="10248" name="Picture 8">
            <a:extLst>
              <a:ext uri="{FF2B5EF4-FFF2-40B4-BE49-F238E27FC236}">
                <a16:creationId xmlns:a16="http://schemas.microsoft.com/office/drawing/2014/main" id="{67A12EE8-5F1B-4602-8A00-353AF53A8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5942013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9" name="Picture 9" descr="underline_base">
            <a:extLst>
              <a:ext uri="{FF2B5EF4-FFF2-40B4-BE49-F238E27FC236}">
                <a16:creationId xmlns:a16="http://schemas.microsoft.com/office/drawing/2014/main" id="{2A0AF7DC-2687-4072-8789-6B788895FCE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097088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1" name="矩形 10">
            <a:extLst>
              <a:ext uri="{FF2B5EF4-FFF2-40B4-BE49-F238E27FC236}">
                <a16:creationId xmlns:a16="http://schemas.microsoft.com/office/drawing/2014/main" id="{70DD4B5E-D8D2-4D5F-97EE-27ADC0FB9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6311900"/>
            <a:ext cx="2787650" cy="473075"/>
          </a:xfrm>
          <a:prstGeom prst="rect">
            <a:avLst/>
          </a:prstGeom>
          <a:noFill/>
          <a:ln w="9525" algn="ctr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000099"/>
                </a:solidFill>
                <a:latin typeface="Arial" panose="020B0604020202020204" pitchFamily="34" charset="0"/>
              </a:rPr>
              <a:t>Modified by Man Hon Cheung</a:t>
            </a:r>
            <a:endParaRPr lang="zh-TW" altLang="en-US" sz="1500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2">
            <a:extLst>
              <a:ext uri="{FF2B5EF4-FFF2-40B4-BE49-F238E27FC236}">
                <a16:creationId xmlns:a16="http://schemas.microsoft.com/office/drawing/2014/main" id="{1F992869-28E5-48FB-A8C4-19484442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4B9963EC-F6E6-462C-9CA9-D5F39071AA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413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Chapter 1: introduction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BAB11351-E8F3-4355-97D9-C2880F7D776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581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our goal:</a:t>
            </a:r>
            <a:r>
              <a:rPr lang="en-US" altLang="zh-TW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ea typeface="ＭＳ Ｐゴシック" panose="020B0600070205080204" pitchFamily="34" charset="-128"/>
              </a:rPr>
              <a:t>get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feel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and </a:t>
            </a:r>
            <a:r>
              <a:rPr lang="en-US" altLang="ja-JP">
                <a:solidFill>
                  <a:srgbClr val="0070C0"/>
                </a:solidFill>
                <a:ea typeface="ＭＳ Ｐゴシック" panose="020B0600070205080204" pitchFamily="34" charset="-128"/>
              </a:rPr>
              <a:t>terminology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ea typeface="ＭＳ Ｐゴシック" panose="020B0600070205080204" pitchFamily="34" charset="-128"/>
              </a:rPr>
              <a:t>more depth, detail </a:t>
            </a:r>
            <a:r>
              <a:rPr lang="en-US" altLang="zh-TW" i="1">
                <a:ea typeface="ＭＳ Ｐゴシック" panose="020B0600070205080204" pitchFamily="34" charset="-128"/>
              </a:rPr>
              <a:t>later</a:t>
            </a:r>
            <a:r>
              <a:rPr lang="en-US" altLang="zh-TW">
                <a:ea typeface="ＭＳ Ｐゴシック" panose="020B0600070205080204" pitchFamily="34" charset="-128"/>
              </a:rPr>
              <a:t> in course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800">
              <a:ea typeface="新細明體" panose="02020500000000000000" pitchFamily="18" charset="-120"/>
            </a:endParaRP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B8A2109B-3E34-4E7B-810D-ECD7F000473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14800" y="1371600"/>
            <a:ext cx="5029200" cy="52451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overview</a:t>
            </a:r>
            <a:r>
              <a:rPr lang="en-US" altLang="zh-TW">
                <a:solidFill>
                  <a:srgbClr val="CC0000"/>
                </a:solidFill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what</a:t>
            </a:r>
            <a:r>
              <a:rPr lang="ja-JP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a typeface="ＭＳ Ｐゴシック" panose="020B0600070205080204" pitchFamily="34" charset="-128"/>
              </a:rPr>
              <a:t>s the Internet?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what</a:t>
            </a:r>
            <a:r>
              <a:rPr lang="ja-JP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a typeface="ＭＳ Ｐゴシック" panose="020B0600070205080204" pitchFamily="34" charset="-128"/>
              </a:rPr>
              <a:t>s a protocol?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network edge; hosts, access net, physical media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network core: packet/circuit switching, Internet structure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performance: loss, delay, throughput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security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protocol layers, service models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history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400">
              <a:ea typeface="ＭＳ Ｐゴシック" panose="020B0600070205080204" pitchFamily="34" charset="-128"/>
            </a:endParaRPr>
          </a:p>
        </p:txBody>
      </p:sp>
      <p:pic>
        <p:nvPicPr>
          <p:cNvPr id="11270" name="Picture 12" descr="underline_base">
            <a:extLst>
              <a:ext uri="{FF2B5EF4-FFF2-40B4-BE49-F238E27FC236}">
                <a16:creationId xmlns:a16="http://schemas.microsoft.com/office/drawing/2014/main" id="{CF439F59-874F-4A01-9649-7D6635A269D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03028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Slide Number Placeholder 3">
            <a:extLst>
              <a:ext uri="{FF2B5EF4-FFF2-40B4-BE49-F238E27FC236}">
                <a16:creationId xmlns:a16="http://schemas.microsoft.com/office/drawing/2014/main" id="{AC9F5F06-08C9-4622-A314-A76D8AB8C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E2CBAD54-9B0D-4B07-AFFD-9B2F144456A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2">
            <a:extLst>
              <a:ext uri="{FF2B5EF4-FFF2-40B4-BE49-F238E27FC236}">
                <a16:creationId xmlns:a16="http://schemas.microsoft.com/office/drawing/2014/main" id="{97482F0A-1D18-465A-A321-21321E31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3315" name="Picture 9" descr="underline_base">
            <a:extLst>
              <a:ext uri="{FF2B5EF4-FFF2-40B4-BE49-F238E27FC236}">
                <a16:creationId xmlns:a16="http://schemas.microsoft.com/office/drawing/2014/main" id="{250142D0-99F1-4427-9BA4-3D57208C89D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2">
            <a:extLst>
              <a:ext uri="{FF2B5EF4-FFF2-40B4-BE49-F238E27FC236}">
                <a16:creationId xmlns:a16="http://schemas.microsoft.com/office/drawing/2014/main" id="{6CEA7DB6-2DE0-4E27-BFEB-00BDA2E224D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Chapter 1: roadmap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3891E6C5-DF4C-42C7-A57E-61BF119281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CC0000"/>
                </a:solidFill>
                <a:ea typeface="新細明體" panose="02020500000000000000" pitchFamily="18" charset="-120"/>
              </a:rPr>
              <a:t>1.1 what </a:t>
            </a:r>
            <a:r>
              <a:rPr lang="en-US" altLang="zh-TW" sz="2800" i="1">
                <a:solidFill>
                  <a:srgbClr val="CC0000"/>
                </a:solidFill>
                <a:ea typeface="新細明體" panose="02020500000000000000" pitchFamily="18" charset="-120"/>
              </a:rPr>
              <a:t>is</a:t>
            </a:r>
            <a:r>
              <a:rPr lang="en-US" altLang="zh-TW" sz="2800">
                <a:solidFill>
                  <a:srgbClr val="CC0000"/>
                </a:solidFill>
                <a:ea typeface="新細明體" panose="02020500000000000000" pitchFamily="18" charset="-120"/>
              </a:rPr>
              <a:t> the Internet?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1.2</a:t>
            </a:r>
            <a:r>
              <a:rPr lang="en-US" altLang="zh-TW" sz="2800">
                <a:ea typeface="新細明體" panose="02020500000000000000" pitchFamily="18" charset="-120"/>
              </a:rPr>
              <a:t> network edge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800">
                <a:latin typeface="Gill Sans MT" panose="020B0502020104020203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end systems, access networks, links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1.3 </a:t>
            </a:r>
            <a:r>
              <a:rPr lang="en-US" altLang="zh-TW" sz="2800">
                <a:ea typeface="新細明體" panose="02020500000000000000" pitchFamily="18" charset="-120"/>
              </a:rPr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packet switching, circuit switching, network structure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1.4 </a:t>
            </a:r>
            <a:r>
              <a:rPr lang="en-US" altLang="zh-TW" sz="2800">
                <a:ea typeface="新細明體" panose="02020500000000000000" pitchFamily="18" charset="-120"/>
              </a:rPr>
              <a:t>delay, loss, throughput in networks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1.5</a:t>
            </a:r>
            <a:r>
              <a:rPr lang="en-US" altLang="zh-TW" sz="2800">
                <a:ea typeface="新細明體" panose="02020500000000000000" pitchFamily="18" charset="-120"/>
              </a:rPr>
              <a:t> protocol layers, service models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1.6</a:t>
            </a:r>
            <a:r>
              <a:rPr lang="en-US" altLang="zh-TW" sz="2800">
                <a:ea typeface="新細明體" panose="02020500000000000000" pitchFamily="18" charset="-120"/>
              </a:rPr>
              <a:t> networks under attack: security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1.7</a:t>
            </a:r>
            <a:r>
              <a:rPr lang="en-US" altLang="zh-TW" sz="2800">
                <a:ea typeface="新細明體" panose="02020500000000000000" pitchFamily="18" charset="-120"/>
              </a:rPr>
              <a:t> history</a:t>
            </a:r>
          </a:p>
          <a:p>
            <a:pPr eaLnBrk="1" hangingPunct="1"/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3318" name="Slide Number Placeholder 3">
            <a:extLst>
              <a:ext uri="{FF2B5EF4-FFF2-40B4-BE49-F238E27FC236}">
                <a16:creationId xmlns:a16="http://schemas.microsoft.com/office/drawing/2014/main" id="{4E7D52DE-CB3B-44AE-9298-97AD1A04F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FA4B581E-E35B-4D85-A338-88614A6FEA0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2">
            <a:extLst>
              <a:ext uri="{FF2B5EF4-FFF2-40B4-BE49-F238E27FC236}">
                <a16:creationId xmlns:a16="http://schemas.microsoft.com/office/drawing/2014/main" id="{F7917616-422C-4069-A4F0-A018EE22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54F377A-576E-4FF5-A373-3CBD26C76E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2725" y="190500"/>
            <a:ext cx="8382000" cy="93662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What</a:t>
            </a:r>
            <a:r>
              <a:rPr lang="ja-JP" altLang="en-US" sz="3600">
                <a:ea typeface="ＭＳ Ｐゴシック" panose="020B0600070205080204" pitchFamily="34" charset="-128"/>
              </a:rPr>
              <a:t>’</a:t>
            </a:r>
            <a:r>
              <a:rPr lang="en-US" altLang="ja-JP" sz="3600">
                <a:ea typeface="ＭＳ Ｐゴシック" panose="020B0600070205080204" pitchFamily="34" charset="-128"/>
              </a:rPr>
              <a:t>s the Internet: </a:t>
            </a:r>
            <a:r>
              <a:rPr lang="ja-JP" altLang="en-US" sz="3600">
                <a:ea typeface="ＭＳ Ｐゴシック" panose="020B0600070205080204" pitchFamily="34" charset="-128"/>
              </a:rPr>
              <a:t>“</a:t>
            </a:r>
            <a:r>
              <a:rPr lang="en-US" altLang="ja-JP" sz="3600">
                <a:ea typeface="ＭＳ Ｐゴシック" panose="020B0600070205080204" pitchFamily="34" charset="-128"/>
              </a:rPr>
              <a:t>nuts and bolts</a:t>
            </a:r>
            <a:r>
              <a:rPr lang="ja-JP" altLang="en-US" sz="3600">
                <a:ea typeface="ＭＳ Ｐゴシック" panose="020B0600070205080204" pitchFamily="34" charset="-128"/>
              </a:rPr>
              <a:t>”</a:t>
            </a:r>
            <a:r>
              <a:rPr lang="en-US" altLang="ja-JP" sz="3600">
                <a:ea typeface="ＭＳ Ｐゴシック" panose="020B0600070205080204" pitchFamily="34" charset="-128"/>
              </a:rPr>
              <a:t> view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D2C32D8-664A-43F2-8AA1-AE72880C3C4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57350" y="1436688"/>
            <a:ext cx="3779838" cy="1271587"/>
          </a:xfrm>
        </p:spPr>
        <p:txBody>
          <a:bodyPr/>
          <a:lstStyle/>
          <a:p>
            <a:pPr marL="231775" indent="-231775" eaLnBrk="1" hangingPunct="1">
              <a:spcBef>
                <a:spcPct val="15000"/>
              </a:spcBef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millions of connected computing devices: </a:t>
            </a:r>
          </a:p>
          <a:p>
            <a:pPr marL="631825" lvl="1" indent="-231775" eaLnBrk="1" hangingPunct="1">
              <a:spcBef>
                <a:spcPct val="15000"/>
              </a:spcBef>
              <a:buSzPct val="75000"/>
            </a:pP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hosts </a:t>
            </a:r>
            <a:r>
              <a:rPr lang="en-US" altLang="zh-TW" i="1">
                <a:ea typeface="ＭＳ Ｐゴシック" panose="020B0600070205080204" pitchFamily="34" charset="-128"/>
              </a:rPr>
              <a:t>=</a:t>
            </a: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 end systems</a:t>
            </a:r>
            <a:r>
              <a:rPr lang="en-US" altLang="zh-TW" i="1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</a:p>
          <a:p>
            <a:pPr marL="631825" lvl="1" indent="-231775" eaLnBrk="1" hangingPunct="1">
              <a:buSzPct val="75000"/>
            </a:pPr>
            <a:r>
              <a:rPr lang="en-US" altLang="zh-TW">
                <a:ea typeface="新細明體" panose="02020500000000000000" pitchFamily="18" charset="-120"/>
              </a:rPr>
              <a:t>running </a:t>
            </a:r>
            <a:r>
              <a:rPr lang="en-US" altLang="zh-TW" i="1">
                <a:solidFill>
                  <a:srgbClr val="CC0000"/>
                </a:solidFill>
                <a:ea typeface="新細明體" panose="02020500000000000000" pitchFamily="18" charset="-120"/>
              </a:rPr>
              <a:t>network apps</a:t>
            </a:r>
            <a:endParaRPr lang="en-US" altLang="zh-TW">
              <a:solidFill>
                <a:srgbClr val="CC0000"/>
              </a:solidFill>
              <a:ea typeface="新細明體" panose="02020500000000000000" pitchFamily="18" charset="-120"/>
            </a:endParaRPr>
          </a:p>
        </p:txBody>
      </p:sp>
      <p:sp>
        <p:nvSpPr>
          <p:cNvPr id="4766" name="Rectangle 670">
            <a:extLst>
              <a:ext uri="{FF2B5EF4-FFF2-40B4-BE49-F238E27FC236}">
                <a16:creationId xmlns:a16="http://schemas.microsoft.com/office/drawing/2014/main" id="{7B8B3E95-B901-4FD8-9282-A3484E5D0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3152775"/>
            <a:ext cx="3368675" cy="188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7713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SzPct val="75000"/>
            </a:pPr>
            <a:r>
              <a:rPr lang="en-US" altLang="zh-TW" sz="2400" i="1" dirty="0">
                <a:solidFill>
                  <a:srgbClr val="CC0000"/>
                </a:solidFill>
              </a:rPr>
              <a:t>communication links</a:t>
            </a:r>
            <a:endParaRPr lang="en-US" altLang="zh-TW" sz="2400" dirty="0">
              <a:solidFill>
                <a:srgbClr val="CC0000"/>
              </a:solidFill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zh-TW" dirty="0">
                <a:ea typeface="ＭＳ Ｐゴシック" panose="020B0600070205080204" pitchFamily="34" charset="-128"/>
              </a:rPr>
              <a:t>fiber, copper, radio, satellite</a:t>
            </a:r>
          </a:p>
        </p:txBody>
      </p:sp>
      <p:sp>
        <p:nvSpPr>
          <p:cNvPr id="4767" name="Rectangle 671">
            <a:extLst>
              <a:ext uri="{FF2B5EF4-FFF2-40B4-BE49-F238E27FC236}">
                <a16:creationId xmlns:a16="http://schemas.microsoft.com/office/drawing/2014/main" id="{099CFD06-8166-4625-B854-3F687EC9D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338" y="5307013"/>
            <a:ext cx="3779837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6889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SzPct val="75000"/>
            </a:pPr>
            <a:r>
              <a:rPr lang="en-US" altLang="zh-TW" sz="2400" i="1">
                <a:solidFill>
                  <a:srgbClr val="CC0000"/>
                </a:solidFill>
              </a:rPr>
              <a:t>Packet switches:</a:t>
            </a:r>
            <a:r>
              <a:rPr lang="en-US" altLang="zh-TW" sz="2400"/>
              <a:t> forward packets (chunks of data)</a:t>
            </a:r>
          </a:p>
          <a:p>
            <a:pPr lvl="1">
              <a:buSzPct val="75000"/>
            </a:pPr>
            <a:r>
              <a:rPr lang="en-US" altLang="zh-TW" i="1">
                <a:solidFill>
                  <a:srgbClr val="C00000"/>
                </a:solidFill>
                <a:ea typeface="ＭＳ Ｐゴシック" panose="020B0600070205080204" pitchFamily="34" charset="-128"/>
              </a:rPr>
              <a:t>routers</a:t>
            </a:r>
            <a:r>
              <a:rPr lang="en-US" altLang="zh-TW">
                <a:ea typeface="ＭＳ Ｐゴシック" panose="020B0600070205080204" pitchFamily="34" charset="-128"/>
              </a:rPr>
              <a:t> and </a:t>
            </a:r>
            <a:r>
              <a:rPr lang="en-US" altLang="zh-TW" i="1">
                <a:solidFill>
                  <a:srgbClr val="C00000"/>
                </a:solidFill>
                <a:ea typeface="ＭＳ Ｐゴシック" panose="020B0600070205080204" pitchFamily="34" charset="-128"/>
              </a:rPr>
              <a:t>switches</a:t>
            </a:r>
          </a:p>
          <a:p>
            <a:pPr>
              <a:buSzPct val="75000"/>
              <a:buFontTx/>
              <a:buNone/>
            </a:pPr>
            <a:endParaRPr lang="en-US" altLang="zh-TW" sz="2400"/>
          </a:p>
        </p:txBody>
      </p:sp>
      <p:grpSp>
        <p:nvGrpSpPr>
          <p:cNvPr id="2" name="Group 842">
            <a:extLst>
              <a:ext uri="{FF2B5EF4-FFF2-40B4-BE49-F238E27FC236}">
                <a16:creationId xmlns:a16="http://schemas.microsoft.com/office/drawing/2014/main" id="{AB3FED96-752C-468F-8E2D-11BC29C9A689}"/>
              </a:ext>
            </a:extLst>
          </p:cNvPr>
          <p:cNvGrpSpPr>
            <a:grpSpLocks/>
          </p:cNvGrpSpPr>
          <p:nvPr/>
        </p:nvGrpSpPr>
        <p:grpSpPr bwMode="auto">
          <a:xfrm>
            <a:off x="338138" y="3454400"/>
            <a:ext cx="1573212" cy="1060450"/>
            <a:chOff x="98" y="2320"/>
            <a:chExt cx="991" cy="668"/>
          </a:xfrm>
        </p:grpSpPr>
        <p:sp>
          <p:nvSpPr>
            <p:cNvPr id="15805" name="Text Box 666">
              <a:extLst>
                <a:ext uri="{FF2B5EF4-FFF2-40B4-BE49-F238E27FC236}">
                  <a16:creationId xmlns:a16="http://schemas.microsoft.com/office/drawing/2014/main" id="{E35B75A1-7AC3-43C0-A3DF-71FA1DBEE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" y="2728"/>
              <a:ext cx="383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wired</a:t>
              </a:r>
            </a:p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links</a:t>
              </a:r>
            </a:p>
          </p:txBody>
        </p:sp>
        <p:sp>
          <p:nvSpPr>
            <p:cNvPr id="15806" name="Text Box 669">
              <a:extLst>
                <a:ext uri="{FF2B5EF4-FFF2-40B4-BE49-F238E27FC236}">
                  <a16:creationId xmlns:a16="http://schemas.microsoft.com/office/drawing/2014/main" id="{B1122E3A-F638-465C-96E0-50F2550F5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" y="2465"/>
              <a:ext cx="52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wireless</a:t>
              </a:r>
            </a:p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links</a:t>
              </a:r>
            </a:p>
          </p:txBody>
        </p:sp>
        <p:grpSp>
          <p:nvGrpSpPr>
            <p:cNvPr id="15807" name="Group 819">
              <a:extLst>
                <a:ext uri="{FF2B5EF4-FFF2-40B4-BE49-F238E27FC236}">
                  <a16:creationId xmlns:a16="http://schemas.microsoft.com/office/drawing/2014/main" id="{AAA97538-6B5B-40B3-BF2F-608002E294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320"/>
              <a:ext cx="201" cy="282"/>
              <a:chOff x="742" y="2409"/>
              <a:chExt cx="576" cy="881"/>
            </a:xfrm>
          </p:grpSpPr>
          <p:grpSp>
            <p:nvGrpSpPr>
              <p:cNvPr id="15812" name="Group 820">
                <a:extLst>
                  <a:ext uri="{FF2B5EF4-FFF2-40B4-BE49-F238E27FC236}">
                    <a16:creationId xmlns:a16="http://schemas.microsoft.com/office/drawing/2014/main" id="{55E2DA8D-E3B2-4111-9584-A691E08C10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5815" name="Line 270">
                  <a:extLst>
                    <a:ext uri="{FF2B5EF4-FFF2-40B4-BE49-F238E27FC236}">
                      <a16:creationId xmlns:a16="http://schemas.microsoft.com/office/drawing/2014/main" id="{9EDAB090-FED4-4A62-8FD8-70C17ACACC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16" name="Line 271">
                  <a:extLst>
                    <a:ext uri="{FF2B5EF4-FFF2-40B4-BE49-F238E27FC236}">
                      <a16:creationId xmlns:a16="http://schemas.microsoft.com/office/drawing/2014/main" id="{C0A23BDE-9A92-4FC5-8C7B-100E409A6A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17" name="Line 272">
                  <a:extLst>
                    <a:ext uri="{FF2B5EF4-FFF2-40B4-BE49-F238E27FC236}">
                      <a16:creationId xmlns:a16="http://schemas.microsoft.com/office/drawing/2014/main" id="{6933A9AD-E314-483A-A7D0-0807DC71C0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18" name="Line 273">
                  <a:extLst>
                    <a:ext uri="{FF2B5EF4-FFF2-40B4-BE49-F238E27FC236}">
                      <a16:creationId xmlns:a16="http://schemas.microsoft.com/office/drawing/2014/main" id="{3A69593C-CB9A-4BB3-9074-A8930F11DF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19" name="Line 274">
                  <a:extLst>
                    <a:ext uri="{FF2B5EF4-FFF2-40B4-BE49-F238E27FC236}">
                      <a16:creationId xmlns:a16="http://schemas.microsoft.com/office/drawing/2014/main" id="{098717FE-9DFD-4BB9-831F-819D4FC112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20" name="Line 275">
                  <a:extLst>
                    <a:ext uri="{FF2B5EF4-FFF2-40B4-BE49-F238E27FC236}">
                      <a16:creationId xmlns:a16="http://schemas.microsoft.com/office/drawing/2014/main" id="{AA9E037E-B3F8-44E6-AAE8-28358DC90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21" name="Line 276">
                  <a:extLst>
                    <a:ext uri="{FF2B5EF4-FFF2-40B4-BE49-F238E27FC236}">
                      <a16:creationId xmlns:a16="http://schemas.microsoft.com/office/drawing/2014/main" id="{21D857A3-E73A-4787-B045-B56B03A664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22" name="Line 277">
                  <a:extLst>
                    <a:ext uri="{FF2B5EF4-FFF2-40B4-BE49-F238E27FC236}">
                      <a16:creationId xmlns:a16="http://schemas.microsoft.com/office/drawing/2014/main" id="{4E41E3A1-0B92-4DF6-8164-16ABE41BA9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23" name="Line 278">
                  <a:extLst>
                    <a:ext uri="{FF2B5EF4-FFF2-40B4-BE49-F238E27FC236}">
                      <a16:creationId xmlns:a16="http://schemas.microsoft.com/office/drawing/2014/main" id="{A56DB511-66B0-48A7-89E3-C9F1C2D1C0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24" name="Line 279">
                  <a:extLst>
                    <a:ext uri="{FF2B5EF4-FFF2-40B4-BE49-F238E27FC236}">
                      <a16:creationId xmlns:a16="http://schemas.microsoft.com/office/drawing/2014/main" id="{3FB2C6CF-AFDC-4819-83F6-0927AC8F0B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25" name="Line 280">
                  <a:extLst>
                    <a:ext uri="{FF2B5EF4-FFF2-40B4-BE49-F238E27FC236}">
                      <a16:creationId xmlns:a16="http://schemas.microsoft.com/office/drawing/2014/main" id="{7E9688C0-C1DE-49D1-AD93-125B835B4A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26" name="Line 281">
                  <a:extLst>
                    <a:ext uri="{FF2B5EF4-FFF2-40B4-BE49-F238E27FC236}">
                      <a16:creationId xmlns:a16="http://schemas.microsoft.com/office/drawing/2014/main" id="{412D089E-2ED5-4709-8739-EF3541055D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27" name="Line 282">
                  <a:extLst>
                    <a:ext uri="{FF2B5EF4-FFF2-40B4-BE49-F238E27FC236}">
                      <a16:creationId xmlns:a16="http://schemas.microsoft.com/office/drawing/2014/main" id="{425D89D5-DBEA-4A94-87BC-1357E8262F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28" name="Line 283">
                  <a:extLst>
                    <a:ext uri="{FF2B5EF4-FFF2-40B4-BE49-F238E27FC236}">
                      <a16:creationId xmlns:a16="http://schemas.microsoft.com/office/drawing/2014/main" id="{98038F22-88EA-405E-A5EE-F0B0DA79E5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829" name="Line 284">
                  <a:extLst>
                    <a:ext uri="{FF2B5EF4-FFF2-40B4-BE49-F238E27FC236}">
                      <a16:creationId xmlns:a16="http://schemas.microsoft.com/office/drawing/2014/main" id="{6C355573-C27D-46D1-8102-85AEA7402D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</p:grpSp>
          <p:pic>
            <p:nvPicPr>
              <p:cNvPr id="15813" name="Picture 836" descr="cell_tower_radiation copy">
                <a:extLst>
                  <a:ext uri="{FF2B5EF4-FFF2-40B4-BE49-F238E27FC236}">
                    <a16:creationId xmlns:a16="http://schemas.microsoft.com/office/drawing/2014/main" id="{C92F8221-8BA8-4E60-8728-85E2C6E76D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814" name="Oval 837">
                <a:extLst>
                  <a:ext uri="{FF2B5EF4-FFF2-40B4-BE49-F238E27FC236}">
                    <a16:creationId xmlns:a16="http://schemas.microsoft.com/office/drawing/2014/main" id="{24A764C2-EB84-4CAC-81F4-57CFEFEB66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6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5808" name="Group 838">
              <a:extLst>
                <a:ext uri="{FF2B5EF4-FFF2-40B4-BE49-F238E27FC236}">
                  <a16:creationId xmlns:a16="http://schemas.microsoft.com/office/drawing/2014/main" id="{197E1CD8-67EC-404F-A25F-86656E98B3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" y="2444"/>
              <a:ext cx="355" cy="265"/>
              <a:chOff x="2967" y="478"/>
              <a:chExt cx="788" cy="625"/>
            </a:xfrm>
          </p:grpSpPr>
          <p:pic>
            <p:nvPicPr>
              <p:cNvPr id="15810" name="Picture 839" descr="access_point_stylized_small">
                <a:extLst>
                  <a:ext uri="{FF2B5EF4-FFF2-40B4-BE49-F238E27FC236}">
                    <a16:creationId xmlns:a16="http://schemas.microsoft.com/office/drawing/2014/main" id="{D2E8031E-1399-428D-8755-AB8EC82D06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811" name="Picture 840" descr="antenna_radiation_stylized">
                <a:extLst>
                  <a:ext uri="{FF2B5EF4-FFF2-40B4-BE49-F238E27FC236}">
                    <a16:creationId xmlns:a16="http://schemas.microsoft.com/office/drawing/2014/main" id="{4521B214-2F4D-4073-AC1B-514D2E60F9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809" name="Line 841">
              <a:extLst>
                <a:ext uri="{FF2B5EF4-FFF2-40B4-BE49-F238E27FC236}">
                  <a16:creationId xmlns:a16="http://schemas.microsoft.com/office/drawing/2014/main" id="{E1E7B2C7-709E-45D5-B504-A49E350F6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830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6" name="Group 852">
            <a:extLst>
              <a:ext uri="{FF2B5EF4-FFF2-40B4-BE49-F238E27FC236}">
                <a16:creationId xmlns:a16="http://schemas.microsoft.com/office/drawing/2014/main" id="{15B5452E-B792-4019-9469-AA06367BF146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5457825"/>
            <a:ext cx="646112" cy="477838"/>
            <a:chOff x="293" y="3440"/>
            <a:chExt cx="407" cy="301"/>
          </a:xfrm>
        </p:grpSpPr>
        <p:sp>
          <p:nvSpPr>
            <p:cNvPr id="15795" name="Text Box 662">
              <a:extLst>
                <a:ext uri="{FF2B5EF4-FFF2-40B4-BE49-F238E27FC236}">
                  <a16:creationId xmlns:a16="http://schemas.microsoft.com/office/drawing/2014/main" id="{F3DD5DDE-87B7-40BB-B825-7947F3BCD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" y="3549"/>
              <a:ext cx="4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router</a:t>
              </a:r>
            </a:p>
          </p:txBody>
        </p:sp>
        <p:grpSp>
          <p:nvGrpSpPr>
            <p:cNvPr id="15796" name="Group 843">
              <a:extLst>
                <a:ext uri="{FF2B5EF4-FFF2-40B4-BE49-F238E27FC236}">
                  <a16:creationId xmlns:a16="http://schemas.microsoft.com/office/drawing/2014/main" id="{6C0D50A2-67F0-43AE-995B-FBBA4F3FD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" y="3440"/>
              <a:ext cx="306" cy="128"/>
              <a:chOff x="4650" y="1129"/>
              <a:chExt cx="246" cy="95"/>
            </a:xfrm>
          </p:grpSpPr>
          <p:sp>
            <p:nvSpPr>
              <p:cNvPr id="15797" name="Oval 407">
                <a:extLst>
                  <a:ext uri="{FF2B5EF4-FFF2-40B4-BE49-F238E27FC236}">
                    <a16:creationId xmlns:a16="http://schemas.microsoft.com/office/drawing/2014/main" id="{880F4F0D-F010-4C5D-8422-1BDA4F21D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98" name="Rectangle 410">
                <a:extLst>
                  <a:ext uri="{FF2B5EF4-FFF2-40B4-BE49-F238E27FC236}">
                    <a16:creationId xmlns:a16="http://schemas.microsoft.com/office/drawing/2014/main" id="{0219A5D0-C563-4B76-B764-9191F2741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99" name="Oval 411">
                <a:extLst>
                  <a:ext uri="{FF2B5EF4-FFF2-40B4-BE49-F238E27FC236}">
                    <a16:creationId xmlns:a16="http://schemas.microsoft.com/office/drawing/2014/main" id="{74095EB5-B9C1-41B5-9CE9-674C7D581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800" name="Group 847">
                <a:extLst>
                  <a:ext uri="{FF2B5EF4-FFF2-40B4-BE49-F238E27FC236}">
                    <a16:creationId xmlns:a16="http://schemas.microsoft.com/office/drawing/2014/main" id="{4485E220-EB57-4469-969A-682EA0FE6F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803" name="Freeform 848">
                  <a:extLst>
                    <a:ext uri="{FF2B5EF4-FFF2-40B4-BE49-F238E27FC236}">
                      <a16:creationId xmlns:a16="http://schemas.microsoft.com/office/drawing/2014/main" id="{C88359FA-2722-4BFB-AD34-1AFFF7C736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804" name="Freeform 849">
                  <a:extLst>
                    <a:ext uri="{FF2B5EF4-FFF2-40B4-BE49-F238E27FC236}">
                      <a16:creationId xmlns:a16="http://schemas.microsoft.com/office/drawing/2014/main" id="{6EB1E966-9389-45ED-B999-F54711958B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801" name="Line 850">
                <a:extLst>
                  <a:ext uri="{FF2B5EF4-FFF2-40B4-BE49-F238E27FC236}">
                    <a16:creationId xmlns:a16="http://schemas.microsoft.com/office/drawing/2014/main" id="{3BAEDF10-4E3C-40D0-BA56-91D0A7BC7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802" name="Line 851">
                <a:extLst>
                  <a:ext uri="{FF2B5EF4-FFF2-40B4-BE49-F238E27FC236}">
                    <a16:creationId xmlns:a16="http://schemas.microsoft.com/office/drawing/2014/main" id="{0FA7D075-1A36-4809-BA44-6D2230520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pic>
        <p:nvPicPr>
          <p:cNvPr id="15369" name="Picture 853" descr="underline_base">
            <a:extLst>
              <a:ext uri="{FF2B5EF4-FFF2-40B4-BE49-F238E27FC236}">
                <a16:creationId xmlns:a16="http://schemas.microsoft.com/office/drawing/2014/main" id="{6425E8A4-B754-424B-B222-8D6918EFB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846138"/>
            <a:ext cx="8228013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70" name="Group 1">
            <a:extLst>
              <a:ext uri="{FF2B5EF4-FFF2-40B4-BE49-F238E27FC236}">
                <a16:creationId xmlns:a16="http://schemas.microsoft.com/office/drawing/2014/main" id="{50D09842-F1B5-49D1-A412-110F0DCB84FD}"/>
              </a:ext>
            </a:extLst>
          </p:cNvPr>
          <p:cNvGrpSpPr>
            <a:grpSpLocks/>
          </p:cNvGrpSpPr>
          <p:nvPr/>
        </p:nvGrpSpPr>
        <p:grpSpPr bwMode="auto">
          <a:xfrm>
            <a:off x="5202238" y="1384300"/>
            <a:ext cx="3551237" cy="4743450"/>
            <a:chOff x="5202238" y="1384300"/>
            <a:chExt cx="3551237" cy="4743450"/>
          </a:xfrm>
        </p:grpSpPr>
        <p:sp>
          <p:nvSpPr>
            <p:cNvPr id="15440" name="Freeform 415">
              <a:extLst>
                <a:ext uri="{FF2B5EF4-FFF2-40B4-BE49-F238E27FC236}">
                  <a16:creationId xmlns:a16="http://schemas.microsoft.com/office/drawing/2014/main" id="{807BB0C7-9730-4B32-862C-C6DA46426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6 w 828"/>
                <a:gd name="T1" fmla="*/ 2147483646 h 425"/>
                <a:gd name="T2" fmla="*/ 2147483646 w 828"/>
                <a:gd name="T3" fmla="*/ 2147483646 h 425"/>
                <a:gd name="T4" fmla="*/ 2147483646 w 828"/>
                <a:gd name="T5" fmla="*/ 2147483646 h 425"/>
                <a:gd name="T6" fmla="*/ 2147483646 w 828"/>
                <a:gd name="T7" fmla="*/ 2147483646 h 425"/>
                <a:gd name="T8" fmla="*/ 2147483646 w 828"/>
                <a:gd name="T9" fmla="*/ 2147483646 h 425"/>
                <a:gd name="T10" fmla="*/ 2147483646 w 828"/>
                <a:gd name="T11" fmla="*/ 2147483646 h 425"/>
                <a:gd name="T12" fmla="*/ 2147483646 w 828"/>
                <a:gd name="T13" fmla="*/ 2147483646 h 425"/>
                <a:gd name="T14" fmla="*/ 2147483646 w 828"/>
                <a:gd name="T15" fmla="*/ 2147483646 h 425"/>
                <a:gd name="T16" fmla="*/ 2147483646 w 828"/>
                <a:gd name="T17" fmla="*/ 2147483646 h 425"/>
                <a:gd name="T18" fmla="*/ 2147483646 w 828"/>
                <a:gd name="T19" fmla="*/ 2147483646 h 425"/>
                <a:gd name="T20" fmla="*/ 2147483646 w 828"/>
                <a:gd name="T21" fmla="*/ 2147483646 h 425"/>
                <a:gd name="T22" fmla="*/ 2147483646 w 828"/>
                <a:gd name="T23" fmla="*/ 2147483646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41" name="Freeform 416">
              <a:extLst>
                <a:ext uri="{FF2B5EF4-FFF2-40B4-BE49-F238E27FC236}">
                  <a16:creationId xmlns:a16="http://schemas.microsoft.com/office/drawing/2014/main" id="{5CAD6802-8C0E-425B-B065-D363026B9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6 w 765"/>
                <a:gd name="T1" fmla="*/ 2147483646 h 459"/>
                <a:gd name="T2" fmla="*/ 2147483646 w 765"/>
                <a:gd name="T3" fmla="*/ 2147483646 h 459"/>
                <a:gd name="T4" fmla="*/ 2147483646 w 765"/>
                <a:gd name="T5" fmla="*/ 2147483646 h 459"/>
                <a:gd name="T6" fmla="*/ 2147483646 w 765"/>
                <a:gd name="T7" fmla="*/ 2147483646 h 459"/>
                <a:gd name="T8" fmla="*/ 2147483646 w 765"/>
                <a:gd name="T9" fmla="*/ 2147483646 h 459"/>
                <a:gd name="T10" fmla="*/ 2147483646 w 765"/>
                <a:gd name="T11" fmla="*/ 2147483646 h 459"/>
                <a:gd name="T12" fmla="*/ 2147483646 w 765"/>
                <a:gd name="T13" fmla="*/ 2147483646 h 459"/>
                <a:gd name="T14" fmla="*/ 2147483646 w 765"/>
                <a:gd name="T15" fmla="*/ 2147483646 h 459"/>
                <a:gd name="T16" fmla="*/ 2147483646 w 765"/>
                <a:gd name="T17" fmla="*/ 2147483646 h 459"/>
                <a:gd name="T18" fmla="*/ 2147483646 w 765"/>
                <a:gd name="T19" fmla="*/ 2147483646 h 459"/>
                <a:gd name="T20" fmla="*/ 2147483646 w 765"/>
                <a:gd name="T21" fmla="*/ 2147483646 h 459"/>
                <a:gd name="T22" fmla="*/ 2147483646 w 765"/>
                <a:gd name="T23" fmla="*/ 2147483646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42" name="Freeform 417">
              <a:extLst>
                <a:ext uri="{FF2B5EF4-FFF2-40B4-BE49-F238E27FC236}">
                  <a16:creationId xmlns:a16="http://schemas.microsoft.com/office/drawing/2014/main" id="{03B0CEE8-97BE-4E89-A096-DAFF9F00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5443" name="Group 418">
              <a:extLst>
                <a:ext uri="{FF2B5EF4-FFF2-40B4-BE49-F238E27FC236}">
                  <a16:creationId xmlns:a16="http://schemas.microsoft.com/office/drawing/2014/main" id="{6099C154-ABB1-4094-B2F5-E1F51A886D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15793" name="Rectangle 419">
                <a:extLst>
                  <a:ext uri="{FF2B5EF4-FFF2-40B4-BE49-F238E27FC236}">
                    <a16:creationId xmlns:a16="http://schemas.microsoft.com/office/drawing/2014/main" id="{C3C0799A-CEC4-4AFB-8255-BADE3BA3B5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794" name="AutoShape 420">
                <a:extLst>
                  <a:ext uri="{FF2B5EF4-FFF2-40B4-BE49-F238E27FC236}">
                    <a16:creationId xmlns:a16="http://schemas.microsoft.com/office/drawing/2014/main" id="{17C553B2-2507-4672-AA24-879230C39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444" name="Line 421">
              <a:extLst>
                <a:ext uri="{FF2B5EF4-FFF2-40B4-BE49-F238E27FC236}">
                  <a16:creationId xmlns:a16="http://schemas.microsoft.com/office/drawing/2014/main" id="{05ACC1FE-0461-4438-B803-422BA447D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45" name="Line 422">
              <a:extLst>
                <a:ext uri="{FF2B5EF4-FFF2-40B4-BE49-F238E27FC236}">
                  <a16:creationId xmlns:a16="http://schemas.microsoft.com/office/drawing/2014/main" id="{18EC81F9-705D-4A57-9E83-BCB0AD1DB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46" name="Line 423">
              <a:extLst>
                <a:ext uri="{FF2B5EF4-FFF2-40B4-BE49-F238E27FC236}">
                  <a16:creationId xmlns:a16="http://schemas.microsoft.com/office/drawing/2014/main" id="{65EFC25A-075E-4A77-9256-9B638FF96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47" name="Line 424">
              <a:extLst>
                <a:ext uri="{FF2B5EF4-FFF2-40B4-BE49-F238E27FC236}">
                  <a16:creationId xmlns:a16="http://schemas.microsoft.com/office/drawing/2014/main" id="{EC58FA0E-E7FD-48A9-8E79-99C9C9828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48" name="Line 425">
              <a:extLst>
                <a:ext uri="{FF2B5EF4-FFF2-40B4-BE49-F238E27FC236}">
                  <a16:creationId xmlns:a16="http://schemas.microsoft.com/office/drawing/2014/main" id="{976AD36E-289E-4F35-8068-B3603BB114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49" name="Line 426">
              <a:extLst>
                <a:ext uri="{FF2B5EF4-FFF2-40B4-BE49-F238E27FC236}">
                  <a16:creationId xmlns:a16="http://schemas.microsoft.com/office/drawing/2014/main" id="{95559D12-67E7-48E2-A846-F4D23E621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50" name="Freeform 427">
              <a:extLst>
                <a:ext uri="{FF2B5EF4-FFF2-40B4-BE49-F238E27FC236}">
                  <a16:creationId xmlns:a16="http://schemas.microsoft.com/office/drawing/2014/main" id="{0B972F31-CD92-4979-A9A0-A5E397D44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51" name="Line 428">
              <a:extLst>
                <a:ext uri="{FF2B5EF4-FFF2-40B4-BE49-F238E27FC236}">
                  <a16:creationId xmlns:a16="http://schemas.microsoft.com/office/drawing/2014/main" id="{F467F879-386A-4F94-88EC-916C7B4CA8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452" name="Line 429">
              <a:extLst>
                <a:ext uri="{FF2B5EF4-FFF2-40B4-BE49-F238E27FC236}">
                  <a16:creationId xmlns:a16="http://schemas.microsoft.com/office/drawing/2014/main" id="{5BB4D9B1-741B-47A4-8A26-69D7276461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453" name="Line 430">
              <a:extLst>
                <a:ext uri="{FF2B5EF4-FFF2-40B4-BE49-F238E27FC236}">
                  <a16:creationId xmlns:a16="http://schemas.microsoft.com/office/drawing/2014/main" id="{AFC1DEF1-FF03-4F8D-A302-5164F18E387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454" name="Line 431">
              <a:extLst>
                <a:ext uri="{FF2B5EF4-FFF2-40B4-BE49-F238E27FC236}">
                  <a16:creationId xmlns:a16="http://schemas.microsoft.com/office/drawing/2014/main" id="{113CF700-6652-4A72-9A19-724374DB26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55" name="Line 432">
              <a:extLst>
                <a:ext uri="{FF2B5EF4-FFF2-40B4-BE49-F238E27FC236}">
                  <a16:creationId xmlns:a16="http://schemas.microsoft.com/office/drawing/2014/main" id="{5B06D0E8-5D6C-4EF8-B608-6FBDB682F3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56" name="Line 433">
              <a:extLst>
                <a:ext uri="{FF2B5EF4-FFF2-40B4-BE49-F238E27FC236}">
                  <a16:creationId xmlns:a16="http://schemas.microsoft.com/office/drawing/2014/main" id="{4215D7E7-B2E3-42F0-8A77-0567214E67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57" name="Line 435">
              <a:extLst>
                <a:ext uri="{FF2B5EF4-FFF2-40B4-BE49-F238E27FC236}">
                  <a16:creationId xmlns:a16="http://schemas.microsoft.com/office/drawing/2014/main" id="{DBF12E64-ADD1-4584-A5B4-889C2B96E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58" name="Line 436">
              <a:extLst>
                <a:ext uri="{FF2B5EF4-FFF2-40B4-BE49-F238E27FC236}">
                  <a16:creationId xmlns:a16="http://schemas.microsoft.com/office/drawing/2014/main" id="{6FABC241-F551-46CF-8A73-D07E50717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59" name="Line 439">
              <a:extLst>
                <a:ext uri="{FF2B5EF4-FFF2-40B4-BE49-F238E27FC236}">
                  <a16:creationId xmlns:a16="http://schemas.microsoft.com/office/drawing/2014/main" id="{194851B2-4955-4DE5-AA52-5DCCA8FF35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60" name="Line 440">
              <a:extLst>
                <a:ext uri="{FF2B5EF4-FFF2-40B4-BE49-F238E27FC236}">
                  <a16:creationId xmlns:a16="http://schemas.microsoft.com/office/drawing/2014/main" id="{EB9DEC30-3F69-40C6-A952-FB98B87AB9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61" name="Line 441">
              <a:extLst>
                <a:ext uri="{FF2B5EF4-FFF2-40B4-BE49-F238E27FC236}">
                  <a16:creationId xmlns:a16="http://schemas.microsoft.com/office/drawing/2014/main" id="{DF7BD121-1E4D-40F2-8BDD-B21E69C9C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62" name="Line 443">
              <a:extLst>
                <a:ext uri="{FF2B5EF4-FFF2-40B4-BE49-F238E27FC236}">
                  <a16:creationId xmlns:a16="http://schemas.microsoft.com/office/drawing/2014/main" id="{33F4A9C3-F8AC-44F0-B3D1-2B53CD5AD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63" name="Line 444">
              <a:extLst>
                <a:ext uri="{FF2B5EF4-FFF2-40B4-BE49-F238E27FC236}">
                  <a16:creationId xmlns:a16="http://schemas.microsoft.com/office/drawing/2014/main" id="{240A8565-E337-428F-B7CC-BEA69AE33C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64" name="Line 445">
              <a:extLst>
                <a:ext uri="{FF2B5EF4-FFF2-40B4-BE49-F238E27FC236}">
                  <a16:creationId xmlns:a16="http://schemas.microsoft.com/office/drawing/2014/main" id="{DECE23E7-6A6A-4DA2-89A3-899153DBE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65" name="Line 446">
              <a:extLst>
                <a:ext uri="{FF2B5EF4-FFF2-40B4-BE49-F238E27FC236}">
                  <a16:creationId xmlns:a16="http://schemas.microsoft.com/office/drawing/2014/main" id="{B2441B73-531A-4FB8-BC83-25D427C343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66" name="Line 447">
              <a:extLst>
                <a:ext uri="{FF2B5EF4-FFF2-40B4-BE49-F238E27FC236}">
                  <a16:creationId xmlns:a16="http://schemas.microsoft.com/office/drawing/2014/main" id="{DFAABFBA-5FE6-4910-BB90-FCFC146EE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67" name="Line 448">
              <a:extLst>
                <a:ext uri="{FF2B5EF4-FFF2-40B4-BE49-F238E27FC236}">
                  <a16:creationId xmlns:a16="http://schemas.microsoft.com/office/drawing/2014/main" id="{200FE3E5-59CC-48A6-85E3-BB52FF826B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68" name="Line 449">
              <a:extLst>
                <a:ext uri="{FF2B5EF4-FFF2-40B4-BE49-F238E27FC236}">
                  <a16:creationId xmlns:a16="http://schemas.microsoft.com/office/drawing/2014/main" id="{90B23121-23FF-401D-A41F-164B5EA9C8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69" name="Line 450">
              <a:extLst>
                <a:ext uri="{FF2B5EF4-FFF2-40B4-BE49-F238E27FC236}">
                  <a16:creationId xmlns:a16="http://schemas.microsoft.com/office/drawing/2014/main" id="{299241AB-32E5-41A6-BF55-C412DB77F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70" name="Line 451">
              <a:extLst>
                <a:ext uri="{FF2B5EF4-FFF2-40B4-BE49-F238E27FC236}">
                  <a16:creationId xmlns:a16="http://schemas.microsoft.com/office/drawing/2014/main" id="{B2F2B33B-10BA-440F-9EDC-593E2DA2F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71" name="Line 452">
              <a:extLst>
                <a:ext uri="{FF2B5EF4-FFF2-40B4-BE49-F238E27FC236}">
                  <a16:creationId xmlns:a16="http://schemas.microsoft.com/office/drawing/2014/main" id="{9EFDE034-0E40-4432-996D-DF9EB69DE1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472" name="Line 541">
              <a:extLst>
                <a:ext uri="{FF2B5EF4-FFF2-40B4-BE49-F238E27FC236}">
                  <a16:creationId xmlns:a16="http://schemas.microsoft.com/office/drawing/2014/main" id="{87BFB6DE-D747-4EF5-9EBE-5EA2DF93C1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5473" name="Group 590">
              <a:extLst>
                <a:ext uri="{FF2B5EF4-FFF2-40B4-BE49-F238E27FC236}">
                  <a16:creationId xmlns:a16="http://schemas.microsoft.com/office/drawing/2014/main" id="{9EE3B37F-6BA2-4E67-908C-78AD77119CE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15791" name="Picture 591" descr="desktop_computer_stylized_medium">
                <a:extLst>
                  <a:ext uri="{FF2B5EF4-FFF2-40B4-BE49-F238E27FC236}">
                    <a16:creationId xmlns:a16="http://schemas.microsoft.com/office/drawing/2014/main" id="{D9459504-9756-412D-826F-41CCAC3B06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792" name="Freeform 592">
                <a:extLst>
                  <a:ext uri="{FF2B5EF4-FFF2-40B4-BE49-F238E27FC236}">
                    <a16:creationId xmlns:a16="http://schemas.microsoft.com/office/drawing/2014/main" id="{06988404-EADE-44A8-B482-6A1DB5DDB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5474" name="Group 593">
              <a:extLst>
                <a:ext uri="{FF2B5EF4-FFF2-40B4-BE49-F238E27FC236}">
                  <a16:creationId xmlns:a16="http://schemas.microsoft.com/office/drawing/2014/main" id="{DC6DFE6A-893D-4299-996A-FE140D2311B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15789" name="Picture 594" descr="desktop_computer_stylized_medium">
                <a:extLst>
                  <a:ext uri="{FF2B5EF4-FFF2-40B4-BE49-F238E27FC236}">
                    <a16:creationId xmlns:a16="http://schemas.microsoft.com/office/drawing/2014/main" id="{EF3ABA6B-2A74-45FF-A178-EF642729CE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790" name="Freeform 595">
                <a:extLst>
                  <a:ext uri="{FF2B5EF4-FFF2-40B4-BE49-F238E27FC236}">
                    <a16:creationId xmlns:a16="http://schemas.microsoft.com/office/drawing/2014/main" id="{357362B6-C99A-4CC3-A939-04D2825D1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5475" name="Group 596">
              <a:extLst>
                <a:ext uri="{FF2B5EF4-FFF2-40B4-BE49-F238E27FC236}">
                  <a16:creationId xmlns:a16="http://schemas.microsoft.com/office/drawing/2014/main" id="{55483EFD-BDE3-4B6A-81A2-C68B9A96CF6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15787" name="Picture 597" descr="desktop_computer_stylized_medium">
                <a:extLst>
                  <a:ext uri="{FF2B5EF4-FFF2-40B4-BE49-F238E27FC236}">
                    <a16:creationId xmlns:a16="http://schemas.microsoft.com/office/drawing/2014/main" id="{19420F29-46B7-40CA-960C-16F8A37C23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788" name="Freeform 598">
                <a:extLst>
                  <a:ext uri="{FF2B5EF4-FFF2-40B4-BE49-F238E27FC236}">
                    <a16:creationId xmlns:a16="http://schemas.microsoft.com/office/drawing/2014/main" id="{3397375F-3EC1-4226-A40C-01C9540D5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5476" name="Group 599">
              <a:extLst>
                <a:ext uri="{FF2B5EF4-FFF2-40B4-BE49-F238E27FC236}">
                  <a16:creationId xmlns:a16="http://schemas.microsoft.com/office/drawing/2014/main" id="{00BF1A57-04D4-4F38-8890-B64D4B5FA1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15785" name="Picture 600" descr="desktop_computer_stylized_medium">
                <a:extLst>
                  <a:ext uri="{FF2B5EF4-FFF2-40B4-BE49-F238E27FC236}">
                    <a16:creationId xmlns:a16="http://schemas.microsoft.com/office/drawing/2014/main" id="{9DB0A1C8-37F0-4887-9984-D9B9387AE4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786" name="Freeform 601">
                <a:extLst>
                  <a:ext uri="{FF2B5EF4-FFF2-40B4-BE49-F238E27FC236}">
                    <a16:creationId xmlns:a16="http://schemas.microsoft.com/office/drawing/2014/main" id="{F4CC97C8-B6C5-4AD8-A4DF-3BADF4A9D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pic>
          <p:nvPicPr>
            <p:cNvPr id="15477" name="Picture 603" descr="car_icon_small">
              <a:extLst>
                <a:ext uri="{FF2B5EF4-FFF2-40B4-BE49-F238E27FC236}">
                  <a16:creationId xmlns:a16="http://schemas.microsoft.com/office/drawing/2014/main" id="{BB0187D7-1542-4906-80A2-44F78160E6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478" name="Group 652">
              <a:extLst>
                <a:ext uri="{FF2B5EF4-FFF2-40B4-BE49-F238E27FC236}">
                  <a16:creationId xmlns:a16="http://schemas.microsoft.com/office/drawing/2014/main" id="{26724AB0-6912-4C34-86DA-325BFF00BD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15783" name="Picture 653" descr="iphone_stylized_small">
                <a:extLst>
                  <a:ext uri="{FF2B5EF4-FFF2-40B4-BE49-F238E27FC236}">
                    <a16:creationId xmlns:a16="http://schemas.microsoft.com/office/drawing/2014/main" id="{8A8DBC4D-B69C-47C7-B920-A8CFEE5109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784" name="Picture 654" descr="antenna_radiation_stylized">
                <a:extLst>
                  <a:ext uri="{FF2B5EF4-FFF2-40B4-BE49-F238E27FC236}">
                    <a16:creationId xmlns:a16="http://schemas.microsoft.com/office/drawing/2014/main" id="{4AEB66EE-63BA-4BAE-82B9-36514BA11A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5479" name="Group 665">
              <a:extLst>
                <a:ext uri="{FF2B5EF4-FFF2-40B4-BE49-F238E27FC236}">
                  <a16:creationId xmlns:a16="http://schemas.microsoft.com/office/drawing/2014/main" id="{A4BA2418-DE16-4973-B219-49F38BB9E3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15775" name="Oval 407">
                <a:extLst>
                  <a:ext uri="{FF2B5EF4-FFF2-40B4-BE49-F238E27FC236}">
                    <a16:creationId xmlns:a16="http://schemas.microsoft.com/office/drawing/2014/main" id="{B7DCC693-2616-495E-8968-5A708538B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6" name="Rectangle 410">
                <a:extLst>
                  <a:ext uri="{FF2B5EF4-FFF2-40B4-BE49-F238E27FC236}">
                    <a16:creationId xmlns:a16="http://schemas.microsoft.com/office/drawing/2014/main" id="{6752734E-B9EE-404E-A483-EF0B120FE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7" name="Oval 411">
                <a:extLst>
                  <a:ext uri="{FF2B5EF4-FFF2-40B4-BE49-F238E27FC236}">
                    <a16:creationId xmlns:a16="http://schemas.microsoft.com/office/drawing/2014/main" id="{EAC42DD3-6887-4EBC-9682-47FA40829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778" name="Group 659">
                <a:extLst>
                  <a:ext uri="{FF2B5EF4-FFF2-40B4-BE49-F238E27FC236}">
                    <a16:creationId xmlns:a16="http://schemas.microsoft.com/office/drawing/2014/main" id="{1E694A2A-9635-4EF5-9681-FF96A1A640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781" name="Freeform 660">
                  <a:extLst>
                    <a:ext uri="{FF2B5EF4-FFF2-40B4-BE49-F238E27FC236}">
                      <a16:creationId xmlns:a16="http://schemas.microsoft.com/office/drawing/2014/main" id="{CC9301BF-FDCB-4A49-8713-0DE846AA27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782" name="Freeform 661">
                  <a:extLst>
                    <a:ext uri="{FF2B5EF4-FFF2-40B4-BE49-F238E27FC236}">
                      <a16:creationId xmlns:a16="http://schemas.microsoft.com/office/drawing/2014/main" id="{3479A236-E5D8-4F35-821C-6819BF93BD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779" name="Line 662">
                <a:extLst>
                  <a:ext uri="{FF2B5EF4-FFF2-40B4-BE49-F238E27FC236}">
                    <a16:creationId xmlns:a16="http://schemas.microsoft.com/office/drawing/2014/main" id="{ABFAA26D-3717-49C5-A2B1-A9BFFDC9C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780" name="Line 663">
                <a:extLst>
                  <a:ext uri="{FF2B5EF4-FFF2-40B4-BE49-F238E27FC236}">
                    <a16:creationId xmlns:a16="http://schemas.microsoft.com/office/drawing/2014/main" id="{6E8D854C-BC47-4A7A-B73E-3D14C5D40C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480" name="Group 666">
              <a:extLst>
                <a:ext uri="{FF2B5EF4-FFF2-40B4-BE49-F238E27FC236}">
                  <a16:creationId xmlns:a16="http://schemas.microsoft.com/office/drawing/2014/main" id="{A03059BF-B3B3-4404-8F8F-F12C000D92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15767" name="Oval 407">
                <a:extLst>
                  <a:ext uri="{FF2B5EF4-FFF2-40B4-BE49-F238E27FC236}">
                    <a16:creationId xmlns:a16="http://schemas.microsoft.com/office/drawing/2014/main" id="{BBCFD98E-8973-4F98-B144-C7361DF0A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68" name="Rectangle 410">
                <a:extLst>
                  <a:ext uri="{FF2B5EF4-FFF2-40B4-BE49-F238E27FC236}">
                    <a16:creationId xmlns:a16="http://schemas.microsoft.com/office/drawing/2014/main" id="{FF306DC8-9172-4A36-A332-103913C20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69" name="Oval 411">
                <a:extLst>
                  <a:ext uri="{FF2B5EF4-FFF2-40B4-BE49-F238E27FC236}">
                    <a16:creationId xmlns:a16="http://schemas.microsoft.com/office/drawing/2014/main" id="{9AC1A989-45A6-4E9C-A890-CC3A42360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770" name="Group 670">
                <a:extLst>
                  <a:ext uri="{FF2B5EF4-FFF2-40B4-BE49-F238E27FC236}">
                    <a16:creationId xmlns:a16="http://schemas.microsoft.com/office/drawing/2014/main" id="{5053A516-5490-46C9-BDC2-E3C68EF284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773" name="Freeform 671">
                  <a:extLst>
                    <a:ext uri="{FF2B5EF4-FFF2-40B4-BE49-F238E27FC236}">
                      <a16:creationId xmlns:a16="http://schemas.microsoft.com/office/drawing/2014/main" id="{2BB259BE-F9E1-4A35-95FC-24261125D9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774" name="Freeform 672">
                  <a:extLst>
                    <a:ext uri="{FF2B5EF4-FFF2-40B4-BE49-F238E27FC236}">
                      <a16:creationId xmlns:a16="http://schemas.microsoft.com/office/drawing/2014/main" id="{4D380E7E-D9ED-4EEA-90F0-B7FC25E6E3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771" name="Line 673">
                <a:extLst>
                  <a:ext uri="{FF2B5EF4-FFF2-40B4-BE49-F238E27FC236}">
                    <a16:creationId xmlns:a16="http://schemas.microsoft.com/office/drawing/2014/main" id="{9FA9C6A9-600D-4344-BA3E-6AC1F54F5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772" name="Line 674">
                <a:extLst>
                  <a:ext uri="{FF2B5EF4-FFF2-40B4-BE49-F238E27FC236}">
                    <a16:creationId xmlns:a16="http://schemas.microsoft.com/office/drawing/2014/main" id="{1E91E9C2-2473-45EF-B8F5-389A35E96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481" name="Group 675">
              <a:extLst>
                <a:ext uri="{FF2B5EF4-FFF2-40B4-BE49-F238E27FC236}">
                  <a16:creationId xmlns:a16="http://schemas.microsoft.com/office/drawing/2014/main" id="{4FBBD1B0-6C6D-46EE-9803-07CC09B58D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15759" name="Oval 407">
                <a:extLst>
                  <a:ext uri="{FF2B5EF4-FFF2-40B4-BE49-F238E27FC236}">
                    <a16:creationId xmlns:a16="http://schemas.microsoft.com/office/drawing/2014/main" id="{32E7262A-A257-40B9-AA23-C04DEAF4F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60" name="Rectangle 410">
                <a:extLst>
                  <a:ext uri="{FF2B5EF4-FFF2-40B4-BE49-F238E27FC236}">
                    <a16:creationId xmlns:a16="http://schemas.microsoft.com/office/drawing/2014/main" id="{65C13879-6907-415E-B125-4BC11F9AF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61" name="Oval 411">
                <a:extLst>
                  <a:ext uri="{FF2B5EF4-FFF2-40B4-BE49-F238E27FC236}">
                    <a16:creationId xmlns:a16="http://schemas.microsoft.com/office/drawing/2014/main" id="{A23349EC-83D2-4082-AB66-8D9806B37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762" name="Group 679">
                <a:extLst>
                  <a:ext uri="{FF2B5EF4-FFF2-40B4-BE49-F238E27FC236}">
                    <a16:creationId xmlns:a16="http://schemas.microsoft.com/office/drawing/2014/main" id="{8833434E-B0B8-4674-A61D-891AD0F54C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765" name="Freeform 680">
                  <a:extLst>
                    <a:ext uri="{FF2B5EF4-FFF2-40B4-BE49-F238E27FC236}">
                      <a16:creationId xmlns:a16="http://schemas.microsoft.com/office/drawing/2014/main" id="{55451216-157B-463E-999C-8247236634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766" name="Freeform 681">
                  <a:extLst>
                    <a:ext uri="{FF2B5EF4-FFF2-40B4-BE49-F238E27FC236}">
                      <a16:creationId xmlns:a16="http://schemas.microsoft.com/office/drawing/2014/main" id="{281A05D1-614E-42D2-B7AA-90D654FC34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763" name="Line 682">
                <a:extLst>
                  <a:ext uri="{FF2B5EF4-FFF2-40B4-BE49-F238E27FC236}">
                    <a16:creationId xmlns:a16="http://schemas.microsoft.com/office/drawing/2014/main" id="{B2761CBD-A197-48CC-A84C-B6FFAE4D4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764" name="Line 683">
                <a:extLst>
                  <a:ext uri="{FF2B5EF4-FFF2-40B4-BE49-F238E27FC236}">
                    <a16:creationId xmlns:a16="http://schemas.microsoft.com/office/drawing/2014/main" id="{73134F09-8AC5-41BB-8D1C-32FAF36A4E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482" name="Group 684">
              <a:extLst>
                <a:ext uri="{FF2B5EF4-FFF2-40B4-BE49-F238E27FC236}">
                  <a16:creationId xmlns:a16="http://schemas.microsoft.com/office/drawing/2014/main" id="{C29BB8DB-2A72-44AC-9C72-37D35AEFFE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15751" name="Oval 407">
                <a:extLst>
                  <a:ext uri="{FF2B5EF4-FFF2-40B4-BE49-F238E27FC236}">
                    <a16:creationId xmlns:a16="http://schemas.microsoft.com/office/drawing/2014/main" id="{F2114CB0-82AB-4626-A575-F9D6138AA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52" name="Rectangle 410">
                <a:extLst>
                  <a:ext uri="{FF2B5EF4-FFF2-40B4-BE49-F238E27FC236}">
                    <a16:creationId xmlns:a16="http://schemas.microsoft.com/office/drawing/2014/main" id="{FED2C173-2AAD-4054-AC5B-C27FA4430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53" name="Oval 411">
                <a:extLst>
                  <a:ext uri="{FF2B5EF4-FFF2-40B4-BE49-F238E27FC236}">
                    <a16:creationId xmlns:a16="http://schemas.microsoft.com/office/drawing/2014/main" id="{2CD70447-AFEF-45E3-B29D-1B07E45D4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754" name="Group 688">
                <a:extLst>
                  <a:ext uri="{FF2B5EF4-FFF2-40B4-BE49-F238E27FC236}">
                    <a16:creationId xmlns:a16="http://schemas.microsoft.com/office/drawing/2014/main" id="{9ABB715B-BE8E-4AD9-BCC7-A9A5D99AF4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757" name="Freeform 689">
                  <a:extLst>
                    <a:ext uri="{FF2B5EF4-FFF2-40B4-BE49-F238E27FC236}">
                      <a16:creationId xmlns:a16="http://schemas.microsoft.com/office/drawing/2014/main" id="{E2D9EEA7-1E79-4BB4-A991-AFDFC70C54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758" name="Freeform 690">
                  <a:extLst>
                    <a:ext uri="{FF2B5EF4-FFF2-40B4-BE49-F238E27FC236}">
                      <a16:creationId xmlns:a16="http://schemas.microsoft.com/office/drawing/2014/main" id="{DC7A964D-C15F-4A8C-B28A-6B67E35049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755" name="Line 691">
                <a:extLst>
                  <a:ext uri="{FF2B5EF4-FFF2-40B4-BE49-F238E27FC236}">
                    <a16:creationId xmlns:a16="http://schemas.microsoft.com/office/drawing/2014/main" id="{007FD5FD-9B93-4CB4-8282-424B9D558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756" name="Line 692">
                <a:extLst>
                  <a:ext uri="{FF2B5EF4-FFF2-40B4-BE49-F238E27FC236}">
                    <a16:creationId xmlns:a16="http://schemas.microsoft.com/office/drawing/2014/main" id="{02316141-637C-4397-8E3A-F5F846626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15483" name="Line 693">
              <a:extLst>
                <a:ext uri="{FF2B5EF4-FFF2-40B4-BE49-F238E27FC236}">
                  <a16:creationId xmlns:a16="http://schemas.microsoft.com/office/drawing/2014/main" id="{3781ED95-F680-4755-A3EA-507B1ABE1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5484" name="Group 694">
              <a:extLst>
                <a:ext uri="{FF2B5EF4-FFF2-40B4-BE49-F238E27FC236}">
                  <a16:creationId xmlns:a16="http://schemas.microsoft.com/office/drawing/2014/main" id="{DA838C94-5705-49CC-8595-EEC814C8F7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15743" name="Oval 407">
                <a:extLst>
                  <a:ext uri="{FF2B5EF4-FFF2-40B4-BE49-F238E27FC236}">
                    <a16:creationId xmlns:a16="http://schemas.microsoft.com/office/drawing/2014/main" id="{C6F9BA59-D384-4D97-A51D-880BFF690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44" name="Rectangle 410">
                <a:extLst>
                  <a:ext uri="{FF2B5EF4-FFF2-40B4-BE49-F238E27FC236}">
                    <a16:creationId xmlns:a16="http://schemas.microsoft.com/office/drawing/2014/main" id="{24CC53BC-92EF-4012-9378-5FC748E6B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45" name="Oval 411">
                <a:extLst>
                  <a:ext uri="{FF2B5EF4-FFF2-40B4-BE49-F238E27FC236}">
                    <a16:creationId xmlns:a16="http://schemas.microsoft.com/office/drawing/2014/main" id="{17219D8C-7CB5-4D2F-A472-0F5C791C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746" name="Group 698">
                <a:extLst>
                  <a:ext uri="{FF2B5EF4-FFF2-40B4-BE49-F238E27FC236}">
                    <a16:creationId xmlns:a16="http://schemas.microsoft.com/office/drawing/2014/main" id="{4077F0CE-82D1-4F50-A53F-388D251CE5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749" name="Freeform 699">
                  <a:extLst>
                    <a:ext uri="{FF2B5EF4-FFF2-40B4-BE49-F238E27FC236}">
                      <a16:creationId xmlns:a16="http://schemas.microsoft.com/office/drawing/2014/main" id="{B4225B94-E433-4B18-AA0A-57A9A0CC59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750" name="Freeform 700">
                  <a:extLst>
                    <a:ext uri="{FF2B5EF4-FFF2-40B4-BE49-F238E27FC236}">
                      <a16:creationId xmlns:a16="http://schemas.microsoft.com/office/drawing/2014/main" id="{7373922D-3945-4692-9275-F8BA95AA06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747" name="Line 701">
                <a:extLst>
                  <a:ext uri="{FF2B5EF4-FFF2-40B4-BE49-F238E27FC236}">
                    <a16:creationId xmlns:a16="http://schemas.microsoft.com/office/drawing/2014/main" id="{A513A957-324F-47E3-A526-A7DFD8F306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748" name="Line 702">
                <a:extLst>
                  <a:ext uri="{FF2B5EF4-FFF2-40B4-BE49-F238E27FC236}">
                    <a16:creationId xmlns:a16="http://schemas.microsoft.com/office/drawing/2014/main" id="{2C96D3FC-0D99-4771-8C60-E9C5F7E2B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485" name="Group 712">
              <a:extLst>
                <a:ext uri="{FF2B5EF4-FFF2-40B4-BE49-F238E27FC236}">
                  <a16:creationId xmlns:a16="http://schemas.microsoft.com/office/drawing/2014/main" id="{8646C65C-F75E-4477-85D2-0DD035C5DC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15735" name="Oval 407">
                <a:extLst>
                  <a:ext uri="{FF2B5EF4-FFF2-40B4-BE49-F238E27FC236}">
                    <a16:creationId xmlns:a16="http://schemas.microsoft.com/office/drawing/2014/main" id="{9E01C996-AA7F-4B2B-A199-EAFE778C7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36" name="Rectangle 410">
                <a:extLst>
                  <a:ext uri="{FF2B5EF4-FFF2-40B4-BE49-F238E27FC236}">
                    <a16:creationId xmlns:a16="http://schemas.microsoft.com/office/drawing/2014/main" id="{D98E9D57-1ADF-425B-9C02-15D4C8050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37" name="Oval 411">
                <a:extLst>
                  <a:ext uri="{FF2B5EF4-FFF2-40B4-BE49-F238E27FC236}">
                    <a16:creationId xmlns:a16="http://schemas.microsoft.com/office/drawing/2014/main" id="{8026E561-773B-4852-84DD-6B49E5F61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738" name="Group 716">
                <a:extLst>
                  <a:ext uri="{FF2B5EF4-FFF2-40B4-BE49-F238E27FC236}">
                    <a16:creationId xmlns:a16="http://schemas.microsoft.com/office/drawing/2014/main" id="{0896664B-DE28-4FDE-8A9A-4EEAA474ED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741" name="Freeform 717">
                  <a:extLst>
                    <a:ext uri="{FF2B5EF4-FFF2-40B4-BE49-F238E27FC236}">
                      <a16:creationId xmlns:a16="http://schemas.microsoft.com/office/drawing/2014/main" id="{8A3256A5-EC74-4EB5-9144-C4C7EC8053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742" name="Freeform 718">
                  <a:extLst>
                    <a:ext uri="{FF2B5EF4-FFF2-40B4-BE49-F238E27FC236}">
                      <a16:creationId xmlns:a16="http://schemas.microsoft.com/office/drawing/2014/main" id="{4F95D24D-0870-4FD3-AA7F-9A2207130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739" name="Line 719">
                <a:extLst>
                  <a:ext uri="{FF2B5EF4-FFF2-40B4-BE49-F238E27FC236}">
                    <a16:creationId xmlns:a16="http://schemas.microsoft.com/office/drawing/2014/main" id="{8AAB9313-E4B0-4960-AB8D-F8CF0525B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740" name="Line 720">
                <a:extLst>
                  <a:ext uri="{FF2B5EF4-FFF2-40B4-BE49-F238E27FC236}">
                    <a16:creationId xmlns:a16="http://schemas.microsoft.com/office/drawing/2014/main" id="{3D4BDACC-48E5-4745-BAEC-AC91B18056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486" name="Group 721">
              <a:extLst>
                <a:ext uri="{FF2B5EF4-FFF2-40B4-BE49-F238E27FC236}">
                  <a16:creationId xmlns:a16="http://schemas.microsoft.com/office/drawing/2014/main" id="{BC9075C6-2C18-4B2F-96AD-E66D454818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15727" name="Oval 407">
                <a:extLst>
                  <a:ext uri="{FF2B5EF4-FFF2-40B4-BE49-F238E27FC236}">
                    <a16:creationId xmlns:a16="http://schemas.microsoft.com/office/drawing/2014/main" id="{BCD23EC0-B139-4E75-A4D9-E2CC4A111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28" name="Rectangle 410">
                <a:extLst>
                  <a:ext uri="{FF2B5EF4-FFF2-40B4-BE49-F238E27FC236}">
                    <a16:creationId xmlns:a16="http://schemas.microsoft.com/office/drawing/2014/main" id="{FACBBFC0-8E6C-406D-BC0E-7374E6B2CA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29" name="Oval 411">
                <a:extLst>
                  <a:ext uri="{FF2B5EF4-FFF2-40B4-BE49-F238E27FC236}">
                    <a16:creationId xmlns:a16="http://schemas.microsoft.com/office/drawing/2014/main" id="{E73136E9-CE02-44C5-AC55-0C6201F36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730" name="Group 725">
                <a:extLst>
                  <a:ext uri="{FF2B5EF4-FFF2-40B4-BE49-F238E27FC236}">
                    <a16:creationId xmlns:a16="http://schemas.microsoft.com/office/drawing/2014/main" id="{0E856B46-E4DB-494E-9BE2-C2C26D4E88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733" name="Freeform 726">
                  <a:extLst>
                    <a:ext uri="{FF2B5EF4-FFF2-40B4-BE49-F238E27FC236}">
                      <a16:creationId xmlns:a16="http://schemas.microsoft.com/office/drawing/2014/main" id="{C9EEE32E-BE44-40D6-974C-2D0F4098E5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734" name="Freeform 727">
                  <a:extLst>
                    <a:ext uri="{FF2B5EF4-FFF2-40B4-BE49-F238E27FC236}">
                      <a16:creationId xmlns:a16="http://schemas.microsoft.com/office/drawing/2014/main" id="{FA8F07B1-A973-4F16-B953-D237568C4C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731" name="Line 728">
                <a:extLst>
                  <a:ext uri="{FF2B5EF4-FFF2-40B4-BE49-F238E27FC236}">
                    <a16:creationId xmlns:a16="http://schemas.microsoft.com/office/drawing/2014/main" id="{0AF174DC-4B43-4249-973B-9F97F84090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732" name="Line 729">
                <a:extLst>
                  <a:ext uri="{FF2B5EF4-FFF2-40B4-BE49-F238E27FC236}">
                    <a16:creationId xmlns:a16="http://schemas.microsoft.com/office/drawing/2014/main" id="{396F9976-C1AB-4A73-8A0B-CC12533C85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487" name="Group 730">
              <a:extLst>
                <a:ext uri="{FF2B5EF4-FFF2-40B4-BE49-F238E27FC236}">
                  <a16:creationId xmlns:a16="http://schemas.microsoft.com/office/drawing/2014/main" id="{3F786A20-CA0A-4F26-B39A-A5A36A79A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15719" name="Oval 407">
                <a:extLst>
                  <a:ext uri="{FF2B5EF4-FFF2-40B4-BE49-F238E27FC236}">
                    <a16:creationId xmlns:a16="http://schemas.microsoft.com/office/drawing/2014/main" id="{AC7087BE-A2ED-453C-9BB8-B2A3BB73F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20" name="Rectangle 410">
                <a:extLst>
                  <a:ext uri="{FF2B5EF4-FFF2-40B4-BE49-F238E27FC236}">
                    <a16:creationId xmlns:a16="http://schemas.microsoft.com/office/drawing/2014/main" id="{34B5A324-A0B6-45B9-9142-3FCD952FB3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21" name="Oval 411">
                <a:extLst>
                  <a:ext uri="{FF2B5EF4-FFF2-40B4-BE49-F238E27FC236}">
                    <a16:creationId xmlns:a16="http://schemas.microsoft.com/office/drawing/2014/main" id="{4DA1B5E8-9D37-41D2-A229-1070A1C41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722" name="Group 734">
                <a:extLst>
                  <a:ext uri="{FF2B5EF4-FFF2-40B4-BE49-F238E27FC236}">
                    <a16:creationId xmlns:a16="http://schemas.microsoft.com/office/drawing/2014/main" id="{300F90E0-E39D-475C-9927-7A08D5CCFE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725" name="Freeform 735">
                  <a:extLst>
                    <a:ext uri="{FF2B5EF4-FFF2-40B4-BE49-F238E27FC236}">
                      <a16:creationId xmlns:a16="http://schemas.microsoft.com/office/drawing/2014/main" id="{6E446CA9-D723-4D98-904B-044591A771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726" name="Freeform 736">
                  <a:extLst>
                    <a:ext uri="{FF2B5EF4-FFF2-40B4-BE49-F238E27FC236}">
                      <a16:creationId xmlns:a16="http://schemas.microsoft.com/office/drawing/2014/main" id="{E1A44F66-3C24-4CE1-80F2-E6417B1D6F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723" name="Line 737">
                <a:extLst>
                  <a:ext uri="{FF2B5EF4-FFF2-40B4-BE49-F238E27FC236}">
                    <a16:creationId xmlns:a16="http://schemas.microsoft.com/office/drawing/2014/main" id="{98748F05-A056-4619-B9DE-44C53052B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724" name="Line 738">
                <a:extLst>
                  <a:ext uri="{FF2B5EF4-FFF2-40B4-BE49-F238E27FC236}">
                    <a16:creationId xmlns:a16="http://schemas.microsoft.com/office/drawing/2014/main" id="{C17EF4A5-ABF1-4CB4-99F4-89F8F97F7F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488" name="Group 739">
              <a:extLst>
                <a:ext uri="{FF2B5EF4-FFF2-40B4-BE49-F238E27FC236}">
                  <a16:creationId xmlns:a16="http://schemas.microsoft.com/office/drawing/2014/main" id="{112E84EC-2302-4BBE-8103-D8037FDF3B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15711" name="Oval 407">
                <a:extLst>
                  <a:ext uri="{FF2B5EF4-FFF2-40B4-BE49-F238E27FC236}">
                    <a16:creationId xmlns:a16="http://schemas.microsoft.com/office/drawing/2014/main" id="{47BAF823-DB4E-44CA-86BB-79CA9FCAC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12" name="Rectangle 410">
                <a:extLst>
                  <a:ext uri="{FF2B5EF4-FFF2-40B4-BE49-F238E27FC236}">
                    <a16:creationId xmlns:a16="http://schemas.microsoft.com/office/drawing/2014/main" id="{D7C2A9BC-7050-46EB-AD6D-EB9E0C4A0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13" name="Oval 411">
                <a:extLst>
                  <a:ext uri="{FF2B5EF4-FFF2-40B4-BE49-F238E27FC236}">
                    <a16:creationId xmlns:a16="http://schemas.microsoft.com/office/drawing/2014/main" id="{9C4F7946-591F-438C-AF8C-9B119FCD4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714" name="Group 743">
                <a:extLst>
                  <a:ext uri="{FF2B5EF4-FFF2-40B4-BE49-F238E27FC236}">
                    <a16:creationId xmlns:a16="http://schemas.microsoft.com/office/drawing/2014/main" id="{BC614C07-9291-4F31-A975-483BA777D1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717" name="Freeform 744">
                  <a:extLst>
                    <a:ext uri="{FF2B5EF4-FFF2-40B4-BE49-F238E27FC236}">
                      <a16:creationId xmlns:a16="http://schemas.microsoft.com/office/drawing/2014/main" id="{7333379A-0F45-4720-AE52-D883F9FBA2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718" name="Freeform 745">
                  <a:extLst>
                    <a:ext uri="{FF2B5EF4-FFF2-40B4-BE49-F238E27FC236}">
                      <a16:creationId xmlns:a16="http://schemas.microsoft.com/office/drawing/2014/main" id="{AC4E44A9-34D8-47B3-9EF7-FE428F7C19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715" name="Line 746">
                <a:extLst>
                  <a:ext uri="{FF2B5EF4-FFF2-40B4-BE49-F238E27FC236}">
                    <a16:creationId xmlns:a16="http://schemas.microsoft.com/office/drawing/2014/main" id="{D158ED29-29E8-4D19-88FA-80CAC06181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716" name="Line 747">
                <a:extLst>
                  <a:ext uri="{FF2B5EF4-FFF2-40B4-BE49-F238E27FC236}">
                    <a16:creationId xmlns:a16="http://schemas.microsoft.com/office/drawing/2014/main" id="{4FCA066C-434E-4B90-906F-B690037D1F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489" name="Group 748">
              <a:extLst>
                <a:ext uri="{FF2B5EF4-FFF2-40B4-BE49-F238E27FC236}">
                  <a16:creationId xmlns:a16="http://schemas.microsoft.com/office/drawing/2014/main" id="{0F14BC50-7D34-4DDB-9C4C-0707A08869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15703" name="Oval 407">
                <a:extLst>
                  <a:ext uri="{FF2B5EF4-FFF2-40B4-BE49-F238E27FC236}">
                    <a16:creationId xmlns:a16="http://schemas.microsoft.com/office/drawing/2014/main" id="{BAB7AFAD-9941-45F2-969D-585E2DDF8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04" name="Rectangle 410">
                <a:extLst>
                  <a:ext uri="{FF2B5EF4-FFF2-40B4-BE49-F238E27FC236}">
                    <a16:creationId xmlns:a16="http://schemas.microsoft.com/office/drawing/2014/main" id="{FCD51002-020E-44A7-A0BC-E656949996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05" name="Oval 411">
                <a:extLst>
                  <a:ext uri="{FF2B5EF4-FFF2-40B4-BE49-F238E27FC236}">
                    <a16:creationId xmlns:a16="http://schemas.microsoft.com/office/drawing/2014/main" id="{8640A492-26A6-4308-9669-5F08C2EF28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706" name="Group 752">
                <a:extLst>
                  <a:ext uri="{FF2B5EF4-FFF2-40B4-BE49-F238E27FC236}">
                    <a16:creationId xmlns:a16="http://schemas.microsoft.com/office/drawing/2014/main" id="{9CEB2B34-2A5F-4ECA-8458-2EA80BE655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709" name="Freeform 753">
                  <a:extLst>
                    <a:ext uri="{FF2B5EF4-FFF2-40B4-BE49-F238E27FC236}">
                      <a16:creationId xmlns:a16="http://schemas.microsoft.com/office/drawing/2014/main" id="{0981E4CE-2BA6-46B6-BFA1-840BF8C210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710" name="Freeform 754">
                  <a:extLst>
                    <a:ext uri="{FF2B5EF4-FFF2-40B4-BE49-F238E27FC236}">
                      <a16:creationId xmlns:a16="http://schemas.microsoft.com/office/drawing/2014/main" id="{00A382AC-A9FA-468C-909C-1890E4F639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707" name="Line 755">
                <a:extLst>
                  <a:ext uri="{FF2B5EF4-FFF2-40B4-BE49-F238E27FC236}">
                    <a16:creationId xmlns:a16="http://schemas.microsoft.com/office/drawing/2014/main" id="{1AD84B6A-73EE-4C20-8566-2EF5113509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708" name="Line 756">
                <a:extLst>
                  <a:ext uri="{FF2B5EF4-FFF2-40B4-BE49-F238E27FC236}">
                    <a16:creationId xmlns:a16="http://schemas.microsoft.com/office/drawing/2014/main" id="{72B551C8-EDBE-4EC5-BFEB-7C8441897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490" name="Group 757">
              <a:extLst>
                <a:ext uri="{FF2B5EF4-FFF2-40B4-BE49-F238E27FC236}">
                  <a16:creationId xmlns:a16="http://schemas.microsoft.com/office/drawing/2014/main" id="{CC8C0DFD-8B84-4464-A30F-C7E808711F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15695" name="Oval 407">
                <a:extLst>
                  <a:ext uri="{FF2B5EF4-FFF2-40B4-BE49-F238E27FC236}">
                    <a16:creationId xmlns:a16="http://schemas.microsoft.com/office/drawing/2014/main" id="{3AB3DCF8-3960-435E-A06E-0060BD30EE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96" name="Rectangle 410">
                <a:extLst>
                  <a:ext uri="{FF2B5EF4-FFF2-40B4-BE49-F238E27FC236}">
                    <a16:creationId xmlns:a16="http://schemas.microsoft.com/office/drawing/2014/main" id="{DA25F172-E716-4AB3-9DAE-EAC199885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97" name="Oval 411">
                <a:extLst>
                  <a:ext uri="{FF2B5EF4-FFF2-40B4-BE49-F238E27FC236}">
                    <a16:creationId xmlns:a16="http://schemas.microsoft.com/office/drawing/2014/main" id="{F203812D-D117-46F2-ADEB-821567D4A2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698" name="Group 761">
                <a:extLst>
                  <a:ext uri="{FF2B5EF4-FFF2-40B4-BE49-F238E27FC236}">
                    <a16:creationId xmlns:a16="http://schemas.microsoft.com/office/drawing/2014/main" id="{B51E6BB0-F0DA-4EF2-B712-1D721F7351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701" name="Freeform 762">
                  <a:extLst>
                    <a:ext uri="{FF2B5EF4-FFF2-40B4-BE49-F238E27FC236}">
                      <a16:creationId xmlns:a16="http://schemas.microsoft.com/office/drawing/2014/main" id="{4222CEB5-11A4-4930-85F8-8113563CE6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702" name="Freeform 763">
                  <a:extLst>
                    <a:ext uri="{FF2B5EF4-FFF2-40B4-BE49-F238E27FC236}">
                      <a16:creationId xmlns:a16="http://schemas.microsoft.com/office/drawing/2014/main" id="{482EE5DC-A33B-46AF-B5A4-4A840A0E0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699" name="Line 764">
                <a:extLst>
                  <a:ext uri="{FF2B5EF4-FFF2-40B4-BE49-F238E27FC236}">
                    <a16:creationId xmlns:a16="http://schemas.microsoft.com/office/drawing/2014/main" id="{E99E95B1-AA47-401B-8293-A8B6E8ED80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700" name="Line 765">
                <a:extLst>
                  <a:ext uri="{FF2B5EF4-FFF2-40B4-BE49-F238E27FC236}">
                    <a16:creationId xmlns:a16="http://schemas.microsoft.com/office/drawing/2014/main" id="{5B6A2800-C756-4DAA-A466-9C8FC8E38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491" name="Group 767">
              <a:extLst>
                <a:ext uri="{FF2B5EF4-FFF2-40B4-BE49-F238E27FC236}">
                  <a16:creationId xmlns:a16="http://schemas.microsoft.com/office/drawing/2014/main" id="{9E251BCB-895C-4E8E-8B78-C380C75678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15687" name="Oval 407">
                <a:extLst>
                  <a:ext uri="{FF2B5EF4-FFF2-40B4-BE49-F238E27FC236}">
                    <a16:creationId xmlns:a16="http://schemas.microsoft.com/office/drawing/2014/main" id="{A54310EF-0FB0-4143-9A4B-4DA8D6FD6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88" name="Rectangle 410">
                <a:extLst>
                  <a:ext uri="{FF2B5EF4-FFF2-40B4-BE49-F238E27FC236}">
                    <a16:creationId xmlns:a16="http://schemas.microsoft.com/office/drawing/2014/main" id="{8AA9D564-5470-405A-B8A2-896B56494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89" name="Oval 411">
                <a:extLst>
                  <a:ext uri="{FF2B5EF4-FFF2-40B4-BE49-F238E27FC236}">
                    <a16:creationId xmlns:a16="http://schemas.microsoft.com/office/drawing/2014/main" id="{6ED43DEE-6359-42D5-8D90-765D7A980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690" name="Group 771">
                <a:extLst>
                  <a:ext uri="{FF2B5EF4-FFF2-40B4-BE49-F238E27FC236}">
                    <a16:creationId xmlns:a16="http://schemas.microsoft.com/office/drawing/2014/main" id="{EC5D8D90-75B5-4CBB-B48D-07CD4B9B9F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5693" name="Freeform 772">
                  <a:extLst>
                    <a:ext uri="{FF2B5EF4-FFF2-40B4-BE49-F238E27FC236}">
                      <a16:creationId xmlns:a16="http://schemas.microsoft.com/office/drawing/2014/main" id="{6A9A51AA-622E-4504-9EC2-35346D11E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694" name="Freeform 773">
                  <a:extLst>
                    <a:ext uri="{FF2B5EF4-FFF2-40B4-BE49-F238E27FC236}">
                      <a16:creationId xmlns:a16="http://schemas.microsoft.com/office/drawing/2014/main" id="{52FCAC63-E4F2-421A-8C7B-182BEB77A2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691" name="Line 774">
                <a:extLst>
                  <a:ext uri="{FF2B5EF4-FFF2-40B4-BE49-F238E27FC236}">
                    <a16:creationId xmlns:a16="http://schemas.microsoft.com/office/drawing/2014/main" id="{D05B087E-2AC2-4FC6-8B2F-BA03AE6C80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92" name="Line 775">
                <a:extLst>
                  <a:ext uri="{FF2B5EF4-FFF2-40B4-BE49-F238E27FC236}">
                    <a16:creationId xmlns:a16="http://schemas.microsoft.com/office/drawing/2014/main" id="{58B4A42A-C966-46BD-A1FB-65634F220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492" name="Group 776">
              <a:extLst>
                <a:ext uri="{FF2B5EF4-FFF2-40B4-BE49-F238E27FC236}">
                  <a16:creationId xmlns:a16="http://schemas.microsoft.com/office/drawing/2014/main" id="{CB212BB6-1C6D-47A4-84A8-57C15F4B0A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15685" name="Picture 777" descr="access_point_stylized_small">
                <a:extLst>
                  <a:ext uri="{FF2B5EF4-FFF2-40B4-BE49-F238E27FC236}">
                    <a16:creationId xmlns:a16="http://schemas.microsoft.com/office/drawing/2014/main" id="{0D66F316-942C-4A02-8503-B25EDD0133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686" name="Picture 778" descr="antenna_radiation_stylized">
                <a:extLst>
                  <a:ext uri="{FF2B5EF4-FFF2-40B4-BE49-F238E27FC236}">
                    <a16:creationId xmlns:a16="http://schemas.microsoft.com/office/drawing/2014/main" id="{390A7337-CE18-4AC5-8255-111DF705D1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5493" name="Group 779">
              <a:extLst>
                <a:ext uri="{FF2B5EF4-FFF2-40B4-BE49-F238E27FC236}">
                  <a16:creationId xmlns:a16="http://schemas.microsoft.com/office/drawing/2014/main" id="{949A8458-5690-4BDB-837A-2720D5493A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15683" name="Picture 780" descr="access_point_stylized_small">
                <a:extLst>
                  <a:ext uri="{FF2B5EF4-FFF2-40B4-BE49-F238E27FC236}">
                    <a16:creationId xmlns:a16="http://schemas.microsoft.com/office/drawing/2014/main" id="{4C40F6F7-07F6-45DA-A577-AE8CA79A5B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684" name="Picture 781" descr="antenna_radiation_stylized">
                <a:extLst>
                  <a:ext uri="{FF2B5EF4-FFF2-40B4-BE49-F238E27FC236}">
                    <a16:creationId xmlns:a16="http://schemas.microsoft.com/office/drawing/2014/main" id="{958B8BD0-1EDE-4FFB-AAA9-28D502933E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5494" name="Group 782">
              <a:extLst>
                <a:ext uri="{FF2B5EF4-FFF2-40B4-BE49-F238E27FC236}">
                  <a16:creationId xmlns:a16="http://schemas.microsoft.com/office/drawing/2014/main" id="{54CF17E7-5CDF-434E-84C1-8D35072BD2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15665" name="Group 783">
                <a:extLst>
                  <a:ext uri="{FF2B5EF4-FFF2-40B4-BE49-F238E27FC236}">
                    <a16:creationId xmlns:a16="http://schemas.microsoft.com/office/drawing/2014/main" id="{8B3B4A25-29D6-4FC1-B6B8-D9086AA9A5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5668" name="Line 270">
                  <a:extLst>
                    <a:ext uri="{FF2B5EF4-FFF2-40B4-BE49-F238E27FC236}">
                      <a16:creationId xmlns:a16="http://schemas.microsoft.com/office/drawing/2014/main" id="{9A4576A8-D50F-4E7D-8B54-10A07DDB89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69" name="Line 271">
                  <a:extLst>
                    <a:ext uri="{FF2B5EF4-FFF2-40B4-BE49-F238E27FC236}">
                      <a16:creationId xmlns:a16="http://schemas.microsoft.com/office/drawing/2014/main" id="{F2CBA1FA-4016-4B6E-9DDA-1F5AFA5FB3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70" name="Line 272">
                  <a:extLst>
                    <a:ext uri="{FF2B5EF4-FFF2-40B4-BE49-F238E27FC236}">
                      <a16:creationId xmlns:a16="http://schemas.microsoft.com/office/drawing/2014/main" id="{5501F462-A8A3-484B-B625-6CE93C5F1A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71" name="Line 273">
                  <a:extLst>
                    <a:ext uri="{FF2B5EF4-FFF2-40B4-BE49-F238E27FC236}">
                      <a16:creationId xmlns:a16="http://schemas.microsoft.com/office/drawing/2014/main" id="{AC5F5BE8-84DA-4A98-BCDD-0FE3174840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72" name="Line 274">
                  <a:extLst>
                    <a:ext uri="{FF2B5EF4-FFF2-40B4-BE49-F238E27FC236}">
                      <a16:creationId xmlns:a16="http://schemas.microsoft.com/office/drawing/2014/main" id="{AFE4EE35-E265-4601-841A-23F9428B58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73" name="Line 275">
                  <a:extLst>
                    <a:ext uri="{FF2B5EF4-FFF2-40B4-BE49-F238E27FC236}">
                      <a16:creationId xmlns:a16="http://schemas.microsoft.com/office/drawing/2014/main" id="{2B834C54-D45A-4460-9DA0-374611C8DF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74" name="Line 276">
                  <a:extLst>
                    <a:ext uri="{FF2B5EF4-FFF2-40B4-BE49-F238E27FC236}">
                      <a16:creationId xmlns:a16="http://schemas.microsoft.com/office/drawing/2014/main" id="{953C1084-6218-4CAE-8F3B-098513A755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75" name="Line 277">
                  <a:extLst>
                    <a:ext uri="{FF2B5EF4-FFF2-40B4-BE49-F238E27FC236}">
                      <a16:creationId xmlns:a16="http://schemas.microsoft.com/office/drawing/2014/main" id="{5C0C31FD-1FF4-4A23-9A32-D96388231D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76" name="Line 278">
                  <a:extLst>
                    <a:ext uri="{FF2B5EF4-FFF2-40B4-BE49-F238E27FC236}">
                      <a16:creationId xmlns:a16="http://schemas.microsoft.com/office/drawing/2014/main" id="{940B7503-4943-4463-8CD2-D27B04B659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77" name="Line 279">
                  <a:extLst>
                    <a:ext uri="{FF2B5EF4-FFF2-40B4-BE49-F238E27FC236}">
                      <a16:creationId xmlns:a16="http://schemas.microsoft.com/office/drawing/2014/main" id="{71E41329-F5F7-4AD7-B373-34662C1374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78" name="Line 280">
                  <a:extLst>
                    <a:ext uri="{FF2B5EF4-FFF2-40B4-BE49-F238E27FC236}">
                      <a16:creationId xmlns:a16="http://schemas.microsoft.com/office/drawing/2014/main" id="{0A040EBF-72EE-431E-B411-0A9916D37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79" name="Line 281">
                  <a:extLst>
                    <a:ext uri="{FF2B5EF4-FFF2-40B4-BE49-F238E27FC236}">
                      <a16:creationId xmlns:a16="http://schemas.microsoft.com/office/drawing/2014/main" id="{1FF3F3A2-FE0A-4BC0-A559-E91EE79B7A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80" name="Line 282">
                  <a:extLst>
                    <a:ext uri="{FF2B5EF4-FFF2-40B4-BE49-F238E27FC236}">
                      <a16:creationId xmlns:a16="http://schemas.microsoft.com/office/drawing/2014/main" id="{41AC930F-400D-405D-A7CE-1677C8AFF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81" name="Line 283">
                  <a:extLst>
                    <a:ext uri="{FF2B5EF4-FFF2-40B4-BE49-F238E27FC236}">
                      <a16:creationId xmlns:a16="http://schemas.microsoft.com/office/drawing/2014/main" id="{093EF8B3-3D13-42F9-8EF1-BD9B86603C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15682" name="Line 284">
                  <a:extLst>
                    <a:ext uri="{FF2B5EF4-FFF2-40B4-BE49-F238E27FC236}">
                      <a16:creationId xmlns:a16="http://schemas.microsoft.com/office/drawing/2014/main" id="{10EA42D8-DE96-4320-94E1-8608DA1BDC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</p:grpSp>
          <p:pic>
            <p:nvPicPr>
              <p:cNvPr id="15666" name="Picture 799" descr="cell_tower_radiation copy">
                <a:extLst>
                  <a:ext uri="{FF2B5EF4-FFF2-40B4-BE49-F238E27FC236}">
                    <a16:creationId xmlns:a16="http://schemas.microsoft.com/office/drawing/2014/main" id="{9C6AB5BA-149B-4229-8AE7-20A6B1ABB2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667" name="Oval 800">
                <a:extLst>
                  <a:ext uri="{FF2B5EF4-FFF2-40B4-BE49-F238E27FC236}">
                    <a16:creationId xmlns:a16="http://schemas.microsoft.com/office/drawing/2014/main" id="{BDA64DEB-CCBC-46CE-BFA0-DDF232754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495" name="Text Box 580">
              <a:extLst>
                <a:ext uri="{FF2B5EF4-FFF2-40B4-BE49-F238E27FC236}">
                  <a16:creationId xmlns:a16="http://schemas.microsoft.com/office/drawing/2014/main" id="{C4D2DAED-556F-4E5B-A0D8-52126650D5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mobile network</a:t>
              </a:r>
            </a:p>
          </p:txBody>
        </p:sp>
        <p:sp>
          <p:nvSpPr>
            <p:cNvPr id="15496" name="Text Box 580">
              <a:extLst>
                <a:ext uri="{FF2B5EF4-FFF2-40B4-BE49-F238E27FC236}">
                  <a16:creationId xmlns:a16="http://schemas.microsoft.com/office/drawing/2014/main" id="{0EC0DD7D-4203-4862-8897-14D70CAC4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global ISP</a:t>
              </a:r>
            </a:p>
          </p:txBody>
        </p:sp>
        <p:sp>
          <p:nvSpPr>
            <p:cNvPr id="15497" name="Text Box 580">
              <a:extLst>
                <a:ext uri="{FF2B5EF4-FFF2-40B4-BE49-F238E27FC236}">
                  <a16:creationId xmlns:a16="http://schemas.microsoft.com/office/drawing/2014/main" id="{C496C41A-12C0-4967-B18E-45C95DD1D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regional ISP</a:t>
              </a:r>
            </a:p>
          </p:txBody>
        </p:sp>
        <p:sp>
          <p:nvSpPr>
            <p:cNvPr id="15498" name="Text Box 580">
              <a:extLst>
                <a:ext uri="{FF2B5EF4-FFF2-40B4-BE49-F238E27FC236}">
                  <a16:creationId xmlns:a16="http://schemas.microsoft.com/office/drawing/2014/main" id="{C57A81E5-4E73-4B57-8BA8-2CA044E67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home 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network</a:t>
              </a:r>
            </a:p>
          </p:txBody>
        </p:sp>
        <p:sp>
          <p:nvSpPr>
            <p:cNvPr id="15499" name="Text Box 580">
              <a:extLst>
                <a:ext uri="{FF2B5EF4-FFF2-40B4-BE49-F238E27FC236}">
                  <a16:creationId xmlns:a16="http://schemas.microsoft.com/office/drawing/2014/main" id="{5B88E98B-2E07-4D12-A9AF-4CB6CBC5E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institutional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       network</a:t>
              </a:r>
            </a:p>
          </p:txBody>
        </p:sp>
        <p:grpSp>
          <p:nvGrpSpPr>
            <p:cNvPr id="15500" name="Group 950">
              <a:extLst>
                <a:ext uri="{FF2B5EF4-FFF2-40B4-BE49-F238E27FC236}">
                  <a16:creationId xmlns:a16="http://schemas.microsoft.com/office/drawing/2014/main" id="{E6FD96D8-9729-4ED4-A13E-6CDA0023C8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15633" name="Freeform 951">
                <a:extLst>
                  <a:ext uri="{FF2B5EF4-FFF2-40B4-BE49-F238E27FC236}">
                    <a16:creationId xmlns:a16="http://schemas.microsoft.com/office/drawing/2014/main" id="{B70B7324-21D8-41A2-B04B-308243185F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0 w 354"/>
                  <a:gd name="T3" fmla="*/ 19 h 2742"/>
                  <a:gd name="T4" fmla="*/ 10 w 354"/>
                  <a:gd name="T5" fmla="*/ 143 h 2742"/>
                  <a:gd name="T6" fmla="*/ 0 w 354"/>
                  <a:gd name="T7" fmla="*/ 14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34" name="Rectangle 952">
                <a:extLst>
                  <a:ext uri="{FF2B5EF4-FFF2-40B4-BE49-F238E27FC236}">
                    <a16:creationId xmlns:a16="http://schemas.microsoft.com/office/drawing/2014/main" id="{F679F475-FB61-4B1D-9A43-04655A29A6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35" name="Freeform 953">
                <a:extLst>
                  <a:ext uri="{FF2B5EF4-FFF2-40B4-BE49-F238E27FC236}">
                    <a16:creationId xmlns:a16="http://schemas.microsoft.com/office/drawing/2014/main" id="{D3D64AA1-A30C-417A-98B7-49EE30073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6 w 211"/>
                  <a:gd name="T3" fmla="*/ 13 h 2537"/>
                  <a:gd name="T4" fmla="*/ 2 w 211"/>
                  <a:gd name="T5" fmla="*/ 13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36" name="Freeform 954">
                <a:extLst>
                  <a:ext uri="{FF2B5EF4-FFF2-40B4-BE49-F238E27FC236}">
                    <a16:creationId xmlns:a16="http://schemas.microsoft.com/office/drawing/2014/main" id="{BA68DC33-BEB2-4540-8B1F-90F5B049F5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8 h 226"/>
                  <a:gd name="T4" fmla="*/ 9 w 328"/>
                  <a:gd name="T5" fmla="*/ 13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37" name="Rectangle 955">
                <a:extLst>
                  <a:ext uri="{FF2B5EF4-FFF2-40B4-BE49-F238E27FC236}">
                    <a16:creationId xmlns:a16="http://schemas.microsoft.com/office/drawing/2014/main" id="{F94B5159-5D09-460E-A036-FA1E847940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638" name="Group 956">
                <a:extLst>
                  <a:ext uri="{FF2B5EF4-FFF2-40B4-BE49-F238E27FC236}">
                    <a16:creationId xmlns:a16="http://schemas.microsoft.com/office/drawing/2014/main" id="{54A72522-435B-4E76-B5C2-74ABEF5F6B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5663" name="AutoShape 957">
                  <a:extLst>
                    <a:ext uri="{FF2B5EF4-FFF2-40B4-BE49-F238E27FC236}">
                      <a16:creationId xmlns:a16="http://schemas.microsoft.com/office/drawing/2014/main" id="{8EFE70B3-0806-4AF1-91DD-F3CD0E8AAE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664" name="AutoShape 958">
                  <a:extLst>
                    <a:ext uri="{FF2B5EF4-FFF2-40B4-BE49-F238E27FC236}">
                      <a16:creationId xmlns:a16="http://schemas.microsoft.com/office/drawing/2014/main" id="{923211D9-85DA-41E4-AEB0-F39A1FC056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639" name="Rectangle 959">
                <a:extLst>
                  <a:ext uri="{FF2B5EF4-FFF2-40B4-BE49-F238E27FC236}">
                    <a16:creationId xmlns:a16="http://schemas.microsoft.com/office/drawing/2014/main" id="{7D0F8571-2BCD-40A9-B3FF-0CB7BEE48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640" name="Group 960">
                <a:extLst>
                  <a:ext uri="{FF2B5EF4-FFF2-40B4-BE49-F238E27FC236}">
                    <a16:creationId xmlns:a16="http://schemas.microsoft.com/office/drawing/2014/main" id="{31827CAE-E856-4B7C-AAC9-5E3AE1DB24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5661" name="AutoShape 961">
                  <a:extLst>
                    <a:ext uri="{FF2B5EF4-FFF2-40B4-BE49-F238E27FC236}">
                      <a16:creationId xmlns:a16="http://schemas.microsoft.com/office/drawing/2014/main" id="{ED602A90-E1E2-48EB-B68C-6615E19164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662" name="AutoShape 962">
                  <a:extLst>
                    <a:ext uri="{FF2B5EF4-FFF2-40B4-BE49-F238E27FC236}">
                      <a16:creationId xmlns:a16="http://schemas.microsoft.com/office/drawing/2014/main" id="{9C8AE847-E403-40AC-8B08-C871BC0D0D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641" name="Rectangle 963">
                <a:extLst>
                  <a:ext uri="{FF2B5EF4-FFF2-40B4-BE49-F238E27FC236}">
                    <a16:creationId xmlns:a16="http://schemas.microsoft.com/office/drawing/2014/main" id="{8E94B119-80C3-4E04-AEED-A8610FB93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42" name="Rectangle 964">
                <a:extLst>
                  <a:ext uri="{FF2B5EF4-FFF2-40B4-BE49-F238E27FC236}">
                    <a16:creationId xmlns:a16="http://schemas.microsoft.com/office/drawing/2014/main" id="{28B562AC-6E0F-4630-8CF5-74611FB03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643" name="Group 965">
                <a:extLst>
                  <a:ext uri="{FF2B5EF4-FFF2-40B4-BE49-F238E27FC236}">
                    <a16:creationId xmlns:a16="http://schemas.microsoft.com/office/drawing/2014/main" id="{4AD90E76-B578-4FEA-9705-E74ED0DA48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5659" name="AutoShape 966">
                  <a:extLst>
                    <a:ext uri="{FF2B5EF4-FFF2-40B4-BE49-F238E27FC236}">
                      <a16:creationId xmlns:a16="http://schemas.microsoft.com/office/drawing/2014/main" id="{F3C1D0D4-7BD0-49D7-AB52-BA12FA5F66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660" name="AutoShape 967">
                  <a:extLst>
                    <a:ext uri="{FF2B5EF4-FFF2-40B4-BE49-F238E27FC236}">
                      <a16:creationId xmlns:a16="http://schemas.microsoft.com/office/drawing/2014/main" id="{B61F55AF-6D63-45FB-AF9F-F795FEE159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644" name="Freeform 968">
                <a:extLst>
                  <a:ext uri="{FF2B5EF4-FFF2-40B4-BE49-F238E27FC236}">
                    <a16:creationId xmlns:a16="http://schemas.microsoft.com/office/drawing/2014/main" id="{2EC2151D-972E-45C4-B073-BD62EC7BE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7 h 226"/>
                  <a:gd name="T4" fmla="*/ 9 w 328"/>
                  <a:gd name="T5" fmla="*/ 12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5645" name="Group 969">
                <a:extLst>
                  <a:ext uri="{FF2B5EF4-FFF2-40B4-BE49-F238E27FC236}">
                    <a16:creationId xmlns:a16="http://schemas.microsoft.com/office/drawing/2014/main" id="{48FE7F63-E63E-46F2-BE38-B0F74E5496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5657" name="AutoShape 970">
                  <a:extLst>
                    <a:ext uri="{FF2B5EF4-FFF2-40B4-BE49-F238E27FC236}">
                      <a16:creationId xmlns:a16="http://schemas.microsoft.com/office/drawing/2014/main" id="{D22EB46B-AB01-41C0-ACC3-95B6A31AFC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658" name="AutoShape 971">
                  <a:extLst>
                    <a:ext uri="{FF2B5EF4-FFF2-40B4-BE49-F238E27FC236}">
                      <a16:creationId xmlns:a16="http://schemas.microsoft.com/office/drawing/2014/main" id="{2C936B2D-DC93-4EA8-8359-80BB583ABC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646" name="Rectangle 972">
                <a:extLst>
                  <a:ext uri="{FF2B5EF4-FFF2-40B4-BE49-F238E27FC236}">
                    <a16:creationId xmlns:a16="http://schemas.microsoft.com/office/drawing/2014/main" id="{BD60296B-E329-4C12-8CFF-502FB40AF0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47" name="Freeform 973">
                <a:extLst>
                  <a:ext uri="{FF2B5EF4-FFF2-40B4-BE49-F238E27FC236}">
                    <a16:creationId xmlns:a16="http://schemas.microsoft.com/office/drawing/2014/main" id="{3C323436-05F3-4234-B505-C3E51B30A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 w 296"/>
                  <a:gd name="T3" fmla="*/ 7 h 256"/>
                  <a:gd name="T4" fmla="*/ 9 w 296"/>
                  <a:gd name="T5" fmla="*/ 13 h 256"/>
                  <a:gd name="T6" fmla="*/ 0 w 296"/>
                  <a:gd name="T7" fmla="*/ 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48" name="Freeform 974">
                <a:extLst>
                  <a:ext uri="{FF2B5EF4-FFF2-40B4-BE49-F238E27FC236}">
                    <a16:creationId xmlns:a16="http://schemas.microsoft.com/office/drawing/2014/main" id="{0CA9864D-DBFE-4456-A8D9-1D5FC3951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9 w 304"/>
                  <a:gd name="T3" fmla="*/ 8 h 288"/>
                  <a:gd name="T4" fmla="*/ 8 w 304"/>
                  <a:gd name="T5" fmla="*/ 15 h 288"/>
                  <a:gd name="T6" fmla="*/ 2 w 304"/>
                  <a:gd name="T7" fmla="*/ 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49" name="Oval 975">
                <a:extLst>
                  <a:ext uri="{FF2B5EF4-FFF2-40B4-BE49-F238E27FC236}">
                    <a16:creationId xmlns:a16="http://schemas.microsoft.com/office/drawing/2014/main" id="{BA0AAC95-5474-477C-B52D-9ABDBC3E7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50" name="Freeform 976">
                <a:extLst>
                  <a:ext uri="{FF2B5EF4-FFF2-40B4-BE49-F238E27FC236}">
                    <a16:creationId xmlns:a16="http://schemas.microsoft.com/office/drawing/2014/main" id="{50DA2DBC-5473-4A60-BFDB-8B87A2051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7 h 240"/>
                  <a:gd name="T2" fmla="*/ 2 w 306"/>
                  <a:gd name="T3" fmla="*/ 13 h 240"/>
                  <a:gd name="T4" fmla="*/ 9 w 306"/>
                  <a:gd name="T5" fmla="*/ 7 h 240"/>
                  <a:gd name="T6" fmla="*/ 9 w 306"/>
                  <a:gd name="T7" fmla="*/ 0 h 240"/>
                  <a:gd name="T8" fmla="*/ 0 w 306"/>
                  <a:gd name="T9" fmla="*/ 7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51" name="AutoShape 977">
                <a:extLst>
                  <a:ext uri="{FF2B5EF4-FFF2-40B4-BE49-F238E27FC236}">
                    <a16:creationId xmlns:a16="http://schemas.microsoft.com/office/drawing/2014/main" id="{CAFD267C-0B2D-4665-A5EB-194146145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52" name="AutoShape 978">
                <a:extLst>
                  <a:ext uri="{FF2B5EF4-FFF2-40B4-BE49-F238E27FC236}">
                    <a16:creationId xmlns:a16="http://schemas.microsoft.com/office/drawing/2014/main" id="{0FB19FE2-1D75-4A0E-9456-6D05BF341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53" name="Oval 979">
                <a:extLst>
                  <a:ext uri="{FF2B5EF4-FFF2-40B4-BE49-F238E27FC236}">
                    <a16:creationId xmlns:a16="http://schemas.microsoft.com/office/drawing/2014/main" id="{D7634B70-E6F3-4FFA-8486-9D1103C58B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54" name="Oval 980">
                <a:extLst>
                  <a:ext uri="{FF2B5EF4-FFF2-40B4-BE49-F238E27FC236}">
                    <a16:creationId xmlns:a16="http://schemas.microsoft.com/office/drawing/2014/main" id="{25CF1EF5-2BC9-4E58-9B95-9395E9009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655" name="Oval 981">
                <a:extLst>
                  <a:ext uri="{FF2B5EF4-FFF2-40B4-BE49-F238E27FC236}">
                    <a16:creationId xmlns:a16="http://schemas.microsoft.com/office/drawing/2014/main" id="{A791A570-E5EA-4566-AB65-053EC0AD2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56" name="Rectangle 982">
                <a:extLst>
                  <a:ext uri="{FF2B5EF4-FFF2-40B4-BE49-F238E27FC236}">
                    <a16:creationId xmlns:a16="http://schemas.microsoft.com/office/drawing/2014/main" id="{E42941B1-8B89-40F5-B008-1140E31EC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5501" name="Group 983">
              <a:extLst>
                <a:ext uri="{FF2B5EF4-FFF2-40B4-BE49-F238E27FC236}">
                  <a16:creationId xmlns:a16="http://schemas.microsoft.com/office/drawing/2014/main" id="{BD396419-3D41-4AD2-A97D-8893B0581D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5601" name="Freeform 984">
                <a:extLst>
                  <a:ext uri="{FF2B5EF4-FFF2-40B4-BE49-F238E27FC236}">
                    <a16:creationId xmlns:a16="http://schemas.microsoft.com/office/drawing/2014/main" id="{26AB6474-7A38-4F42-B41D-68DBBA63A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0 w 354"/>
                  <a:gd name="T3" fmla="*/ 19 h 2742"/>
                  <a:gd name="T4" fmla="*/ 10 w 354"/>
                  <a:gd name="T5" fmla="*/ 143 h 2742"/>
                  <a:gd name="T6" fmla="*/ 0 w 354"/>
                  <a:gd name="T7" fmla="*/ 14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02" name="Rectangle 985">
                <a:extLst>
                  <a:ext uri="{FF2B5EF4-FFF2-40B4-BE49-F238E27FC236}">
                    <a16:creationId xmlns:a16="http://schemas.microsoft.com/office/drawing/2014/main" id="{B1AFCC6E-7737-4428-AA77-F3234A862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03" name="Freeform 986">
                <a:extLst>
                  <a:ext uri="{FF2B5EF4-FFF2-40B4-BE49-F238E27FC236}">
                    <a16:creationId xmlns:a16="http://schemas.microsoft.com/office/drawing/2014/main" id="{9E9374A8-CFCB-4041-A270-294C12919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6 w 211"/>
                  <a:gd name="T3" fmla="*/ 13 h 2537"/>
                  <a:gd name="T4" fmla="*/ 2 w 211"/>
                  <a:gd name="T5" fmla="*/ 13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04" name="Freeform 987">
                <a:extLst>
                  <a:ext uri="{FF2B5EF4-FFF2-40B4-BE49-F238E27FC236}">
                    <a16:creationId xmlns:a16="http://schemas.microsoft.com/office/drawing/2014/main" id="{64E93E26-92B2-4829-A7C1-69FF68FD8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8 h 226"/>
                  <a:gd name="T4" fmla="*/ 9 w 328"/>
                  <a:gd name="T5" fmla="*/ 13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05" name="Rectangle 988">
                <a:extLst>
                  <a:ext uri="{FF2B5EF4-FFF2-40B4-BE49-F238E27FC236}">
                    <a16:creationId xmlns:a16="http://schemas.microsoft.com/office/drawing/2014/main" id="{36221824-2FAA-474A-92DF-D6A3010B1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606" name="Group 989">
                <a:extLst>
                  <a:ext uri="{FF2B5EF4-FFF2-40B4-BE49-F238E27FC236}">
                    <a16:creationId xmlns:a16="http://schemas.microsoft.com/office/drawing/2014/main" id="{971CBEEA-D98B-4AAC-A986-C6710A625F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5631" name="AutoShape 990">
                  <a:extLst>
                    <a:ext uri="{FF2B5EF4-FFF2-40B4-BE49-F238E27FC236}">
                      <a16:creationId xmlns:a16="http://schemas.microsoft.com/office/drawing/2014/main" id="{6B8AFB33-3326-432A-9CB1-71A7325F5B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632" name="AutoShape 991">
                  <a:extLst>
                    <a:ext uri="{FF2B5EF4-FFF2-40B4-BE49-F238E27FC236}">
                      <a16:creationId xmlns:a16="http://schemas.microsoft.com/office/drawing/2014/main" id="{1273FC7A-C7B0-4B70-B1BA-8A8E39A2A0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607" name="Rectangle 992">
                <a:extLst>
                  <a:ext uri="{FF2B5EF4-FFF2-40B4-BE49-F238E27FC236}">
                    <a16:creationId xmlns:a16="http://schemas.microsoft.com/office/drawing/2014/main" id="{AD1ACF58-0ED1-4CC0-B011-D12A40400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608" name="Group 993">
                <a:extLst>
                  <a:ext uri="{FF2B5EF4-FFF2-40B4-BE49-F238E27FC236}">
                    <a16:creationId xmlns:a16="http://schemas.microsoft.com/office/drawing/2014/main" id="{D9252461-CB68-4568-8A68-64DA01BBB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5629" name="AutoShape 994">
                  <a:extLst>
                    <a:ext uri="{FF2B5EF4-FFF2-40B4-BE49-F238E27FC236}">
                      <a16:creationId xmlns:a16="http://schemas.microsoft.com/office/drawing/2014/main" id="{038FD060-B914-4957-A176-832815CAE8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630" name="AutoShape 995">
                  <a:extLst>
                    <a:ext uri="{FF2B5EF4-FFF2-40B4-BE49-F238E27FC236}">
                      <a16:creationId xmlns:a16="http://schemas.microsoft.com/office/drawing/2014/main" id="{FE201E06-CBDE-46AA-86DA-052557E5B6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609" name="Rectangle 996">
                <a:extLst>
                  <a:ext uri="{FF2B5EF4-FFF2-40B4-BE49-F238E27FC236}">
                    <a16:creationId xmlns:a16="http://schemas.microsoft.com/office/drawing/2014/main" id="{8DF8833E-483C-45CC-B5EA-D23B2DD0E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10" name="Rectangle 997">
                <a:extLst>
                  <a:ext uri="{FF2B5EF4-FFF2-40B4-BE49-F238E27FC236}">
                    <a16:creationId xmlns:a16="http://schemas.microsoft.com/office/drawing/2014/main" id="{3E647309-0C37-4C8D-9C32-F0047B977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611" name="Group 998">
                <a:extLst>
                  <a:ext uri="{FF2B5EF4-FFF2-40B4-BE49-F238E27FC236}">
                    <a16:creationId xmlns:a16="http://schemas.microsoft.com/office/drawing/2014/main" id="{F5661D88-C5C3-4D02-A5EE-6BACF66AE0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5627" name="AutoShape 999">
                  <a:extLst>
                    <a:ext uri="{FF2B5EF4-FFF2-40B4-BE49-F238E27FC236}">
                      <a16:creationId xmlns:a16="http://schemas.microsoft.com/office/drawing/2014/main" id="{815E0C32-F72F-4691-9660-AA3597FA34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628" name="AutoShape 1000">
                  <a:extLst>
                    <a:ext uri="{FF2B5EF4-FFF2-40B4-BE49-F238E27FC236}">
                      <a16:creationId xmlns:a16="http://schemas.microsoft.com/office/drawing/2014/main" id="{D00E8E6E-CCD4-40A3-BE3F-24DF3D4A7C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612" name="Freeform 1001">
                <a:extLst>
                  <a:ext uri="{FF2B5EF4-FFF2-40B4-BE49-F238E27FC236}">
                    <a16:creationId xmlns:a16="http://schemas.microsoft.com/office/drawing/2014/main" id="{AE3FE087-8606-4D33-AC4F-776D3F51C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7 h 226"/>
                  <a:gd name="T4" fmla="*/ 9 w 328"/>
                  <a:gd name="T5" fmla="*/ 12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5613" name="Group 1002">
                <a:extLst>
                  <a:ext uri="{FF2B5EF4-FFF2-40B4-BE49-F238E27FC236}">
                    <a16:creationId xmlns:a16="http://schemas.microsoft.com/office/drawing/2014/main" id="{AF05072D-A438-44DB-8231-231EACCE43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5625" name="AutoShape 1003">
                  <a:extLst>
                    <a:ext uri="{FF2B5EF4-FFF2-40B4-BE49-F238E27FC236}">
                      <a16:creationId xmlns:a16="http://schemas.microsoft.com/office/drawing/2014/main" id="{FA715F8D-D259-4DD7-94C5-CBD7892124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626" name="AutoShape 1004">
                  <a:extLst>
                    <a:ext uri="{FF2B5EF4-FFF2-40B4-BE49-F238E27FC236}">
                      <a16:creationId xmlns:a16="http://schemas.microsoft.com/office/drawing/2014/main" id="{C8F945C3-C1B5-41AA-9FAB-24CC5F01B5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614" name="Rectangle 1005">
                <a:extLst>
                  <a:ext uri="{FF2B5EF4-FFF2-40B4-BE49-F238E27FC236}">
                    <a16:creationId xmlns:a16="http://schemas.microsoft.com/office/drawing/2014/main" id="{6984C376-9AC9-42FD-80D7-77E1076878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15" name="Freeform 1006">
                <a:extLst>
                  <a:ext uri="{FF2B5EF4-FFF2-40B4-BE49-F238E27FC236}">
                    <a16:creationId xmlns:a16="http://schemas.microsoft.com/office/drawing/2014/main" id="{DB300CD2-322A-4FDF-AAB9-2FC4546277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 w 296"/>
                  <a:gd name="T3" fmla="*/ 7 h 256"/>
                  <a:gd name="T4" fmla="*/ 9 w 296"/>
                  <a:gd name="T5" fmla="*/ 13 h 256"/>
                  <a:gd name="T6" fmla="*/ 0 w 296"/>
                  <a:gd name="T7" fmla="*/ 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16" name="Freeform 1007">
                <a:extLst>
                  <a:ext uri="{FF2B5EF4-FFF2-40B4-BE49-F238E27FC236}">
                    <a16:creationId xmlns:a16="http://schemas.microsoft.com/office/drawing/2014/main" id="{025DA296-1A14-4297-A6B8-5C220BEC7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9 w 304"/>
                  <a:gd name="T3" fmla="*/ 8 h 288"/>
                  <a:gd name="T4" fmla="*/ 8 w 304"/>
                  <a:gd name="T5" fmla="*/ 15 h 288"/>
                  <a:gd name="T6" fmla="*/ 2 w 304"/>
                  <a:gd name="T7" fmla="*/ 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17" name="Oval 1008">
                <a:extLst>
                  <a:ext uri="{FF2B5EF4-FFF2-40B4-BE49-F238E27FC236}">
                    <a16:creationId xmlns:a16="http://schemas.microsoft.com/office/drawing/2014/main" id="{D0766ADF-20DE-46D5-8FC5-F0BFEF1B1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18" name="Freeform 1009">
                <a:extLst>
                  <a:ext uri="{FF2B5EF4-FFF2-40B4-BE49-F238E27FC236}">
                    <a16:creationId xmlns:a16="http://schemas.microsoft.com/office/drawing/2014/main" id="{04617EAC-D1D3-405E-A741-85D4D8F0DF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7 h 240"/>
                  <a:gd name="T2" fmla="*/ 2 w 306"/>
                  <a:gd name="T3" fmla="*/ 13 h 240"/>
                  <a:gd name="T4" fmla="*/ 9 w 306"/>
                  <a:gd name="T5" fmla="*/ 7 h 240"/>
                  <a:gd name="T6" fmla="*/ 9 w 306"/>
                  <a:gd name="T7" fmla="*/ 0 h 240"/>
                  <a:gd name="T8" fmla="*/ 0 w 306"/>
                  <a:gd name="T9" fmla="*/ 7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619" name="AutoShape 1010">
                <a:extLst>
                  <a:ext uri="{FF2B5EF4-FFF2-40B4-BE49-F238E27FC236}">
                    <a16:creationId xmlns:a16="http://schemas.microsoft.com/office/drawing/2014/main" id="{521C89B7-3F20-495F-86EF-CC20C9656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20" name="AutoShape 1011">
                <a:extLst>
                  <a:ext uri="{FF2B5EF4-FFF2-40B4-BE49-F238E27FC236}">
                    <a16:creationId xmlns:a16="http://schemas.microsoft.com/office/drawing/2014/main" id="{F1F31474-068D-41CF-AAE3-9F8F0414EE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21" name="Oval 1012">
                <a:extLst>
                  <a:ext uri="{FF2B5EF4-FFF2-40B4-BE49-F238E27FC236}">
                    <a16:creationId xmlns:a16="http://schemas.microsoft.com/office/drawing/2014/main" id="{5B04F85E-BAF2-4A9B-B33C-4D667EB80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22" name="Oval 1013">
                <a:extLst>
                  <a:ext uri="{FF2B5EF4-FFF2-40B4-BE49-F238E27FC236}">
                    <a16:creationId xmlns:a16="http://schemas.microsoft.com/office/drawing/2014/main" id="{7AD2775D-2175-4F50-9E30-624F22D4A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623" name="Oval 1014">
                <a:extLst>
                  <a:ext uri="{FF2B5EF4-FFF2-40B4-BE49-F238E27FC236}">
                    <a16:creationId xmlns:a16="http://schemas.microsoft.com/office/drawing/2014/main" id="{A6FA3796-8CA3-4AD1-BD95-5EF76D91E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624" name="Rectangle 1015">
                <a:extLst>
                  <a:ext uri="{FF2B5EF4-FFF2-40B4-BE49-F238E27FC236}">
                    <a16:creationId xmlns:a16="http://schemas.microsoft.com/office/drawing/2014/main" id="{99B9BAE0-517A-41E4-AEE3-3D7734FE4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5502" name="Group 1016">
              <a:extLst>
                <a:ext uri="{FF2B5EF4-FFF2-40B4-BE49-F238E27FC236}">
                  <a16:creationId xmlns:a16="http://schemas.microsoft.com/office/drawing/2014/main" id="{1E2D76E9-2DB2-4165-B965-3958D96220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5578" name="Picture 1017" descr="antenna_stylized">
                <a:extLst>
                  <a:ext uri="{FF2B5EF4-FFF2-40B4-BE49-F238E27FC236}">
                    <a16:creationId xmlns:a16="http://schemas.microsoft.com/office/drawing/2014/main" id="{7F3EAC20-60F3-43A1-B41C-BA706FCEF0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579" name="Picture 1018" descr="laptop_keyboard">
                <a:extLst>
                  <a:ext uri="{FF2B5EF4-FFF2-40B4-BE49-F238E27FC236}">
                    <a16:creationId xmlns:a16="http://schemas.microsoft.com/office/drawing/2014/main" id="{69B5843C-61C8-4184-94F7-F10B4ECA81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80" name="Freeform 1019">
                <a:extLst>
                  <a:ext uri="{FF2B5EF4-FFF2-40B4-BE49-F238E27FC236}">
                    <a16:creationId xmlns:a16="http://schemas.microsoft.com/office/drawing/2014/main" id="{AE061885-DDC5-407F-B5F5-DD0DFCCD85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5581" name="Picture 1020" descr="screen">
                <a:extLst>
                  <a:ext uri="{FF2B5EF4-FFF2-40B4-BE49-F238E27FC236}">
                    <a16:creationId xmlns:a16="http://schemas.microsoft.com/office/drawing/2014/main" id="{63782567-63A0-4360-B790-5BACF41514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82" name="Freeform 1021">
                <a:extLst>
                  <a:ext uri="{FF2B5EF4-FFF2-40B4-BE49-F238E27FC236}">
                    <a16:creationId xmlns:a16="http://schemas.microsoft.com/office/drawing/2014/main" id="{B090AB36-A5A9-4224-B660-7B3B5C49B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83" name="Freeform 1022">
                <a:extLst>
                  <a:ext uri="{FF2B5EF4-FFF2-40B4-BE49-F238E27FC236}">
                    <a16:creationId xmlns:a16="http://schemas.microsoft.com/office/drawing/2014/main" id="{B88AF245-CFB2-4F55-929A-F36F76C2D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84" name="Freeform 1023">
                <a:extLst>
                  <a:ext uri="{FF2B5EF4-FFF2-40B4-BE49-F238E27FC236}">
                    <a16:creationId xmlns:a16="http://schemas.microsoft.com/office/drawing/2014/main" id="{E2C1D6C4-3FB7-4C3A-A75C-5013BE194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85" name="Freeform 1024">
                <a:extLst>
                  <a:ext uri="{FF2B5EF4-FFF2-40B4-BE49-F238E27FC236}">
                    <a16:creationId xmlns:a16="http://schemas.microsoft.com/office/drawing/2014/main" id="{A79F60DD-4D2E-4DF7-AAFB-DD1A4A686C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86" name="Freeform 1025">
                <a:extLst>
                  <a:ext uri="{FF2B5EF4-FFF2-40B4-BE49-F238E27FC236}">
                    <a16:creationId xmlns:a16="http://schemas.microsoft.com/office/drawing/2014/main" id="{EA38D30C-D758-498E-828F-20BC4A356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8 h 1659"/>
                  <a:gd name="T6" fmla="*/ 0 w 637"/>
                  <a:gd name="T7" fmla="*/ 8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87" name="Freeform 1026">
                <a:extLst>
                  <a:ext uri="{FF2B5EF4-FFF2-40B4-BE49-F238E27FC236}">
                    <a16:creationId xmlns:a16="http://schemas.microsoft.com/office/drawing/2014/main" id="{0491E2C2-883D-4726-AB35-D6BA7B8970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4 w 2216"/>
                  <a:gd name="T5" fmla="*/ 3 h 550"/>
                  <a:gd name="T6" fmla="*/ 4 w 2216"/>
                  <a:gd name="T7" fmla="*/ 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5588" name="Group 1027">
                <a:extLst>
                  <a:ext uri="{FF2B5EF4-FFF2-40B4-BE49-F238E27FC236}">
                    <a16:creationId xmlns:a16="http://schemas.microsoft.com/office/drawing/2014/main" id="{23C479F1-0B72-4A51-8645-624F2C7201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5595" name="Freeform 1028">
                  <a:extLst>
                    <a:ext uri="{FF2B5EF4-FFF2-40B4-BE49-F238E27FC236}">
                      <a16:creationId xmlns:a16="http://schemas.microsoft.com/office/drawing/2014/main" id="{9941D6E3-B801-451A-A908-50CAE412ED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96" name="Freeform 1029">
                  <a:extLst>
                    <a:ext uri="{FF2B5EF4-FFF2-40B4-BE49-F238E27FC236}">
                      <a16:creationId xmlns:a16="http://schemas.microsoft.com/office/drawing/2014/main" id="{0A2B4DE9-BFB2-4F9A-8678-57BE2F706A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97" name="Freeform 1030">
                  <a:extLst>
                    <a:ext uri="{FF2B5EF4-FFF2-40B4-BE49-F238E27FC236}">
                      <a16:creationId xmlns:a16="http://schemas.microsoft.com/office/drawing/2014/main" id="{22E3FA96-7CBB-4C0E-9279-1B5FA868D5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98" name="Freeform 1031">
                  <a:extLst>
                    <a:ext uri="{FF2B5EF4-FFF2-40B4-BE49-F238E27FC236}">
                      <a16:creationId xmlns:a16="http://schemas.microsoft.com/office/drawing/2014/main" id="{5C94D12D-8254-4FB6-8418-B10A24921E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99" name="Freeform 1032">
                  <a:extLst>
                    <a:ext uri="{FF2B5EF4-FFF2-40B4-BE49-F238E27FC236}">
                      <a16:creationId xmlns:a16="http://schemas.microsoft.com/office/drawing/2014/main" id="{4C69529B-FE4D-4AC2-B1A0-C61BF570CA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600" name="Freeform 1033">
                  <a:extLst>
                    <a:ext uri="{FF2B5EF4-FFF2-40B4-BE49-F238E27FC236}">
                      <a16:creationId xmlns:a16="http://schemas.microsoft.com/office/drawing/2014/main" id="{C84430CE-69B1-4E3A-A09C-CE0094E5C2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589" name="Freeform 1034">
                <a:extLst>
                  <a:ext uri="{FF2B5EF4-FFF2-40B4-BE49-F238E27FC236}">
                    <a16:creationId xmlns:a16="http://schemas.microsoft.com/office/drawing/2014/main" id="{9AF48079-82DE-4E27-8BD4-8954B3195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90" name="Freeform 1035">
                <a:extLst>
                  <a:ext uri="{FF2B5EF4-FFF2-40B4-BE49-F238E27FC236}">
                    <a16:creationId xmlns:a16="http://schemas.microsoft.com/office/drawing/2014/main" id="{21B6F73A-A8A6-4DEE-B92C-429FCF2B74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91" name="Freeform 1036">
                <a:extLst>
                  <a:ext uri="{FF2B5EF4-FFF2-40B4-BE49-F238E27FC236}">
                    <a16:creationId xmlns:a16="http://schemas.microsoft.com/office/drawing/2014/main" id="{9F10EAAF-9203-4828-B3CB-B0E5BC941A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92" name="Freeform 1037">
                <a:extLst>
                  <a:ext uri="{FF2B5EF4-FFF2-40B4-BE49-F238E27FC236}">
                    <a16:creationId xmlns:a16="http://schemas.microsoft.com/office/drawing/2014/main" id="{D3066946-38BC-47E4-8EA7-825489762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93" name="Freeform 1038">
                <a:extLst>
                  <a:ext uri="{FF2B5EF4-FFF2-40B4-BE49-F238E27FC236}">
                    <a16:creationId xmlns:a16="http://schemas.microsoft.com/office/drawing/2014/main" id="{149BB932-9167-4885-A76C-251C6F16C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94" name="Freeform 1039">
                <a:extLst>
                  <a:ext uri="{FF2B5EF4-FFF2-40B4-BE49-F238E27FC236}">
                    <a16:creationId xmlns:a16="http://schemas.microsoft.com/office/drawing/2014/main" id="{44AEAA51-B4B6-4A13-B96E-50C32A478C2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503" name="Group 1064">
              <a:extLst>
                <a:ext uri="{FF2B5EF4-FFF2-40B4-BE49-F238E27FC236}">
                  <a16:creationId xmlns:a16="http://schemas.microsoft.com/office/drawing/2014/main" id="{1F1187BA-4DB6-4088-A82C-463C70DBFC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5555" name="Picture 1065" descr="antenna_stylized">
                <a:extLst>
                  <a:ext uri="{FF2B5EF4-FFF2-40B4-BE49-F238E27FC236}">
                    <a16:creationId xmlns:a16="http://schemas.microsoft.com/office/drawing/2014/main" id="{6718D661-C0D1-4A75-A1EE-EE7B33706E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556" name="Picture 1066" descr="laptop_keyboard">
                <a:extLst>
                  <a:ext uri="{FF2B5EF4-FFF2-40B4-BE49-F238E27FC236}">
                    <a16:creationId xmlns:a16="http://schemas.microsoft.com/office/drawing/2014/main" id="{3B41463F-FAA0-4157-9997-DC1CB5BFFB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57" name="Freeform 1067">
                <a:extLst>
                  <a:ext uri="{FF2B5EF4-FFF2-40B4-BE49-F238E27FC236}">
                    <a16:creationId xmlns:a16="http://schemas.microsoft.com/office/drawing/2014/main" id="{2271567A-817D-4182-8008-CAB33B386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5558" name="Picture 1068" descr="screen">
                <a:extLst>
                  <a:ext uri="{FF2B5EF4-FFF2-40B4-BE49-F238E27FC236}">
                    <a16:creationId xmlns:a16="http://schemas.microsoft.com/office/drawing/2014/main" id="{BB7054FE-C0D9-4452-A186-1362943BEC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59" name="Freeform 1069">
                <a:extLst>
                  <a:ext uri="{FF2B5EF4-FFF2-40B4-BE49-F238E27FC236}">
                    <a16:creationId xmlns:a16="http://schemas.microsoft.com/office/drawing/2014/main" id="{81EACD6E-9F91-4859-A82C-455D548E7B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60" name="Freeform 1070">
                <a:extLst>
                  <a:ext uri="{FF2B5EF4-FFF2-40B4-BE49-F238E27FC236}">
                    <a16:creationId xmlns:a16="http://schemas.microsoft.com/office/drawing/2014/main" id="{65317F14-5CB5-472E-ACB7-61A8EA18EE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61" name="Freeform 1071">
                <a:extLst>
                  <a:ext uri="{FF2B5EF4-FFF2-40B4-BE49-F238E27FC236}">
                    <a16:creationId xmlns:a16="http://schemas.microsoft.com/office/drawing/2014/main" id="{3548DFC4-855F-49E9-84A2-CF6D8A6C8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62" name="Freeform 1072">
                <a:extLst>
                  <a:ext uri="{FF2B5EF4-FFF2-40B4-BE49-F238E27FC236}">
                    <a16:creationId xmlns:a16="http://schemas.microsoft.com/office/drawing/2014/main" id="{D678ED35-54E7-44D8-BC15-D5BC5A6A0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63" name="Freeform 1073">
                <a:extLst>
                  <a:ext uri="{FF2B5EF4-FFF2-40B4-BE49-F238E27FC236}">
                    <a16:creationId xmlns:a16="http://schemas.microsoft.com/office/drawing/2014/main" id="{42AACB94-882C-4597-B1F9-3627A9D89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8 h 1659"/>
                  <a:gd name="T6" fmla="*/ 0 w 637"/>
                  <a:gd name="T7" fmla="*/ 8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64" name="Freeform 1074">
                <a:extLst>
                  <a:ext uri="{FF2B5EF4-FFF2-40B4-BE49-F238E27FC236}">
                    <a16:creationId xmlns:a16="http://schemas.microsoft.com/office/drawing/2014/main" id="{279207EC-7989-485A-9E8E-E5B6F60E8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4 w 2216"/>
                  <a:gd name="T5" fmla="*/ 3 h 550"/>
                  <a:gd name="T6" fmla="*/ 4 w 2216"/>
                  <a:gd name="T7" fmla="*/ 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5565" name="Group 1075">
                <a:extLst>
                  <a:ext uri="{FF2B5EF4-FFF2-40B4-BE49-F238E27FC236}">
                    <a16:creationId xmlns:a16="http://schemas.microsoft.com/office/drawing/2014/main" id="{3ACFEBDE-940A-4966-B309-DA9408BE76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5572" name="Freeform 1076">
                  <a:extLst>
                    <a:ext uri="{FF2B5EF4-FFF2-40B4-BE49-F238E27FC236}">
                      <a16:creationId xmlns:a16="http://schemas.microsoft.com/office/drawing/2014/main" id="{02C4FBA1-2C61-499B-9404-514BA3C6D9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73" name="Freeform 1077">
                  <a:extLst>
                    <a:ext uri="{FF2B5EF4-FFF2-40B4-BE49-F238E27FC236}">
                      <a16:creationId xmlns:a16="http://schemas.microsoft.com/office/drawing/2014/main" id="{35D9C70D-6C64-4E83-AFAE-04331193CF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74" name="Freeform 1078">
                  <a:extLst>
                    <a:ext uri="{FF2B5EF4-FFF2-40B4-BE49-F238E27FC236}">
                      <a16:creationId xmlns:a16="http://schemas.microsoft.com/office/drawing/2014/main" id="{1D40F81D-0715-40DE-A959-5ADAAF711A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75" name="Freeform 1079">
                  <a:extLst>
                    <a:ext uri="{FF2B5EF4-FFF2-40B4-BE49-F238E27FC236}">
                      <a16:creationId xmlns:a16="http://schemas.microsoft.com/office/drawing/2014/main" id="{EE3A5155-1AE2-4429-8D83-64FCB870FC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76" name="Freeform 1080">
                  <a:extLst>
                    <a:ext uri="{FF2B5EF4-FFF2-40B4-BE49-F238E27FC236}">
                      <a16:creationId xmlns:a16="http://schemas.microsoft.com/office/drawing/2014/main" id="{EEF0DBBE-4DFF-4425-9E54-60BD3A4A66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77" name="Freeform 1081">
                  <a:extLst>
                    <a:ext uri="{FF2B5EF4-FFF2-40B4-BE49-F238E27FC236}">
                      <a16:creationId xmlns:a16="http://schemas.microsoft.com/office/drawing/2014/main" id="{FFEA71EC-69FD-48E7-94A0-9215E4BAA7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566" name="Freeform 1082">
                <a:extLst>
                  <a:ext uri="{FF2B5EF4-FFF2-40B4-BE49-F238E27FC236}">
                    <a16:creationId xmlns:a16="http://schemas.microsoft.com/office/drawing/2014/main" id="{E90A0DE4-F1E1-4C19-A0F3-1CA354DD4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67" name="Freeform 1083">
                <a:extLst>
                  <a:ext uri="{FF2B5EF4-FFF2-40B4-BE49-F238E27FC236}">
                    <a16:creationId xmlns:a16="http://schemas.microsoft.com/office/drawing/2014/main" id="{37616CF5-844D-4150-9FB4-FBE9303D2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68" name="Freeform 1084">
                <a:extLst>
                  <a:ext uri="{FF2B5EF4-FFF2-40B4-BE49-F238E27FC236}">
                    <a16:creationId xmlns:a16="http://schemas.microsoft.com/office/drawing/2014/main" id="{D85D7076-E74D-4FF5-930C-62775FAB44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69" name="Freeform 1085">
                <a:extLst>
                  <a:ext uri="{FF2B5EF4-FFF2-40B4-BE49-F238E27FC236}">
                    <a16:creationId xmlns:a16="http://schemas.microsoft.com/office/drawing/2014/main" id="{42798C47-43CB-4443-811A-23DBF077B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70" name="Freeform 1086">
                <a:extLst>
                  <a:ext uri="{FF2B5EF4-FFF2-40B4-BE49-F238E27FC236}">
                    <a16:creationId xmlns:a16="http://schemas.microsoft.com/office/drawing/2014/main" id="{989C9B60-24A2-4EF9-A7C8-07A242873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71" name="Freeform 1087">
                <a:extLst>
                  <a:ext uri="{FF2B5EF4-FFF2-40B4-BE49-F238E27FC236}">
                    <a16:creationId xmlns:a16="http://schemas.microsoft.com/office/drawing/2014/main" id="{AA670595-4598-44D2-BA2D-CCD5C41094B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504" name="Group 1114">
              <a:extLst>
                <a:ext uri="{FF2B5EF4-FFF2-40B4-BE49-F238E27FC236}">
                  <a16:creationId xmlns:a16="http://schemas.microsoft.com/office/drawing/2014/main" id="{67AC224C-8838-4801-A523-7BAB128C9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15532" name="Picture 1115" descr="antenna_stylized">
                <a:extLst>
                  <a:ext uri="{FF2B5EF4-FFF2-40B4-BE49-F238E27FC236}">
                    <a16:creationId xmlns:a16="http://schemas.microsoft.com/office/drawing/2014/main" id="{EB9FF18C-F8DE-4EF2-BE51-0DF88C150F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533" name="Picture 1116" descr="laptop_keyboard">
                <a:extLst>
                  <a:ext uri="{FF2B5EF4-FFF2-40B4-BE49-F238E27FC236}">
                    <a16:creationId xmlns:a16="http://schemas.microsoft.com/office/drawing/2014/main" id="{D11528E2-BCC1-4F3A-A8B6-47BDB8972D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34" name="Freeform 1117">
                <a:extLst>
                  <a:ext uri="{FF2B5EF4-FFF2-40B4-BE49-F238E27FC236}">
                    <a16:creationId xmlns:a16="http://schemas.microsoft.com/office/drawing/2014/main" id="{BE03EF69-091A-4CDE-953B-0E1C086F55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5535" name="Picture 1118" descr="screen">
                <a:extLst>
                  <a:ext uri="{FF2B5EF4-FFF2-40B4-BE49-F238E27FC236}">
                    <a16:creationId xmlns:a16="http://schemas.microsoft.com/office/drawing/2014/main" id="{0E0E34AA-6D2A-4940-A18D-23A0A1B994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36" name="Freeform 1119">
                <a:extLst>
                  <a:ext uri="{FF2B5EF4-FFF2-40B4-BE49-F238E27FC236}">
                    <a16:creationId xmlns:a16="http://schemas.microsoft.com/office/drawing/2014/main" id="{7887B5C1-C99D-4C3B-AE3A-46F978C00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37" name="Freeform 1120">
                <a:extLst>
                  <a:ext uri="{FF2B5EF4-FFF2-40B4-BE49-F238E27FC236}">
                    <a16:creationId xmlns:a16="http://schemas.microsoft.com/office/drawing/2014/main" id="{561CF0EC-2BA1-4E7A-8499-45309806DC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38" name="Freeform 1121">
                <a:extLst>
                  <a:ext uri="{FF2B5EF4-FFF2-40B4-BE49-F238E27FC236}">
                    <a16:creationId xmlns:a16="http://schemas.microsoft.com/office/drawing/2014/main" id="{E40DD490-CE1A-4A2E-BAF5-F3F271239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39" name="Freeform 1122">
                <a:extLst>
                  <a:ext uri="{FF2B5EF4-FFF2-40B4-BE49-F238E27FC236}">
                    <a16:creationId xmlns:a16="http://schemas.microsoft.com/office/drawing/2014/main" id="{7046957A-04F6-4178-A9BB-81DA87B52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40" name="Freeform 1123">
                <a:extLst>
                  <a:ext uri="{FF2B5EF4-FFF2-40B4-BE49-F238E27FC236}">
                    <a16:creationId xmlns:a16="http://schemas.microsoft.com/office/drawing/2014/main" id="{4EAC4E33-9375-41B5-AD4B-41FCD730F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8 h 1659"/>
                  <a:gd name="T6" fmla="*/ 0 w 637"/>
                  <a:gd name="T7" fmla="*/ 8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41" name="Freeform 1124">
                <a:extLst>
                  <a:ext uri="{FF2B5EF4-FFF2-40B4-BE49-F238E27FC236}">
                    <a16:creationId xmlns:a16="http://schemas.microsoft.com/office/drawing/2014/main" id="{C7C31D26-AA38-4428-B187-C82F03252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4 w 2216"/>
                  <a:gd name="T5" fmla="*/ 3 h 550"/>
                  <a:gd name="T6" fmla="*/ 4 w 2216"/>
                  <a:gd name="T7" fmla="*/ 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5542" name="Group 1125">
                <a:extLst>
                  <a:ext uri="{FF2B5EF4-FFF2-40B4-BE49-F238E27FC236}">
                    <a16:creationId xmlns:a16="http://schemas.microsoft.com/office/drawing/2014/main" id="{1D53CEDD-3D09-43B9-9B1C-F035255FF8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5549" name="Freeform 1126">
                  <a:extLst>
                    <a:ext uri="{FF2B5EF4-FFF2-40B4-BE49-F238E27FC236}">
                      <a16:creationId xmlns:a16="http://schemas.microsoft.com/office/drawing/2014/main" id="{D585A349-D447-48C9-8E03-80F8E5E0F1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50" name="Freeform 1127">
                  <a:extLst>
                    <a:ext uri="{FF2B5EF4-FFF2-40B4-BE49-F238E27FC236}">
                      <a16:creationId xmlns:a16="http://schemas.microsoft.com/office/drawing/2014/main" id="{482D1CE1-B199-4CA1-B72C-E203E1ADF3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51" name="Freeform 1128">
                  <a:extLst>
                    <a:ext uri="{FF2B5EF4-FFF2-40B4-BE49-F238E27FC236}">
                      <a16:creationId xmlns:a16="http://schemas.microsoft.com/office/drawing/2014/main" id="{1501105E-9D81-4748-AF71-209A51CCB5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52" name="Freeform 1129">
                  <a:extLst>
                    <a:ext uri="{FF2B5EF4-FFF2-40B4-BE49-F238E27FC236}">
                      <a16:creationId xmlns:a16="http://schemas.microsoft.com/office/drawing/2014/main" id="{B42C8599-8757-4682-B289-EDA43B9B7B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53" name="Freeform 1130">
                  <a:extLst>
                    <a:ext uri="{FF2B5EF4-FFF2-40B4-BE49-F238E27FC236}">
                      <a16:creationId xmlns:a16="http://schemas.microsoft.com/office/drawing/2014/main" id="{F30E7F24-27EA-4D68-A7CE-FE97DDA3B3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54" name="Freeform 1131">
                  <a:extLst>
                    <a:ext uri="{FF2B5EF4-FFF2-40B4-BE49-F238E27FC236}">
                      <a16:creationId xmlns:a16="http://schemas.microsoft.com/office/drawing/2014/main" id="{7F8F79FA-2505-416F-AD39-796CB3803D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543" name="Freeform 1132">
                <a:extLst>
                  <a:ext uri="{FF2B5EF4-FFF2-40B4-BE49-F238E27FC236}">
                    <a16:creationId xmlns:a16="http://schemas.microsoft.com/office/drawing/2014/main" id="{A29C9C3C-1687-4E44-B45F-EF730BDFC2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44" name="Freeform 1133">
                <a:extLst>
                  <a:ext uri="{FF2B5EF4-FFF2-40B4-BE49-F238E27FC236}">
                    <a16:creationId xmlns:a16="http://schemas.microsoft.com/office/drawing/2014/main" id="{6C7A80DF-3B57-40A2-9E14-529DDBB7C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45" name="Freeform 1134">
                <a:extLst>
                  <a:ext uri="{FF2B5EF4-FFF2-40B4-BE49-F238E27FC236}">
                    <a16:creationId xmlns:a16="http://schemas.microsoft.com/office/drawing/2014/main" id="{948017BF-962D-4BA7-BE0D-6E30EA39A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46" name="Freeform 1135">
                <a:extLst>
                  <a:ext uri="{FF2B5EF4-FFF2-40B4-BE49-F238E27FC236}">
                    <a16:creationId xmlns:a16="http://schemas.microsoft.com/office/drawing/2014/main" id="{4250837D-6703-47F7-AED6-AC330AE66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47" name="Freeform 1136">
                <a:extLst>
                  <a:ext uri="{FF2B5EF4-FFF2-40B4-BE49-F238E27FC236}">
                    <a16:creationId xmlns:a16="http://schemas.microsoft.com/office/drawing/2014/main" id="{E40A5AA1-6543-45D9-AFF6-4A5D24CA88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48" name="Freeform 1137">
                <a:extLst>
                  <a:ext uri="{FF2B5EF4-FFF2-40B4-BE49-F238E27FC236}">
                    <a16:creationId xmlns:a16="http://schemas.microsoft.com/office/drawing/2014/main" id="{EED2E835-C869-47EC-BBA6-A2368612A00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505" name="Group 1139">
              <a:extLst>
                <a:ext uri="{FF2B5EF4-FFF2-40B4-BE49-F238E27FC236}">
                  <a16:creationId xmlns:a16="http://schemas.microsoft.com/office/drawing/2014/main" id="{04ECC44C-0164-4322-903E-8AA00E26D0F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15530" name="Picture 1140" descr="desktop_computer_stylized_medium">
                <a:extLst>
                  <a:ext uri="{FF2B5EF4-FFF2-40B4-BE49-F238E27FC236}">
                    <a16:creationId xmlns:a16="http://schemas.microsoft.com/office/drawing/2014/main" id="{3716092C-7ED0-48E8-ACA5-9513A4E2F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31" name="Freeform 1141">
                <a:extLst>
                  <a:ext uri="{FF2B5EF4-FFF2-40B4-BE49-F238E27FC236}">
                    <a16:creationId xmlns:a16="http://schemas.microsoft.com/office/drawing/2014/main" id="{26B5B634-5050-474D-AC2E-45789231E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5506" name="Group 1142">
              <a:extLst>
                <a:ext uri="{FF2B5EF4-FFF2-40B4-BE49-F238E27FC236}">
                  <a16:creationId xmlns:a16="http://schemas.microsoft.com/office/drawing/2014/main" id="{EAE067F4-7113-41EF-B83B-81C93F45A8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15507" name="Picture 1143" descr="antenna_stylized">
                <a:extLst>
                  <a:ext uri="{FF2B5EF4-FFF2-40B4-BE49-F238E27FC236}">
                    <a16:creationId xmlns:a16="http://schemas.microsoft.com/office/drawing/2014/main" id="{B2275CD3-6EF3-44E9-A055-F356204BB4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508" name="Picture 1144" descr="laptop_keyboard">
                <a:extLst>
                  <a:ext uri="{FF2B5EF4-FFF2-40B4-BE49-F238E27FC236}">
                    <a16:creationId xmlns:a16="http://schemas.microsoft.com/office/drawing/2014/main" id="{A7E69FEB-B569-45F3-9837-C440BB6A36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09" name="Freeform 1145">
                <a:extLst>
                  <a:ext uri="{FF2B5EF4-FFF2-40B4-BE49-F238E27FC236}">
                    <a16:creationId xmlns:a16="http://schemas.microsoft.com/office/drawing/2014/main" id="{55C691BA-3FA4-4866-93EA-75F314FCA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5510" name="Picture 1146" descr="screen">
                <a:extLst>
                  <a:ext uri="{FF2B5EF4-FFF2-40B4-BE49-F238E27FC236}">
                    <a16:creationId xmlns:a16="http://schemas.microsoft.com/office/drawing/2014/main" id="{E7CBCDFC-C140-4C6D-88CA-28F047310A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11" name="Freeform 1147">
                <a:extLst>
                  <a:ext uri="{FF2B5EF4-FFF2-40B4-BE49-F238E27FC236}">
                    <a16:creationId xmlns:a16="http://schemas.microsoft.com/office/drawing/2014/main" id="{92D77287-DA10-4118-AF3C-2CA7A953C8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12" name="Freeform 1148">
                <a:extLst>
                  <a:ext uri="{FF2B5EF4-FFF2-40B4-BE49-F238E27FC236}">
                    <a16:creationId xmlns:a16="http://schemas.microsoft.com/office/drawing/2014/main" id="{BE503442-47CD-4A93-B674-AC3CAA87D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13" name="Freeform 1149">
                <a:extLst>
                  <a:ext uri="{FF2B5EF4-FFF2-40B4-BE49-F238E27FC236}">
                    <a16:creationId xmlns:a16="http://schemas.microsoft.com/office/drawing/2014/main" id="{8FE3DA80-7144-4B5C-9046-E0C0434D45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14" name="Freeform 1150">
                <a:extLst>
                  <a:ext uri="{FF2B5EF4-FFF2-40B4-BE49-F238E27FC236}">
                    <a16:creationId xmlns:a16="http://schemas.microsoft.com/office/drawing/2014/main" id="{016D43EC-F6DC-435C-80FA-EBB50BB41D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15" name="Freeform 1151">
                <a:extLst>
                  <a:ext uri="{FF2B5EF4-FFF2-40B4-BE49-F238E27FC236}">
                    <a16:creationId xmlns:a16="http://schemas.microsoft.com/office/drawing/2014/main" id="{A9023492-E830-4C9C-9731-5E575349B5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8 h 1659"/>
                  <a:gd name="T6" fmla="*/ 0 w 637"/>
                  <a:gd name="T7" fmla="*/ 8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16" name="Freeform 1152">
                <a:extLst>
                  <a:ext uri="{FF2B5EF4-FFF2-40B4-BE49-F238E27FC236}">
                    <a16:creationId xmlns:a16="http://schemas.microsoft.com/office/drawing/2014/main" id="{43472D2A-CC37-4D7F-A17B-21462AA2E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4 w 2216"/>
                  <a:gd name="T5" fmla="*/ 3 h 550"/>
                  <a:gd name="T6" fmla="*/ 4 w 2216"/>
                  <a:gd name="T7" fmla="*/ 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5517" name="Group 1153">
                <a:extLst>
                  <a:ext uri="{FF2B5EF4-FFF2-40B4-BE49-F238E27FC236}">
                    <a16:creationId xmlns:a16="http://schemas.microsoft.com/office/drawing/2014/main" id="{8B250D19-B63B-45A6-B320-7CF87E2324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5524" name="Freeform 1154">
                  <a:extLst>
                    <a:ext uri="{FF2B5EF4-FFF2-40B4-BE49-F238E27FC236}">
                      <a16:creationId xmlns:a16="http://schemas.microsoft.com/office/drawing/2014/main" id="{9D4CE8D5-E2D3-40EA-8BAE-73BA856732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25" name="Freeform 1155">
                  <a:extLst>
                    <a:ext uri="{FF2B5EF4-FFF2-40B4-BE49-F238E27FC236}">
                      <a16:creationId xmlns:a16="http://schemas.microsoft.com/office/drawing/2014/main" id="{33E81D1F-D292-4C02-A28A-8430E4F747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26" name="Freeform 1156">
                  <a:extLst>
                    <a:ext uri="{FF2B5EF4-FFF2-40B4-BE49-F238E27FC236}">
                      <a16:creationId xmlns:a16="http://schemas.microsoft.com/office/drawing/2014/main" id="{C0A5D0B8-82CC-4D4E-A23B-0DF976CF5B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27" name="Freeform 1157">
                  <a:extLst>
                    <a:ext uri="{FF2B5EF4-FFF2-40B4-BE49-F238E27FC236}">
                      <a16:creationId xmlns:a16="http://schemas.microsoft.com/office/drawing/2014/main" id="{843C416A-CAF2-4FF7-8367-CB8E053770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28" name="Freeform 1158">
                  <a:extLst>
                    <a:ext uri="{FF2B5EF4-FFF2-40B4-BE49-F238E27FC236}">
                      <a16:creationId xmlns:a16="http://schemas.microsoft.com/office/drawing/2014/main" id="{6D7481C2-582F-426C-A996-8E68C80490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529" name="Freeform 1159">
                  <a:extLst>
                    <a:ext uri="{FF2B5EF4-FFF2-40B4-BE49-F238E27FC236}">
                      <a16:creationId xmlns:a16="http://schemas.microsoft.com/office/drawing/2014/main" id="{A4B2265C-577D-412F-A9A1-A77CD84F12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518" name="Freeform 1160">
                <a:extLst>
                  <a:ext uri="{FF2B5EF4-FFF2-40B4-BE49-F238E27FC236}">
                    <a16:creationId xmlns:a16="http://schemas.microsoft.com/office/drawing/2014/main" id="{6766F09D-6457-469C-8C32-B3FE4AC16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19" name="Freeform 1161">
                <a:extLst>
                  <a:ext uri="{FF2B5EF4-FFF2-40B4-BE49-F238E27FC236}">
                    <a16:creationId xmlns:a16="http://schemas.microsoft.com/office/drawing/2014/main" id="{079BB4DE-20A6-490E-990D-4AFB9403F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20" name="Freeform 1162">
                <a:extLst>
                  <a:ext uri="{FF2B5EF4-FFF2-40B4-BE49-F238E27FC236}">
                    <a16:creationId xmlns:a16="http://schemas.microsoft.com/office/drawing/2014/main" id="{521FD864-CA9E-42BD-A04B-B468DA55A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21" name="Freeform 1163">
                <a:extLst>
                  <a:ext uri="{FF2B5EF4-FFF2-40B4-BE49-F238E27FC236}">
                    <a16:creationId xmlns:a16="http://schemas.microsoft.com/office/drawing/2014/main" id="{A2FCE40F-854B-4917-96BB-9CA71019F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22" name="Freeform 1164">
                <a:extLst>
                  <a:ext uri="{FF2B5EF4-FFF2-40B4-BE49-F238E27FC236}">
                    <a16:creationId xmlns:a16="http://schemas.microsoft.com/office/drawing/2014/main" id="{BF3ABE44-DAF0-432C-B71D-9964CF162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523" name="Freeform 1165">
                <a:extLst>
                  <a:ext uri="{FF2B5EF4-FFF2-40B4-BE49-F238E27FC236}">
                    <a16:creationId xmlns:a16="http://schemas.microsoft.com/office/drawing/2014/main" id="{145A20D2-1388-4031-A2A1-67B12794C95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13439" name="Group 1201">
            <a:extLst>
              <a:ext uri="{FF2B5EF4-FFF2-40B4-BE49-F238E27FC236}">
                <a16:creationId xmlns:a16="http://schemas.microsoft.com/office/drawing/2014/main" id="{A0E600EB-394A-43BF-8882-30B9CA4F7D18}"/>
              </a:ext>
            </a:extLst>
          </p:cNvPr>
          <p:cNvGrpSpPr>
            <a:grpSpLocks/>
          </p:cNvGrpSpPr>
          <p:nvPr/>
        </p:nvGrpSpPr>
        <p:grpSpPr bwMode="auto">
          <a:xfrm>
            <a:off x="333375" y="1322388"/>
            <a:ext cx="1555750" cy="1622425"/>
            <a:chOff x="210" y="833"/>
            <a:chExt cx="980" cy="1022"/>
          </a:xfrm>
        </p:grpSpPr>
        <p:sp>
          <p:nvSpPr>
            <p:cNvPr id="15373" name="Text Box 667">
              <a:extLst>
                <a:ext uri="{FF2B5EF4-FFF2-40B4-BE49-F238E27FC236}">
                  <a16:creationId xmlns:a16="http://schemas.microsoft.com/office/drawing/2014/main" id="{893CE6E6-1E83-4E73-998B-74AE9C9A5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" y="1667"/>
              <a:ext cx="71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smartphone</a:t>
              </a:r>
            </a:p>
          </p:txBody>
        </p:sp>
        <p:sp>
          <p:nvSpPr>
            <p:cNvPr id="15374" name="Text Box 663">
              <a:extLst>
                <a:ext uri="{FF2B5EF4-FFF2-40B4-BE49-F238E27FC236}">
                  <a16:creationId xmlns:a16="http://schemas.microsoft.com/office/drawing/2014/main" id="{D99B250F-3C6C-44D0-BD5F-E2FAE5713A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" y="872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PC</a:t>
              </a:r>
            </a:p>
          </p:txBody>
        </p:sp>
        <p:sp>
          <p:nvSpPr>
            <p:cNvPr id="15375" name="Text Box 664">
              <a:extLst>
                <a:ext uri="{FF2B5EF4-FFF2-40B4-BE49-F238E27FC236}">
                  <a16:creationId xmlns:a16="http://schemas.microsoft.com/office/drawing/2014/main" id="{9209BE2D-2F33-42C0-8172-56E992F3B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" y="1096"/>
              <a:ext cx="42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server</a:t>
              </a:r>
            </a:p>
          </p:txBody>
        </p:sp>
        <p:sp>
          <p:nvSpPr>
            <p:cNvPr id="15376" name="Text Box 665">
              <a:extLst>
                <a:ext uri="{FF2B5EF4-FFF2-40B4-BE49-F238E27FC236}">
                  <a16:creationId xmlns:a16="http://schemas.microsoft.com/office/drawing/2014/main" id="{2AEC2BBE-A187-4DF2-999E-68A838FB3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" y="1390"/>
              <a:ext cx="52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wireless</a:t>
              </a:r>
            </a:p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laptop</a:t>
              </a:r>
            </a:p>
          </p:txBody>
        </p:sp>
        <p:grpSp>
          <p:nvGrpSpPr>
            <p:cNvPr id="15377" name="Group 805">
              <a:extLst>
                <a:ext uri="{FF2B5EF4-FFF2-40B4-BE49-F238E27FC236}">
                  <a16:creationId xmlns:a16="http://schemas.microsoft.com/office/drawing/2014/main" id="{0C44005A-6A7B-4E9C-B997-CFFA02A3846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44" y="833"/>
              <a:ext cx="261" cy="235"/>
              <a:chOff x="2839" y="3501"/>
              <a:chExt cx="755" cy="803"/>
            </a:xfrm>
          </p:grpSpPr>
          <p:pic>
            <p:nvPicPr>
              <p:cNvPr id="15438" name="Picture 806" descr="desktop_computer_stylized_medium">
                <a:extLst>
                  <a:ext uri="{FF2B5EF4-FFF2-40B4-BE49-F238E27FC236}">
                    <a16:creationId xmlns:a16="http://schemas.microsoft.com/office/drawing/2014/main" id="{753AF00C-8D0D-4E87-98E4-A97B3A0A3C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439" name="Freeform 807">
                <a:extLst>
                  <a:ext uri="{FF2B5EF4-FFF2-40B4-BE49-F238E27FC236}">
                    <a16:creationId xmlns:a16="http://schemas.microsoft.com/office/drawing/2014/main" id="{EC3115D8-9617-4E57-9D41-EBF3947800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5378" name="Group 808">
              <a:extLst>
                <a:ext uri="{FF2B5EF4-FFF2-40B4-BE49-F238E27FC236}">
                  <a16:creationId xmlns:a16="http://schemas.microsoft.com/office/drawing/2014/main" id="{C251072E-5822-46A5-A079-57F4FCB041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" y="1682"/>
              <a:ext cx="234" cy="173"/>
              <a:chOff x="2751" y="1851"/>
              <a:chExt cx="462" cy="478"/>
            </a:xfrm>
          </p:grpSpPr>
          <p:pic>
            <p:nvPicPr>
              <p:cNvPr id="15436" name="Picture 809" descr="iphone_stylized_small">
                <a:extLst>
                  <a:ext uri="{FF2B5EF4-FFF2-40B4-BE49-F238E27FC236}">
                    <a16:creationId xmlns:a16="http://schemas.microsoft.com/office/drawing/2014/main" id="{C9FD1517-6F5A-43BF-99C3-6B6BB94BDE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437" name="Picture 810" descr="antenna_radiation_stylized">
                <a:extLst>
                  <a:ext uri="{FF2B5EF4-FFF2-40B4-BE49-F238E27FC236}">
                    <a16:creationId xmlns:a16="http://schemas.microsoft.com/office/drawing/2014/main" id="{CD23E63A-0DC8-487C-A66B-18CC48E450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5379" name="Group 1088">
              <a:extLst>
                <a:ext uri="{FF2B5EF4-FFF2-40B4-BE49-F238E27FC236}">
                  <a16:creationId xmlns:a16="http://schemas.microsoft.com/office/drawing/2014/main" id="{62041139-53C0-49B2-A273-2F74AA5DD4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" y="1368"/>
              <a:ext cx="301" cy="236"/>
              <a:chOff x="877" y="1008"/>
              <a:chExt cx="2747" cy="2591"/>
            </a:xfrm>
          </p:grpSpPr>
          <p:pic>
            <p:nvPicPr>
              <p:cNvPr id="15413" name="Picture 1089" descr="antenna_stylized">
                <a:extLst>
                  <a:ext uri="{FF2B5EF4-FFF2-40B4-BE49-F238E27FC236}">
                    <a16:creationId xmlns:a16="http://schemas.microsoft.com/office/drawing/2014/main" id="{F11A0437-7FA9-431C-9A35-000FBD1E3B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414" name="Picture 1090" descr="laptop_keyboard">
                <a:extLst>
                  <a:ext uri="{FF2B5EF4-FFF2-40B4-BE49-F238E27FC236}">
                    <a16:creationId xmlns:a16="http://schemas.microsoft.com/office/drawing/2014/main" id="{D33093A6-C4E2-476C-B957-97380AE6B8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415" name="Freeform 1091">
                <a:extLst>
                  <a:ext uri="{FF2B5EF4-FFF2-40B4-BE49-F238E27FC236}">
                    <a16:creationId xmlns:a16="http://schemas.microsoft.com/office/drawing/2014/main" id="{FBBECBCB-2A5C-4211-A9AA-1B0517601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5416" name="Picture 1092" descr="screen">
                <a:extLst>
                  <a:ext uri="{FF2B5EF4-FFF2-40B4-BE49-F238E27FC236}">
                    <a16:creationId xmlns:a16="http://schemas.microsoft.com/office/drawing/2014/main" id="{7B3B9CC6-E4F9-4B20-8675-5E04C8F4A4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417" name="Freeform 1093">
                <a:extLst>
                  <a:ext uri="{FF2B5EF4-FFF2-40B4-BE49-F238E27FC236}">
                    <a16:creationId xmlns:a16="http://schemas.microsoft.com/office/drawing/2014/main" id="{679F9675-57A2-4A70-BCB8-E536221C9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418" name="Freeform 1094">
                <a:extLst>
                  <a:ext uri="{FF2B5EF4-FFF2-40B4-BE49-F238E27FC236}">
                    <a16:creationId xmlns:a16="http://schemas.microsoft.com/office/drawing/2014/main" id="{4F9BEF46-4ADA-44D8-B941-F8CFE20CE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419" name="Freeform 1095">
                <a:extLst>
                  <a:ext uri="{FF2B5EF4-FFF2-40B4-BE49-F238E27FC236}">
                    <a16:creationId xmlns:a16="http://schemas.microsoft.com/office/drawing/2014/main" id="{A31ECCF4-1E0C-4653-B6B8-E5AF1C4416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420" name="Freeform 1096">
                <a:extLst>
                  <a:ext uri="{FF2B5EF4-FFF2-40B4-BE49-F238E27FC236}">
                    <a16:creationId xmlns:a16="http://schemas.microsoft.com/office/drawing/2014/main" id="{39CBBCBE-C048-43D5-A93D-817E52F6B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421" name="Freeform 1097">
                <a:extLst>
                  <a:ext uri="{FF2B5EF4-FFF2-40B4-BE49-F238E27FC236}">
                    <a16:creationId xmlns:a16="http://schemas.microsoft.com/office/drawing/2014/main" id="{185B1C6E-FF5C-43AF-AD3F-A3E4755BC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8 h 1659"/>
                  <a:gd name="T6" fmla="*/ 0 w 637"/>
                  <a:gd name="T7" fmla="*/ 8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422" name="Freeform 1098">
                <a:extLst>
                  <a:ext uri="{FF2B5EF4-FFF2-40B4-BE49-F238E27FC236}">
                    <a16:creationId xmlns:a16="http://schemas.microsoft.com/office/drawing/2014/main" id="{DC2DA593-F585-4746-9246-F52E621E6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4 w 2216"/>
                  <a:gd name="T5" fmla="*/ 3 h 550"/>
                  <a:gd name="T6" fmla="*/ 4 w 2216"/>
                  <a:gd name="T7" fmla="*/ 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5423" name="Group 1099">
                <a:extLst>
                  <a:ext uri="{FF2B5EF4-FFF2-40B4-BE49-F238E27FC236}">
                    <a16:creationId xmlns:a16="http://schemas.microsoft.com/office/drawing/2014/main" id="{334B2E8F-C89B-4E8C-81EC-A53790EF0A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5430" name="Freeform 1100">
                  <a:extLst>
                    <a:ext uri="{FF2B5EF4-FFF2-40B4-BE49-F238E27FC236}">
                      <a16:creationId xmlns:a16="http://schemas.microsoft.com/office/drawing/2014/main" id="{DD7F812D-73B7-4DEF-8EBE-2C2DD08197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431" name="Freeform 1101">
                  <a:extLst>
                    <a:ext uri="{FF2B5EF4-FFF2-40B4-BE49-F238E27FC236}">
                      <a16:creationId xmlns:a16="http://schemas.microsoft.com/office/drawing/2014/main" id="{19744456-4984-42B9-AA31-BF58DAF335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432" name="Freeform 1102">
                  <a:extLst>
                    <a:ext uri="{FF2B5EF4-FFF2-40B4-BE49-F238E27FC236}">
                      <a16:creationId xmlns:a16="http://schemas.microsoft.com/office/drawing/2014/main" id="{50906117-42CA-401B-ADFE-4930027807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433" name="Freeform 1103">
                  <a:extLst>
                    <a:ext uri="{FF2B5EF4-FFF2-40B4-BE49-F238E27FC236}">
                      <a16:creationId xmlns:a16="http://schemas.microsoft.com/office/drawing/2014/main" id="{FF7323FB-E4DA-4DF3-8F41-C50D560E10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434" name="Freeform 1104">
                  <a:extLst>
                    <a:ext uri="{FF2B5EF4-FFF2-40B4-BE49-F238E27FC236}">
                      <a16:creationId xmlns:a16="http://schemas.microsoft.com/office/drawing/2014/main" id="{2F42F272-D168-449A-A670-4147A53610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5435" name="Freeform 1105">
                  <a:extLst>
                    <a:ext uri="{FF2B5EF4-FFF2-40B4-BE49-F238E27FC236}">
                      <a16:creationId xmlns:a16="http://schemas.microsoft.com/office/drawing/2014/main" id="{A8280439-ABEC-48A9-A290-CC0C92622D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5424" name="Freeform 1106">
                <a:extLst>
                  <a:ext uri="{FF2B5EF4-FFF2-40B4-BE49-F238E27FC236}">
                    <a16:creationId xmlns:a16="http://schemas.microsoft.com/office/drawing/2014/main" id="{CC64A5F8-7631-4B49-96F5-434B4ACC82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425" name="Freeform 1107">
                <a:extLst>
                  <a:ext uri="{FF2B5EF4-FFF2-40B4-BE49-F238E27FC236}">
                    <a16:creationId xmlns:a16="http://schemas.microsoft.com/office/drawing/2014/main" id="{94864168-33BF-4368-9272-1DD9FB230F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426" name="Freeform 1108">
                <a:extLst>
                  <a:ext uri="{FF2B5EF4-FFF2-40B4-BE49-F238E27FC236}">
                    <a16:creationId xmlns:a16="http://schemas.microsoft.com/office/drawing/2014/main" id="{B202FC41-E739-447A-A782-4BEF4C76E5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427" name="Freeform 1109">
                <a:extLst>
                  <a:ext uri="{FF2B5EF4-FFF2-40B4-BE49-F238E27FC236}">
                    <a16:creationId xmlns:a16="http://schemas.microsoft.com/office/drawing/2014/main" id="{61C3034B-F37F-41F4-BA2C-9AF607E17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428" name="Freeform 1110">
                <a:extLst>
                  <a:ext uri="{FF2B5EF4-FFF2-40B4-BE49-F238E27FC236}">
                    <a16:creationId xmlns:a16="http://schemas.microsoft.com/office/drawing/2014/main" id="{C74A6B53-41C4-472E-B474-095BD95A3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429" name="Freeform 1111">
                <a:extLst>
                  <a:ext uri="{FF2B5EF4-FFF2-40B4-BE49-F238E27FC236}">
                    <a16:creationId xmlns:a16="http://schemas.microsoft.com/office/drawing/2014/main" id="{AE127340-D292-4E88-BC21-62FBE156B51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5380" name="Group 1168">
              <a:extLst>
                <a:ext uri="{FF2B5EF4-FFF2-40B4-BE49-F238E27FC236}">
                  <a16:creationId xmlns:a16="http://schemas.microsoft.com/office/drawing/2014/main" id="{0A06849F-DE18-464F-93FD-98BF499F28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" y="1097"/>
              <a:ext cx="157" cy="256"/>
              <a:chOff x="4140" y="429"/>
              <a:chExt cx="1425" cy="2396"/>
            </a:xfrm>
          </p:grpSpPr>
          <p:sp>
            <p:nvSpPr>
              <p:cNvPr id="15381" name="Freeform 1169">
                <a:extLst>
                  <a:ext uri="{FF2B5EF4-FFF2-40B4-BE49-F238E27FC236}">
                    <a16:creationId xmlns:a16="http://schemas.microsoft.com/office/drawing/2014/main" id="{149807DF-1A4E-4485-9AA9-9719D0F1BC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0 w 354"/>
                  <a:gd name="T3" fmla="*/ 19 h 2742"/>
                  <a:gd name="T4" fmla="*/ 10 w 354"/>
                  <a:gd name="T5" fmla="*/ 143 h 2742"/>
                  <a:gd name="T6" fmla="*/ 0 w 354"/>
                  <a:gd name="T7" fmla="*/ 14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382" name="Rectangle 1170">
                <a:extLst>
                  <a:ext uri="{FF2B5EF4-FFF2-40B4-BE49-F238E27FC236}">
                    <a16:creationId xmlns:a16="http://schemas.microsoft.com/office/drawing/2014/main" id="{4DB01088-45C0-4C80-9352-42A456FB0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5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383" name="Freeform 1171">
                <a:extLst>
                  <a:ext uri="{FF2B5EF4-FFF2-40B4-BE49-F238E27FC236}">
                    <a16:creationId xmlns:a16="http://schemas.microsoft.com/office/drawing/2014/main" id="{A834E95D-C66F-46AB-A55A-E77A4E47BF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6 w 211"/>
                  <a:gd name="T3" fmla="*/ 13 h 2537"/>
                  <a:gd name="T4" fmla="*/ 2 w 211"/>
                  <a:gd name="T5" fmla="*/ 13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384" name="Freeform 1172">
                <a:extLst>
                  <a:ext uri="{FF2B5EF4-FFF2-40B4-BE49-F238E27FC236}">
                    <a16:creationId xmlns:a16="http://schemas.microsoft.com/office/drawing/2014/main" id="{BBB9C316-CB4B-4D9E-9003-570D36C2B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8 h 226"/>
                  <a:gd name="T4" fmla="*/ 9 w 328"/>
                  <a:gd name="T5" fmla="*/ 13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385" name="Rectangle 1173">
                <a:extLst>
                  <a:ext uri="{FF2B5EF4-FFF2-40B4-BE49-F238E27FC236}">
                    <a16:creationId xmlns:a16="http://schemas.microsoft.com/office/drawing/2014/main" id="{48EF594A-4152-40D2-A680-FE4C3E18A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3" y="691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386" name="Group 1174">
                <a:extLst>
                  <a:ext uri="{FF2B5EF4-FFF2-40B4-BE49-F238E27FC236}">
                    <a16:creationId xmlns:a16="http://schemas.microsoft.com/office/drawing/2014/main" id="{B1EE8264-2DBF-4E4C-AC3D-2A344BB981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5411" name="AutoShape 1175">
                  <a:extLst>
                    <a:ext uri="{FF2B5EF4-FFF2-40B4-BE49-F238E27FC236}">
                      <a16:creationId xmlns:a16="http://schemas.microsoft.com/office/drawing/2014/main" id="{94C09FB3-2435-488D-8DC1-B5E2683C5B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2"/>
                  <a:ext cx="725" cy="1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12" name="AutoShape 1176">
                  <a:extLst>
                    <a:ext uri="{FF2B5EF4-FFF2-40B4-BE49-F238E27FC236}">
                      <a16:creationId xmlns:a16="http://schemas.microsoft.com/office/drawing/2014/main" id="{5310A285-B1D0-40F3-814C-F6161C1D6D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691" cy="9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387" name="Rectangle 1177">
                <a:extLst>
                  <a:ext uri="{FF2B5EF4-FFF2-40B4-BE49-F238E27FC236}">
                    <a16:creationId xmlns:a16="http://schemas.microsoft.com/office/drawing/2014/main" id="{D415662B-8B72-44BD-B4F7-41F86D2A04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9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388" name="Group 1178">
                <a:extLst>
                  <a:ext uri="{FF2B5EF4-FFF2-40B4-BE49-F238E27FC236}">
                    <a16:creationId xmlns:a16="http://schemas.microsoft.com/office/drawing/2014/main" id="{A6E2F944-0864-4377-A35F-68A0ABEBD8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5409" name="AutoShape 1179">
                  <a:extLst>
                    <a:ext uri="{FF2B5EF4-FFF2-40B4-BE49-F238E27FC236}">
                      <a16:creationId xmlns:a16="http://schemas.microsoft.com/office/drawing/2014/main" id="{1429ABF3-BCB0-4C40-AE5C-9E36D3C583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5" cy="1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10" name="AutoShape 1180">
                  <a:extLst>
                    <a:ext uri="{FF2B5EF4-FFF2-40B4-BE49-F238E27FC236}">
                      <a16:creationId xmlns:a16="http://schemas.microsoft.com/office/drawing/2014/main" id="{5FC2A1DD-EE9E-4DA6-9929-6FFA9A4D64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691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389" name="Rectangle 1181">
                <a:extLst>
                  <a:ext uri="{FF2B5EF4-FFF2-40B4-BE49-F238E27FC236}">
                    <a16:creationId xmlns:a16="http://schemas.microsoft.com/office/drawing/2014/main" id="{D8F1EC5B-C0CA-4715-AC52-06AFD1746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3" y="1356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390" name="Rectangle 1182">
                <a:extLst>
                  <a:ext uri="{FF2B5EF4-FFF2-40B4-BE49-F238E27FC236}">
                    <a16:creationId xmlns:a16="http://schemas.microsoft.com/office/drawing/2014/main" id="{3241DAF9-A9B5-4D0C-BEB4-60C667244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1" y="1655"/>
                <a:ext cx="590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391" name="Group 1183">
                <a:extLst>
                  <a:ext uri="{FF2B5EF4-FFF2-40B4-BE49-F238E27FC236}">
                    <a16:creationId xmlns:a16="http://schemas.microsoft.com/office/drawing/2014/main" id="{57A1C9A6-ED4A-4F4E-AD2D-3EF2B6F460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5407" name="AutoShape 1184">
                  <a:extLst>
                    <a:ext uri="{FF2B5EF4-FFF2-40B4-BE49-F238E27FC236}">
                      <a16:creationId xmlns:a16="http://schemas.microsoft.com/office/drawing/2014/main" id="{C489878C-66B2-481C-8F5C-8F9AB2CA8D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9" y="2568"/>
                  <a:ext cx="724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08" name="AutoShape 1185">
                  <a:extLst>
                    <a:ext uri="{FF2B5EF4-FFF2-40B4-BE49-F238E27FC236}">
                      <a16:creationId xmlns:a16="http://schemas.microsoft.com/office/drawing/2014/main" id="{87E55A56-7AA7-4682-AA23-5ED1B8E1EA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392" name="Freeform 1186">
                <a:extLst>
                  <a:ext uri="{FF2B5EF4-FFF2-40B4-BE49-F238E27FC236}">
                    <a16:creationId xmlns:a16="http://schemas.microsoft.com/office/drawing/2014/main" id="{3FD97381-8484-4F65-9C42-805DB5C73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7 h 226"/>
                  <a:gd name="T4" fmla="*/ 9 w 328"/>
                  <a:gd name="T5" fmla="*/ 12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5393" name="Group 1187">
                <a:extLst>
                  <a:ext uri="{FF2B5EF4-FFF2-40B4-BE49-F238E27FC236}">
                    <a16:creationId xmlns:a16="http://schemas.microsoft.com/office/drawing/2014/main" id="{C06E1034-C882-43FC-B71F-CA543575B0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5405" name="AutoShape 1188">
                  <a:extLst>
                    <a:ext uri="{FF2B5EF4-FFF2-40B4-BE49-F238E27FC236}">
                      <a16:creationId xmlns:a16="http://schemas.microsoft.com/office/drawing/2014/main" id="{4D76BA98-DE29-4E65-87CF-6A0F442548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9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06" name="AutoShape 1189">
                  <a:extLst>
                    <a:ext uri="{FF2B5EF4-FFF2-40B4-BE49-F238E27FC236}">
                      <a16:creationId xmlns:a16="http://schemas.microsoft.com/office/drawing/2014/main" id="{495207EA-ED7E-47D5-9DA1-33181F54CE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394" name="Rectangle 1190">
                <a:extLst>
                  <a:ext uri="{FF2B5EF4-FFF2-40B4-BE49-F238E27FC236}">
                    <a16:creationId xmlns:a16="http://schemas.microsoft.com/office/drawing/2014/main" id="{F69587C7-F5FF-4DB8-A51C-B3D90CA42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3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395" name="Freeform 1191">
                <a:extLst>
                  <a:ext uri="{FF2B5EF4-FFF2-40B4-BE49-F238E27FC236}">
                    <a16:creationId xmlns:a16="http://schemas.microsoft.com/office/drawing/2014/main" id="{CDB9F8EF-EAD7-4BFD-BC35-66E7AA46C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 w 296"/>
                  <a:gd name="T3" fmla="*/ 7 h 256"/>
                  <a:gd name="T4" fmla="*/ 9 w 296"/>
                  <a:gd name="T5" fmla="*/ 13 h 256"/>
                  <a:gd name="T6" fmla="*/ 0 w 296"/>
                  <a:gd name="T7" fmla="*/ 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396" name="Freeform 1192">
                <a:extLst>
                  <a:ext uri="{FF2B5EF4-FFF2-40B4-BE49-F238E27FC236}">
                    <a16:creationId xmlns:a16="http://schemas.microsoft.com/office/drawing/2014/main" id="{6370ACE9-AEDF-4A3C-AF46-5600133B31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9 w 304"/>
                  <a:gd name="T3" fmla="*/ 8 h 288"/>
                  <a:gd name="T4" fmla="*/ 8 w 304"/>
                  <a:gd name="T5" fmla="*/ 15 h 288"/>
                  <a:gd name="T6" fmla="*/ 2 w 304"/>
                  <a:gd name="T7" fmla="*/ 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397" name="Oval 1193">
                <a:extLst>
                  <a:ext uri="{FF2B5EF4-FFF2-40B4-BE49-F238E27FC236}">
                    <a16:creationId xmlns:a16="http://schemas.microsoft.com/office/drawing/2014/main" id="{376F70DF-AA2A-499B-88BC-3A040349E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0"/>
                <a:ext cx="45" cy="94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398" name="Freeform 1194">
                <a:extLst>
                  <a:ext uri="{FF2B5EF4-FFF2-40B4-BE49-F238E27FC236}">
                    <a16:creationId xmlns:a16="http://schemas.microsoft.com/office/drawing/2014/main" id="{07202583-D83D-487B-9371-4DB90BE3A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7 h 240"/>
                  <a:gd name="T2" fmla="*/ 2 w 306"/>
                  <a:gd name="T3" fmla="*/ 13 h 240"/>
                  <a:gd name="T4" fmla="*/ 9 w 306"/>
                  <a:gd name="T5" fmla="*/ 7 h 240"/>
                  <a:gd name="T6" fmla="*/ 9 w 306"/>
                  <a:gd name="T7" fmla="*/ 0 h 240"/>
                  <a:gd name="T8" fmla="*/ 0 w 306"/>
                  <a:gd name="T9" fmla="*/ 7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5399" name="AutoShape 1195">
                <a:extLst>
                  <a:ext uri="{FF2B5EF4-FFF2-40B4-BE49-F238E27FC236}">
                    <a16:creationId xmlns:a16="http://schemas.microsoft.com/office/drawing/2014/main" id="{E495B540-3A2B-4744-A5F8-9BE7161E4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8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400" name="AutoShape 1196">
                <a:extLst>
                  <a:ext uri="{FF2B5EF4-FFF2-40B4-BE49-F238E27FC236}">
                    <a16:creationId xmlns:a16="http://schemas.microsoft.com/office/drawing/2014/main" id="{915382F0-0185-461E-A507-7E2311C559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3"/>
                <a:ext cx="1071" cy="8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401" name="Oval 1197">
                <a:extLst>
                  <a:ext uri="{FF2B5EF4-FFF2-40B4-BE49-F238E27FC236}">
                    <a16:creationId xmlns:a16="http://schemas.microsoft.com/office/drawing/2014/main" id="{7A23229D-853D-4CE1-8F3B-9C83F71B6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2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402" name="Oval 1198">
                <a:extLst>
                  <a:ext uri="{FF2B5EF4-FFF2-40B4-BE49-F238E27FC236}">
                    <a16:creationId xmlns:a16="http://schemas.microsoft.com/office/drawing/2014/main" id="{253B341D-477C-4A64-85D4-D1C82B455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3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403" name="Oval 1199">
                <a:extLst>
                  <a:ext uri="{FF2B5EF4-FFF2-40B4-BE49-F238E27FC236}">
                    <a16:creationId xmlns:a16="http://schemas.microsoft.com/office/drawing/2014/main" id="{536CD370-586B-4ED6-A870-8B0611ACD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5404" name="Rectangle 1200">
                <a:extLst>
                  <a:ext uri="{FF2B5EF4-FFF2-40B4-BE49-F238E27FC236}">
                    <a16:creationId xmlns:a16="http://schemas.microsoft.com/office/drawing/2014/main" id="{4C402800-2F97-4667-9488-A8F3F7D90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6" y="1833"/>
                <a:ext cx="82" cy="76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5372" name="Slide Number Placeholder 3">
            <a:extLst>
              <a:ext uri="{FF2B5EF4-FFF2-40B4-BE49-F238E27FC236}">
                <a16:creationId xmlns:a16="http://schemas.microsoft.com/office/drawing/2014/main" id="{581D2B27-FF45-4145-BFB2-987BEA3F9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92D2BF2C-7224-4B51-9A24-D0FCF4FD45D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766" grpId="0"/>
      <p:bldP spid="476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2">
            <a:extLst>
              <a:ext uri="{FF2B5EF4-FFF2-40B4-BE49-F238E27FC236}">
                <a16:creationId xmlns:a16="http://schemas.microsoft.com/office/drawing/2014/main" id="{DF323EFD-24D3-424C-94DA-5B742DD3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7411" name="Picture 19" descr="underline_base">
            <a:extLst>
              <a:ext uri="{FF2B5EF4-FFF2-40B4-BE49-F238E27FC236}">
                <a16:creationId xmlns:a16="http://schemas.microsoft.com/office/drawing/2014/main" id="{C6F9466E-BBBF-405B-8341-435FA98946C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96202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2">
            <a:extLst>
              <a:ext uri="{FF2B5EF4-FFF2-40B4-BE49-F238E27FC236}">
                <a16:creationId xmlns:a16="http://schemas.microsoft.com/office/drawing/2014/main" id="{F6E7625A-1750-4AF6-9EAB-2DDD9B2FE6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20663"/>
            <a:ext cx="7772400" cy="1006475"/>
          </a:xfrm>
        </p:spPr>
        <p:txBody>
          <a:bodyPr/>
          <a:lstStyle/>
          <a:p>
            <a:pPr eaLnBrk="1" hangingPunct="1"/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Fun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internet appliances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pic>
        <p:nvPicPr>
          <p:cNvPr id="17413" name="Picture 3" descr="toaster">
            <a:extLst>
              <a:ext uri="{FF2B5EF4-FFF2-40B4-BE49-F238E27FC236}">
                <a16:creationId xmlns:a16="http://schemas.microsoft.com/office/drawing/2014/main" id="{F73DAC50-DF3A-42F4-AF85-6779E1137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850" y="1460500"/>
            <a:ext cx="249555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4" descr="whisper">
            <a:extLst>
              <a:ext uri="{FF2B5EF4-FFF2-40B4-BE49-F238E27FC236}">
                <a16:creationId xmlns:a16="http://schemas.microsoft.com/office/drawing/2014/main" id="{C22A4F59-32DC-4778-8C47-EE0D6BA6A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1425575"/>
            <a:ext cx="1895475" cy="156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5" name="Text Box 7">
            <a:extLst>
              <a:ext uri="{FF2B5EF4-FFF2-40B4-BE49-F238E27FC236}">
                <a16:creationId xmlns:a16="http://schemas.microsoft.com/office/drawing/2014/main" id="{42C8F5F8-7904-4047-AE6F-2AC7BD06E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350" y="2789238"/>
            <a:ext cx="21621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IP picture frame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http://www.ceiva.com/</a:t>
            </a:r>
          </a:p>
        </p:txBody>
      </p:sp>
      <p:sp>
        <p:nvSpPr>
          <p:cNvPr id="17416" name="Text Box 8">
            <a:extLst>
              <a:ext uri="{FF2B5EF4-FFF2-40B4-BE49-F238E27FC236}">
                <a16:creationId xmlns:a16="http://schemas.microsoft.com/office/drawing/2014/main" id="{EF3089CC-63CC-4748-B3FD-2C6C6FDD0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100" y="1989138"/>
            <a:ext cx="22463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Web-enabled toaster +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weather forecaster</a:t>
            </a:r>
          </a:p>
        </p:txBody>
      </p:sp>
      <p:pic>
        <p:nvPicPr>
          <p:cNvPr id="17417" name="Picture 9" descr="cisco">
            <a:extLst>
              <a:ext uri="{FF2B5EF4-FFF2-40B4-BE49-F238E27FC236}">
                <a16:creationId xmlns:a16="http://schemas.microsoft.com/office/drawing/2014/main" id="{21521645-3B8F-4AAF-9EBD-B4082EA21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50" y="4387850"/>
            <a:ext cx="2395538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8" name="Text Box 10">
            <a:extLst>
              <a:ext uri="{FF2B5EF4-FFF2-40B4-BE49-F238E27FC236}">
                <a16:creationId xmlns:a16="http://schemas.microsoft.com/office/drawing/2014/main" id="{3EFC77A5-426D-4A68-A37E-EAF02B856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850" y="6016625"/>
            <a:ext cx="159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Internet phones</a:t>
            </a:r>
          </a:p>
        </p:txBody>
      </p:sp>
      <p:graphicFrame>
        <p:nvGraphicFramePr>
          <p:cNvPr id="17419" name="Object 14">
            <a:extLst>
              <a:ext uri="{FF2B5EF4-FFF2-40B4-BE49-F238E27FC236}">
                <a16:creationId xmlns:a16="http://schemas.microsoft.com/office/drawing/2014/main" id="{288FCB00-5C67-4E0C-952E-AB75421038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9163" y="3581400"/>
          <a:ext cx="803275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34415" imgH="3873016" progId="">
                  <p:embed/>
                </p:oleObj>
              </mc:Choice>
              <mc:Fallback>
                <p:oleObj r:id="rId7" imgW="1434415" imgH="3873016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3581400"/>
                        <a:ext cx="803275" cy="216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8">
            <a:extLst>
              <a:ext uri="{FF2B5EF4-FFF2-40B4-BE49-F238E27FC236}">
                <a16:creationId xmlns:a16="http://schemas.microsoft.com/office/drawing/2014/main" id="{4BFE9F58-F799-4B0A-9D59-3C9917DC6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075" y="5789613"/>
            <a:ext cx="11795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Internet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refrigerator</a:t>
            </a:r>
          </a:p>
        </p:txBody>
      </p:sp>
      <p:pic>
        <p:nvPicPr>
          <p:cNvPr id="17421" name="Picture 16">
            <a:extLst>
              <a:ext uri="{FF2B5EF4-FFF2-40B4-BE49-F238E27FC236}">
                <a16:creationId xmlns:a16="http://schemas.microsoft.com/office/drawing/2014/main" id="{94243CC6-9C66-440D-8421-B9EBAFE54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4584700"/>
            <a:ext cx="15525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2" name="Text Box 8">
            <a:extLst>
              <a:ext uri="{FF2B5EF4-FFF2-40B4-BE49-F238E27FC236}">
                <a16:creationId xmlns:a16="http://schemas.microsoft.com/office/drawing/2014/main" id="{EFC5319B-60D0-4325-8FBE-9D487139D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163" y="5202238"/>
            <a:ext cx="24876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Slingbox: watch,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control cable TV remotely</a:t>
            </a:r>
          </a:p>
        </p:txBody>
      </p:sp>
      <p:sp>
        <p:nvSpPr>
          <p:cNvPr id="17423" name="Slide Number Placeholder 3">
            <a:extLst>
              <a:ext uri="{FF2B5EF4-FFF2-40B4-BE49-F238E27FC236}">
                <a16:creationId xmlns:a16="http://schemas.microsoft.com/office/drawing/2014/main" id="{420BCD34-BB2F-42DE-9A4A-2A3A20B7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82ABD21E-4355-4C7B-9D77-E7E51EA0222C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7424" name="Picture 23">
            <a:extLst>
              <a:ext uri="{FF2B5EF4-FFF2-40B4-BE49-F238E27FC236}">
                <a16:creationId xmlns:a16="http://schemas.microsoft.com/office/drawing/2014/main" id="{24AA4CFF-1998-4634-9801-1234DAB3D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338" y="2754313"/>
            <a:ext cx="69532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5" name="Text Box 10">
            <a:extLst>
              <a:ext uri="{FF2B5EF4-FFF2-40B4-BE49-F238E27FC236}">
                <a16:creationId xmlns:a16="http://schemas.microsoft.com/office/drawing/2014/main" id="{0294CD90-EF5B-4653-8C33-753999D4D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25" y="3841750"/>
            <a:ext cx="19415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Tweet-a-watt: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monitor energy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2">
            <a:extLst>
              <a:ext uri="{FF2B5EF4-FFF2-40B4-BE49-F238E27FC236}">
                <a16:creationId xmlns:a16="http://schemas.microsoft.com/office/drawing/2014/main" id="{D48FE320-B03C-4977-8B6A-A1702B61E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F3A49E5-378A-4A68-AE42-60165625EF7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6088" y="1516063"/>
            <a:ext cx="8432800" cy="44577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i="1">
                <a:solidFill>
                  <a:srgbClr val="C00000"/>
                </a:solidFill>
                <a:ea typeface="ＭＳ Ｐゴシック" panose="020B0600070205080204" pitchFamily="34" charset="-128"/>
              </a:rPr>
              <a:t>Internet  standards</a:t>
            </a:r>
          </a:p>
          <a:p>
            <a:pPr lvl="1" eaLnBrk="1" hangingPunct="1"/>
            <a:r>
              <a:rPr lang="en-US" altLang="zh-TW" sz="2800">
                <a:ea typeface="新細明體" panose="02020500000000000000" pitchFamily="18" charset="-120"/>
              </a:rPr>
              <a:t>Documents are called </a:t>
            </a:r>
            <a:r>
              <a:rPr lang="en-US" altLang="zh-TW" sz="2800">
                <a:solidFill>
                  <a:srgbClr val="FF0000"/>
                </a:solidFill>
                <a:ea typeface="新細明體" panose="02020500000000000000" pitchFamily="18" charset="-120"/>
              </a:rPr>
              <a:t>request for comments (RFC)</a:t>
            </a:r>
          </a:p>
          <a:p>
            <a:pPr lvl="1" eaLnBrk="1" hangingPunct="1"/>
            <a:r>
              <a:rPr lang="en-US" altLang="zh-TW" sz="2800">
                <a:ea typeface="新細明體" panose="02020500000000000000" pitchFamily="18" charset="-120"/>
              </a:rPr>
              <a:t>Developed by </a:t>
            </a:r>
            <a:r>
              <a:rPr lang="en-US" altLang="zh-TW" sz="2800">
                <a:solidFill>
                  <a:srgbClr val="FF0000"/>
                </a:solidFill>
                <a:ea typeface="新細明體" panose="02020500000000000000" pitchFamily="18" charset="-120"/>
              </a:rPr>
              <a:t>Internet Engineering Task Force (IETF)</a:t>
            </a: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5DA42E4C-D508-4523-90A7-297057FA5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190500"/>
            <a:ext cx="83820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>
                <a:solidFill>
                  <a:srgbClr val="000099"/>
                </a:solidFill>
              </a:rPr>
              <a:t>What</a:t>
            </a:r>
            <a:r>
              <a:rPr lang="ja-JP" altLang="en-US" sz="3600">
                <a:solidFill>
                  <a:srgbClr val="000099"/>
                </a:solidFill>
              </a:rPr>
              <a:t>’</a:t>
            </a:r>
            <a:r>
              <a:rPr lang="en-US" altLang="ja-JP" sz="3600">
                <a:solidFill>
                  <a:srgbClr val="000099"/>
                </a:solidFill>
              </a:rPr>
              <a:t>s the Internet: </a:t>
            </a:r>
            <a:r>
              <a:rPr lang="ja-JP" altLang="en-US" sz="3600">
                <a:solidFill>
                  <a:srgbClr val="000099"/>
                </a:solidFill>
              </a:rPr>
              <a:t>“</a:t>
            </a:r>
            <a:r>
              <a:rPr lang="en-US" altLang="ja-JP" sz="3600">
                <a:solidFill>
                  <a:srgbClr val="000099"/>
                </a:solidFill>
              </a:rPr>
              <a:t>nuts and bolts</a:t>
            </a:r>
            <a:r>
              <a:rPr lang="ja-JP" altLang="en-US" sz="3600">
                <a:solidFill>
                  <a:srgbClr val="000099"/>
                </a:solidFill>
              </a:rPr>
              <a:t>”</a:t>
            </a:r>
            <a:r>
              <a:rPr lang="en-US" altLang="ja-JP" sz="3600">
                <a:solidFill>
                  <a:srgbClr val="000099"/>
                </a:solidFill>
              </a:rPr>
              <a:t> view</a:t>
            </a:r>
            <a:endParaRPr lang="en-US" altLang="zh-TW" sz="4400">
              <a:solidFill>
                <a:srgbClr val="000099"/>
              </a:solidFill>
            </a:endParaRPr>
          </a:p>
        </p:txBody>
      </p:sp>
      <p:pic>
        <p:nvPicPr>
          <p:cNvPr id="19461" name="Picture 330" descr="underline_base">
            <a:extLst>
              <a:ext uri="{FF2B5EF4-FFF2-40B4-BE49-F238E27FC236}">
                <a16:creationId xmlns:a16="http://schemas.microsoft.com/office/drawing/2014/main" id="{89C1FAC9-F6D4-4045-8AEE-0E8B19635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846138"/>
            <a:ext cx="8228013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Slide Number Placeholder 3">
            <a:extLst>
              <a:ext uri="{FF2B5EF4-FFF2-40B4-BE49-F238E27FC236}">
                <a16:creationId xmlns:a16="http://schemas.microsoft.com/office/drawing/2014/main" id="{8F853EAB-BA79-4635-8823-A51B70AC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EE16DCAE-A455-4EAF-A0D9-EEA6D3472F4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AA56347-3968-44C6-B5D7-BD2A33B6A59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69863"/>
            <a:ext cx="8382000" cy="846137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What</a:t>
            </a:r>
            <a:r>
              <a:rPr lang="ja-JP" altLang="en-US" sz="3600">
                <a:ea typeface="ＭＳ Ｐゴシック" panose="020B0600070205080204" pitchFamily="34" charset="-128"/>
              </a:rPr>
              <a:t>’</a:t>
            </a:r>
            <a:r>
              <a:rPr lang="en-US" altLang="ja-JP" sz="3600">
                <a:ea typeface="ＭＳ Ｐゴシック" panose="020B0600070205080204" pitchFamily="34" charset="-128"/>
              </a:rPr>
              <a:t>s the Internet: a service view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C39B1DC-467B-405B-98E8-43516D02434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74650" y="1331913"/>
            <a:ext cx="7943850" cy="410527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i="1" dirty="0">
                <a:ea typeface="ＭＳ Ｐゴシック" panose="020B0600070205080204" pitchFamily="34" charset="-128"/>
              </a:rPr>
              <a:t>Infrastructure that </a:t>
            </a:r>
            <a:r>
              <a:rPr lang="en-US" altLang="zh-TW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provides services to applications</a:t>
            </a:r>
            <a:r>
              <a:rPr lang="en-US" altLang="zh-TW" i="1" dirty="0">
                <a:ea typeface="ＭＳ Ｐゴシック" panose="020B0600070205080204" pitchFamily="34" charset="-128"/>
              </a:rPr>
              <a:t>:</a:t>
            </a:r>
            <a:endParaRPr lang="en-US" altLang="zh-TW" sz="2400" dirty="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Web, VoIP, email, games, e-commerce, social nets, …</a:t>
            </a:r>
          </a:p>
          <a:p>
            <a:r>
              <a:rPr lang="en-US" altLang="zh-TW" dirty="0">
                <a:ea typeface="新細明體" panose="02020500000000000000" pitchFamily="18" charset="-120"/>
              </a:rPr>
              <a:t>Q: </a:t>
            </a:r>
            <a:r>
              <a:rPr lang="en-US" altLang="zh-TW" dirty="0">
                <a:ea typeface="ＭＳ Ｐゴシック" panose="020B0600070205080204" pitchFamily="34" charset="-128"/>
              </a:rPr>
              <a:t>How does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one program </a:t>
            </a:r>
            <a:r>
              <a:rPr lang="en-US" altLang="zh-TW" dirty="0">
                <a:ea typeface="ＭＳ Ｐゴシック" panose="020B0600070205080204" pitchFamily="34" charset="-128"/>
              </a:rPr>
              <a:t>running on one end system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instruct the Internet</a:t>
            </a:r>
            <a:r>
              <a:rPr lang="en-US" altLang="zh-TW" dirty="0">
                <a:ea typeface="ＭＳ Ｐゴシック" panose="020B0600070205080204" pitchFamily="34" charset="-128"/>
              </a:rPr>
              <a:t> to deliver data to another program running on another end system?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eaLnBrk="1" hangingPunct="1">
              <a:buSzPct val="75000"/>
            </a:pPr>
            <a:r>
              <a:rPr lang="en-US" altLang="zh-TW" dirty="0">
                <a:ea typeface="新細明體" panose="02020500000000000000" pitchFamily="18" charset="-120"/>
              </a:rPr>
              <a:t>A: Internet </a:t>
            </a: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application programming interface (API)</a:t>
            </a:r>
            <a:r>
              <a:rPr lang="en-US" altLang="zh-TW" dirty="0">
                <a:ea typeface="新細明體" panose="02020500000000000000" pitchFamily="18" charset="-120"/>
              </a:rPr>
              <a:t>: a set of </a:t>
            </a:r>
            <a:r>
              <a:rPr lang="en-US" altLang="zh-TW" dirty="0">
                <a:solidFill>
                  <a:srgbClr val="0070C0"/>
                </a:solidFill>
                <a:ea typeface="新細明體" panose="02020500000000000000" pitchFamily="18" charset="-120"/>
              </a:rPr>
              <a:t>rules</a:t>
            </a:r>
            <a:r>
              <a:rPr lang="en-US" altLang="zh-TW" dirty="0">
                <a:ea typeface="新細明體" panose="02020500000000000000" pitchFamily="18" charset="-120"/>
              </a:rPr>
              <a:t> that the sending program must follow so that the Internet can deliver the data to the destination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Analogous to postal service API: Write address, put a stamp,…</a:t>
            </a:r>
          </a:p>
        </p:txBody>
      </p:sp>
      <p:pic>
        <p:nvPicPr>
          <p:cNvPr id="21508" name="Picture 645" descr="underline_base">
            <a:extLst>
              <a:ext uri="{FF2B5EF4-FFF2-40B4-BE49-F238E27FC236}">
                <a16:creationId xmlns:a16="http://schemas.microsoft.com/office/drawing/2014/main" id="{7C22EA03-9E7A-43A7-B71E-F279D6DBDDC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782638"/>
            <a:ext cx="6548437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Footer Placeholder 2">
            <a:extLst>
              <a:ext uri="{FF2B5EF4-FFF2-40B4-BE49-F238E27FC236}">
                <a16:creationId xmlns:a16="http://schemas.microsoft.com/office/drawing/2014/main" id="{3BB26B18-9DC3-4048-BCE5-205DBFE6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21510" name="Slide Number Placeholder 3">
            <a:extLst>
              <a:ext uri="{FF2B5EF4-FFF2-40B4-BE49-F238E27FC236}">
                <a16:creationId xmlns:a16="http://schemas.microsoft.com/office/drawing/2014/main" id="{3D234958-9119-4FEB-BA83-62676A9E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A2EA10B8-BA3C-47DB-85B7-8AB109D8A71D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2">
            <a:extLst>
              <a:ext uri="{FF2B5EF4-FFF2-40B4-BE49-F238E27FC236}">
                <a16:creationId xmlns:a16="http://schemas.microsoft.com/office/drawing/2014/main" id="{A12523B7-1FF4-416A-987A-3D2BB690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25603" name="Picture 12" descr="underline_base">
            <a:extLst>
              <a:ext uri="{FF2B5EF4-FFF2-40B4-BE49-F238E27FC236}">
                <a16:creationId xmlns:a16="http://schemas.microsoft.com/office/drawing/2014/main" id="{4FC41853-65E1-4335-831B-42D1919FFF9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8794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Rectangle 2">
            <a:extLst>
              <a:ext uri="{FF2B5EF4-FFF2-40B4-BE49-F238E27FC236}">
                <a16:creationId xmlns:a16="http://schemas.microsoft.com/office/drawing/2014/main" id="{57023A2B-2942-4FB6-9B53-2BA9376FAD2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87363" y="206375"/>
            <a:ext cx="5657850" cy="868363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What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a protocol?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7EF323B3-D6D5-4B5E-806F-AD59E2CD0A3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6100" y="1371600"/>
            <a:ext cx="3581400" cy="4648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human protocols:</a:t>
            </a:r>
          </a:p>
          <a:p>
            <a:pPr eaLnBrk="1" hangingPunct="1">
              <a:buSzPct val="75000"/>
            </a:pPr>
            <a:r>
              <a:rPr lang="ja-JP" altLang="en-US" sz="2400">
                <a:ea typeface="ＭＳ Ｐゴシック" panose="020B0600070205080204" pitchFamily="34" charset="-128"/>
              </a:rPr>
              <a:t>“</a:t>
            </a:r>
            <a:r>
              <a:rPr lang="en-US" altLang="ja-JP" sz="2400">
                <a:ea typeface="ＭＳ Ｐゴシック" panose="020B0600070205080204" pitchFamily="34" charset="-128"/>
              </a:rPr>
              <a:t>what</a:t>
            </a:r>
            <a:r>
              <a:rPr lang="ja-JP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a typeface="ＭＳ Ｐゴシック" panose="020B0600070205080204" pitchFamily="34" charset="-128"/>
              </a:rPr>
              <a:t>s the time?</a:t>
            </a:r>
            <a:r>
              <a:rPr lang="ja-JP" altLang="en-US" sz="2400">
                <a:ea typeface="ＭＳ Ｐゴシック" panose="020B0600070205080204" pitchFamily="34" charset="-128"/>
              </a:rPr>
              <a:t>”</a:t>
            </a:r>
            <a:endParaRPr lang="en-US" altLang="ja-JP" sz="2400">
              <a:ea typeface="ＭＳ Ｐゴシック" panose="020B0600070205080204" pitchFamily="34" charset="-128"/>
            </a:endParaRPr>
          </a:p>
          <a:p>
            <a:pPr eaLnBrk="1" hangingPunct="1">
              <a:buSzPct val="75000"/>
            </a:pPr>
            <a:r>
              <a:rPr lang="ja-JP" altLang="en-US" sz="2400">
                <a:ea typeface="ＭＳ Ｐゴシック" panose="020B0600070205080204" pitchFamily="34" charset="-128"/>
              </a:rPr>
              <a:t>“</a:t>
            </a:r>
            <a:r>
              <a:rPr lang="en-US" altLang="ja-JP" sz="2400">
                <a:ea typeface="ＭＳ Ｐゴシック" panose="020B0600070205080204" pitchFamily="34" charset="-128"/>
              </a:rPr>
              <a:t>I have a question</a:t>
            </a:r>
            <a:r>
              <a:rPr lang="ja-JP" altLang="en-US" sz="2400">
                <a:ea typeface="ＭＳ Ｐゴシック" panose="020B0600070205080204" pitchFamily="34" charset="-128"/>
              </a:rPr>
              <a:t>”</a:t>
            </a:r>
            <a:endParaRPr lang="en-US" altLang="ja-JP" sz="2400">
              <a:ea typeface="ＭＳ Ｐゴシック" panose="020B0600070205080204" pitchFamily="34" charset="-128"/>
            </a:endParaRP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introductions</a:t>
            </a:r>
            <a:endParaRPr lang="en-US" altLang="zh-TW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zh-TW" sz="2000">
              <a:ea typeface="新細明體" panose="02020500000000000000" pitchFamily="18" charset="-120"/>
            </a:endParaRPr>
          </a:p>
        </p:txBody>
      </p:sp>
      <p:sp>
        <p:nvSpPr>
          <p:cNvPr id="25606" name="Rectangle 4">
            <a:extLst>
              <a:ext uri="{FF2B5EF4-FFF2-40B4-BE49-F238E27FC236}">
                <a16:creationId xmlns:a16="http://schemas.microsoft.com/office/drawing/2014/main" id="{B5F08BC6-92E4-435C-97D5-15AF5945EE2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95800" y="1371600"/>
            <a:ext cx="3810000" cy="2590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network protocols: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machines rather than humans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all communication activity in Internet governed by protocols</a:t>
            </a:r>
          </a:p>
        </p:txBody>
      </p:sp>
      <p:sp>
        <p:nvSpPr>
          <p:cNvPr id="25607" name="Rectangle 5">
            <a:extLst>
              <a:ext uri="{FF2B5EF4-FFF2-40B4-BE49-F238E27FC236}">
                <a16:creationId xmlns:a16="http://schemas.microsoft.com/office/drawing/2014/main" id="{E4818D13-5E65-4E09-8514-E9E3F2CD7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992563"/>
            <a:ext cx="86868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</a:rPr>
              <a:t>Protocols</a:t>
            </a:r>
            <a:r>
              <a:rPr lang="en-US" altLang="zh-TW" i="1" dirty="0"/>
              <a:t> define </a:t>
            </a:r>
            <a:r>
              <a:rPr lang="en-US" altLang="zh-TW" i="1" dirty="0">
                <a:solidFill>
                  <a:srgbClr val="0070C0"/>
                </a:solidFill>
              </a:rPr>
              <a:t>format</a:t>
            </a:r>
            <a:r>
              <a:rPr lang="en-US" altLang="zh-TW" i="1" dirty="0"/>
              <a:t> and </a:t>
            </a:r>
            <a:r>
              <a:rPr lang="en-US" altLang="zh-TW" i="1" dirty="0">
                <a:solidFill>
                  <a:srgbClr val="0070C0"/>
                </a:solidFill>
              </a:rPr>
              <a:t>order</a:t>
            </a:r>
            <a:r>
              <a:rPr lang="en-US" altLang="zh-TW" i="1" dirty="0"/>
              <a:t> of </a:t>
            </a:r>
            <a:r>
              <a:rPr lang="en-US" altLang="zh-TW" i="1" dirty="0">
                <a:solidFill>
                  <a:srgbClr val="CC0000"/>
                </a:solidFill>
              </a:rPr>
              <a:t>messages </a:t>
            </a:r>
            <a:r>
              <a:rPr lang="en-US" altLang="zh-TW" i="1" dirty="0">
                <a:solidFill>
                  <a:srgbClr val="0070C0"/>
                </a:solidFill>
              </a:rPr>
              <a:t>sent and received</a:t>
            </a:r>
            <a:r>
              <a:rPr lang="en-US" altLang="zh-TW" i="1" dirty="0"/>
              <a:t> among network entities, and </a:t>
            </a:r>
            <a:r>
              <a:rPr lang="en-US" altLang="zh-TW" i="1" dirty="0">
                <a:solidFill>
                  <a:srgbClr val="CC0000"/>
                </a:solidFill>
              </a:rPr>
              <a:t>actions </a:t>
            </a:r>
            <a:r>
              <a:rPr lang="en-US" altLang="zh-TW" i="1" dirty="0"/>
              <a:t>taken on message transmission and receipt.</a:t>
            </a:r>
            <a:r>
              <a:rPr lang="en-US" altLang="zh-TW" sz="2400" i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5608" name="Rectangle 6">
            <a:extLst>
              <a:ext uri="{FF2B5EF4-FFF2-40B4-BE49-F238E27FC236}">
                <a16:creationId xmlns:a16="http://schemas.microsoft.com/office/drawing/2014/main" id="{A536D5CD-87CF-4254-BBAE-680FB3C3D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3962400"/>
            <a:ext cx="8426450" cy="1538288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25609" name="Slide Number Placeholder 3">
            <a:extLst>
              <a:ext uri="{FF2B5EF4-FFF2-40B4-BE49-F238E27FC236}">
                <a16:creationId xmlns:a16="http://schemas.microsoft.com/office/drawing/2014/main" id="{F488D45D-FC91-4D69-970F-DD807E913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CF3D69AC-CA95-4ACF-A236-7922B54FDE6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834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2">
            <a:extLst>
              <a:ext uri="{FF2B5EF4-FFF2-40B4-BE49-F238E27FC236}">
                <a16:creationId xmlns:a16="http://schemas.microsoft.com/office/drawing/2014/main" id="{ED710BED-03B2-4A18-8F73-AF2FCA34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D2F155B-827A-494D-84FB-59279204B88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8153400" cy="68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a human protocol and a computer network protocol: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23556" name="Line 10">
            <a:extLst>
              <a:ext uri="{FF2B5EF4-FFF2-40B4-BE49-F238E27FC236}">
                <a16:creationId xmlns:a16="http://schemas.microsoft.com/office/drawing/2014/main" id="{8754080B-2027-46FD-B2AE-774BFAB38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7300" y="2771775"/>
            <a:ext cx="1762125" cy="2762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pic>
        <p:nvPicPr>
          <p:cNvPr id="23557" name="Picture 62" descr="Alice">
            <a:extLst>
              <a:ext uri="{FF2B5EF4-FFF2-40B4-BE49-F238E27FC236}">
                <a16:creationId xmlns:a16="http://schemas.microsoft.com/office/drawing/2014/main" id="{6B21B7A3-75CA-47CD-8E1C-BF7B0C37F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2376488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3" descr="Bob">
            <a:extLst>
              <a:ext uri="{FF2B5EF4-FFF2-40B4-BE49-F238E27FC236}">
                <a16:creationId xmlns:a16="http://schemas.microsoft.com/office/drawing/2014/main" id="{615BEC95-F16A-4E69-942D-D5E37474C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963" y="277177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Text Box 64">
            <a:extLst>
              <a:ext uri="{FF2B5EF4-FFF2-40B4-BE49-F238E27FC236}">
                <a16:creationId xmlns:a16="http://schemas.microsoft.com/office/drawing/2014/main" id="{749F67D9-C3A9-4E1C-AE9A-00A79A952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25" y="2484438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CC0000"/>
                </a:solidFill>
                <a:latin typeface="Arial" panose="020B0604020202020204" pitchFamily="34" charset="0"/>
              </a:rPr>
              <a:t>Hi</a:t>
            </a:r>
          </a:p>
        </p:txBody>
      </p:sp>
      <p:sp>
        <p:nvSpPr>
          <p:cNvPr id="23560" name="Line 66">
            <a:extLst>
              <a:ext uri="{FF2B5EF4-FFF2-40B4-BE49-F238E27FC236}">
                <a16:creationId xmlns:a16="http://schemas.microsoft.com/office/drawing/2014/main" id="{06626D5D-41B7-444B-90D1-A0BBE29409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9325" y="3330575"/>
            <a:ext cx="2085975" cy="361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3561" name="Text Box 67">
            <a:extLst>
              <a:ext uri="{FF2B5EF4-FFF2-40B4-BE49-F238E27FC236}">
                <a16:creationId xmlns:a16="http://schemas.microsoft.com/office/drawing/2014/main" id="{E3D0B514-0D8E-43EE-9FAF-84A818CA0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100" y="3108325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CC0000"/>
                </a:solidFill>
                <a:latin typeface="Arial" panose="020B0604020202020204" pitchFamily="34" charset="0"/>
              </a:rPr>
              <a:t>Hi</a:t>
            </a:r>
          </a:p>
        </p:txBody>
      </p:sp>
      <p:sp>
        <p:nvSpPr>
          <p:cNvPr id="23562" name="Line 70">
            <a:extLst>
              <a:ext uri="{FF2B5EF4-FFF2-40B4-BE49-F238E27FC236}">
                <a16:creationId xmlns:a16="http://schemas.microsoft.com/office/drawing/2014/main" id="{C0FFAB7C-C2EA-431E-A24E-4D2197B40A1C}"/>
              </a:ext>
            </a:extLst>
          </p:cNvPr>
          <p:cNvSpPr>
            <a:spLocks noChangeShapeType="1"/>
          </p:cNvSpPr>
          <p:nvPr/>
        </p:nvSpPr>
        <p:spPr bwMode="auto">
          <a:xfrm>
            <a:off x="933450" y="3762375"/>
            <a:ext cx="2162175" cy="4381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23563" name="Group 72">
            <a:extLst>
              <a:ext uri="{FF2B5EF4-FFF2-40B4-BE49-F238E27FC236}">
                <a16:creationId xmlns:a16="http://schemas.microsoft.com/office/drawing/2014/main" id="{F8AAC88A-ABAA-41F3-89C1-2BEC242E0326}"/>
              </a:ext>
            </a:extLst>
          </p:cNvPr>
          <p:cNvGrpSpPr>
            <a:grpSpLocks/>
          </p:cNvGrpSpPr>
          <p:nvPr/>
        </p:nvGrpSpPr>
        <p:grpSpPr bwMode="auto">
          <a:xfrm>
            <a:off x="1471613" y="3694113"/>
            <a:ext cx="1014412" cy="701675"/>
            <a:chOff x="761" y="2747"/>
            <a:chExt cx="639" cy="442"/>
          </a:xfrm>
        </p:grpSpPr>
        <p:sp>
          <p:nvSpPr>
            <p:cNvPr id="23624" name="Rectangle 71">
              <a:extLst>
                <a:ext uri="{FF2B5EF4-FFF2-40B4-BE49-F238E27FC236}">
                  <a16:creationId xmlns:a16="http://schemas.microsoft.com/office/drawing/2014/main" id="{58BD1A00-32A8-4325-B509-8995360C3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" y="2790"/>
              <a:ext cx="588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25" name="Text Box 69">
              <a:extLst>
                <a:ext uri="{FF2B5EF4-FFF2-40B4-BE49-F238E27FC236}">
                  <a16:creationId xmlns:a16="http://schemas.microsoft.com/office/drawing/2014/main" id="{41204689-A7D2-443C-876C-A9F08A68E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" y="2747"/>
              <a:ext cx="639" cy="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CC0000"/>
                  </a:solidFill>
                  <a:latin typeface="Arial" panose="020B0604020202020204" pitchFamily="34" charset="0"/>
                </a:rPr>
                <a:t>Got the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CC0000"/>
                  </a:solidFill>
                  <a:latin typeface="Arial" panose="020B0604020202020204" pitchFamily="34" charset="0"/>
                </a:rPr>
                <a:t>time?</a:t>
              </a:r>
            </a:p>
          </p:txBody>
        </p:sp>
      </p:grpSp>
      <p:sp>
        <p:nvSpPr>
          <p:cNvPr id="23564" name="Line 73">
            <a:extLst>
              <a:ext uri="{FF2B5EF4-FFF2-40B4-BE49-F238E27FC236}">
                <a16:creationId xmlns:a16="http://schemas.microsoft.com/office/drawing/2014/main" id="{5F905B0D-553B-4B6B-A6BC-AEE8BA17E2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95375" y="4333875"/>
            <a:ext cx="1952625" cy="3333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23565" name="Group 76">
            <a:extLst>
              <a:ext uri="{FF2B5EF4-FFF2-40B4-BE49-F238E27FC236}">
                <a16:creationId xmlns:a16="http://schemas.microsoft.com/office/drawing/2014/main" id="{0C63045E-89F0-42C7-A3E7-42319A23F979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4338638"/>
            <a:ext cx="796925" cy="457200"/>
            <a:chOff x="1046" y="2771"/>
            <a:chExt cx="502" cy="288"/>
          </a:xfrm>
        </p:grpSpPr>
        <p:sp>
          <p:nvSpPr>
            <p:cNvPr id="23622" name="Rectangle 75">
              <a:extLst>
                <a:ext uri="{FF2B5EF4-FFF2-40B4-BE49-F238E27FC236}">
                  <a16:creationId xmlns:a16="http://schemas.microsoft.com/office/drawing/2014/main" id="{68955025-8082-443D-9F58-4300CB828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820"/>
              <a:ext cx="444" cy="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23" name="Text Box 74">
              <a:extLst>
                <a:ext uri="{FF2B5EF4-FFF2-40B4-BE49-F238E27FC236}">
                  <a16:creationId xmlns:a16="http://schemas.microsoft.com/office/drawing/2014/main" id="{D4F94EC4-1D2D-4FF6-B032-30E934538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" y="2771"/>
              <a:ext cx="4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CC0000"/>
                  </a:solidFill>
                  <a:latin typeface="Arial" panose="020B0604020202020204" pitchFamily="34" charset="0"/>
                </a:rPr>
                <a:t>2:00</a:t>
              </a:r>
            </a:p>
          </p:txBody>
        </p:sp>
      </p:grpSp>
      <p:sp>
        <p:nvSpPr>
          <p:cNvPr id="23566" name="Line 85">
            <a:extLst>
              <a:ext uri="{FF2B5EF4-FFF2-40B4-BE49-F238E27FC236}">
                <a16:creationId xmlns:a16="http://schemas.microsoft.com/office/drawing/2014/main" id="{076912A5-DA23-475B-B185-EA4958698A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5725" y="4525963"/>
            <a:ext cx="2343150" cy="4286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3567" name="Line 89">
            <a:extLst>
              <a:ext uri="{FF2B5EF4-FFF2-40B4-BE49-F238E27FC236}">
                <a16:creationId xmlns:a16="http://schemas.microsoft.com/office/drawing/2014/main" id="{4B1B8554-2272-488F-A2F5-F519E2A207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013" y="2811463"/>
            <a:ext cx="2176462" cy="3476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3568" name="Line 90">
            <a:extLst>
              <a:ext uri="{FF2B5EF4-FFF2-40B4-BE49-F238E27FC236}">
                <a16:creationId xmlns:a16="http://schemas.microsoft.com/office/drawing/2014/main" id="{475033B7-FE37-48E4-BE3F-2D75BFD2D7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18100" y="3317875"/>
            <a:ext cx="2216150" cy="3984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3569" name="Rectangle 92">
            <a:extLst>
              <a:ext uri="{FF2B5EF4-FFF2-40B4-BE49-F238E27FC236}">
                <a16:creationId xmlns:a16="http://schemas.microsoft.com/office/drawing/2014/main" id="{40CA68D0-498D-4EDA-B9F6-F43FB5A5C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075" y="3340100"/>
            <a:ext cx="1438275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3570" name="Text Box 91">
            <a:extLst>
              <a:ext uri="{FF2B5EF4-FFF2-40B4-BE49-F238E27FC236}">
                <a16:creationId xmlns:a16="http://schemas.microsoft.com/office/drawing/2014/main" id="{60061CEC-BF03-4A23-98BC-6BE1DD67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3341688"/>
            <a:ext cx="1809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TCP connection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response</a:t>
            </a:r>
          </a:p>
        </p:txBody>
      </p:sp>
      <p:sp>
        <p:nvSpPr>
          <p:cNvPr id="23571" name="Line 94">
            <a:extLst>
              <a:ext uri="{FF2B5EF4-FFF2-40B4-BE49-F238E27FC236}">
                <a16:creationId xmlns:a16="http://schemas.microsoft.com/office/drawing/2014/main" id="{81E512D6-E8F1-4157-9859-DACCFF640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5725" y="3963988"/>
            <a:ext cx="2400300" cy="4191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23572" name="Group 97">
            <a:extLst>
              <a:ext uri="{FF2B5EF4-FFF2-40B4-BE49-F238E27FC236}">
                <a16:creationId xmlns:a16="http://schemas.microsoft.com/office/drawing/2014/main" id="{1E4D751E-3A20-4A4A-AA70-257FD95B68BF}"/>
              </a:ext>
            </a:extLst>
          </p:cNvPr>
          <p:cNvGrpSpPr>
            <a:grpSpLocks/>
          </p:cNvGrpSpPr>
          <p:nvPr/>
        </p:nvGrpSpPr>
        <p:grpSpPr bwMode="auto">
          <a:xfrm>
            <a:off x="5378450" y="4029075"/>
            <a:ext cx="3794125" cy="366713"/>
            <a:chOff x="3212" y="2597"/>
            <a:chExt cx="2390" cy="231"/>
          </a:xfrm>
        </p:grpSpPr>
        <p:sp>
          <p:nvSpPr>
            <p:cNvPr id="23620" name="Rectangle 96">
              <a:extLst>
                <a:ext uri="{FF2B5EF4-FFF2-40B4-BE49-F238E27FC236}">
                  <a16:creationId xmlns:a16="http://schemas.microsoft.com/office/drawing/2014/main" id="{FD4A8EDF-0841-4FCB-B0EA-35D041729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" y="2628"/>
              <a:ext cx="2100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21" name="Text Box 95">
              <a:extLst>
                <a:ext uri="{FF2B5EF4-FFF2-40B4-BE49-F238E27FC236}">
                  <a16:creationId xmlns:a16="http://schemas.microsoft.com/office/drawing/2014/main" id="{79449074-2BE9-4661-BBD7-207EA6F74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2" y="2597"/>
              <a:ext cx="23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CC0000"/>
                  </a:solidFill>
                  <a:latin typeface="Arial" panose="020B0604020202020204" pitchFamily="34" charset="0"/>
                </a:rPr>
                <a:t>Get</a:t>
              </a:r>
              <a:r>
                <a:rPr lang="en-US" altLang="zh-TW" sz="1400">
                  <a:solidFill>
                    <a:srgbClr val="CC0000"/>
                  </a:solidFill>
                  <a:latin typeface="Arial" panose="020B0604020202020204" pitchFamily="34" charset="0"/>
                </a:rPr>
                <a:t> http://www.awl.com/kurose-ross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3573" name="Rectangle 99">
            <a:extLst>
              <a:ext uri="{FF2B5EF4-FFF2-40B4-BE49-F238E27FC236}">
                <a16:creationId xmlns:a16="http://schemas.microsoft.com/office/drawing/2014/main" id="{DC417633-ACA4-4DA7-8B68-8EBD50BEC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4624388"/>
            <a:ext cx="919163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3574" name="Text Box 100">
            <a:extLst>
              <a:ext uri="{FF2B5EF4-FFF2-40B4-BE49-F238E27FC236}">
                <a16:creationId xmlns:a16="http://schemas.microsoft.com/office/drawing/2014/main" id="{19A561C7-B903-406D-A9DE-695219444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0738" y="4510088"/>
            <a:ext cx="93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CC0000"/>
                </a:solidFill>
                <a:latin typeface="Arial" panose="020B0604020202020204" pitchFamily="34" charset="0"/>
              </a:rPr>
              <a:t>&lt;file&gt;</a:t>
            </a:r>
          </a:p>
        </p:txBody>
      </p:sp>
      <p:sp>
        <p:nvSpPr>
          <p:cNvPr id="23575" name="Line 101">
            <a:extLst>
              <a:ext uri="{FF2B5EF4-FFF2-40B4-BE49-F238E27FC236}">
                <a16:creationId xmlns:a16="http://schemas.microsoft.com/office/drawing/2014/main" id="{1EBF1A43-F72E-4440-A352-1D638AD9F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7650" y="2068513"/>
            <a:ext cx="0" cy="3573462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23576" name="Group 105">
            <a:extLst>
              <a:ext uri="{FF2B5EF4-FFF2-40B4-BE49-F238E27FC236}">
                <a16:creationId xmlns:a16="http://schemas.microsoft.com/office/drawing/2014/main" id="{BE0B50C5-B21D-4388-AC60-0FEECF7DFB79}"/>
              </a:ext>
            </a:extLst>
          </p:cNvPr>
          <p:cNvGrpSpPr>
            <a:grpSpLocks/>
          </p:cNvGrpSpPr>
          <p:nvPr/>
        </p:nvGrpSpPr>
        <p:grpSpPr bwMode="auto">
          <a:xfrm>
            <a:off x="3735388" y="4972050"/>
            <a:ext cx="720725" cy="396875"/>
            <a:chOff x="2198" y="3221"/>
            <a:chExt cx="454" cy="250"/>
          </a:xfrm>
        </p:grpSpPr>
        <p:sp>
          <p:nvSpPr>
            <p:cNvPr id="23618" name="Rectangle 104">
              <a:extLst>
                <a:ext uri="{FF2B5EF4-FFF2-40B4-BE49-F238E27FC236}">
                  <a16:creationId xmlns:a16="http://schemas.microsoft.com/office/drawing/2014/main" id="{F4B5B332-7C77-4ADA-9A58-8F3D7626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4" y="3282"/>
              <a:ext cx="408" cy="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23619" name="Text Box 102">
              <a:extLst>
                <a:ext uri="{FF2B5EF4-FFF2-40B4-BE49-F238E27FC236}">
                  <a16:creationId xmlns:a16="http://schemas.microsoft.com/office/drawing/2014/main" id="{B95A464B-62EB-41C0-B48F-DEB73D3CE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3221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chemeClr val="bg2"/>
                  </a:solidFill>
                  <a:latin typeface="Arial" panose="020B0604020202020204" pitchFamily="34" charset="0"/>
                </a:rPr>
                <a:t>time</a:t>
              </a:r>
            </a:p>
          </p:txBody>
        </p:sp>
      </p:grpSp>
      <p:sp>
        <p:nvSpPr>
          <p:cNvPr id="23577" name="Rectangle 52">
            <a:extLst>
              <a:ext uri="{FF2B5EF4-FFF2-40B4-BE49-F238E27FC236}">
                <a16:creationId xmlns:a16="http://schemas.microsoft.com/office/drawing/2014/main" id="{553B9211-15F0-4B31-916A-08E6783FA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2751138"/>
            <a:ext cx="1365250" cy="439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23578" name="Text Box 91">
            <a:extLst>
              <a:ext uri="{FF2B5EF4-FFF2-40B4-BE49-F238E27FC236}">
                <a16:creationId xmlns:a16="http://schemas.microsoft.com/office/drawing/2014/main" id="{7E771656-0FC8-4855-ABB4-CC2A6C42D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2682875"/>
            <a:ext cx="1809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TCP connection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request</a:t>
            </a:r>
          </a:p>
        </p:txBody>
      </p:sp>
      <p:pic>
        <p:nvPicPr>
          <p:cNvPr id="23579" name="Picture 53" descr="underline_base">
            <a:extLst>
              <a:ext uri="{FF2B5EF4-FFF2-40B4-BE49-F238E27FC236}">
                <a16:creationId xmlns:a16="http://schemas.microsoft.com/office/drawing/2014/main" id="{141C4E54-9770-40B6-AA58-925E47740864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8794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80" name="Rectangle 2">
            <a:extLst>
              <a:ext uri="{FF2B5EF4-FFF2-40B4-BE49-F238E27FC236}">
                <a16:creationId xmlns:a16="http://schemas.microsoft.com/office/drawing/2014/main" id="{0D4C72AD-F9CA-45A5-B768-DF66CE637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206375"/>
            <a:ext cx="565785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>
                <a:solidFill>
                  <a:srgbClr val="000099"/>
                </a:solidFill>
              </a:rPr>
              <a:t>What</a:t>
            </a:r>
            <a:r>
              <a:rPr lang="ja-JP" altLang="en-US" sz="4400">
                <a:solidFill>
                  <a:srgbClr val="000099"/>
                </a:solidFill>
              </a:rPr>
              <a:t>’</a:t>
            </a:r>
            <a:r>
              <a:rPr lang="en-US" altLang="ja-JP" sz="4400">
                <a:solidFill>
                  <a:srgbClr val="000099"/>
                </a:solidFill>
              </a:rPr>
              <a:t>s a protocol?</a:t>
            </a:r>
            <a:endParaRPr lang="en-US" altLang="zh-TW" sz="4400">
              <a:solidFill>
                <a:srgbClr val="000099"/>
              </a:solidFill>
            </a:endParaRPr>
          </a:p>
        </p:txBody>
      </p:sp>
      <p:grpSp>
        <p:nvGrpSpPr>
          <p:cNvPr id="23581" name="Group 57">
            <a:extLst>
              <a:ext uri="{FF2B5EF4-FFF2-40B4-BE49-F238E27FC236}">
                <a16:creationId xmlns:a16="http://schemas.microsoft.com/office/drawing/2014/main" id="{8A058BBD-AD80-4C31-9F3F-24DF2120A08F}"/>
              </a:ext>
            </a:extLst>
          </p:cNvPr>
          <p:cNvGrpSpPr>
            <a:grpSpLocks/>
          </p:cNvGrpSpPr>
          <p:nvPr/>
        </p:nvGrpSpPr>
        <p:grpSpPr bwMode="auto">
          <a:xfrm>
            <a:off x="7412038" y="2782888"/>
            <a:ext cx="431800" cy="755650"/>
            <a:chOff x="4140" y="429"/>
            <a:chExt cx="1425" cy="2396"/>
          </a:xfrm>
        </p:grpSpPr>
        <p:sp>
          <p:nvSpPr>
            <p:cNvPr id="23586" name="Freeform 58">
              <a:extLst>
                <a:ext uri="{FF2B5EF4-FFF2-40B4-BE49-F238E27FC236}">
                  <a16:creationId xmlns:a16="http://schemas.microsoft.com/office/drawing/2014/main" id="{BEC0DB07-979D-49BD-BD1D-B84282126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587" name="Rectangle 59">
              <a:extLst>
                <a:ext uri="{FF2B5EF4-FFF2-40B4-BE49-F238E27FC236}">
                  <a16:creationId xmlns:a16="http://schemas.microsoft.com/office/drawing/2014/main" id="{015095D3-3A00-44CE-9FAC-7BF96970B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3588" name="Freeform 60">
              <a:extLst>
                <a:ext uri="{FF2B5EF4-FFF2-40B4-BE49-F238E27FC236}">
                  <a16:creationId xmlns:a16="http://schemas.microsoft.com/office/drawing/2014/main" id="{BD972B9B-F4ED-4349-A73D-F379122E0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589" name="Freeform 61">
              <a:extLst>
                <a:ext uri="{FF2B5EF4-FFF2-40B4-BE49-F238E27FC236}">
                  <a16:creationId xmlns:a16="http://schemas.microsoft.com/office/drawing/2014/main" id="{DEAA254C-E2BB-4235-9C12-4E1E819E5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590" name="Rectangle 62">
              <a:extLst>
                <a:ext uri="{FF2B5EF4-FFF2-40B4-BE49-F238E27FC236}">
                  <a16:creationId xmlns:a16="http://schemas.microsoft.com/office/drawing/2014/main" id="{CF43775E-3B0E-4573-B995-EF95206D9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23591" name="Group 63">
              <a:extLst>
                <a:ext uri="{FF2B5EF4-FFF2-40B4-BE49-F238E27FC236}">
                  <a16:creationId xmlns:a16="http://schemas.microsoft.com/office/drawing/2014/main" id="{EBD0F73E-7A1F-4988-B5E7-68C1B273E1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616" name="AutoShape 64">
                <a:extLst>
                  <a:ext uri="{FF2B5EF4-FFF2-40B4-BE49-F238E27FC236}">
                    <a16:creationId xmlns:a16="http://schemas.microsoft.com/office/drawing/2014/main" id="{87E49472-F667-4B58-B2C1-694CA9A48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617" name="AutoShape 65">
                <a:extLst>
                  <a:ext uri="{FF2B5EF4-FFF2-40B4-BE49-F238E27FC236}">
                    <a16:creationId xmlns:a16="http://schemas.microsoft.com/office/drawing/2014/main" id="{1B27919B-07C8-4B40-804D-8D3F86A9F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592" name="Rectangle 66">
              <a:extLst>
                <a:ext uri="{FF2B5EF4-FFF2-40B4-BE49-F238E27FC236}">
                  <a16:creationId xmlns:a16="http://schemas.microsoft.com/office/drawing/2014/main" id="{0598A8DD-230A-4769-AE02-D29A9BF6F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23593" name="Group 67">
              <a:extLst>
                <a:ext uri="{FF2B5EF4-FFF2-40B4-BE49-F238E27FC236}">
                  <a16:creationId xmlns:a16="http://schemas.microsoft.com/office/drawing/2014/main" id="{9586F617-ACFB-4EBF-BFF6-AEDDEE289D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614" name="AutoShape 68">
                <a:extLst>
                  <a:ext uri="{FF2B5EF4-FFF2-40B4-BE49-F238E27FC236}">
                    <a16:creationId xmlns:a16="http://schemas.microsoft.com/office/drawing/2014/main" id="{C39707B3-47D0-4C5D-88D0-0FBD4D695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615" name="AutoShape 69">
                <a:extLst>
                  <a:ext uri="{FF2B5EF4-FFF2-40B4-BE49-F238E27FC236}">
                    <a16:creationId xmlns:a16="http://schemas.microsoft.com/office/drawing/2014/main" id="{31C371B6-C14B-4A6E-A10E-11CBFEF2D7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594" name="Rectangle 70">
              <a:extLst>
                <a:ext uri="{FF2B5EF4-FFF2-40B4-BE49-F238E27FC236}">
                  <a16:creationId xmlns:a16="http://schemas.microsoft.com/office/drawing/2014/main" id="{05F53262-F811-4388-91BF-E936B3CBE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3595" name="Rectangle 71">
              <a:extLst>
                <a:ext uri="{FF2B5EF4-FFF2-40B4-BE49-F238E27FC236}">
                  <a16:creationId xmlns:a16="http://schemas.microsoft.com/office/drawing/2014/main" id="{DF0D5E34-A273-45CE-92AD-A1CBD3D27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23596" name="Group 72">
              <a:extLst>
                <a:ext uri="{FF2B5EF4-FFF2-40B4-BE49-F238E27FC236}">
                  <a16:creationId xmlns:a16="http://schemas.microsoft.com/office/drawing/2014/main" id="{77079822-B8D3-4AA3-B468-B939E3F9AF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612" name="AutoShape 73">
                <a:extLst>
                  <a:ext uri="{FF2B5EF4-FFF2-40B4-BE49-F238E27FC236}">
                    <a16:creationId xmlns:a16="http://schemas.microsoft.com/office/drawing/2014/main" id="{C6ADBD59-67A8-4895-9303-D98DCEFDE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613" name="AutoShape 74">
                <a:extLst>
                  <a:ext uri="{FF2B5EF4-FFF2-40B4-BE49-F238E27FC236}">
                    <a16:creationId xmlns:a16="http://schemas.microsoft.com/office/drawing/2014/main" id="{9672AD06-95E9-4706-84B6-499B85449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597" name="Freeform 75">
              <a:extLst>
                <a:ext uri="{FF2B5EF4-FFF2-40B4-BE49-F238E27FC236}">
                  <a16:creationId xmlns:a16="http://schemas.microsoft.com/office/drawing/2014/main" id="{011FC5F7-97B7-4517-831E-34F2E48DF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3598" name="Group 76">
              <a:extLst>
                <a:ext uri="{FF2B5EF4-FFF2-40B4-BE49-F238E27FC236}">
                  <a16:creationId xmlns:a16="http://schemas.microsoft.com/office/drawing/2014/main" id="{4320DBAB-1373-4BBC-A3D2-C59B90BDA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610" name="AutoShape 77">
                <a:extLst>
                  <a:ext uri="{FF2B5EF4-FFF2-40B4-BE49-F238E27FC236}">
                    <a16:creationId xmlns:a16="http://schemas.microsoft.com/office/drawing/2014/main" id="{468FA9D3-BC39-4688-8370-34B114E0C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611" name="AutoShape 78">
                <a:extLst>
                  <a:ext uri="{FF2B5EF4-FFF2-40B4-BE49-F238E27FC236}">
                    <a16:creationId xmlns:a16="http://schemas.microsoft.com/office/drawing/2014/main" id="{7CCB7D35-5C32-4D46-B84F-8B5AFAE12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599" name="Rectangle 79">
              <a:extLst>
                <a:ext uri="{FF2B5EF4-FFF2-40B4-BE49-F238E27FC236}">
                  <a16:creationId xmlns:a16="http://schemas.microsoft.com/office/drawing/2014/main" id="{D2728042-E372-4EA6-B3F5-ADE37AD0B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3600" name="Freeform 80">
              <a:extLst>
                <a:ext uri="{FF2B5EF4-FFF2-40B4-BE49-F238E27FC236}">
                  <a16:creationId xmlns:a16="http://schemas.microsoft.com/office/drawing/2014/main" id="{00B77702-E04B-4517-BA91-5D77E817F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601" name="Freeform 81">
              <a:extLst>
                <a:ext uri="{FF2B5EF4-FFF2-40B4-BE49-F238E27FC236}">
                  <a16:creationId xmlns:a16="http://schemas.microsoft.com/office/drawing/2014/main" id="{050F549B-AA4E-44FD-8FD1-C301D2CF6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602" name="Oval 82">
              <a:extLst>
                <a:ext uri="{FF2B5EF4-FFF2-40B4-BE49-F238E27FC236}">
                  <a16:creationId xmlns:a16="http://schemas.microsoft.com/office/drawing/2014/main" id="{6A084D0A-1712-44EE-B9C1-F5C0823F8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3603" name="Freeform 83">
              <a:extLst>
                <a:ext uri="{FF2B5EF4-FFF2-40B4-BE49-F238E27FC236}">
                  <a16:creationId xmlns:a16="http://schemas.microsoft.com/office/drawing/2014/main" id="{B3622ADE-FFE6-40FB-9CD3-C230FE40B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604" name="AutoShape 84">
              <a:extLst>
                <a:ext uri="{FF2B5EF4-FFF2-40B4-BE49-F238E27FC236}">
                  <a16:creationId xmlns:a16="http://schemas.microsoft.com/office/drawing/2014/main" id="{94549355-3F1E-4196-A120-18D119B23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3605" name="AutoShape 85">
              <a:extLst>
                <a:ext uri="{FF2B5EF4-FFF2-40B4-BE49-F238E27FC236}">
                  <a16:creationId xmlns:a16="http://schemas.microsoft.com/office/drawing/2014/main" id="{CDAD9252-EC16-4DB3-B53E-AE6796CC8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3606" name="Oval 86">
              <a:extLst>
                <a:ext uri="{FF2B5EF4-FFF2-40B4-BE49-F238E27FC236}">
                  <a16:creationId xmlns:a16="http://schemas.microsoft.com/office/drawing/2014/main" id="{43117D67-2121-4930-9354-3D18FC75A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3607" name="Oval 87">
              <a:extLst>
                <a:ext uri="{FF2B5EF4-FFF2-40B4-BE49-F238E27FC236}">
                  <a16:creationId xmlns:a16="http://schemas.microsoft.com/office/drawing/2014/main" id="{0E7B34AF-9436-4DD7-94A0-81176B4C2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08" name="Oval 88">
              <a:extLst>
                <a:ext uri="{FF2B5EF4-FFF2-40B4-BE49-F238E27FC236}">
                  <a16:creationId xmlns:a16="http://schemas.microsoft.com/office/drawing/2014/main" id="{787EC5E0-9726-4101-B51C-554EB8B5C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3609" name="Rectangle 89">
              <a:extLst>
                <a:ext uri="{FF2B5EF4-FFF2-40B4-BE49-F238E27FC236}">
                  <a16:creationId xmlns:a16="http://schemas.microsoft.com/office/drawing/2014/main" id="{1444BC66-0F87-4B1D-B397-6CB04D317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23582" name="Group 90">
            <a:extLst>
              <a:ext uri="{FF2B5EF4-FFF2-40B4-BE49-F238E27FC236}">
                <a16:creationId xmlns:a16="http://schemas.microsoft.com/office/drawing/2014/main" id="{4670B816-907E-424C-98AF-7E611A544A16}"/>
              </a:ext>
            </a:extLst>
          </p:cNvPr>
          <p:cNvGrpSpPr>
            <a:grpSpLocks/>
          </p:cNvGrpSpPr>
          <p:nvPr/>
        </p:nvGrpSpPr>
        <p:grpSpPr bwMode="auto">
          <a:xfrm>
            <a:off x="4275138" y="2339975"/>
            <a:ext cx="893762" cy="828675"/>
            <a:chOff x="-44" y="1473"/>
            <a:chExt cx="981" cy="1105"/>
          </a:xfrm>
        </p:grpSpPr>
        <p:pic>
          <p:nvPicPr>
            <p:cNvPr id="23584" name="Picture 91" descr="desktop_computer_stylized_medium">
              <a:extLst>
                <a:ext uri="{FF2B5EF4-FFF2-40B4-BE49-F238E27FC236}">
                  <a16:creationId xmlns:a16="http://schemas.microsoft.com/office/drawing/2014/main" id="{939E5F4D-72E7-45CD-93D1-1A82DCABE4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5" name="Freeform 92">
              <a:extLst>
                <a:ext uri="{FF2B5EF4-FFF2-40B4-BE49-F238E27FC236}">
                  <a16:creationId xmlns:a16="http://schemas.microsoft.com/office/drawing/2014/main" id="{E2AF8264-669C-4530-AF40-BCB031C77AA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23583" name="Slide Number Placeholder 3">
            <a:extLst>
              <a:ext uri="{FF2B5EF4-FFF2-40B4-BE49-F238E27FC236}">
                <a16:creationId xmlns:a16="http://schemas.microsoft.com/office/drawing/2014/main" id="{00A66D31-87C0-4661-A50B-FAB465FD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45CF90C0-FB35-49F5-A07E-BA3788D1D5F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2">
            <a:extLst>
              <a:ext uri="{FF2B5EF4-FFF2-40B4-BE49-F238E27FC236}">
                <a16:creationId xmlns:a16="http://schemas.microsoft.com/office/drawing/2014/main" id="{1BD877EC-069B-4E08-A80F-655E29B2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27651" name="Picture 2" descr="underline_base">
            <a:extLst>
              <a:ext uri="{FF2B5EF4-FFF2-40B4-BE49-F238E27FC236}">
                <a16:creationId xmlns:a16="http://schemas.microsoft.com/office/drawing/2014/main" id="{4CD7E7AF-00D5-43AF-B667-39512D39A52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2">
            <a:extLst>
              <a:ext uri="{FF2B5EF4-FFF2-40B4-BE49-F238E27FC236}">
                <a16:creationId xmlns:a16="http://schemas.microsoft.com/office/drawing/2014/main" id="{13210272-A856-4CB0-ADCE-3F93B602C9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Chapter 1: roadmap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6BC20D13-6B17-4551-AC27-5B62F01DFA1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1.1 what </a:t>
            </a:r>
            <a:r>
              <a:rPr lang="en-US" altLang="zh-TW" sz="2800" i="1">
                <a:solidFill>
                  <a:srgbClr val="000099"/>
                </a:solidFill>
                <a:ea typeface="新細明體" panose="02020500000000000000" pitchFamily="18" charset="-120"/>
              </a:rPr>
              <a:t>is</a:t>
            </a: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 the Internet?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CC0000"/>
                </a:solidFill>
                <a:ea typeface="新細明體" panose="02020500000000000000" pitchFamily="18" charset="-120"/>
              </a:rPr>
              <a:t>1.2 network edge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800">
                <a:solidFill>
                  <a:srgbClr val="CC0000"/>
                </a:solidFill>
                <a:latin typeface="Gill Sans MT" panose="020B0502020104020203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>
                <a:solidFill>
                  <a:srgbClr val="CC0000"/>
                </a:solidFill>
                <a:latin typeface="Gill Sans MT" panose="020B0502020104020203" pitchFamily="34" charset="0"/>
                <a:ea typeface="新細明體" panose="02020500000000000000" pitchFamily="18" charset="-120"/>
              </a:rPr>
              <a:t>end systems, access networks, links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1.3 </a:t>
            </a:r>
            <a:r>
              <a:rPr lang="en-US" altLang="zh-TW" sz="2800">
                <a:ea typeface="新細明體" panose="02020500000000000000" pitchFamily="18" charset="-120"/>
              </a:rPr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packet switching, circuit switching, network structure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1.4 </a:t>
            </a:r>
            <a:r>
              <a:rPr lang="en-US" altLang="zh-TW" sz="2800">
                <a:ea typeface="新細明體" panose="02020500000000000000" pitchFamily="18" charset="-120"/>
              </a:rPr>
              <a:t>delay, loss, throughput in networks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1.5</a:t>
            </a:r>
            <a:r>
              <a:rPr lang="en-US" altLang="zh-TW" sz="2800">
                <a:ea typeface="新細明體" panose="02020500000000000000" pitchFamily="18" charset="-120"/>
              </a:rPr>
              <a:t> protocol layers, service models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1.6</a:t>
            </a:r>
            <a:r>
              <a:rPr lang="en-US" altLang="zh-TW" sz="2800">
                <a:ea typeface="新細明體" panose="02020500000000000000" pitchFamily="18" charset="-120"/>
              </a:rPr>
              <a:t> networks under attack: security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1.7</a:t>
            </a:r>
            <a:r>
              <a:rPr lang="en-US" altLang="zh-TW" sz="2800">
                <a:ea typeface="新細明體" panose="02020500000000000000" pitchFamily="18" charset="-120"/>
              </a:rPr>
              <a:t> history</a:t>
            </a:r>
          </a:p>
          <a:p>
            <a:pPr eaLnBrk="1" hangingPunct="1"/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27654" name="Slide Number Placeholder 3">
            <a:extLst>
              <a:ext uri="{FF2B5EF4-FFF2-40B4-BE49-F238E27FC236}">
                <a16:creationId xmlns:a16="http://schemas.microsoft.com/office/drawing/2014/main" id="{80DCC45E-321D-423A-B8A9-E4528342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8B9BE942-DC9C-4BB7-B0C4-E478FD82998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>
            <a:extLst>
              <a:ext uri="{FF2B5EF4-FFF2-40B4-BE49-F238E27FC236}">
                <a16:creationId xmlns:a16="http://schemas.microsoft.com/office/drawing/2014/main" id="{BBE2C60B-97C2-48C9-9870-44EBEB5B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CACEE0DE-53C7-4075-8BBE-E8C2C980F9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01613"/>
            <a:ext cx="7772400" cy="892175"/>
          </a:xfrm>
        </p:spPr>
        <p:txBody>
          <a:bodyPr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A closer look at network structure: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EFA1695-F460-4107-8977-CC3A672A71B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7513" y="1381125"/>
            <a:ext cx="4203700" cy="1047750"/>
          </a:xfrm>
        </p:spPr>
        <p:txBody>
          <a:bodyPr/>
          <a:lstStyle/>
          <a:p>
            <a:pPr eaLnBrk="1" hangingPunct="1">
              <a:buSzPct val="75000"/>
              <a:defRPr/>
            </a:pPr>
            <a:r>
              <a:rPr lang="en-US" altLang="zh-TW" i="1" dirty="0">
                <a:solidFill>
                  <a:srgbClr val="CC0000"/>
                </a:solidFill>
                <a:ea typeface="ＭＳ Ｐゴシック" pitchFamily="34" charset="-128"/>
              </a:rPr>
              <a:t>network edge:</a:t>
            </a:r>
          </a:p>
          <a:p>
            <a:pPr lvl="1" eaLnBrk="1" hangingPunct="1">
              <a:buSzPct val="75000"/>
              <a:defRPr/>
            </a:pPr>
            <a:r>
              <a:rPr lang="en-US" altLang="zh-TW" dirty="0">
                <a:ea typeface="ＭＳ Ｐゴシック" pitchFamily="34" charset="-128"/>
              </a:rPr>
              <a:t>hosts: clients and servers</a:t>
            </a:r>
          </a:p>
          <a:p>
            <a:pPr lvl="2" eaLnBrk="1" hangingPunct="1">
              <a:buSzPct val="75000"/>
              <a:defRPr/>
            </a:pPr>
            <a:r>
              <a:rPr lang="en-US" altLang="zh-TW" dirty="0">
                <a:ea typeface="ＭＳ Ｐゴシック" pitchFamily="34" charset="-128"/>
              </a:rPr>
              <a:t>servers often in data centers</a:t>
            </a:r>
          </a:p>
          <a:p>
            <a:pPr>
              <a:spcBef>
                <a:spcPct val="15000"/>
              </a:spcBef>
              <a:defRPr/>
            </a:pPr>
            <a:r>
              <a:rPr lang="en-US" altLang="zh-TW" i="1" dirty="0">
                <a:solidFill>
                  <a:srgbClr val="CC0000"/>
                </a:solidFill>
              </a:rPr>
              <a:t>network core: </a:t>
            </a:r>
          </a:p>
          <a:p>
            <a:pPr marL="628650" lvl="1" indent="-171450">
              <a:spcBef>
                <a:spcPct val="15000"/>
              </a:spcBef>
              <a:buSzPct val="95000"/>
              <a:defRPr/>
            </a:pPr>
            <a:r>
              <a:rPr lang="en-US" altLang="zh-TW" dirty="0"/>
              <a:t>interconnected routers</a:t>
            </a:r>
          </a:p>
          <a:p>
            <a:pPr marL="628650" lvl="1" indent="-171450">
              <a:spcBef>
                <a:spcPct val="15000"/>
              </a:spcBef>
              <a:buSzPct val="95000"/>
              <a:defRPr/>
            </a:pPr>
            <a:r>
              <a:rPr lang="en-US" altLang="zh-TW" dirty="0"/>
              <a:t>network of networks</a:t>
            </a:r>
          </a:p>
          <a:p>
            <a:pPr lvl="1" eaLnBrk="1" hangingPunct="1">
              <a:buSzPct val="75000"/>
              <a:defRPr/>
            </a:pPr>
            <a:endParaRPr lang="en-US" altLang="zh-TW" dirty="0">
              <a:ea typeface="ＭＳ Ｐゴシック" pitchFamily="34" charset="-128"/>
            </a:endParaRPr>
          </a:p>
        </p:txBody>
      </p:sp>
      <p:pic>
        <p:nvPicPr>
          <p:cNvPr id="29701" name="Picture 544" descr="underline_base">
            <a:extLst>
              <a:ext uri="{FF2B5EF4-FFF2-40B4-BE49-F238E27FC236}">
                <a16:creationId xmlns:a16="http://schemas.microsoft.com/office/drawing/2014/main" id="{D919DC6E-B0EA-45F1-8CB5-C05C7B6DBE4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8778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702" name="Group 733">
            <a:extLst>
              <a:ext uri="{FF2B5EF4-FFF2-40B4-BE49-F238E27FC236}">
                <a16:creationId xmlns:a16="http://schemas.microsoft.com/office/drawing/2014/main" id="{F253FAAA-8AE0-48FD-B4F9-A1380C7FC107}"/>
              </a:ext>
            </a:extLst>
          </p:cNvPr>
          <p:cNvGrpSpPr>
            <a:grpSpLocks/>
          </p:cNvGrpSpPr>
          <p:nvPr/>
        </p:nvGrpSpPr>
        <p:grpSpPr bwMode="auto">
          <a:xfrm>
            <a:off x="5202238" y="1384300"/>
            <a:ext cx="3551237" cy="4743450"/>
            <a:chOff x="5202238" y="1384300"/>
            <a:chExt cx="3551237" cy="4743450"/>
          </a:xfrm>
        </p:grpSpPr>
        <p:sp>
          <p:nvSpPr>
            <p:cNvPr id="29704" name="Freeform 415">
              <a:extLst>
                <a:ext uri="{FF2B5EF4-FFF2-40B4-BE49-F238E27FC236}">
                  <a16:creationId xmlns:a16="http://schemas.microsoft.com/office/drawing/2014/main" id="{E66E9F8F-21C8-46BD-96CC-67E5A0E98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6 w 828"/>
                <a:gd name="T1" fmla="*/ 2147483646 h 425"/>
                <a:gd name="T2" fmla="*/ 2147483646 w 828"/>
                <a:gd name="T3" fmla="*/ 2147483646 h 425"/>
                <a:gd name="T4" fmla="*/ 2147483646 w 828"/>
                <a:gd name="T5" fmla="*/ 2147483646 h 425"/>
                <a:gd name="T6" fmla="*/ 2147483646 w 828"/>
                <a:gd name="T7" fmla="*/ 2147483646 h 425"/>
                <a:gd name="T8" fmla="*/ 2147483646 w 828"/>
                <a:gd name="T9" fmla="*/ 2147483646 h 425"/>
                <a:gd name="T10" fmla="*/ 2147483646 w 828"/>
                <a:gd name="T11" fmla="*/ 2147483646 h 425"/>
                <a:gd name="T12" fmla="*/ 2147483646 w 828"/>
                <a:gd name="T13" fmla="*/ 2147483646 h 425"/>
                <a:gd name="T14" fmla="*/ 2147483646 w 828"/>
                <a:gd name="T15" fmla="*/ 2147483646 h 425"/>
                <a:gd name="T16" fmla="*/ 2147483646 w 828"/>
                <a:gd name="T17" fmla="*/ 2147483646 h 425"/>
                <a:gd name="T18" fmla="*/ 2147483646 w 828"/>
                <a:gd name="T19" fmla="*/ 2147483646 h 425"/>
                <a:gd name="T20" fmla="*/ 2147483646 w 828"/>
                <a:gd name="T21" fmla="*/ 2147483646 h 425"/>
                <a:gd name="T22" fmla="*/ 2147483646 w 828"/>
                <a:gd name="T23" fmla="*/ 2147483646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05" name="Freeform 416">
              <a:extLst>
                <a:ext uri="{FF2B5EF4-FFF2-40B4-BE49-F238E27FC236}">
                  <a16:creationId xmlns:a16="http://schemas.microsoft.com/office/drawing/2014/main" id="{C84642EF-F73D-4E55-8917-DF61BE23D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6 w 765"/>
                <a:gd name="T1" fmla="*/ 2147483646 h 459"/>
                <a:gd name="T2" fmla="*/ 2147483646 w 765"/>
                <a:gd name="T3" fmla="*/ 2147483646 h 459"/>
                <a:gd name="T4" fmla="*/ 2147483646 w 765"/>
                <a:gd name="T5" fmla="*/ 2147483646 h 459"/>
                <a:gd name="T6" fmla="*/ 2147483646 w 765"/>
                <a:gd name="T7" fmla="*/ 2147483646 h 459"/>
                <a:gd name="T8" fmla="*/ 2147483646 w 765"/>
                <a:gd name="T9" fmla="*/ 2147483646 h 459"/>
                <a:gd name="T10" fmla="*/ 2147483646 w 765"/>
                <a:gd name="T11" fmla="*/ 2147483646 h 459"/>
                <a:gd name="T12" fmla="*/ 2147483646 w 765"/>
                <a:gd name="T13" fmla="*/ 2147483646 h 459"/>
                <a:gd name="T14" fmla="*/ 2147483646 w 765"/>
                <a:gd name="T15" fmla="*/ 2147483646 h 459"/>
                <a:gd name="T16" fmla="*/ 2147483646 w 765"/>
                <a:gd name="T17" fmla="*/ 2147483646 h 459"/>
                <a:gd name="T18" fmla="*/ 2147483646 w 765"/>
                <a:gd name="T19" fmla="*/ 2147483646 h 459"/>
                <a:gd name="T20" fmla="*/ 2147483646 w 765"/>
                <a:gd name="T21" fmla="*/ 2147483646 h 459"/>
                <a:gd name="T22" fmla="*/ 2147483646 w 765"/>
                <a:gd name="T23" fmla="*/ 2147483646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06" name="Freeform 417">
              <a:extLst>
                <a:ext uri="{FF2B5EF4-FFF2-40B4-BE49-F238E27FC236}">
                  <a16:creationId xmlns:a16="http://schemas.microsoft.com/office/drawing/2014/main" id="{29B7A4A4-0002-41B5-8D2F-28C08FF21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9707" name="Group 418">
              <a:extLst>
                <a:ext uri="{FF2B5EF4-FFF2-40B4-BE49-F238E27FC236}">
                  <a16:creationId xmlns:a16="http://schemas.microsoft.com/office/drawing/2014/main" id="{521F5AEC-6C5B-48FB-B3E9-FCCB5D73E5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30057" name="Rectangle 419">
                <a:extLst>
                  <a:ext uri="{FF2B5EF4-FFF2-40B4-BE49-F238E27FC236}">
                    <a16:creationId xmlns:a16="http://schemas.microsoft.com/office/drawing/2014/main" id="{365F0D79-882C-4463-BED4-75F9229C7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0058" name="AutoShape 420">
                <a:extLst>
                  <a:ext uri="{FF2B5EF4-FFF2-40B4-BE49-F238E27FC236}">
                    <a16:creationId xmlns:a16="http://schemas.microsoft.com/office/drawing/2014/main" id="{77A295AF-A1DF-4443-860F-8746D3612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708" name="Line 421">
              <a:extLst>
                <a:ext uri="{FF2B5EF4-FFF2-40B4-BE49-F238E27FC236}">
                  <a16:creationId xmlns:a16="http://schemas.microsoft.com/office/drawing/2014/main" id="{C91E9D1D-6487-4108-B2A5-601434B66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09" name="Line 422">
              <a:extLst>
                <a:ext uri="{FF2B5EF4-FFF2-40B4-BE49-F238E27FC236}">
                  <a16:creationId xmlns:a16="http://schemas.microsoft.com/office/drawing/2014/main" id="{96DFB6D3-4AD6-4AE1-8051-63BBC9B93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10" name="Line 423">
              <a:extLst>
                <a:ext uri="{FF2B5EF4-FFF2-40B4-BE49-F238E27FC236}">
                  <a16:creationId xmlns:a16="http://schemas.microsoft.com/office/drawing/2014/main" id="{A59CB727-1940-4EBE-B9EA-54FC9C7CDF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11" name="Line 424">
              <a:extLst>
                <a:ext uri="{FF2B5EF4-FFF2-40B4-BE49-F238E27FC236}">
                  <a16:creationId xmlns:a16="http://schemas.microsoft.com/office/drawing/2014/main" id="{347D3A0E-AA3D-4440-83B5-713A88386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12" name="Line 425">
              <a:extLst>
                <a:ext uri="{FF2B5EF4-FFF2-40B4-BE49-F238E27FC236}">
                  <a16:creationId xmlns:a16="http://schemas.microsoft.com/office/drawing/2014/main" id="{E16E736F-222B-4525-B528-8C910426C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13" name="Line 426">
              <a:extLst>
                <a:ext uri="{FF2B5EF4-FFF2-40B4-BE49-F238E27FC236}">
                  <a16:creationId xmlns:a16="http://schemas.microsoft.com/office/drawing/2014/main" id="{2D94506E-B8AF-4DEE-88B9-0196E4256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14" name="Freeform 427">
              <a:extLst>
                <a:ext uri="{FF2B5EF4-FFF2-40B4-BE49-F238E27FC236}">
                  <a16:creationId xmlns:a16="http://schemas.microsoft.com/office/drawing/2014/main" id="{C51929E4-185E-4240-AFEA-4FCDA2186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15" name="Line 428">
              <a:extLst>
                <a:ext uri="{FF2B5EF4-FFF2-40B4-BE49-F238E27FC236}">
                  <a16:creationId xmlns:a16="http://schemas.microsoft.com/office/drawing/2014/main" id="{B72D7371-BEC4-4AD6-966D-EB6A2E74D1F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9716" name="Line 429">
              <a:extLst>
                <a:ext uri="{FF2B5EF4-FFF2-40B4-BE49-F238E27FC236}">
                  <a16:creationId xmlns:a16="http://schemas.microsoft.com/office/drawing/2014/main" id="{EC3C16CE-7385-4034-9AC0-BE504328A6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9717" name="Line 430">
              <a:extLst>
                <a:ext uri="{FF2B5EF4-FFF2-40B4-BE49-F238E27FC236}">
                  <a16:creationId xmlns:a16="http://schemas.microsoft.com/office/drawing/2014/main" id="{64C902B1-ABB2-4D6B-9122-9268F4D199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9718" name="Line 431">
              <a:extLst>
                <a:ext uri="{FF2B5EF4-FFF2-40B4-BE49-F238E27FC236}">
                  <a16:creationId xmlns:a16="http://schemas.microsoft.com/office/drawing/2014/main" id="{F9B43FB3-E512-458D-A91F-65AF77E80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19" name="Line 432">
              <a:extLst>
                <a:ext uri="{FF2B5EF4-FFF2-40B4-BE49-F238E27FC236}">
                  <a16:creationId xmlns:a16="http://schemas.microsoft.com/office/drawing/2014/main" id="{406DDFC3-3743-4AD9-9108-FA4D20F0D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20" name="Line 433">
              <a:extLst>
                <a:ext uri="{FF2B5EF4-FFF2-40B4-BE49-F238E27FC236}">
                  <a16:creationId xmlns:a16="http://schemas.microsoft.com/office/drawing/2014/main" id="{490499E7-A412-49EA-A6F9-4D830C7336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21" name="Line 435">
              <a:extLst>
                <a:ext uri="{FF2B5EF4-FFF2-40B4-BE49-F238E27FC236}">
                  <a16:creationId xmlns:a16="http://schemas.microsoft.com/office/drawing/2014/main" id="{8DB07154-0542-4992-806D-46856604B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22" name="Line 436">
              <a:extLst>
                <a:ext uri="{FF2B5EF4-FFF2-40B4-BE49-F238E27FC236}">
                  <a16:creationId xmlns:a16="http://schemas.microsoft.com/office/drawing/2014/main" id="{C9BB16A8-0B63-4EAD-AE49-7476C618EF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23" name="Line 439">
              <a:extLst>
                <a:ext uri="{FF2B5EF4-FFF2-40B4-BE49-F238E27FC236}">
                  <a16:creationId xmlns:a16="http://schemas.microsoft.com/office/drawing/2014/main" id="{C2CA524B-B8F4-42DC-95D5-D5697B9D4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24" name="Line 440">
              <a:extLst>
                <a:ext uri="{FF2B5EF4-FFF2-40B4-BE49-F238E27FC236}">
                  <a16:creationId xmlns:a16="http://schemas.microsoft.com/office/drawing/2014/main" id="{B3115B23-49FC-43CB-BFDA-EB36557960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25" name="Line 441">
              <a:extLst>
                <a:ext uri="{FF2B5EF4-FFF2-40B4-BE49-F238E27FC236}">
                  <a16:creationId xmlns:a16="http://schemas.microsoft.com/office/drawing/2014/main" id="{E84897A3-BC44-46DF-90D5-699DF883B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26" name="Line 443">
              <a:extLst>
                <a:ext uri="{FF2B5EF4-FFF2-40B4-BE49-F238E27FC236}">
                  <a16:creationId xmlns:a16="http://schemas.microsoft.com/office/drawing/2014/main" id="{2F444AC1-0859-43EC-8615-AA6E4F29F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27" name="Line 444">
              <a:extLst>
                <a:ext uri="{FF2B5EF4-FFF2-40B4-BE49-F238E27FC236}">
                  <a16:creationId xmlns:a16="http://schemas.microsoft.com/office/drawing/2014/main" id="{F7663F8E-474F-4801-AD5F-1AFF7E88F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28" name="Line 445">
              <a:extLst>
                <a:ext uri="{FF2B5EF4-FFF2-40B4-BE49-F238E27FC236}">
                  <a16:creationId xmlns:a16="http://schemas.microsoft.com/office/drawing/2014/main" id="{7D18928D-3D12-44EF-A74D-B78EFF39F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29" name="Line 446">
              <a:extLst>
                <a:ext uri="{FF2B5EF4-FFF2-40B4-BE49-F238E27FC236}">
                  <a16:creationId xmlns:a16="http://schemas.microsoft.com/office/drawing/2014/main" id="{D214E87E-2AD1-4884-B2A3-BF1124F44A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30" name="Line 447">
              <a:extLst>
                <a:ext uri="{FF2B5EF4-FFF2-40B4-BE49-F238E27FC236}">
                  <a16:creationId xmlns:a16="http://schemas.microsoft.com/office/drawing/2014/main" id="{4E9FA86A-79AC-49B5-BCA5-21575910F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31" name="Line 448">
              <a:extLst>
                <a:ext uri="{FF2B5EF4-FFF2-40B4-BE49-F238E27FC236}">
                  <a16:creationId xmlns:a16="http://schemas.microsoft.com/office/drawing/2014/main" id="{F04A83A9-E576-4813-B7F6-D2A8E6DB2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32" name="Line 449">
              <a:extLst>
                <a:ext uri="{FF2B5EF4-FFF2-40B4-BE49-F238E27FC236}">
                  <a16:creationId xmlns:a16="http://schemas.microsoft.com/office/drawing/2014/main" id="{8004AAB4-9662-4927-8E87-294D7F903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33" name="Line 450">
              <a:extLst>
                <a:ext uri="{FF2B5EF4-FFF2-40B4-BE49-F238E27FC236}">
                  <a16:creationId xmlns:a16="http://schemas.microsoft.com/office/drawing/2014/main" id="{BAAC09CD-E75A-46BC-926A-6248F6861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34" name="Line 451">
              <a:extLst>
                <a:ext uri="{FF2B5EF4-FFF2-40B4-BE49-F238E27FC236}">
                  <a16:creationId xmlns:a16="http://schemas.microsoft.com/office/drawing/2014/main" id="{37E89B60-FBA9-4FA0-B78C-060694D067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35" name="Line 452">
              <a:extLst>
                <a:ext uri="{FF2B5EF4-FFF2-40B4-BE49-F238E27FC236}">
                  <a16:creationId xmlns:a16="http://schemas.microsoft.com/office/drawing/2014/main" id="{019A7825-7EBB-4CEB-A3FB-37A9FD641D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736" name="Line 541">
              <a:extLst>
                <a:ext uri="{FF2B5EF4-FFF2-40B4-BE49-F238E27FC236}">
                  <a16:creationId xmlns:a16="http://schemas.microsoft.com/office/drawing/2014/main" id="{A2EA5195-AE39-4101-A7DE-68CF0ED46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9737" name="Group 590">
              <a:extLst>
                <a:ext uri="{FF2B5EF4-FFF2-40B4-BE49-F238E27FC236}">
                  <a16:creationId xmlns:a16="http://schemas.microsoft.com/office/drawing/2014/main" id="{795EDA9C-F163-4A3B-A841-20DDA88097E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30055" name="Picture 591" descr="desktop_computer_stylized_medium">
                <a:extLst>
                  <a:ext uri="{FF2B5EF4-FFF2-40B4-BE49-F238E27FC236}">
                    <a16:creationId xmlns:a16="http://schemas.microsoft.com/office/drawing/2014/main" id="{7857AC9F-F490-47A6-BAEE-B89ED95AE5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56" name="Freeform 592">
                <a:extLst>
                  <a:ext uri="{FF2B5EF4-FFF2-40B4-BE49-F238E27FC236}">
                    <a16:creationId xmlns:a16="http://schemas.microsoft.com/office/drawing/2014/main" id="{A74A2520-6712-4A91-9C21-9C7CCF556C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29738" name="Group 593">
              <a:extLst>
                <a:ext uri="{FF2B5EF4-FFF2-40B4-BE49-F238E27FC236}">
                  <a16:creationId xmlns:a16="http://schemas.microsoft.com/office/drawing/2014/main" id="{0847D80E-8D63-4593-A030-468847AC060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30053" name="Picture 594" descr="desktop_computer_stylized_medium">
                <a:extLst>
                  <a:ext uri="{FF2B5EF4-FFF2-40B4-BE49-F238E27FC236}">
                    <a16:creationId xmlns:a16="http://schemas.microsoft.com/office/drawing/2014/main" id="{C3EBBA75-A068-45D5-BBF2-6484157F3C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54" name="Freeform 595">
                <a:extLst>
                  <a:ext uri="{FF2B5EF4-FFF2-40B4-BE49-F238E27FC236}">
                    <a16:creationId xmlns:a16="http://schemas.microsoft.com/office/drawing/2014/main" id="{C678EA95-65AB-42F3-8386-D4CD36440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29739" name="Group 596">
              <a:extLst>
                <a:ext uri="{FF2B5EF4-FFF2-40B4-BE49-F238E27FC236}">
                  <a16:creationId xmlns:a16="http://schemas.microsoft.com/office/drawing/2014/main" id="{7B7F6145-2386-4628-88F8-3219595D8E0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30051" name="Picture 597" descr="desktop_computer_stylized_medium">
                <a:extLst>
                  <a:ext uri="{FF2B5EF4-FFF2-40B4-BE49-F238E27FC236}">
                    <a16:creationId xmlns:a16="http://schemas.microsoft.com/office/drawing/2014/main" id="{0A0B6DBB-863E-4C01-8CE4-BF07E90473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52" name="Freeform 598">
                <a:extLst>
                  <a:ext uri="{FF2B5EF4-FFF2-40B4-BE49-F238E27FC236}">
                    <a16:creationId xmlns:a16="http://schemas.microsoft.com/office/drawing/2014/main" id="{1C723B27-5AD3-4ED3-9450-AD4CEF28C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29740" name="Group 599">
              <a:extLst>
                <a:ext uri="{FF2B5EF4-FFF2-40B4-BE49-F238E27FC236}">
                  <a16:creationId xmlns:a16="http://schemas.microsoft.com/office/drawing/2014/main" id="{8422BE2A-0A01-4ABC-BC29-2FEEF17AC3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30049" name="Picture 600" descr="desktop_computer_stylized_medium">
                <a:extLst>
                  <a:ext uri="{FF2B5EF4-FFF2-40B4-BE49-F238E27FC236}">
                    <a16:creationId xmlns:a16="http://schemas.microsoft.com/office/drawing/2014/main" id="{CC95A16C-EE89-4754-A7B6-DC425DA7A2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50" name="Freeform 601">
                <a:extLst>
                  <a:ext uri="{FF2B5EF4-FFF2-40B4-BE49-F238E27FC236}">
                    <a16:creationId xmlns:a16="http://schemas.microsoft.com/office/drawing/2014/main" id="{B0E96830-BB49-49DE-BFAD-673E9BA8E0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pic>
          <p:nvPicPr>
            <p:cNvPr id="29741" name="Picture 603" descr="car_icon_small">
              <a:extLst>
                <a:ext uri="{FF2B5EF4-FFF2-40B4-BE49-F238E27FC236}">
                  <a16:creationId xmlns:a16="http://schemas.microsoft.com/office/drawing/2014/main" id="{D58BD011-C559-4C0F-81F9-1235D390AD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9742" name="Group 652">
              <a:extLst>
                <a:ext uri="{FF2B5EF4-FFF2-40B4-BE49-F238E27FC236}">
                  <a16:creationId xmlns:a16="http://schemas.microsoft.com/office/drawing/2014/main" id="{F937172B-D3C8-433B-ADA9-948451F9D1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30047" name="Picture 653" descr="iphone_stylized_small">
                <a:extLst>
                  <a:ext uri="{FF2B5EF4-FFF2-40B4-BE49-F238E27FC236}">
                    <a16:creationId xmlns:a16="http://schemas.microsoft.com/office/drawing/2014/main" id="{E569B28B-5B4A-446D-8E93-01D72358D1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048" name="Picture 654" descr="antenna_radiation_stylized">
                <a:extLst>
                  <a:ext uri="{FF2B5EF4-FFF2-40B4-BE49-F238E27FC236}">
                    <a16:creationId xmlns:a16="http://schemas.microsoft.com/office/drawing/2014/main" id="{6E14A1AB-2D0F-4A67-98A3-BC4E4DA192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743" name="Group 665">
              <a:extLst>
                <a:ext uri="{FF2B5EF4-FFF2-40B4-BE49-F238E27FC236}">
                  <a16:creationId xmlns:a16="http://schemas.microsoft.com/office/drawing/2014/main" id="{60F929DA-74D9-4193-81E8-ABCB957234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30039" name="Oval 407">
                <a:extLst>
                  <a:ext uri="{FF2B5EF4-FFF2-40B4-BE49-F238E27FC236}">
                    <a16:creationId xmlns:a16="http://schemas.microsoft.com/office/drawing/2014/main" id="{D20DF64B-36E7-4526-BB5F-0110FA5643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40" name="Rectangle 410">
                <a:extLst>
                  <a:ext uri="{FF2B5EF4-FFF2-40B4-BE49-F238E27FC236}">
                    <a16:creationId xmlns:a16="http://schemas.microsoft.com/office/drawing/2014/main" id="{179FF2C4-707A-470F-866F-BA743A900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41" name="Oval 411">
                <a:extLst>
                  <a:ext uri="{FF2B5EF4-FFF2-40B4-BE49-F238E27FC236}">
                    <a16:creationId xmlns:a16="http://schemas.microsoft.com/office/drawing/2014/main" id="{569A0F4C-5836-403C-9A71-6C3BF710E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42" name="Group 659">
                <a:extLst>
                  <a:ext uri="{FF2B5EF4-FFF2-40B4-BE49-F238E27FC236}">
                    <a16:creationId xmlns:a16="http://schemas.microsoft.com/office/drawing/2014/main" id="{F47F8F2B-888F-4608-BC59-A4AFC66FAE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45" name="Freeform 660">
                  <a:extLst>
                    <a:ext uri="{FF2B5EF4-FFF2-40B4-BE49-F238E27FC236}">
                      <a16:creationId xmlns:a16="http://schemas.microsoft.com/office/drawing/2014/main" id="{FEE2E94A-333C-43FC-8AED-5523D9A82E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0046" name="Freeform 661">
                  <a:extLst>
                    <a:ext uri="{FF2B5EF4-FFF2-40B4-BE49-F238E27FC236}">
                      <a16:creationId xmlns:a16="http://schemas.microsoft.com/office/drawing/2014/main" id="{0617745E-595E-44C5-8353-878B2D67E8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0043" name="Line 662">
                <a:extLst>
                  <a:ext uri="{FF2B5EF4-FFF2-40B4-BE49-F238E27FC236}">
                    <a16:creationId xmlns:a16="http://schemas.microsoft.com/office/drawing/2014/main" id="{6BDAF5D2-83A8-412D-914B-F65E87C46B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0044" name="Line 663">
                <a:extLst>
                  <a:ext uri="{FF2B5EF4-FFF2-40B4-BE49-F238E27FC236}">
                    <a16:creationId xmlns:a16="http://schemas.microsoft.com/office/drawing/2014/main" id="{83046B9A-686F-40A0-808E-612B1DD744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44" name="Group 666">
              <a:extLst>
                <a:ext uri="{FF2B5EF4-FFF2-40B4-BE49-F238E27FC236}">
                  <a16:creationId xmlns:a16="http://schemas.microsoft.com/office/drawing/2014/main" id="{72EDF03B-761D-4EFB-93C1-80D3ABAA97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30031" name="Oval 407">
                <a:extLst>
                  <a:ext uri="{FF2B5EF4-FFF2-40B4-BE49-F238E27FC236}">
                    <a16:creationId xmlns:a16="http://schemas.microsoft.com/office/drawing/2014/main" id="{DEAECCF0-BC59-40CB-9D97-AECB6344D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32" name="Rectangle 410">
                <a:extLst>
                  <a:ext uri="{FF2B5EF4-FFF2-40B4-BE49-F238E27FC236}">
                    <a16:creationId xmlns:a16="http://schemas.microsoft.com/office/drawing/2014/main" id="{21516892-12AD-4C83-9D34-F98298DB5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33" name="Oval 411">
                <a:extLst>
                  <a:ext uri="{FF2B5EF4-FFF2-40B4-BE49-F238E27FC236}">
                    <a16:creationId xmlns:a16="http://schemas.microsoft.com/office/drawing/2014/main" id="{40E2998E-21AF-41B1-B440-5EF91F2C5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34" name="Group 670">
                <a:extLst>
                  <a:ext uri="{FF2B5EF4-FFF2-40B4-BE49-F238E27FC236}">
                    <a16:creationId xmlns:a16="http://schemas.microsoft.com/office/drawing/2014/main" id="{74E9A6FA-99C2-411F-837C-2223E2BA80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37" name="Freeform 671">
                  <a:extLst>
                    <a:ext uri="{FF2B5EF4-FFF2-40B4-BE49-F238E27FC236}">
                      <a16:creationId xmlns:a16="http://schemas.microsoft.com/office/drawing/2014/main" id="{2E6BE010-B378-46F2-8099-1381696727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0038" name="Freeform 672">
                  <a:extLst>
                    <a:ext uri="{FF2B5EF4-FFF2-40B4-BE49-F238E27FC236}">
                      <a16:creationId xmlns:a16="http://schemas.microsoft.com/office/drawing/2014/main" id="{74E354D0-1AF7-432F-AFF8-D1154317B5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0035" name="Line 673">
                <a:extLst>
                  <a:ext uri="{FF2B5EF4-FFF2-40B4-BE49-F238E27FC236}">
                    <a16:creationId xmlns:a16="http://schemas.microsoft.com/office/drawing/2014/main" id="{5F70EE94-4FD4-4115-ACBD-DB2C837CA5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0036" name="Line 674">
                <a:extLst>
                  <a:ext uri="{FF2B5EF4-FFF2-40B4-BE49-F238E27FC236}">
                    <a16:creationId xmlns:a16="http://schemas.microsoft.com/office/drawing/2014/main" id="{3F01ED73-7D98-47E0-BE14-D482E0010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45" name="Group 675">
              <a:extLst>
                <a:ext uri="{FF2B5EF4-FFF2-40B4-BE49-F238E27FC236}">
                  <a16:creationId xmlns:a16="http://schemas.microsoft.com/office/drawing/2014/main" id="{79A61726-F190-4850-BB64-A72B00E0FB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30023" name="Oval 407">
                <a:extLst>
                  <a:ext uri="{FF2B5EF4-FFF2-40B4-BE49-F238E27FC236}">
                    <a16:creationId xmlns:a16="http://schemas.microsoft.com/office/drawing/2014/main" id="{93AB4571-1253-43E0-8734-2368D997D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24" name="Rectangle 410">
                <a:extLst>
                  <a:ext uri="{FF2B5EF4-FFF2-40B4-BE49-F238E27FC236}">
                    <a16:creationId xmlns:a16="http://schemas.microsoft.com/office/drawing/2014/main" id="{2A8870F9-9D64-40ED-A3D6-D63406C4E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25" name="Oval 411">
                <a:extLst>
                  <a:ext uri="{FF2B5EF4-FFF2-40B4-BE49-F238E27FC236}">
                    <a16:creationId xmlns:a16="http://schemas.microsoft.com/office/drawing/2014/main" id="{A4465482-9D34-44B7-AD4F-732FD3335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26" name="Group 679">
                <a:extLst>
                  <a:ext uri="{FF2B5EF4-FFF2-40B4-BE49-F238E27FC236}">
                    <a16:creationId xmlns:a16="http://schemas.microsoft.com/office/drawing/2014/main" id="{25E85EEA-E859-47FA-9E02-644CF74ECB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29" name="Freeform 680">
                  <a:extLst>
                    <a:ext uri="{FF2B5EF4-FFF2-40B4-BE49-F238E27FC236}">
                      <a16:creationId xmlns:a16="http://schemas.microsoft.com/office/drawing/2014/main" id="{37DF71F3-73FA-4862-9E28-8F71704775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0030" name="Freeform 681">
                  <a:extLst>
                    <a:ext uri="{FF2B5EF4-FFF2-40B4-BE49-F238E27FC236}">
                      <a16:creationId xmlns:a16="http://schemas.microsoft.com/office/drawing/2014/main" id="{359CBA62-1898-4BAE-ABD7-AA03958F4D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0027" name="Line 682">
                <a:extLst>
                  <a:ext uri="{FF2B5EF4-FFF2-40B4-BE49-F238E27FC236}">
                    <a16:creationId xmlns:a16="http://schemas.microsoft.com/office/drawing/2014/main" id="{082D6D72-17F5-4B0F-A835-EC65BAF482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0028" name="Line 683">
                <a:extLst>
                  <a:ext uri="{FF2B5EF4-FFF2-40B4-BE49-F238E27FC236}">
                    <a16:creationId xmlns:a16="http://schemas.microsoft.com/office/drawing/2014/main" id="{3EA5E2B2-68D5-4529-88EA-77A9CBDDA7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46" name="Group 684">
              <a:extLst>
                <a:ext uri="{FF2B5EF4-FFF2-40B4-BE49-F238E27FC236}">
                  <a16:creationId xmlns:a16="http://schemas.microsoft.com/office/drawing/2014/main" id="{9D3FE18D-88D1-4012-8504-6483357335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30015" name="Oval 407">
                <a:extLst>
                  <a:ext uri="{FF2B5EF4-FFF2-40B4-BE49-F238E27FC236}">
                    <a16:creationId xmlns:a16="http://schemas.microsoft.com/office/drawing/2014/main" id="{1C7822D4-1F1F-403B-B48B-E389DDD0B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6" name="Rectangle 410">
                <a:extLst>
                  <a:ext uri="{FF2B5EF4-FFF2-40B4-BE49-F238E27FC236}">
                    <a16:creationId xmlns:a16="http://schemas.microsoft.com/office/drawing/2014/main" id="{49BE76A5-0ABD-4338-8009-7E25FF3CF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7" name="Oval 411">
                <a:extLst>
                  <a:ext uri="{FF2B5EF4-FFF2-40B4-BE49-F238E27FC236}">
                    <a16:creationId xmlns:a16="http://schemas.microsoft.com/office/drawing/2014/main" id="{AD9D5ABF-BEBA-4302-BC52-E11006AA6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18" name="Group 688">
                <a:extLst>
                  <a:ext uri="{FF2B5EF4-FFF2-40B4-BE49-F238E27FC236}">
                    <a16:creationId xmlns:a16="http://schemas.microsoft.com/office/drawing/2014/main" id="{FA0F81DD-9CE2-48DF-AF3C-1AED6AEC45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21" name="Freeform 689">
                  <a:extLst>
                    <a:ext uri="{FF2B5EF4-FFF2-40B4-BE49-F238E27FC236}">
                      <a16:creationId xmlns:a16="http://schemas.microsoft.com/office/drawing/2014/main" id="{693437AC-5075-40E6-9066-11DE575DDE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0022" name="Freeform 690">
                  <a:extLst>
                    <a:ext uri="{FF2B5EF4-FFF2-40B4-BE49-F238E27FC236}">
                      <a16:creationId xmlns:a16="http://schemas.microsoft.com/office/drawing/2014/main" id="{291CC2C4-B778-4B0B-9E0C-E9E6896967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0019" name="Line 691">
                <a:extLst>
                  <a:ext uri="{FF2B5EF4-FFF2-40B4-BE49-F238E27FC236}">
                    <a16:creationId xmlns:a16="http://schemas.microsoft.com/office/drawing/2014/main" id="{588A3CB5-2A7C-4D51-A05E-C5D412CFC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0020" name="Line 692">
                <a:extLst>
                  <a:ext uri="{FF2B5EF4-FFF2-40B4-BE49-F238E27FC236}">
                    <a16:creationId xmlns:a16="http://schemas.microsoft.com/office/drawing/2014/main" id="{579826BF-F65A-49FD-B52E-824901430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29747" name="Line 693">
              <a:extLst>
                <a:ext uri="{FF2B5EF4-FFF2-40B4-BE49-F238E27FC236}">
                  <a16:creationId xmlns:a16="http://schemas.microsoft.com/office/drawing/2014/main" id="{8CAE766D-CBD0-46ED-BDED-0B69C74EC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9748" name="Group 694">
              <a:extLst>
                <a:ext uri="{FF2B5EF4-FFF2-40B4-BE49-F238E27FC236}">
                  <a16:creationId xmlns:a16="http://schemas.microsoft.com/office/drawing/2014/main" id="{C7D46B4C-0DA1-4B9D-91B7-7BE1724BB1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30007" name="Oval 407">
                <a:extLst>
                  <a:ext uri="{FF2B5EF4-FFF2-40B4-BE49-F238E27FC236}">
                    <a16:creationId xmlns:a16="http://schemas.microsoft.com/office/drawing/2014/main" id="{3533C696-0601-44A7-A5E5-9E2A1AA7D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08" name="Rectangle 410">
                <a:extLst>
                  <a:ext uri="{FF2B5EF4-FFF2-40B4-BE49-F238E27FC236}">
                    <a16:creationId xmlns:a16="http://schemas.microsoft.com/office/drawing/2014/main" id="{C5FE058F-0073-4892-A4BB-5ECC220459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09" name="Oval 411">
                <a:extLst>
                  <a:ext uri="{FF2B5EF4-FFF2-40B4-BE49-F238E27FC236}">
                    <a16:creationId xmlns:a16="http://schemas.microsoft.com/office/drawing/2014/main" id="{3010E704-304B-496F-AC83-E530B7D10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10" name="Group 698">
                <a:extLst>
                  <a:ext uri="{FF2B5EF4-FFF2-40B4-BE49-F238E27FC236}">
                    <a16:creationId xmlns:a16="http://schemas.microsoft.com/office/drawing/2014/main" id="{E3382B1E-84BD-442B-8DF2-89C8191FC7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13" name="Freeform 699">
                  <a:extLst>
                    <a:ext uri="{FF2B5EF4-FFF2-40B4-BE49-F238E27FC236}">
                      <a16:creationId xmlns:a16="http://schemas.microsoft.com/office/drawing/2014/main" id="{EE5A9716-830D-4AC3-89C5-ED489853BA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0014" name="Freeform 700">
                  <a:extLst>
                    <a:ext uri="{FF2B5EF4-FFF2-40B4-BE49-F238E27FC236}">
                      <a16:creationId xmlns:a16="http://schemas.microsoft.com/office/drawing/2014/main" id="{6641D6AF-0066-465C-848F-F88C8628DD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0011" name="Line 701">
                <a:extLst>
                  <a:ext uri="{FF2B5EF4-FFF2-40B4-BE49-F238E27FC236}">
                    <a16:creationId xmlns:a16="http://schemas.microsoft.com/office/drawing/2014/main" id="{8BAF1174-4E3E-4B81-9A0B-D1C96B4957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0012" name="Line 702">
                <a:extLst>
                  <a:ext uri="{FF2B5EF4-FFF2-40B4-BE49-F238E27FC236}">
                    <a16:creationId xmlns:a16="http://schemas.microsoft.com/office/drawing/2014/main" id="{B32F51E2-594A-46C9-A34A-AAEEC4F896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49" name="Group 712">
              <a:extLst>
                <a:ext uri="{FF2B5EF4-FFF2-40B4-BE49-F238E27FC236}">
                  <a16:creationId xmlns:a16="http://schemas.microsoft.com/office/drawing/2014/main" id="{3FA74BBD-8575-40B4-AAB5-ABA7974342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29999" name="Oval 407">
                <a:extLst>
                  <a:ext uri="{FF2B5EF4-FFF2-40B4-BE49-F238E27FC236}">
                    <a16:creationId xmlns:a16="http://schemas.microsoft.com/office/drawing/2014/main" id="{2906A7A1-CA90-4B2B-9C50-10BB0264E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00" name="Rectangle 410">
                <a:extLst>
                  <a:ext uri="{FF2B5EF4-FFF2-40B4-BE49-F238E27FC236}">
                    <a16:creationId xmlns:a16="http://schemas.microsoft.com/office/drawing/2014/main" id="{CA4D4D68-AFC7-4641-BD90-CCDD06406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01" name="Oval 411">
                <a:extLst>
                  <a:ext uri="{FF2B5EF4-FFF2-40B4-BE49-F238E27FC236}">
                    <a16:creationId xmlns:a16="http://schemas.microsoft.com/office/drawing/2014/main" id="{C8215C8D-B68B-4E9E-B58E-4BCBDD4D5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02" name="Group 716">
                <a:extLst>
                  <a:ext uri="{FF2B5EF4-FFF2-40B4-BE49-F238E27FC236}">
                    <a16:creationId xmlns:a16="http://schemas.microsoft.com/office/drawing/2014/main" id="{AED26180-6AC8-4D34-B738-B6BF3D6440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05" name="Freeform 717">
                  <a:extLst>
                    <a:ext uri="{FF2B5EF4-FFF2-40B4-BE49-F238E27FC236}">
                      <a16:creationId xmlns:a16="http://schemas.microsoft.com/office/drawing/2014/main" id="{4DA0F36A-BC65-424E-9908-018E9FBE1D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0006" name="Freeform 718">
                  <a:extLst>
                    <a:ext uri="{FF2B5EF4-FFF2-40B4-BE49-F238E27FC236}">
                      <a16:creationId xmlns:a16="http://schemas.microsoft.com/office/drawing/2014/main" id="{C051B3F9-985A-41DD-9109-9247D21305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0003" name="Line 719">
                <a:extLst>
                  <a:ext uri="{FF2B5EF4-FFF2-40B4-BE49-F238E27FC236}">
                    <a16:creationId xmlns:a16="http://schemas.microsoft.com/office/drawing/2014/main" id="{94EE2E98-08BE-411A-8A9B-7C078B67C3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0004" name="Line 720">
                <a:extLst>
                  <a:ext uri="{FF2B5EF4-FFF2-40B4-BE49-F238E27FC236}">
                    <a16:creationId xmlns:a16="http://schemas.microsoft.com/office/drawing/2014/main" id="{9CC1BF9F-DB99-4394-8CCC-1045DEEB0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50" name="Group 721">
              <a:extLst>
                <a:ext uri="{FF2B5EF4-FFF2-40B4-BE49-F238E27FC236}">
                  <a16:creationId xmlns:a16="http://schemas.microsoft.com/office/drawing/2014/main" id="{EA952EB3-405C-49AE-B858-6E518C2383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29991" name="Oval 407">
                <a:extLst>
                  <a:ext uri="{FF2B5EF4-FFF2-40B4-BE49-F238E27FC236}">
                    <a16:creationId xmlns:a16="http://schemas.microsoft.com/office/drawing/2014/main" id="{A1498501-70FF-4DD0-AE7B-531E0D35F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92" name="Rectangle 410">
                <a:extLst>
                  <a:ext uri="{FF2B5EF4-FFF2-40B4-BE49-F238E27FC236}">
                    <a16:creationId xmlns:a16="http://schemas.microsoft.com/office/drawing/2014/main" id="{FD4692AB-9184-47C6-A98F-D8B9D8D2B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93" name="Oval 411">
                <a:extLst>
                  <a:ext uri="{FF2B5EF4-FFF2-40B4-BE49-F238E27FC236}">
                    <a16:creationId xmlns:a16="http://schemas.microsoft.com/office/drawing/2014/main" id="{36952B92-2936-4D94-A23A-71617055E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94" name="Group 725">
                <a:extLst>
                  <a:ext uri="{FF2B5EF4-FFF2-40B4-BE49-F238E27FC236}">
                    <a16:creationId xmlns:a16="http://schemas.microsoft.com/office/drawing/2014/main" id="{C2CBCC99-777F-4C18-988B-B9C4F34E84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97" name="Freeform 726">
                  <a:extLst>
                    <a:ext uri="{FF2B5EF4-FFF2-40B4-BE49-F238E27FC236}">
                      <a16:creationId xmlns:a16="http://schemas.microsoft.com/office/drawing/2014/main" id="{CF61311D-AB55-4544-9E5E-FFDF8EA19F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998" name="Freeform 727">
                  <a:extLst>
                    <a:ext uri="{FF2B5EF4-FFF2-40B4-BE49-F238E27FC236}">
                      <a16:creationId xmlns:a16="http://schemas.microsoft.com/office/drawing/2014/main" id="{19231402-BCE9-4924-92E7-1FABFB5BFD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9995" name="Line 728">
                <a:extLst>
                  <a:ext uri="{FF2B5EF4-FFF2-40B4-BE49-F238E27FC236}">
                    <a16:creationId xmlns:a16="http://schemas.microsoft.com/office/drawing/2014/main" id="{8844F326-75FC-4947-BA1D-97E2984FE7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996" name="Line 729">
                <a:extLst>
                  <a:ext uri="{FF2B5EF4-FFF2-40B4-BE49-F238E27FC236}">
                    <a16:creationId xmlns:a16="http://schemas.microsoft.com/office/drawing/2014/main" id="{B3681B21-263C-4186-A395-7880AC3C6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51" name="Group 730">
              <a:extLst>
                <a:ext uri="{FF2B5EF4-FFF2-40B4-BE49-F238E27FC236}">
                  <a16:creationId xmlns:a16="http://schemas.microsoft.com/office/drawing/2014/main" id="{E392101D-666F-49B2-8CF8-418ACED80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29983" name="Oval 407">
                <a:extLst>
                  <a:ext uri="{FF2B5EF4-FFF2-40B4-BE49-F238E27FC236}">
                    <a16:creationId xmlns:a16="http://schemas.microsoft.com/office/drawing/2014/main" id="{FE2AA88C-C9A5-42CD-B2D2-6D5A1A48B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84" name="Rectangle 410">
                <a:extLst>
                  <a:ext uri="{FF2B5EF4-FFF2-40B4-BE49-F238E27FC236}">
                    <a16:creationId xmlns:a16="http://schemas.microsoft.com/office/drawing/2014/main" id="{C53D0B62-81B8-4F4D-B06C-51E86D04DE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85" name="Oval 411">
                <a:extLst>
                  <a:ext uri="{FF2B5EF4-FFF2-40B4-BE49-F238E27FC236}">
                    <a16:creationId xmlns:a16="http://schemas.microsoft.com/office/drawing/2014/main" id="{03F9F017-C122-4580-85DE-63B1ABC98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86" name="Group 734">
                <a:extLst>
                  <a:ext uri="{FF2B5EF4-FFF2-40B4-BE49-F238E27FC236}">
                    <a16:creationId xmlns:a16="http://schemas.microsoft.com/office/drawing/2014/main" id="{9C9607AE-262E-48EA-AEEF-82B4148175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89" name="Freeform 735">
                  <a:extLst>
                    <a:ext uri="{FF2B5EF4-FFF2-40B4-BE49-F238E27FC236}">
                      <a16:creationId xmlns:a16="http://schemas.microsoft.com/office/drawing/2014/main" id="{94F966BD-0C65-4F75-A5EA-AFC9FEEA3B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990" name="Freeform 736">
                  <a:extLst>
                    <a:ext uri="{FF2B5EF4-FFF2-40B4-BE49-F238E27FC236}">
                      <a16:creationId xmlns:a16="http://schemas.microsoft.com/office/drawing/2014/main" id="{6DF70953-F582-47D9-867F-A94881595D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9987" name="Line 737">
                <a:extLst>
                  <a:ext uri="{FF2B5EF4-FFF2-40B4-BE49-F238E27FC236}">
                    <a16:creationId xmlns:a16="http://schemas.microsoft.com/office/drawing/2014/main" id="{019A33FB-5ADB-4365-94BB-051C633256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988" name="Line 738">
                <a:extLst>
                  <a:ext uri="{FF2B5EF4-FFF2-40B4-BE49-F238E27FC236}">
                    <a16:creationId xmlns:a16="http://schemas.microsoft.com/office/drawing/2014/main" id="{936544E6-AE23-48A2-B568-C5E397D4D3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52" name="Group 739">
              <a:extLst>
                <a:ext uri="{FF2B5EF4-FFF2-40B4-BE49-F238E27FC236}">
                  <a16:creationId xmlns:a16="http://schemas.microsoft.com/office/drawing/2014/main" id="{74F187CC-F5D3-46DD-BD31-B692AB6D7D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29975" name="Oval 407">
                <a:extLst>
                  <a:ext uri="{FF2B5EF4-FFF2-40B4-BE49-F238E27FC236}">
                    <a16:creationId xmlns:a16="http://schemas.microsoft.com/office/drawing/2014/main" id="{0603D285-EF59-4292-8A5F-8AB05E3D1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76" name="Rectangle 410">
                <a:extLst>
                  <a:ext uri="{FF2B5EF4-FFF2-40B4-BE49-F238E27FC236}">
                    <a16:creationId xmlns:a16="http://schemas.microsoft.com/office/drawing/2014/main" id="{E602D509-B1D7-492F-93C5-ABB3CCE45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77" name="Oval 411">
                <a:extLst>
                  <a:ext uri="{FF2B5EF4-FFF2-40B4-BE49-F238E27FC236}">
                    <a16:creationId xmlns:a16="http://schemas.microsoft.com/office/drawing/2014/main" id="{03DD2393-B834-4843-B3A0-D6B6AE93C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78" name="Group 743">
                <a:extLst>
                  <a:ext uri="{FF2B5EF4-FFF2-40B4-BE49-F238E27FC236}">
                    <a16:creationId xmlns:a16="http://schemas.microsoft.com/office/drawing/2014/main" id="{C119C994-9058-4175-A7AC-65267F882D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81" name="Freeform 744">
                  <a:extLst>
                    <a:ext uri="{FF2B5EF4-FFF2-40B4-BE49-F238E27FC236}">
                      <a16:creationId xmlns:a16="http://schemas.microsoft.com/office/drawing/2014/main" id="{428F402B-1380-49EA-8A5C-72586E14BE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982" name="Freeform 745">
                  <a:extLst>
                    <a:ext uri="{FF2B5EF4-FFF2-40B4-BE49-F238E27FC236}">
                      <a16:creationId xmlns:a16="http://schemas.microsoft.com/office/drawing/2014/main" id="{2EF8CE6F-5537-4B09-8B74-E4C4BD3961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9979" name="Line 746">
                <a:extLst>
                  <a:ext uri="{FF2B5EF4-FFF2-40B4-BE49-F238E27FC236}">
                    <a16:creationId xmlns:a16="http://schemas.microsoft.com/office/drawing/2014/main" id="{BF7E46A1-D10A-49EA-8298-5E8A2AA745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980" name="Line 747">
                <a:extLst>
                  <a:ext uri="{FF2B5EF4-FFF2-40B4-BE49-F238E27FC236}">
                    <a16:creationId xmlns:a16="http://schemas.microsoft.com/office/drawing/2014/main" id="{407BDB89-67BF-4FE5-80CB-62AD7C68E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53" name="Group 748">
              <a:extLst>
                <a:ext uri="{FF2B5EF4-FFF2-40B4-BE49-F238E27FC236}">
                  <a16:creationId xmlns:a16="http://schemas.microsoft.com/office/drawing/2014/main" id="{02BC8FF3-18B2-4BF2-9CBF-CEBA6BD3BF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29967" name="Oval 407">
                <a:extLst>
                  <a:ext uri="{FF2B5EF4-FFF2-40B4-BE49-F238E27FC236}">
                    <a16:creationId xmlns:a16="http://schemas.microsoft.com/office/drawing/2014/main" id="{3986608C-02E1-4D1D-A480-53F7DE5F0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68" name="Rectangle 410">
                <a:extLst>
                  <a:ext uri="{FF2B5EF4-FFF2-40B4-BE49-F238E27FC236}">
                    <a16:creationId xmlns:a16="http://schemas.microsoft.com/office/drawing/2014/main" id="{D115DC0A-37D9-438A-85A6-C06EAD00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69" name="Oval 411">
                <a:extLst>
                  <a:ext uri="{FF2B5EF4-FFF2-40B4-BE49-F238E27FC236}">
                    <a16:creationId xmlns:a16="http://schemas.microsoft.com/office/drawing/2014/main" id="{B5774A02-D51C-4ACA-9C4F-63CB3B4F40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70" name="Group 752">
                <a:extLst>
                  <a:ext uri="{FF2B5EF4-FFF2-40B4-BE49-F238E27FC236}">
                    <a16:creationId xmlns:a16="http://schemas.microsoft.com/office/drawing/2014/main" id="{5FC63E44-5DC1-436B-B3C7-B31660A1FA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73" name="Freeform 753">
                  <a:extLst>
                    <a:ext uri="{FF2B5EF4-FFF2-40B4-BE49-F238E27FC236}">
                      <a16:creationId xmlns:a16="http://schemas.microsoft.com/office/drawing/2014/main" id="{82B350E5-23A1-479D-A430-41F540CFE8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974" name="Freeform 754">
                  <a:extLst>
                    <a:ext uri="{FF2B5EF4-FFF2-40B4-BE49-F238E27FC236}">
                      <a16:creationId xmlns:a16="http://schemas.microsoft.com/office/drawing/2014/main" id="{2B4CE605-D323-4D80-BF84-273486396E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9971" name="Line 755">
                <a:extLst>
                  <a:ext uri="{FF2B5EF4-FFF2-40B4-BE49-F238E27FC236}">
                    <a16:creationId xmlns:a16="http://schemas.microsoft.com/office/drawing/2014/main" id="{A5B9EBD9-B5A7-490B-8F36-0241B922B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972" name="Line 756">
                <a:extLst>
                  <a:ext uri="{FF2B5EF4-FFF2-40B4-BE49-F238E27FC236}">
                    <a16:creationId xmlns:a16="http://schemas.microsoft.com/office/drawing/2014/main" id="{410C5DB8-2D29-47B7-AB6F-A92405CA0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54" name="Group 757">
              <a:extLst>
                <a:ext uri="{FF2B5EF4-FFF2-40B4-BE49-F238E27FC236}">
                  <a16:creationId xmlns:a16="http://schemas.microsoft.com/office/drawing/2014/main" id="{16751242-AE63-4CA3-8CBB-94D7F1EE35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29959" name="Oval 407">
                <a:extLst>
                  <a:ext uri="{FF2B5EF4-FFF2-40B4-BE49-F238E27FC236}">
                    <a16:creationId xmlns:a16="http://schemas.microsoft.com/office/drawing/2014/main" id="{AE4DB4A9-FD3A-47BA-9352-DDBBFAB38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60" name="Rectangle 410">
                <a:extLst>
                  <a:ext uri="{FF2B5EF4-FFF2-40B4-BE49-F238E27FC236}">
                    <a16:creationId xmlns:a16="http://schemas.microsoft.com/office/drawing/2014/main" id="{F65BC81F-FA90-46BA-BD24-519A262DDB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61" name="Oval 411">
                <a:extLst>
                  <a:ext uri="{FF2B5EF4-FFF2-40B4-BE49-F238E27FC236}">
                    <a16:creationId xmlns:a16="http://schemas.microsoft.com/office/drawing/2014/main" id="{569097F7-CDDB-4170-80C8-50368C632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62" name="Group 761">
                <a:extLst>
                  <a:ext uri="{FF2B5EF4-FFF2-40B4-BE49-F238E27FC236}">
                    <a16:creationId xmlns:a16="http://schemas.microsoft.com/office/drawing/2014/main" id="{FBEB9806-F1A3-4DC1-8F54-B94C895B52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65" name="Freeform 762">
                  <a:extLst>
                    <a:ext uri="{FF2B5EF4-FFF2-40B4-BE49-F238E27FC236}">
                      <a16:creationId xmlns:a16="http://schemas.microsoft.com/office/drawing/2014/main" id="{F3EEF444-7EA2-4CDB-8A83-94EACF2D65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966" name="Freeform 763">
                  <a:extLst>
                    <a:ext uri="{FF2B5EF4-FFF2-40B4-BE49-F238E27FC236}">
                      <a16:creationId xmlns:a16="http://schemas.microsoft.com/office/drawing/2014/main" id="{63A76F3B-928E-465A-B178-BA7656271D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9963" name="Line 764">
                <a:extLst>
                  <a:ext uri="{FF2B5EF4-FFF2-40B4-BE49-F238E27FC236}">
                    <a16:creationId xmlns:a16="http://schemas.microsoft.com/office/drawing/2014/main" id="{6E900C9D-F265-42CA-9A6B-8B5E6AB57A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964" name="Line 765">
                <a:extLst>
                  <a:ext uri="{FF2B5EF4-FFF2-40B4-BE49-F238E27FC236}">
                    <a16:creationId xmlns:a16="http://schemas.microsoft.com/office/drawing/2014/main" id="{3592B1CB-2659-4521-B44C-CB38D0C396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55" name="Group 767">
              <a:extLst>
                <a:ext uri="{FF2B5EF4-FFF2-40B4-BE49-F238E27FC236}">
                  <a16:creationId xmlns:a16="http://schemas.microsoft.com/office/drawing/2014/main" id="{EDFEDC5B-EB7E-4969-A479-CA99946B77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29951" name="Oval 407">
                <a:extLst>
                  <a:ext uri="{FF2B5EF4-FFF2-40B4-BE49-F238E27FC236}">
                    <a16:creationId xmlns:a16="http://schemas.microsoft.com/office/drawing/2014/main" id="{EBEC8BB3-64C2-40EE-A1D8-1757C0AC9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52" name="Rectangle 410">
                <a:extLst>
                  <a:ext uri="{FF2B5EF4-FFF2-40B4-BE49-F238E27FC236}">
                    <a16:creationId xmlns:a16="http://schemas.microsoft.com/office/drawing/2014/main" id="{0D929CFC-9510-495E-86B9-201B7F295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53" name="Oval 411">
                <a:extLst>
                  <a:ext uri="{FF2B5EF4-FFF2-40B4-BE49-F238E27FC236}">
                    <a16:creationId xmlns:a16="http://schemas.microsoft.com/office/drawing/2014/main" id="{DE820E02-D960-4547-B745-B5B81D9735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54" name="Group 771">
                <a:extLst>
                  <a:ext uri="{FF2B5EF4-FFF2-40B4-BE49-F238E27FC236}">
                    <a16:creationId xmlns:a16="http://schemas.microsoft.com/office/drawing/2014/main" id="{F9171F8F-D6A3-407D-8C1D-A86228A208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57" name="Freeform 772">
                  <a:extLst>
                    <a:ext uri="{FF2B5EF4-FFF2-40B4-BE49-F238E27FC236}">
                      <a16:creationId xmlns:a16="http://schemas.microsoft.com/office/drawing/2014/main" id="{04565ABA-B0FE-452B-9276-3862C6E2A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958" name="Freeform 773">
                  <a:extLst>
                    <a:ext uri="{FF2B5EF4-FFF2-40B4-BE49-F238E27FC236}">
                      <a16:creationId xmlns:a16="http://schemas.microsoft.com/office/drawing/2014/main" id="{A486111D-62B3-4700-96E4-6BEBF2A1AA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9955" name="Line 774">
                <a:extLst>
                  <a:ext uri="{FF2B5EF4-FFF2-40B4-BE49-F238E27FC236}">
                    <a16:creationId xmlns:a16="http://schemas.microsoft.com/office/drawing/2014/main" id="{88842626-7A01-4634-B0F6-BC164B31B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956" name="Line 775">
                <a:extLst>
                  <a:ext uri="{FF2B5EF4-FFF2-40B4-BE49-F238E27FC236}">
                    <a16:creationId xmlns:a16="http://schemas.microsoft.com/office/drawing/2014/main" id="{D1253162-E1BA-45CE-B05A-091134413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56" name="Group 776">
              <a:extLst>
                <a:ext uri="{FF2B5EF4-FFF2-40B4-BE49-F238E27FC236}">
                  <a16:creationId xmlns:a16="http://schemas.microsoft.com/office/drawing/2014/main" id="{2089E070-BF66-4DC9-83FE-AB6B2F0BF2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29949" name="Picture 777" descr="access_point_stylized_small">
                <a:extLst>
                  <a:ext uri="{FF2B5EF4-FFF2-40B4-BE49-F238E27FC236}">
                    <a16:creationId xmlns:a16="http://schemas.microsoft.com/office/drawing/2014/main" id="{1AB21739-602B-436F-A920-2A234B58AE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950" name="Picture 778" descr="antenna_radiation_stylized">
                <a:extLst>
                  <a:ext uri="{FF2B5EF4-FFF2-40B4-BE49-F238E27FC236}">
                    <a16:creationId xmlns:a16="http://schemas.microsoft.com/office/drawing/2014/main" id="{6744FB3A-AD43-425B-9FF9-5F63F36C37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757" name="Group 779">
              <a:extLst>
                <a:ext uri="{FF2B5EF4-FFF2-40B4-BE49-F238E27FC236}">
                  <a16:creationId xmlns:a16="http://schemas.microsoft.com/office/drawing/2014/main" id="{21341A9E-EDB4-4942-995C-D7AFFB820E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29947" name="Picture 780" descr="access_point_stylized_small">
                <a:extLst>
                  <a:ext uri="{FF2B5EF4-FFF2-40B4-BE49-F238E27FC236}">
                    <a16:creationId xmlns:a16="http://schemas.microsoft.com/office/drawing/2014/main" id="{BF5E4A7F-3BC5-47A2-833D-E0D7EF896D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948" name="Picture 781" descr="antenna_radiation_stylized">
                <a:extLst>
                  <a:ext uri="{FF2B5EF4-FFF2-40B4-BE49-F238E27FC236}">
                    <a16:creationId xmlns:a16="http://schemas.microsoft.com/office/drawing/2014/main" id="{82E6152C-073D-4917-B413-8932EE0EF1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758" name="Group 782">
              <a:extLst>
                <a:ext uri="{FF2B5EF4-FFF2-40B4-BE49-F238E27FC236}">
                  <a16:creationId xmlns:a16="http://schemas.microsoft.com/office/drawing/2014/main" id="{26049BBB-6BE0-4D50-AAA3-AE9B79ED1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29929" name="Group 783">
                <a:extLst>
                  <a:ext uri="{FF2B5EF4-FFF2-40B4-BE49-F238E27FC236}">
                    <a16:creationId xmlns:a16="http://schemas.microsoft.com/office/drawing/2014/main" id="{000CCE55-B82C-4779-B4C9-CBC74170B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9932" name="Line 270">
                  <a:extLst>
                    <a:ext uri="{FF2B5EF4-FFF2-40B4-BE49-F238E27FC236}">
                      <a16:creationId xmlns:a16="http://schemas.microsoft.com/office/drawing/2014/main" id="{4EC135F4-D1DD-4025-9F7D-771534CB95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33" name="Line 271">
                  <a:extLst>
                    <a:ext uri="{FF2B5EF4-FFF2-40B4-BE49-F238E27FC236}">
                      <a16:creationId xmlns:a16="http://schemas.microsoft.com/office/drawing/2014/main" id="{99A29746-2382-49A9-A889-F2A574EE11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34" name="Line 272">
                  <a:extLst>
                    <a:ext uri="{FF2B5EF4-FFF2-40B4-BE49-F238E27FC236}">
                      <a16:creationId xmlns:a16="http://schemas.microsoft.com/office/drawing/2014/main" id="{942C3229-8060-4692-8179-4AB31CFB43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35" name="Line 273">
                  <a:extLst>
                    <a:ext uri="{FF2B5EF4-FFF2-40B4-BE49-F238E27FC236}">
                      <a16:creationId xmlns:a16="http://schemas.microsoft.com/office/drawing/2014/main" id="{8B89C8DA-8BD9-4896-88E2-92E40E24CB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36" name="Line 274">
                  <a:extLst>
                    <a:ext uri="{FF2B5EF4-FFF2-40B4-BE49-F238E27FC236}">
                      <a16:creationId xmlns:a16="http://schemas.microsoft.com/office/drawing/2014/main" id="{0D1087AB-6047-40E2-B8C2-29DAAC5FF1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37" name="Line 275">
                  <a:extLst>
                    <a:ext uri="{FF2B5EF4-FFF2-40B4-BE49-F238E27FC236}">
                      <a16:creationId xmlns:a16="http://schemas.microsoft.com/office/drawing/2014/main" id="{D62BC82B-C67A-4152-A3CF-B2BD19A51F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38" name="Line 276">
                  <a:extLst>
                    <a:ext uri="{FF2B5EF4-FFF2-40B4-BE49-F238E27FC236}">
                      <a16:creationId xmlns:a16="http://schemas.microsoft.com/office/drawing/2014/main" id="{BD879773-9A72-420D-8024-90DDEAFD62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39" name="Line 277">
                  <a:extLst>
                    <a:ext uri="{FF2B5EF4-FFF2-40B4-BE49-F238E27FC236}">
                      <a16:creationId xmlns:a16="http://schemas.microsoft.com/office/drawing/2014/main" id="{49BC2D82-963E-4CE4-8C62-53A0DF6131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40" name="Line 278">
                  <a:extLst>
                    <a:ext uri="{FF2B5EF4-FFF2-40B4-BE49-F238E27FC236}">
                      <a16:creationId xmlns:a16="http://schemas.microsoft.com/office/drawing/2014/main" id="{E05D55E0-D33F-4B20-8AB3-F740670E68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41" name="Line 279">
                  <a:extLst>
                    <a:ext uri="{FF2B5EF4-FFF2-40B4-BE49-F238E27FC236}">
                      <a16:creationId xmlns:a16="http://schemas.microsoft.com/office/drawing/2014/main" id="{B6F04044-6C74-44F7-B2A6-169D77AA7B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42" name="Line 280">
                  <a:extLst>
                    <a:ext uri="{FF2B5EF4-FFF2-40B4-BE49-F238E27FC236}">
                      <a16:creationId xmlns:a16="http://schemas.microsoft.com/office/drawing/2014/main" id="{9716773A-B9C9-41F1-B10A-A9A2C9A8B0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43" name="Line 281">
                  <a:extLst>
                    <a:ext uri="{FF2B5EF4-FFF2-40B4-BE49-F238E27FC236}">
                      <a16:creationId xmlns:a16="http://schemas.microsoft.com/office/drawing/2014/main" id="{6E059C1A-6087-4A02-92C3-032EBA9558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44" name="Line 282">
                  <a:extLst>
                    <a:ext uri="{FF2B5EF4-FFF2-40B4-BE49-F238E27FC236}">
                      <a16:creationId xmlns:a16="http://schemas.microsoft.com/office/drawing/2014/main" id="{BBE58F80-1BE7-4C75-8473-6D27C710AD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45" name="Line 283">
                  <a:extLst>
                    <a:ext uri="{FF2B5EF4-FFF2-40B4-BE49-F238E27FC236}">
                      <a16:creationId xmlns:a16="http://schemas.microsoft.com/office/drawing/2014/main" id="{DFAFB991-1D8C-4B38-9B88-3A399E9415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29946" name="Line 284">
                  <a:extLst>
                    <a:ext uri="{FF2B5EF4-FFF2-40B4-BE49-F238E27FC236}">
                      <a16:creationId xmlns:a16="http://schemas.microsoft.com/office/drawing/2014/main" id="{A0D0CADD-8CEA-4E0E-9250-4F8D3DCBCA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</p:grpSp>
          <p:pic>
            <p:nvPicPr>
              <p:cNvPr id="29930" name="Picture 799" descr="cell_tower_radiation copy">
                <a:extLst>
                  <a:ext uri="{FF2B5EF4-FFF2-40B4-BE49-F238E27FC236}">
                    <a16:creationId xmlns:a16="http://schemas.microsoft.com/office/drawing/2014/main" id="{E6685614-5009-4B44-9A03-EA545E5B11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931" name="Oval 800">
                <a:extLst>
                  <a:ext uri="{FF2B5EF4-FFF2-40B4-BE49-F238E27FC236}">
                    <a16:creationId xmlns:a16="http://schemas.microsoft.com/office/drawing/2014/main" id="{CE5447DE-6829-48CA-BD14-AC252AF16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759" name="Text Box 580">
              <a:extLst>
                <a:ext uri="{FF2B5EF4-FFF2-40B4-BE49-F238E27FC236}">
                  <a16:creationId xmlns:a16="http://schemas.microsoft.com/office/drawing/2014/main" id="{8439E536-65DF-45E5-83DA-76A9A0E6D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mobile network</a:t>
              </a:r>
            </a:p>
          </p:txBody>
        </p:sp>
        <p:sp>
          <p:nvSpPr>
            <p:cNvPr id="29760" name="Text Box 580">
              <a:extLst>
                <a:ext uri="{FF2B5EF4-FFF2-40B4-BE49-F238E27FC236}">
                  <a16:creationId xmlns:a16="http://schemas.microsoft.com/office/drawing/2014/main" id="{A49FE865-ABBC-48FF-AAEA-252B4FA58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global ISP</a:t>
              </a:r>
            </a:p>
          </p:txBody>
        </p:sp>
        <p:sp>
          <p:nvSpPr>
            <p:cNvPr id="29761" name="Text Box 580">
              <a:extLst>
                <a:ext uri="{FF2B5EF4-FFF2-40B4-BE49-F238E27FC236}">
                  <a16:creationId xmlns:a16="http://schemas.microsoft.com/office/drawing/2014/main" id="{243D0C82-8423-466A-BA75-DA8206EDD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regional ISP</a:t>
              </a:r>
            </a:p>
          </p:txBody>
        </p:sp>
        <p:sp>
          <p:nvSpPr>
            <p:cNvPr id="29762" name="Text Box 580">
              <a:extLst>
                <a:ext uri="{FF2B5EF4-FFF2-40B4-BE49-F238E27FC236}">
                  <a16:creationId xmlns:a16="http://schemas.microsoft.com/office/drawing/2014/main" id="{68888E86-F624-44B7-9D4F-F1CD7B957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home 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network</a:t>
              </a:r>
            </a:p>
          </p:txBody>
        </p:sp>
        <p:sp>
          <p:nvSpPr>
            <p:cNvPr id="29763" name="Text Box 580">
              <a:extLst>
                <a:ext uri="{FF2B5EF4-FFF2-40B4-BE49-F238E27FC236}">
                  <a16:creationId xmlns:a16="http://schemas.microsoft.com/office/drawing/2014/main" id="{103CE755-91F4-45C8-8762-CE65EC736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institutional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       network</a:t>
              </a:r>
            </a:p>
          </p:txBody>
        </p:sp>
        <p:grpSp>
          <p:nvGrpSpPr>
            <p:cNvPr id="29764" name="Group 950">
              <a:extLst>
                <a:ext uri="{FF2B5EF4-FFF2-40B4-BE49-F238E27FC236}">
                  <a16:creationId xmlns:a16="http://schemas.microsoft.com/office/drawing/2014/main" id="{F2B455C6-0E37-4191-826B-E5485FD087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29897" name="Freeform 951">
                <a:extLst>
                  <a:ext uri="{FF2B5EF4-FFF2-40B4-BE49-F238E27FC236}">
                    <a16:creationId xmlns:a16="http://schemas.microsoft.com/office/drawing/2014/main" id="{290A174D-DA61-4316-BA58-878B33872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0 w 354"/>
                  <a:gd name="T3" fmla="*/ 19 h 2742"/>
                  <a:gd name="T4" fmla="*/ 10 w 354"/>
                  <a:gd name="T5" fmla="*/ 143 h 2742"/>
                  <a:gd name="T6" fmla="*/ 0 w 354"/>
                  <a:gd name="T7" fmla="*/ 14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98" name="Rectangle 952">
                <a:extLst>
                  <a:ext uri="{FF2B5EF4-FFF2-40B4-BE49-F238E27FC236}">
                    <a16:creationId xmlns:a16="http://schemas.microsoft.com/office/drawing/2014/main" id="{B7759391-02AF-47D1-A001-4F363EF03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99" name="Freeform 953">
                <a:extLst>
                  <a:ext uri="{FF2B5EF4-FFF2-40B4-BE49-F238E27FC236}">
                    <a16:creationId xmlns:a16="http://schemas.microsoft.com/office/drawing/2014/main" id="{78CFFEC3-CDC7-4478-AA6B-6084FCB86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6 w 211"/>
                  <a:gd name="T3" fmla="*/ 13 h 2537"/>
                  <a:gd name="T4" fmla="*/ 2 w 211"/>
                  <a:gd name="T5" fmla="*/ 13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900" name="Freeform 954">
                <a:extLst>
                  <a:ext uri="{FF2B5EF4-FFF2-40B4-BE49-F238E27FC236}">
                    <a16:creationId xmlns:a16="http://schemas.microsoft.com/office/drawing/2014/main" id="{299EF429-81EA-4279-9CC7-8AA20ACAC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8 h 226"/>
                  <a:gd name="T4" fmla="*/ 9 w 328"/>
                  <a:gd name="T5" fmla="*/ 13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901" name="Rectangle 955">
                <a:extLst>
                  <a:ext uri="{FF2B5EF4-FFF2-40B4-BE49-F238E27FC236}">
                    <a16:creationId xmlns:a16="http://schemas.microsoft.com/office/drawing/2014/main" id="{21EE7551-6100-4EB0-890F-D720E8B6C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902" name="Group 956">
                <a:extLst>
                  <a:ext uri="{FF2B5EF4-FFF2-40B4-BE49-F238E27FC236}">
                    <a16:creationId xmlns:a16="http://schemas.microsoft.com/office/drawing/2014/main" id="{D6F5B1B2-AEF7-4542-82CE-B832771E90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9927" name="AutoShape 957">
                  <a:extLst>
                    <a:ext uri="{FF2B5EF4-FFF2-40B4-BE49-F238E27FC236}">
                      <a16:creationId xmlns:a16="http://schemas.microsoft.com/office/drawing/2014/main" id="{CF7652D0-D563-4257-A23A-591471A252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928" name="AutoShape 958">
                  <a:extLst>
                    <a:ext uri="{FF2B5EF4-FFF2-40B4-BE49-F238E27FC236}">
                      <a16:creationId xmlns:a16="http://schemas.microsoft.com/office/drawing/2014/main" id="{3D10482C-0817-43DD-85F8-A2DAB6B199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903" name="Rectangle 959">
                <a:extLst>
                  <a:ext uri="{FF2B5EF4-FFF2-40B4-BE49-F238E27FC236}">
                    <a16:creationId xmlns:a16="http://schemas.microsoft.com/office/drawing/2014/main" id="{01C92B34-A401-4300-9EE8-73D1EA7FB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904" name="Group 960">
                <a:extLst>
                  <a:ext uri="{FF2B5EF4-FFF2-40B4-BE49-F238E27FC236}">
                    <a16:creationId xmlns:a16="http://schemas.microsoft.com/office/drawing/2014/main" id="{E96811B8-37DD-42FB-8165-D3C7A498E5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925" name="AutoShape 961">
                  <a:extLst>
                    <a:ext uri="{FF2B5EF4-FFF2-40B4-BE49-F238E27FC236}">
                      <a16:creationId xmlns:a16="http://schemas.microsoft.com/office/drawing/2014/main" id="{C30749FB-3F28-41EF-848F-9D8FC7E481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926" name="AutoShape 962">
                  <a:extLst>
                    <a:ext uri="{FF2B5EF4-FFF2-40B4-BE49-F238E27FC236}">
                      <a16:creationId xmlns:a16="http://schemas.microsoft.com/office/drawing/2014/main" id="{F9531D8D-CE69-4370-AC4D-A350AEE68D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905" name="Rectangle 963">
                <a:extLst>
                  <a:ext uri="{FF2B5EF4-FFF2-40B4-BE49-F238E27FC236}">
                    <a16:creationId xmlns:a16="http://schemas.microsoft.com/office/drawing/2014/main" id="{3DAA8B1D-7D0F-4593-88A9-7206D9DE0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06" name="Rectangle 964">
                <a:extLst>
                  <a:ext uri="{FF2B5EF4-FFF2-40B4-BE49-F238E27FC236}">
                    <a16:creationId xmlns:a16="http://schemas.microsoft.com/office/drawing/2014/main" id="{3090C6A4-D504-473D-BB15-8DDE3641CA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907" name="Group 965">
                <a:extLst>
                  <a:ext uri="{FF2B5EF4-FFF2-40B4-BE49-F238E27FC236}">
                    <a16:creationId xmlns:a16="http://schemas.microsoft.com/office/drawing/2014/main" id="{9777DE1A-3EF0-473B-97AE-4718C15771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923" name="AutoShape 966">
                  <a:extLst>
                    <a:ext uri="{FF2B5EF4-FFF2-40B4-BE49-F238E27FC236}">
                      <a16:creationId xmlns:a16="http://schemas.microsoft.com/office/drawing/2014/main" id="{B391C118-4FBE-47D9-9AA2-23D9A79F1A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924" name="AutoShape 967">
                  <a:extLst>
                    <a:ext uri="{FF2B5EF4-FFF2-40B4-BE49-F238E27FC236}">
                      <a16:creationId xmlns:a16="http://schemas.microsoft.com/office/drawing/2014/main" id="{8D084805-F7E3-4091-87F2-2016177461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908" name="Freeform 968">
                <a:extLst>
                  <a:ext uri="{FF2B5EF4-FFF2-40B4-BE49-F238E27FC236}">
                    <a16:creationId xmlns:a16="http://schemas.microsoft.com/office/drawing/2014/main" id="{9B59E8CD-7FB3-406E-94D3-FEAC831FE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7 h 226"/>
                  <a:gd name="T4" fmla="*/ 9 w 328"/>
                  <a:gd name="T5" fmla="*/ 12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9909" name="Group 969">
                <a:extLst>
                  <a:ext uri="{FF2B5EF4-FFF2-40B4-BE49-F238E27FC236}">
                    <a16:creationId xmlns:a16="http://schemas.microsoft.com/office/drawing/2014/main" id="{61422E28-1CEE-42E1-B45B-864C8079B2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921" name="AutoShape 970">
                  <a:extLst>
                    <a:ext uri="{FF2B5EF4-FFF2-40B4-BE49-F238E27FC236}">
                      <a16:creationId xmlns:a16="http://schemas.microsoft.com/office/drawing/2014/main" id="{06AB1956-BD70-4823-8D41-16ECBD24A8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922" name="AutoShape 971">
                  <a:extLst>
                    <a:ext uri="{FF2B5EF4-FFF2-40B4-BE49-F238E27FC236}">
                      <a16:creationId xmlns:a16="http://schemas.microsoft.com/office/drawing/2014/main" id="{5AC95700-1CE1-4FF3-AC53-A654DD25AB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910" name="Rectangle 972">
                <a:extLst>
                  <a:ext uri="{FF2B5EF4-FFF2-40B4-BE49-F238E27FC236}">
                    <a16:creationId xmlns:a16="http://schemas.microsoft.com/office/drawing/2014/main" id="{4F13E326-D77E-4B58-997A-E71CC3A3A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11" name="Freeform 973">
                <a:extLst>
                  <a:ext uri="{FF2B5EF4-FFF2-40B4-BE49-F238E27FC236}">
                    <a16:creationId xmlns:a16="http://schemas.microsoft.com/office/drawing/2014/main" id="{90A93CFD-66F2-449A-AD0A-3F5773093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 w 296"/>
                  <a:gd name="T3" fmla="*/ 7 h 256"/>
                  <a:gd name="T4" fmla="*/ 9 w 296"/>
                  <a:gd name="T5" fmla="*/ 13 h 256"/>
                  <a:gd name="T6" fmla="*/ 0 w 296"/>
                  <a:gd name="T7" fmla="*/ 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912" name="Freeform 974">
                <a:extLst>
                  <a:ext uri="{FF2B5EF4-FFF2-40B4-BE49-F238E27FC236}">
                    <a16:creationId xmlns:a16="http://schemas.microsoft.com/office/drawing/2014/main" id="{70B44829-11D9-4B3B-B656-83B5CF62D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9 w 304"/>
                  <a:gd name="T3" fmla="*/ 8 h 288"/>
                  <a:gd name="T4" fmla="*/ 8 w 304"/>
                  <a:gd name="T5" fmla="*/ 15 h 288"/>
                  <a:gd name="T6" fmla="*/ 2 w 304"/>
                  <a:gd name="T7" fmla="*/ 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913" name="Oval 975">
                <a:extLst>
                  <a:ext uri="{FF2B5EF4-FFF2-40B4-BE49-F238E27FC236}">
                    <a16:creationId xmlns:a16="http://schemas.microsoft.com/office/drawing/2014/main" id="{15FED51E-A1CC-49AA-A1DD-DE2638BAC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14" name="Freeform 976">
                <a:extLst>
                  <a:ext uri="{FF2B5EF4-FFF2-40B4-BE49-F238E27FC236}">
                    <a16:creationId xmlns:a16="http://schemas.microsoft.com/office/drawing/2014/main" id="{3CC11DC4-200A-423A-9583-12344EB58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7 h 240"/>
                  <a:gd name="T2" fmla="*/ 2 w 306"/>
                  <a:gd name="T3" fmla="*/ 13 h 240"/>
                  <a:gd name="T4" fmla="*/ 9 w 306"/>
                  <a:gd name="T5" fmla="*/ 7 h 240"/>
                  <a:gd name="T6" fmla="*/ 9 w 306"/>
                  <a:gd name="T7" fmla="*/ 0 h 240"/>
                  <a:gd name="T8" fmla="*/ 0 w 306"/>
                  <a:gd name="T9" fmla="*/ 7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915" name="AutoShape 977">
                <a:extLst>
                  <a:ext uri="{FF2B5EF4-FFF2-40B4-BE49-F238E27FC236}">
                    <a16:creationId xmlns:a16="http://schemas.microsoft.com/office/drawing/2014/main" id="{9DB3AF15-8368-4C1E-A123-F4702FE95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16" name="AutoShape 978">
                <a:extLst>
                  <a:ext uri="{FF2B5EF4-FFF2-40B4-BE49-F238E27FC236}">
                    <a16:creationId xmlns:a16="http://schemas.microsoft.com/office/drawing/2014/main" id="{77994DA1-9CFE-4348-9380-916DC43FE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17" name="Oval 979">
                <a:extLst>
                  <a:ext uri="{FF2B5EF4-FFF2-40B4-BE49-F238E27FC236}">
                    <a16:creationId xmlns:a16="http://schemas.microsoft.com/office/drawing/2014/main" id="{3BEBCA48-64DA-4A28-BBE8-F8266D29E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18" name="Oval 980">
                <a:extLst>
                  <a:ext uri="{FF2B5EF4-FFF2-40B4-BE49-F238E27FC236}">
                    <a16:creationId xmlns:a16="http://schemas.microsoft.com/office/drawing/2014/main" id="{B2A87CBD-85B5-4C69-A25D-56500CA6D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919" name="Oval 981">
                <a:extLst>
                  <a:ext uri="{FF2B5EF4-FFF2-40B4-BE49-F238E27FC236}">
                    <a16:creationId xmlns:a16="http://schemas.microsoft.com/office/drawing/2014/main" id="{00AB9AC3-41FD-4426-9ED8-7DAD095EB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20" name="Rectangle 982">
                <a:extLst>
                  <a:ext uri="{FF2B5EF4-FFF2-40B4-BE49-F238E27FC236}">
                    <a16:creationId xmlns:a16="http://schemas.microsoft.com/office/drawing/2014/main" id="{F2AE86A9-9AF5-481B-9498-83C6E79CEA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765" name="Group 983">
              <a:extLst>
                <a:ext uri="{FF2B5EF4-FFF2-40B4-BE49-F238E27FC236}">
                  <a16:creationId xmlns:a16="http://schemas.microsoft.com/office/drawing/2014/main" id="{58EF49A8-5526-410E-896A-FBAC888CE5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29865" name="Freeform 984">
                <a:extLst>
                  <a:ext uri="{FF2B5EF4-FFF2-40B4-BE49-F238E27FC236}">
                    <a16:creationId xmlns:a16="http://schemas.microsoft.com/office/drawing/2014/main" id="{45EEEE06-27B7-4CEF-8F92-858545D91D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0 w 354"/>
                  <a:gd name="T3" fmla="*/ 19 h 2742"/>
                  <a:gd name="T4" fmla="*/ 10 w 354"/>
                  <a:gd name="T5" fmla="*/ 143 h 2742"/>
                  <a:gd name="T6" fmla="*/ 0 w 354"/>
                  <a:gd name="T7" fmla="*/ 14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66" name="Rectangle 985">
                <a:extLst>
                  <a:ext uri="{FF2B5EF4-FFF2-40B4-BE49-F238E27FC236}">
                    <a16:creationId xmlns:a16="http://schemas.microsoft.com/office/drawing/2014/main" id="{2324F803-610B-416E-A8BA-787C33FC0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67" name="Freeform 986">
                <a:extLst>
                  <a:ext uri="{FF2B5EF4-FFF2-40B4-BE49-F238E27FC236}">
                    <a16:creationId xmlns:a16="http://schemas.microsoft.com/office/drawing/2014/main" id="{3E6228EF-B87E-439B-9F2F-3EF9DAADE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6 w 211"/>
                  <a:gd name="T3" fmla="*/ 13 h 2537"/>
                  <a:gd name="T4" fmla="*/ 2 w 211"/>
                  <a:gd name="T5" fmla="*/ 13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68" name="Freeform 987">
                <a:extLst>
                  <a:ext uri="{FF2B5EF4-FFF2-40B4-BE49-F238E27FC236}">
                    <a16:creationId xmlns:a16="http://schemas.microsoft.com/office/drawing/2014/main" id="{D284C1FE-F9AB-479E-A9ED-B6307BABE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8 h 226"/>
                  <a:gd name="T4" fmla="*/ 9 w 328"/>
                  <a:gd name="T5" fmla="*/ 13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69" name="Rectangle 988">
                <a:extLst>
                  <a:ext uri="{FF2B5EF4-FFF2-40B4-BE49-F238E27FC236}">
                    <a16:creationId xmlns:a16="http://schemas.microsoft.com/office/drawing/2014/main" id="{AAD80BEF-579A-484E-9500-4F47CC4EC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70" name="Group 989">
                <a:extLst>
                  <a:ext uri="{FF2B5EF4-FFF2-40B4-BE49-F238E27FC236}">
                    <a16:creationId xmlns:a16="http://schemas.microsoft.com/office/drawing/2014/main" id="{07F1488E-F617-436F-BCEB-E5C82222BD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9895" name="AutoShape 990">
                  <a:extLst>
                    <a:ext uri="{FF2B5EF4-FFF2-40B4-BE49-F238E27FC236}">
                      <a16:creationId xmlns:a16="http://schemas.microsoft.com/office/drawing/2014/main" id="{AB8E98AB-3A4D-4945-ADB5-5552785FAB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96" name="AutoShape 991">
                  <a:extLst>
                    <a:ext uri="{FF2B5EF4-FFF2-40B4-BE49-F238E27FC236}">
                      <a16:creationId xmlns:a16="http://schemas.microsoft.com/office/drawing/2014/main" id="{0D791383-0F4D-4D85-AA87-554E7EC9F9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71" name="Rectangle 992">
                <a:extLst>
                  <a:ext uri="{FF2B5EF4-FFF2-40B4-BE49-F238E27FC236}">
                    <a16:creationId xmlns:a16="http://schemas.microsoft.com/office/drawing/2014/main" id="{631180A0-40EC-4ADA-9EA9-198B11858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72" name="Group 993">
                <a:extLst>
                  <a:ext uri="{FF2B5EF4-FFF2-40B4-BE49-F238E27FC236}">
                    <a16:creationId xmlns:a16="http://schemas.microsoft.com/office/drawing/2014/main" id="{89D3281F-AAD2-411D-8791-8A7E07EC38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893" name="AutoShape 994">
                  <a:extLst>
                    <a:ext uri="{FF2B5EF4-FFF2-40B4-BE49-F238E27FC236}">
                      <a16:creationId xmlns:a16="http://schemas.microsoft.com/office/drawing/2014/main" id="{E20579B5-1405-4E08-8AA9-9AC8006E43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94" name="AutoShape 995">
                  <a:extLst>
                    <a:ext uri="{FF2B5EF4-FFF2-40B4-BE49-F238E27FC236}">
                      <a16:creationId xmlns:a16="http://schemas.microsoft.com/office/drawing/2014/main" id="{BFD45047-97D7-4B62-AF93-EA85D496D1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73" name="Rectangle 996">
                <a:extLst>
                  <a:ext uri="{FF2B5EF4-FFF2-40B4-BE49-F238E27FC236}">
                    <a16:creationId xmlns:a16="http://schemas.microsoft.com/office/drawing/2014/main" id="{1C2C8C8A-20DC-4428-BADD-4479DEA9E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74" name="Rectangle 997">
                <a:extLst>
                  <a:ext uri="{FF2B5EF4-FFF2-40B4-BE49-F238E27FC236}">
                    <a16:creationId xmlns:a16="http://schemas.microsoft.com/office/drawing/2014/main" id="{EA43F758-0432-4FA8-9270-1E303382A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75" name="Group 998">
                <a:extLst>
                  <a:ext uri="{FF2B5EF4-FFF2-40B4-BE49-F238E27FC236}">
                    <a16:creationId xmlns:a16="http://schemas.microsoft.com/office/drawing/2014/main" id="{56906E51-68A6-45C3-B349-A27CEEF2BB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891" name="AutoShape 999">
                  <a:extLst>
                    <a:ext uri="{FF2B5EF4-FFF2-40B4-BE49-F238E27FC236}">
                      <a16:creationId xmlns:a16="http://schemas.microsoft.com/office/drawing/2014/main" id="{2F51B50A-8FA6-4F21-8A91-A095ABAEF1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92" name="AutoShape 1000">
                  <a:extLst>
                    <a:ext uri="{FF2B5EF4-FFF2-40B4-BE49-F238E27FC236}">
                      <a16:creationId xmlns:a16="http://schemas.microsoft.com/office/drawing/2014/main" id="{D163EDE8-50FD-465C-B52B-1750D1018D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76" name="Freeform 1001">
                <a:extLst>
                  <a:ext uri="{FF2B5EF4-FFF2-40B4-BE49-F238E27FC236}">
                    <a16:creationId xmlns:a16="http://schemas.microsoft.com/office/drawing/2014/main" id="{9995E1F5-83B9-4407-911F-3D4A09C8C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7 h 226"/>
                  <a:gd name="T4" fmla="*/ 9 w 328"/>
                  <a:gd name="T5" fmla="*/ 12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9877" name="Group 1002">
                <a:extLst>
                  <a:ext uri="{FF2B5EF4-FFF2-40B4-BE49-F238E27FC236}">
                    <a16:creationId xmlns:a16="http://schemas.microsoft.com/office/drawing/2014/main" id="{980D8BDA-AB18-42D6-B5B4-717751777E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889" name="AutoShape 1003">
                  <a:extLst>
                    <a:ext uri="{FF2B5EF4-FFF2-40B4-BE49-F238E27FC236}">
                      <a16:creationId xmlns:a16="http://schemas.microsoft.com/office/drawing/2014/main" id="{19150285-A289-4C32-9779-617BC8D6C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90" name="AutoShape 1004">
                  <a:extLst>
                    <a:ext uri="{FF2B5EF4-FFF2-40B4-BE49-F238E27FC236}">
                      <a16:creationId xmlns:a16="http://schemas.microsoft.com/office/drawing/2014/main" id="{F599AAC8-D382-4DF1-86D0-A9F361E391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78" name="Rectangle 1005">
                <a:extLst>
                  <a:ext uri="{FF2B5EF4-FFF2-40B4-BE49-F238E27FC236}">
                    <a16:creationId xmlns:a16="http://schemas.microsoft.com/office/drawing/2014/main" id="{D425DAE8-0225-4132-AEB1-8E69A56C0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79" name="Freeform 1006">
                <a:extLst>
                  <a:ext uri="{FF2B5EF4-FFF2-40B4-BE49-F238E27FC236}">
                    <a16:creationId xmlns:a16="http://schemas.microsoft.com/office/drawing/2014/main" id="{AD004721-28D1-4301-ADF9-946B4F220F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 w 296"/>
                  <a:gd name="T3" fmla="*/ 7 h 256"/>
                  <a:gd name="T4" fmla="*/ 9 w 296"/>
                  <a:gd name="T5" fmla="*/ 13 h 256"/>
                  <a:gd name="T6" fmla="*/ 0 w 296"/>
                  <a:gd name="T7" fmla="*/ 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80" name="Freeform 1007">
                <a:extLst>
                  <a:ext uri="{FF2B5EF4-FFF2-40B4-BE49-F238E27FC236}">
                    <a16:creationId xmlns:a16="http://schemas.microsoft.com/office/drawing/2014/main" id="{5F350F6E-6630-4930-9273-4A6B75483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9 w 304"/>
                  <a:gd name="T3" fmla="*/ 8 h 288"/>
                  <a:gd name="T4" fmla="*/ 8 w 304"/>
                  <a:gd name="T5" fmla="*/ 15 h 288"/>
                  <a:gd name="T6" fmla="*/ 2 w 304"/>
                  <a:gd name="T7" fmla="*/ 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81" name="Oval 1008">
                <a:extLst>
                  <a:ext uri="{FF2B5EF4-FFF2-40B4-BE49-F238E27FC236}">
                    <a16:creationId xmlns:a16="http://schemas.microsoft.com/office/drawing/2014/main" id="{1E22B393-0AD7-42CB-955F-7F3C6FD5C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82" name="Freeform 1009">
                <a:extLst>
                  <a:ext uri="{FF2B5EF4-FFF2-40B4-BE49-F238E27FC236}">
                    <a16:creationId xmlns:a16="http://schemas.microsoft.com/office/drawing/2014/main" id="{10750D2E-FACD-4617-8101-43815B6B4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7 h 240"/>
                  <a:gd name="T2" fmla="*/ 2 w 306"/>
                  <a:gd name="T3" fmla="*/ 13 h 240"/>
                  <a:gd name="T4" fmla="*/ 9 w 306"/>
                  <a:gd name="T5" fmla="*/ 7 h 240"/>
                  <a:gd name="T6" fmla="*/ 9 w 306"/>
                  <a:gd name="T7" fmla="*/ 0 h 240"/>
                  <a:gd name="T8" fmla="*/ 0 w 306"/>
                  <a:gd name="T9" fmla="*/ 7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83" name="AutoShape 1010">
                <a:extLst>
                  <a:ext uri="{FF2B5EF4-FFF2-40B4-BE49-F238E27FC236}">
                    <a16:creationId xmlns:a16="http://schemas.microsoft.com/office/drawing/2014/main" id="{A7FABFE6-9DC4-416F-B5F6-44C6C72DD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84" name="AutoShape 1011">
                <a:extLst>
                  <a:ext uri="{FF2B5EF4-FFF2-40B4-BE49-F238E27FC236}">
                    <a16:creationId xmlns:a16="http://schemas.microsoft.com/office/drawing/2014/main" id="{35B707EE-9512-4D5D-94E3-CAF6FA4937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85" name="Oval 1012">
                <a:extLst>
                  <a:ext uri="{FF2B5EF4-FFF2-40B4-BE49-F238E27FC236}">
                    <a16:creationId xmlns:a16="http://schemas.microsoft.com/office/drawing/2014/main" id="{70B44AD9-254A-4E72-B61F-8A4EBC86B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86" name="Oval 1013">
                <a:extLst>
                  <a:ext uri="{FF2B5EF4-FFF2-40B4-BE49-F238E27FC236}">
                    <a16:creationId xmlns:a16="http://schemas.microsoft.com/office/drawing/2014/main" id="{7CD9A1AA-D004-4ACD-B4E1-269F1BF56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887" name="Oval 1014">
                <a:extLst>
                  <a:ext uri="{FF2B5EF4-FFF2-40B4-BE49-F238E27FC236}">
                    <a16:creationId xmlns:a16="http://schemas.microsoft.com/office/drawing/2014/main" id="{1CC53739-E76A-486E-9237-70F9EDE63C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88" name="Rectangle 1015">
                <a:extLst>
                  <a:ext uri="{FF2B5EF4-FFF2-40B4-BE49-F238E27FC236}">
                    <a16:creationId xmlns:a16="http://schemas.microsoft.com/office/drawing/2014/main" id="{B897ECB3-6608-4639-9E77-52C29B0B6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766" name="Group 1016">
              <a:extLst>
                <a:ext uri="{FF2B5EF4-FFF2-40B4-BE49-F238E27FC236}">
                  <a16:creationId xmlns:a16="http://schemas.microsoft.com/office/drawing/2014/main" id="{51DF2308-CC12-43A9-87CB-E56DCF998E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29842" name="Picture 1017" descr="antenna_stylized">
                <a:extLst>
                  <a:ext uri="{FF2B5EF4-FFF2-40B4-BE49-F238E27FC236}">
                    <a16:creationId xmlns:a16="http://schemas.microsoft.com/office/drawing/2014/main" id="{3DAE256C-9DA9-4163-973D-C90444F43B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843" name="Picture 1018" descr="laptop_keyboard">
                <a:extLst>
                  <a:ext uri="{FF2B5EF4-FFF2-40B4-BE49-F238E27FC236}">
                    <a16:creationId xmlns:a16="http://schemas.microsoft.com/office/drawing/2014/main" id="{B7010E2D-6A01-4CB3-A97F-0E506558F3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44" name="Freeform 1019">
                <a:extLst>
                  <a:ext uri="{FF2B5EF4-FFF2-40B4-BE49-F238E27FC236}">
                    <a16:creationId xmlns:a16="http://schemas.microsoft.com/office/drawing/2014/main" id="{25D88BB6-559A-4F38-912B-B31BC3072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29845" name="Picture 1020" descr="screen">
                <a:extLst>
                  <a:ext uri="{FF2B5EF4-FFF2-40B4-BE49-F238E27FC236}">
                    <a16:creationId xmlns:a16="http://schemas.microsoft.com/office/drawing/2014/main" id="{8E2BC495-0F96-4C96-A77B-43A4DD0EAF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46" name="Freeform 1021">
                <a:extLst>
                  <a:ext uri="{FF2B5EF4-FFF2-40B4-BE49-F238E27FC236}">
                    <a16:creationId xmlns:a16="http://schemas.microsoft.com/office/drawing/2014/main" id="{4306B605-6138-4121-A6BF-E435DB2CD8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47" name="Freeform 1022">
                <a:extLst>
                  <a:ext uri="{FF2B5EF4-FFF2-40B4-BE49-F238E27FC236}">
                    <a16:creationId xmlns:a16="http://schemas.microsoft.com/office/drawing/2014/main" id="{75C2BBD5-B002-4050-8093-F4DD9A161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48" name="Freeform 1023">
                <a:extLst>
                  <a:ext uri="{FF2B5EF4-FFF2-40B4-BE49-F238E27FC236}">
                    <a16:creationId xmlns:a16="http://schemas.microsoft.com/office/drawing/2014/main" id="{208D2B60-659D-4AA5-A23E-B86035952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49" name="Freeform 1024">
                <a:extLst>
                  <a:ext uri="{FF2B5EF4-FFF2-40B4-BE49-F238E27FC236}">
                    <a16:creationId xmlns:a16="http://schemas.microsoft.com/office/drawing/2014/main" id="{BBAF5F02-1928-42EE-B7F5-319BBC24D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50" name="Freeform 1025">
                <a:extLst>
                  <a:ext uri="{FF2B5EF4-FFF2-40B4-BE49-F238E27FC236}">
                    <a16:creationId xmlns:a16="http://schemas.microsoft.com/office/drawing/2014/main" id="{A9AF38B5-678F-4306-AB50-D8C1220BF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8 h 1659"/>
                  <a:gd name="T6" fmla="*/ 0 w 637"/>
                  <a:gd name="T7" fmla="*/ 8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51" name="Freeform 1026">
                <a:extLst>
                  <a:ext uri="{FF2B5EF4-FFF2-40B4-BE49-F238E27FC236}">
                    <a16:creationId xmlns:a16="http://schemas.microsoft.com/office/drawing/2014/main" id="{A2073121-5505-4819-8E6E-2FADB348B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4 w 2216"/>
                  <a:gd name="T5" fmla="*/ 3 h 550"/>
                  <a:gd name="T6" fmla="*/ 4 w 2216"/>
                  <a:gd name="T7" fmla="*/ 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9852" name="Group 1027">
                <a:extLst>
                  <a:ext uri="{FF2B5EF4-FFF2-40B4-BE49-F238E27FC236}">
                    <a16:creationId xmlns:a16="http://schemas.microsoft.com/office/drawing/2014/main" id="{B0C0F931-906C-4BB6-947F-5F153D25B0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859" name="Freeform 1028">
                  <a:extLst>
                    <a:ext uri="{FF2B5EF4-FFF2-40B4-BE49-F238E27FC236}">
                      <a16:creationId xmlns:a16="http://schemas.microsoft.com/office/drawing/2014/main" id="{76B8AD2E-C4B5-49A0-9C4C-8F53EA5D0F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60" name="Freeform 1029">
                  <a:extLst>
                    <a:ext uri="{FF2B5EF4-FFF2-40B4-BE49-F238E27FC236}">
                      <a16:creationId xmlns:a16="http://schemas.microsoft.com/office/drawing/2014/main" id="{02EFCF5B-1CDB-46CE-83EF-A94222D155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61" name="Freeform 1030">
                  <a:extLst>
                    <a:ext uri="{FF2B5EF4-FFF2-40B4-BE49-F238E27FC236}">
                      <a16:creationId xmlns:a16="http://schemas.microsoft.com/office/drawing/2014/main" id="{63405661-60D2-462C-AB98-4D8ADC1EB7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62" name="Freeform 1031">
                  <a:extLst>
                    <a:ext uri="{FF2B5EF4-FFF2-40B4-BE49-F238E27FC236}">
                      <a16:creationId xmlns:a16="http://schemas.microsoft.com/office/drawing/2014/main" id="{AD0615BF-22EF-4FD8-A2F0-A14A1C10FF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63" name="Freeform 1032">
                  <a:extLst>
                    <a:ext uri="{FF2B5EF4-FFF2-40B4-BE49-F238E27FC236}">
                      <a16:creationId xmlns:a16="http://schemas.microsoft.com/office/drawing/2014/main" id="{193B4D59-177E-433D-B176-86C15FA7F6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64" name="Freeform 1033">
                  <a:extLst>
                    <a:ext uri="{FF2B5EF4-FFF2-40B4-BE49-F238E27FC236}">
                      <a16:creationId xmlns:a16="http://schemas.microsoft.com/office/drawing/2014/main" id="{A0C49C5B-3505-4254-ADC4-F471211385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9853" name="Freeform 1034">
                <a:extLst>
                  <a:ext uri="{FF2B5EF4-FFF2-40B4-BE49-F238E27FC236}">
                    <a16:creationId xmlns:a16="http://schemas.microsoft.com/office/drawing/2014/main" id="{904D69A2-41CB-40D7-BCEA-0E670AC09E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54" name="Freeform 1035">
                <a:extLst>
                  <a:ext uri="{FF2B5EF4-FFF2-40B4-BE49-F238E27FC236}">
                    <a16:creationId xmlns:a16="http://schemas.microsoft.com/office/drawing/2014/main" id="{0F911ADF-FA35-4D2D-ACC7-E07C811F8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55" name="Freeform 1036">
                <a:extLst>
                  <a:ext uri="{FF2B5EF4-FFF2-40B4-BE49-F238E27FC236}">
                    <a16:creationId xmlns:a16="http://schemas.microsoft.com/office/drawing/2014/main" id="{C383AD69-4B4F-463F-9BBB-1222A2E2B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56" name="Freeform 1037">
                <a:extLst>
                  <a:ext uri="{FF2B5EF4-FFF2-40B4-BE49-F238E27FC236}">
                    <a16:creationId xmlns:a16="http://schemas.microsoft.com/office/drawing/2014/main" id="{82CC7C38-721B-4536-8B8C-7D07EABE7B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57" name="Freeform 1038">
                <a:extLst>
                  <a:ext uri="{FF2B5EF4-FFF2-40B4-BE49-F238E27FC236}">
                    <a16:creationId xmlns:a16="http://schemas.microsoft.com/office/drawing/2014/main" id="{89208B29-EDCA-49E8-8FD2-A7241D5F1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58" name="Freeform 1039">
                <a:extLst>
                  <a:ext uri="{FF2B5EF4-FFF2-40B4-BE49-F238E27FC236}">
                    <a16:creationId xmlns:a16="http://schemas.microsoft.com/office/drawing/2014/main" id="{3055C245-A817-4C86-BC80-AD8050F23CF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67" name="Group 1064">
              <a:extLst>
                <a:ext uri="{FF2B5EF4-FFF2-40B4-BE49-F238E27FC236}">
                  <a16:creationId xmlns:a16="http://schemas.microsoft.com/office/drawing/2014/main" id="{EF0D98E5-9116-4E39-9CCB-4D976EC175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29819" name="Picture 1065" descr="antenna_stylized">
                <a:extLst>
                  <a:ext uri="{FF2B5EF4-FFF2-40B4-BE49-F238E27FC236}">
                    <a16:creationId xmlns:a16="http://schemas.microsoft.com/office/drawing/2014/main" id="{B4EB34A4-D9E6-4B50-971A-FAB9FAF709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820" name="Picture 1066" descr="laptop_keyboard">
                <a:extLst>
                  <a:ext uri="{FF2B5EF4-FFF2-40B4-BE49-F238E27FC236}">
                    <a16:creationId xmlns:a16="http://schemas.microsoft.com/office/drawing/2014/main" id="{4EDFD8F6-E23B-4D94-B527-C6E3798829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21" name="Freeform 1067">
                <a:extLst>
                  <a:ext uri="{FF2B5EF4-FFF2-40B4-BE49-F238E27FC236}">
                    <a16:creationId xmlns:a16="http://schemas.microsoft.com/office/drawing/2014/main" id="{3517D092-94D0-4606-92C1-145742193F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29822" name="Picture 1068" descr="screen">
                <a:extLst>
                  <a:ext uri="{FF2B5EF4-FFF2-40B4-BE49-F238E27FC236}">
                    <a16:creationId xmlns:a16="http://schemas.microsoft.com/office/drawing/2014/main" id="{B9086A2F-3DB4-4F4C-9B37-3FCCD5B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23" name="Freeform 1069">
                <a:extLst>
                  <a:ext uri="{FF2B5EF4-FFF2-40B4-BE49-F238E27FC236}">
                    <a16:creationId xmlns:a16="http://schemas.microsoft.com/office/drawing/2014/main" id="{E9616F15-D540-4CFA-95EC-90DFFD024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24" name="Freeform 1070">
                <a:extLst>
                  <a:ext uri="{FF2B5EF4-FFF2-40B4-BE49-F238E27FC236}">
                    <a16:creationId xmlns:a16="http://schemas.microsoft.com/office/drawing/2014/main" id="{6483884D-3A46-47C9-8625-419249CE9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25" name="Freeform 1071">
                <a:extLst>
                  <a:ext uri="{FF2B5EF4-FFF2-40B4-BE49-F238E27FC236}">
                    <a16:creationId xmlns:a16="http://schemas.microsoft.com/office/drawing/2014/main" id="{456CA9A0-A521-4660-B365-CA783E471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26" name="Freeform 1072">
                <a:extLst>
                  <a:ext uri="{FF2B5EF4-FFF2-40B4-BE49-F238E27FC236}">
                    <a16:creationId xmlns:a16="http://schemas.microsoft.com/office/drawing/2014/main" id="{543F59CD-CA94-4F92-97A6-81AF7FE842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27" name="Freeform 1073">
                <a:extLst>
                  <a:ext uri="{FF2B5EF4-FFF2-40B4-BE49-F238E27FC236}">
                    <a16:creationId xmlns:a16="http://schemas.microsoft.com/office/drawing/2014/main" id="{C101B062-A566-46F2-B2E8-4B9EB57CD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8 h 1659"/>
                  <a:gd name="T6" fmla="*/ 0 w 637"/>
                  <a:gd name="T7" fmla="*/ 8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28" name="Freeform 1074">
                <a:extLst>
                  <a:ext uri="{FF2B5EF4-FFF2-40B4-BE49-F238E27FC236}">
                    <a16:creationId xmlns:a16="http://schemas.microsoft.com/office/drawing/2014/main" id="{04540223-22B5-47A8-AF28-34557FEE5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4 w 2216"/>
                  <a:gd name="T5" fmla="*/ 3 h 550"/>
                  <a:gd name="T6" fmla="*/ 4 w 2216"/>
                  <a:gd name="T7" fmla="*/ 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9829" name="Group 1075">
                <a:extLst>
                  <a:ext uri="{FF2B5EF4-FFF2-40B4-BE49-F238E27FC236}">
                    <a16:creationId xmlns:a16="http://schemas.microsoft.com/office/drawing/2014/main" id="{C39E5E77-403F-4CE7-973C-FD112B6591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836" name="Freeform 1076">
                  <a:extLst>
                    <a:ext uri="{FF2B5EF4-FFF2-40B4-BE49-F238E27FC236}">
                      <a16:creationId xmlns:a16="http://schemas.microsoft.com/office/drawing/2014/main" id="{5EE5E41B-6283-4F47-B164-BDDDCD8013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37" name="Freeform 1077">
                  <a:extLst>
                    <a:ext uri="{FF2B5EF4-FFF2-40B4-BE49-F238E27FC236}">
                      <a16:creationId xmlns:a16="http://schemas.microsoft.com/office/drawing/2014/main" id="{C8EF02D5-67CC-4E8A-9181-DF8A0E2C76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38" name="Freeform 1078">
                  <a:extLst>
                    <a:ext uri="{FF2B5EF4-FFF2-40B4-BE49-F238E27FC236}">
                      <a16:creationId xmlns:a16="http://schemas.microsoft.com/office/drawing/2014/main" id="{2680D24B-C56E-464E-B0CF-529DB00D74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39" name="Freeform 1079">
                  <a:extLst>
                    <a:ext uri="{FF2B5EF4-FFF2-40B4-BE49-F238E27FC236}">
                      <a16:creationId xmlns:a16="http://schemas.microsoft.com/office/drawing/2014/main" id="{2A4EC60C-63E2-4EFA-BC1D-D161EE6FD4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40" name="Freeform 1080">
                  <a:extLst>
                    <a:ext uri="{FF2B5EF4-FFF2-40B4-BE49-F238E27FC236}">
                      <a16:creationId xmlns:a16="http://schemas.microsoft.com/office/drawing/2014/main" id="{0AE5A9A5-D238-4C63-BE44-5E4205AAE0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41" name="Freeform 1081">
                  <a:extLst>
                    <a:ext uri="{FF2B5EF4-FFF2-40B4-BE49-F238E27FC236}">
                      <a16:creationId xmlns:a16="http://schemas.microsoft.com/office/drawing/2014/main" id="{182F6EC9-B554-4484-AF62-9759F704ED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9830" name="Freeform 1082">
                <a:extLst>
                  <a:ext uri="{FF2B5EF4-FFF2-40B4-BE49-F238E27FC236}">
                    <a16:creationId xmlns:a16="http://schemas.microsoft.com/office/drawing/2014/main" id="{97F60544-F4FC-411E-BDB0-D13AAF7F9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31" name="Freeform 1083">
                <a:extLst>
                  <a:ext uri="{FF2B5EF4-FFF2-40B4-BE49-F238E27FC236}">
                    <a16:creationId xmlns:a16="http://schemas.microsoft.com/office/drawing/2014/main" id="{BC71B537-2B9B-44D2-AD60-899FE8BC02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32" name="Freeform 1084">
                <a:extLst>
                  <a:ext uri="{FF2B5EF4-FFF2-40B4-BE49-F238E27FC236}">
                    <a16:creationId xmlns:a16="http://schemas.microsoft.com/office/drawing/2014/main" id="{4F11BC58-64C5-4782-8ACC-362E18B6C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33" name="Freeform 1085">
                <a:extLst>
                  <a:ext uri="{FF2B5EF4-FFF2-40B4-BE49-F238E27FC236}">
                    <a16:creationId xmlns:a16="http://schemas.microsoft.com/office/drawing/2014/main" id="{431EA8F7-281B-4DE7-A38B-53467A930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34" name="Freeform 1086">
                <a:extLst>
                  <a:ext uri="{FF2B5EF4-FFF2-40B4-BE49-F238E27FC236}">
                    <a16:creationId xmlns:a16="http://schemas.microsoft.com/office/drawing/2014/main" id="{03468E06-FC3F-4CA7-A975-0BB75DE7F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35" name="Freeform 1087">
                <a:extLst>
                  <a:ext uri="{FF2B5EF4-FFF2-40B4-BE49-F238E27FC236}">
                    <a16:creationId xmlns:a16="http://schemas.microsoft.com/office/drawing/2014/main" id="{A31F4F7D-3035-40A2-A3EB-62785A66D1E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68" name="Group 1114">
              <a:extLst>
                <a:ext uri="{FF2B5EF4-FFF2-40B4-BE49-F238E27FC236}">
                  <a16:creationId xmlns:a16="http://schemas.microsoft.com/office/drawing/2014/main" id="{CB332865-AF9D-417D-8EBC-64BBD232E0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29796" name="Picture 1115" descr="antenna_stylized">
                <a:extLst>
                  <a:ext uri="{FF2B5EF4-FFF2-40B4-BE49-F238E27FC236}">
                    <a16:creationId xmlns:a16="http://schemas.microsoft.com/office/drawing/2014/main" id="{8164E3B2-F600-45B6-8C70-481BF9E003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797" name="Picture 1116" descr="laptop_keyboard">
                <a:extLst>
                  <a:ext uri="{FF2B5EF4-FFF2-40B4-BE49-F238E27FC236}">
                    <a16:creationId xmlns:a16="http://schemas.microsoft.com/office/drawing/2014/main" id="{2D9ACE95-5528-4FCA-9120-D4513F6782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98" name="Freeform 1117">
                <a:extLst>
                  <a:ext uri="{FF2B5EF4-FFF2-40B4-BE49-F238E27FC236}">
                    <a16:creationId xmlns:a16="http://schemas.microsoft.com/office/drawing/2014/main" id="{D77B617E-CC6D-486C-8B3C-9EC8D00A7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29799" name="Picture 1118" descr="screen">
                <a:extLst>
                  <a:ext uri="{FF2B5EF4-FFF2-40B4-BE49-F238E27FC236}">
                    <a16:creationId xmlns:a16="http://schemas.microsoft.com/office/drawing/2014/main" id="{AEA86839-578D-4E83-99A6-71EFC4F780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00" name="Freeform 1119">
                <a:extLst>
                  <a:ext uri="{FF2B5EF4-FFF2-40B4-BE49-F238E27FC236}">
                    <a16:creationId xmlns:a16="http://schemas.microsoft.com/office/drawing/2014/main" id="{D8DDE86C-47A4-4F9F-96FF-18CC66A93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01" name="Freeform 1120">
                <a:extLst>
                  <a:ext uri="{FF2B5EF4-FFF2-40B4-BE49-F238E27FC236}">
                    <a16:creationId xmlns:a16="http://schemas.microsoft.com/office/drawing/2014/main" id="{665B794E-EEFC-4C65-8373-1D8730FDA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02" name="Freeform 1121">
                <a:extLst>
                  <a:ext uri="{FF2B5EF4-FFF2-40B4-BE49-F238E27FC236}">
                    <a16:creationId xmlns:a16="http://schemas.microsoft.com/office/drawing/2014/main" id="{071A110C-1972-48D8-89E5-721BB9C47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03" name="Freeform 1122">
                <a:extLst>
                  <a:ext uri="{FF2B5EF4-FFF2-40B4-BE49-F238E27FC236}">
                    <a16:creationId xmlns:a16="http://schemas.microsoft.com/office/drawing/2014/main" id="{5E94F214-BFCD-49B5-81DD-00AE9D96F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04" name="Freeform 1123">
                <a:extLst>
                  <a:ext uri="{FF2B5EF4-FFF2-40B4-BE49-F238E27FC236}">
                    <a16:creationId xmlns:a16="http://schemas.microsoft.com/office/drawing/2014/main" id="{1E4DD759-3871-4D78-826E-6836E676E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8 h 1659"/>
                  <a:gd name="T6" fmla="*/ 0 w 637"/>
                  <a:gd name="T7" fmla="*/ 8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05" name="Freeform 1124">
                <a:extLst>
                  <a:ext uri="{FF2B5EF4-FFF2-40B4-BE49-F238E27FC236}">
                    <a16:creationId xmlns:a16="http://schemas.microsoft.com/office/drawing/2014/main" id="{D0C9D46B-0586-43A3-8C92-D84BAF872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4 w 2216"/>
                  <a:gd name="T5" fmla="*/ 3 h 550"/>
                  <a:gd name="T6" fmla="*/ 4 w 2216"/>
                  <a:gd name="T7" fmla="*/ 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9806" name="Group 1125">
                <a:extLst>
                  <a:ext uri="{FF2B5EF4-FFF2-40B4-BE49-F238E27FC236}">
                    <a16:creationId xmlns:a16="http://schemas.microsoft.com/office/drawing/2014/main" id="{C5DCDA25-4516-4204-A7CC-8E6EC95EBF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813" name="Freeform 1126">
                  <a:extLst>
                    <a:ext uri="{FF2B5EF4-FFF2-40B4-BE49-F238E27FC236}">
                      <a16:creationId xmlns:a16="http://schemas.microsoft.com/office/drawing/2014/main" id="{06EC64A4-4891-4899-982A-F9291E2612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14" name="Freeform 1127">
                  <a:extLst>
                    <a:ext uri="{FF2B5EF4-FFF2-40B4-BE49-F238E27FC236}">
                      <a16:creationId xmlns:a16="http://schemas.microsoft.com/office/drawing/2014/main" id="{18E65B17-E584-46EF-8D58-3F8DED23EC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15" name="Freeform 1128">
                  <a:extLst>
                    <a:ext uri="{FF2B5EF4-FFF2-40B4-BE49-F238E27FC236}">
                      <a16:creationId xmlns:a16="http://schemas.microsoft.com/office/drawing/2014/main" id="{DEBB7889-8B95-458A-A85F-6FDDBB82E1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16" name="Freeform 1129">
                  <a:extLst>
                    <a:ext uri="{FF2B5EF4-FFF2-40B4-BE49-F238E27FC236}">
                      <a16:creationId xmlns:a16="http://schemas.microsoft.com/office/drawing/2014/main" id="{AAE40A2F-D4C1-441D-A045-1E03BD25EF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17" name="Freeform 1130">
                  <a:extLst>
                    <a:ext uri="{FF2B5EF4-FFF2-40B4-BE49-F238E27FC236}">
                      <a16:creationId xmlns:a16="http://schemas.microsoft.com/office/drawing/2014/main" id="{F6F28DFD-64A0-472E-A1F0-E69D419584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818" name="Freeform 1131">
                  <a:extLst>
                    <a:ext uri="{FF2B5EF4-FFF2-40B4-BE49-F238E27FC236}">
                      <a16:creationId xmlns:a16="http://schemas.microsoft.com/office/drawing/2014/main" id="{D2AE53FB-A9D6-4F04-9507-AE161BA9E4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9807" name="Freeform 1132">
                <a:extLst>
                  <a:ext uri="{FF2B5EF4-FFF2-40B4-BE49-F238E27FC236}">
                    <a16:creationId xmlns:a16="http://schemas.microsoft.com/office/drawing/2014/main" id="{E738BEBC-F816-4EA4-ADF0-B1636CE6D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08" name="Freeform 1133">
                <a:extLst>
                  <a:ext uri="{FF2B5EF4-FFF2-40B4-BE49-F238E27FC236}">
                    <a16:creationId xmlns:a16="http://schemas.microsoft.com/office/drawing/2014/main" id="{385CB882-22AF-4881-9A90-FEA3FC527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09" name="Freeform 1134">
                <a:extLst>
                  <a:ext uri="{FF2B5EF4-FFF2-40B4-BE49-F238E27FC236}">
                    <a16:creationId xmlns:a16="http://schemas.microsoft.com/office/drawing/2014/main" id="{D09491EF-ABF4-458C-AA2C-78033DF9E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10" name="Freeform 1135">
                <a:extLst>
                  <a:ext uri="{FF2B5EF4-FFF2-40B4-BE49-F238E27FC236}">
                    <a16:creationId xmlns:a16="http://schemas.microsoft.com/office/drawing/2014/main" id="{DCA8D9F8-802D-47DB-8AB6-65564DF7C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11" name="Freeform 1136">
                <a:extLst>
                  <a:ext uri="{FF2B5EF4-FFF2-40B4-BE49-F238E27FC236}">
                    <a16:creationId xmlns:a16="http://schemas.microsoft.com/office/drawing/2014/main" id="{7527216C-8247-465B-B6B4-A11FD60E3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812" name="Freeform 1137">
                <a:extLst>
                  <a:ext uri="{FF2B5EF4-FFF2-40B4-BE49-F238E27FC236}">
                    <a16:creationId xmlns:a16="http://schemas.microsoft.com/office/drawing/2014/main" id="{7E004AB4-FA3E-4F78-ABA1-3659E3F9F53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9769" name="Group 1139">
              <a:extLst>
                <a:ext uri="{FF2B5EF4-FFF2-40B4-BE49-F238E27FC236}">
                  <a16:creationId xmlns:a16="http://schemas.microsoft.com/office/drawing/2014/main" id="{500B87D1-5462-4A55-8B5F-71E9EF083B5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29794" name="Picture 1140" descr="desktop_computer_stylized_medium">
                <a:extLst>
                  <a:ext uri="{FF2B5EF4-FFF2-40B4-BE49-F238E27FC236}">
                    <a16:creationId xmlns:a16="http://schemas.microsoft.com/office/drawing/2014/main" id="{7BD4950E-6B25-4A23-BDD7-D950F5EC09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95" name="Freeform 1141">
                <a:extLst>
                  <a:ext uri="{FF2B5EF4-FFF2-40B4-BE49-F238E27FC236}">
                    <a16:creationId xmlns:a16="http://schemas.microsoft.com/office/drawing/2014/main" id="{57664DE3-3FA0-4075-991F-DEDE0B35A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29770" name="Group 1142">
              <a:extLst>
                <a:ext uri="{FF2B5EF4-FFF2-40B4-BE49-F238E27FC236}">
                  <a16:creationId xmlns:a16="http://schemas.microsoft.com/office/drawing/2014/main" id="{9B0CDB94-BE9F-49D2-B5D2-93D36B276B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29771" name="Picture 1143" descr="antenna_stylized">
                <a:extLst>
                  <a:ext uri="{FF2B5EF4-FFF2-40B4-BE49-F238E27FC236}">
                    <a16:creationId xmlns:a16="http://schemas.microsoft.com/office/drawing/2014/main" id="{EE5E6D3C-9F96-4954-BB34-4786455616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772" name="Picture 1144" descr="laptop_keyboard">
                <a:extLst>
                  <a:ext uri="{FF2B5EF4-FFF2-40B4-BE49-F238E27FC236}">
                    <a16:creationId xmlns:a16="http://schemas.microsoft.com/office/drawing/2014/main" id="{72E98822-BAC0-4374-A011-C668A94679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73" name="Freeform 1145">
                <a:extLst>
                  <a:ext uri="{FF2B5EF4-FFF2-40B4-BE49-F238E27FC236}">
                    <a16:creationId xmlns:a16="http://schemas.microsoft.com/office/drawing/2014/main" id="{AFAA9987-C59B-4C74-8B3E-C8C7184C0C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29774" name="Picture 1146" descr="screen">
                <a:extLst>
                  <a:ext uri="{FF2B5EF4-FFF2-40B4-BE49-F238E27FC236}">
                    <a16:creationId xmlns:a16="http://schemas.microsoft.com/office/drawing/2014/main" id="{6CD7B123-20FC-4E85-850A-5BDA9EDBED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75" name="Freeform 1147">
                <a:extLst>
                  <a:ext uri="{FF2B5EF4-FFF2-40B4-BE49-F238E27FC236}">
                    <a16:creationId xmlns:a16="http://schemas.microsoft.com/office/drawing/2014/main" id="{7B26BD36-0029-4C57-A6EC-B8544644C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776" name="Freeform 1148">
                <a:extLst>
                  <a:ext uri="{FF2B5EF4-FFF2-40B4-BE49-F238E27FC236}">
                    <a16:creationId xmlns:a16="http://schemas.microsoft.com/office/drawing/2014/main" id="{CE5D339F-C4B8-4AE6-8245-C06346AFA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777" name="Freeform 1149">
                <a:extLst>
                  <a:ext uri="{FF2B5EF4-FFF2-40B4-BE49-F238E27FC236}">
                    <a16:creationId xmlns:a16="http://schemas.microsoft.com/office/drawing/2014/main" id="{0605B118-3B04-4DD9-B073-AFE52C661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778" name="Freeform 1150">
                <a:extLst>
                  <a:ext uri="{FF2B5EF4-FFF2-40B4-BE49-F238E27FC236}">
                    <a16:creationId xmlns:a16="http://schemas.microsoft.com/office/drawing/2014/main" id="{6B13D21F-A03A-4FA7-A6BF-29611B575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779" name="Freeform 1151">
                <a:extLst>
                  <a:ext uri="{FF2B5EF4-FFF2-40B4-BE49-F238E27FC236}">
                    <a16:creationId xmlns:a16="http://schemas.microsoft.com/office/drawing/2014/main" id="{523F6791-BF1E-42B6-A1B3-391AB9B57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8 h 1659"/>
                  <a:gd name="T6" fmla="*/ 0 w 637"/>
                  <a:gd name="T7" fmla="*/ 8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780" name="Freeform 1152">
                <a:extLst>
                  <a:ext uri="{FF2B5EF4-FFF2-40B4-BE49-F238E27FC236}">
                    <a16:creationId xmlns:a16="http://schemas.microsoft.com/office/drawing/2014/main" id="{3422B2DE-ACFC-4B8C-8BC7-81F3B2A42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4 w 2216"/>
                  <a:gd name="T5" fmla="*/ 3 h 550"/>
                  <a:gd name="T6" fmla="*/ 4 w 2216"/>
                  <a:gd name="T7" fmla="*/ 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9781" name="Group 1153">
                <a:extLst>
                  <a:ext uri="{FF2B5EF4-FFF2-40B4-BE49-F238E27FC236}">
                    <a16:creationId xmlns:a16="http://schemas.microsoft.com/office/drawing/2014/main" id="{0066348E-AEC3-4EA2-AA43-B4299C65E0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788" name="Freeform 1154">
                  <a:extLst>
                    <a:ext uri="{FF2B5EF4-FFF2-40B4-BE49-F238E27FC236}">
                      <a16:creationId xmlns:a16="http://schemas.microsoft.com/office/drawing/2014/main" id="{082012ED-D2F9-403F-8C06-4063447CFA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789" name="Freeform 1155">
                  <a:extLst>
                    <a:ext uri="{FF2B5EF4-FFF2-40B4-BE49-F238E27FC236}">
                      <a16:creationId xmlns:a16="http://schemas.microsoft.com/office/drawing/2014/main" id="{6B859348-EF05-4715-9EF3-FD92253C94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790" name="Freeform 1156">
                  <a:extLst>
                    <a:ext uri="{FF2B5EF4-FFF2-40B4-BE49-F238E27FC236}">
                      <a16:creationId xmlns:a16="http://schemas.microsoft.com/office/drawing/2014/main" id="{665EE5DE-08FC-4DFF-A3B3-8AE08DFC4F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791" name="Freeform 1157">
                  <a:extLst>
                    <a:ext uri="{FF2B5EF4-FFF2-40B4-BE49-F238E27FC236}">
                      <a16:creationId xmlns:a16="http://schemas.microsoft.com/office/drawing/2014/main" id="{0C7E8C00-C18D-4F5C-AB27-93740B2461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792" name="Freeform 1158">
                  <a:extLst>
                    <a:ext uri="{FF2B5EF4-FFF2-40B4-BE49-F238E27FC236}">
                      <a16:creationId xmlns:a16="http://schemas.microsoft.com/office/drawing/2014/main" id="{2348FA9E-F290-47B7-BB3E-F1CE2D3FA7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9793" name="Freeform 1159">
                  <a:extLst>
                    <a:ext uri="{FF2B5EF4-FFF2-40B4-BE49-F238E27FC236}">
                      <a16:creationId xmlns:a16="http://schemas.microsoft.com/office/drawing/2014/main" id="{AF87CEC5-5EC6-4C34-BF47-3CE9BCB4A6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9782" name="Freeform 1160">
                <a:extLst>
                  <a:ext uri="{FF2B5EF4-FFF2-40B4-BE49-F238E27FC236}">
                    <a16:creationId xmlns:a16="http://schemas.microsoft.com/office/drawing/2014/main" id="{4B75E1F9-C4C9-461C-B15E-E289BA0EFC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783" name="Freeform 1161">
                <a:extLst>
                  <a:ext uri="{FF2B5EF4-FFF2-40B4-BE49-F238E27FC236}">
                    <a16:creationId xmlns:a16="http://schemas.microsoft.com/office/drawing/2014/main" id="{3C9791A8-2D0D-4337-A22A-6A77D84F4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784" name="Freeform 1162">
                <a:extLst>
                  <a:ext uri="{FF2B5EF4-FFF2-40B4-BE49-F238E27FC236}">
                    <a16:creationId xmlns:a16="http://schemas.microsoft.com/office/drawing/2014/main" id="{1FD0AC38-FDD6-47EB-92D1-A7FB8E407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785" name="Freeform 1163">
                <a:extLst>
                  <a:ext uri="{FF2B5EF4-FFF2-40B4-BE49-F238E27FC236}">
                    <a16:creationId xmlns:a16="http://schemas.microsoft.com/office/drawing/2014/main" id="{2FD2ED28-0FFD-4762-9D85-B80E7A0A6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786" name="Freeform 1164">
                <a:extLst>
                  <a:ext uri="{FF2B5EF4-FFF2-40B4-BE49-F238E27FC236}">
                    <a16:creationId xmlns:a16="http://schemas.microsoft.com/office/drawing/2014/main" id="{333D6365-D769-4CBA-819E-9F3E5F4546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9787" name="Freeform 1165">
                <a:extLst>
                  <a:ext uri="{FF2B5EF4-FFF2-40B4-BE49-F238E27FC236}">
                    <a16:creationId xmlns:a16="http://schemas.microsoft.com/office/drawing/2014/main" id="{036C1C4A-5909-49E7-89FD-A177739687C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sp>
        <p:nvSpPr>
          <p:cNvPr id="29703" name="Slide Number Placeholder 3">
            <a:extLst>
              <a:ext uri="{FF2B5EF4-FFF2-40B4-BE49-F238E27FC236}">
                <a16:creationId xmlns:a16="http://schemas.microsoft.com/office/drawing/2014/main" id="{2FBDAA7F-13D5-41AB-A888-B161C056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E5BB2210-4EC7-4B30-A7C7-C7A867BF38A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2">
            <a:extLst>
              <a:ext uri="{FF2B5EF4-FFF2-40B4-BE49-F238E27FC236}">
                <a16:creationId xmlns:a16="http://schemas.microsoft.com/office/drawing/2014/main" id="{C8F09C72-CCB8-4F8D-81DA-A57E6172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112716EA-B7E2-41CD-8974-AD6B2EFE24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38138" y="196850"/>
            <a:ext cx="8382000" cy="83502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Access networks and physical media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2B0156-1251-40F6-8CD3-60F467DED15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0075" y="1371600"/>
            <a:ext cx="4010025" cy="50101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Different types of access networks:</a:t>
            </a:r>
          </a:p>
          <a:p>
            <a:pPr eaLnBrk="1" hangingPunct="1"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residential access networks</a:t>
            </a:r>
          </a:p>
          <a:p>
            <a:pPr eaLnBrk="1" hangingPunct="1"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institutional access networks (school, company)</a:t>
            </a:r>
          </a:p>
          <a:p>
            <a:pPr eaLnBrk="1" hangingPunct="1">
              <a:spcAft>
                <a:spcPct val="30000"/>
              </a:spcAft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mobile access networks</a:t>
            </a:r>
            <a:endParaRPr lang="en-US" altLang="zh-TW" sz="24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keep in mind: </a:t>
            </a:r>
          </a:p>
          <a:p>
            <a:pPr eaLnBrk="1" hangingPunct="1"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bandwidth (bits per second) of access network?</a:t>
            </a:r>
          </a:p>
          <a:p>
            <a:pPr eaLnBrk="1" hangingPunct="1"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shared or dedicated?</a:t>
            </a:r>
          </a:p>
        </p:txBody>
      </p:sp>
      <p:sp>
        <p:nvSpPr>
          <p:cNvPr id="31749" name="Freeform 665">
            <a:extLst>
              <a:ext uri="{FF2B5EF4-FFF2-40B4-BE49-F238E27FC236}">
                <a16:creationId xmlns:a16="http://schemas.microsoft.com/office/drawing/2014/main" id="{B3C0FF8E-0839-47C5-AE3D-7029358C5976}"/>
              </a:ext>
            </a:extLst>
          </p:cNvPr>
          <p:cNvSpPr>
            <a:spLocks/>
          </p:cNvSpPr>
          <p:nvPr/>
        </p:nvSpPr>
        <p:spPr bwMode="auto">
          <a:xfrm>
            <a:off x="5202238" y="1712913"/>
            <a:ext cx="1736725" cy="1071562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1750" name="Group 666">
            <a:extLst>
              <a:ext uri="{FF2B5EF4-FFF2-40B4-BE49-F238E27FC236}">
                <a16:creationId xmlns:a16="http://schemas.microsoft.com/office/drawing/2014/main" id="{B35E9DA1-8C63-4DE0-8293-718E0B7C8710}"/>
              </a:ext>
            </a:extLst>
          </p:cNvPr>
          <p:cNvGrpSpPr>
            <a:grpSpLocks/>
          </p:cNvGrpSpPr>
          <p:nvPr/>
        </p:nvGrpSpPr>
        <p:grpSpPr bwMode="auto">
          <a:xfrm>
            <a:off x="5370513" y="3048000"/>
            <a:ext cx="1458912" cy="933450"/>
            <a:chOff x="2889" y="1631"/>
            <a:chExt cx="980" cy="743"/>
          </a:xfrm>
        </p:grpSpPr>
        <p:sp>
          <p:nvSpPr>
            <p:cNvPr id="32196" name="Rectangle 667">
              <a:extLst>
                <a:ext uri="{FF2B5EF4-FFF2-40B4-BE49-F238E27FC236}">
                  <a16:creationId xmlns:a16="http://schemas.microsoft.com/office/drawing/2014/main" id="{649FD42B-A5B2-4F8F-B24F-244D6875D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2197" name="AutoShape 668">
              <a:extLst>
                <a:ext uri="{FF2B5EF4-FFF2-40B4-BE49-F238E27FC236}">
                  <a16:creationId xmlns:a16="http://schemas.microsoft.com/office/drawing/2014/main" id="{2343820E-038C-4EE5-A60C-2DC5DF4E4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00CC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1751" name="Freeform 669">
            <a:extLst>
              <a:ext uri="{FF2B5EF4-FFF2-40B4-BE49-F238E27FC236}">
                <a16:creationId xmlns:a16="http://schemas.microsoft.com/office/drawing/2014/main" id="{FB708484-6CC0-4A9A-A615-CEBF9CB46614}"/>
              </a:ext>
            </a:extLst>
          </p:cNvPr>
          <p:cNvSpPr>
            <a:spLocks/>
          </p:cNvSpPr>
          <p:nvPr/>
        </p:nvSpPr>
        <p:spPr bwMode="auto">
          <a:xfrm>
            <a:off x="5364163" y="4425950"/>
            <a:ext cx="3225800" cy="1665288"/>
          </a:xfrm>
          <a:custGeom>
            <a:avLst/>
            <a:gdLst>
              <a:gd name="T0" fmla="*/ 2147483646 w 2032"/>
              <a:gd name="T1" fmla="*/ 2147483646 h 1049"/>
              <a:gd name="T2" fmla="*/ 2147483646 w 2032"/>
              <a:gd name="T3" fmla="*/ 2147483646 h 1049"/>
              <a:gd name="T4" fmla="*/ 2147483646 w 2032"/>
              <a:gd name="T5" fmla="*/ 2147483646 h 1049"/>
              <a:gd name="T6" fmla="*/ 2147483646 w 2032"/>
              <a:gd name="T7" fmla="*/ 2147483646 h 1049"/>
              <a:gd name="T8" fmla="*/ 2147483646 w 2032"/>
              <a:gd name="T9" fmla="*/ 2147483646 h 1049"/>
              <a:gd name="T10" fmla="*/ 2147483646 w 2032"/>
              <a:gd name="T11" fmla="*/ 2147483646 h 1049"/>
              <a:gd name="T12" fmla="*/ 2147483646 w 2032"/>
              <a:gd name="T13" fmla="*/ 2147483646 h 1049"/>
              <a:gd name="T14" fmla="*/ 2147483646 w 2032"/>
              <a:gd name="T15" fmla="*/ 2147483646 h 1049"/>
              <a:gd name="T16" fmla="*/ 2147483646 w 2032"/>
              <a:gd name="T17" fmla="*/ 2147483646 h 1049"/>
              <a:gd name="T18" fmla="*/ 2147483646 w 2032"/>
              <a:gd name="T19" fmla="*/ 2147483646 h 1049"/>
              <a:gd name="T20" fmla="*/ 2147483646 w 2032"/>
              <a:gd name="T21" fmla="*/ 2147483646 h 1049"/>
              <a:gd name="T22" fmla="*/ 2147483646 w 2032"/>
              <a:gd name="T23" fmla="*/ 2147483646 h 1049"/>
              <a:gd name="T24" fmla="*/ 2147483646 w 2032"/>
              <a:gd name="T25" fmla="*/ 2147483646 h 1049"/>
              <a:gd name="T26" fmla="*/ 2147483646 w 2032"/>
              <a:gd name="T27" fmla="*/ 2147483646 h 1049"/>
              <a:gd name="T28" fmla="*/ 2147483646 w 2032"/>
              <a:gd name="T29" fmla="*/ 2147483646 h 1049"/>
              <a:gd name="T30" fmla="*/ 2147483646 w 2032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032"/>
              <a:gd name="T49" fmla="*/ 0 h 1049"/>
              <a:gd name="T50" fmla="*/ 2032 w 2032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032" h="1049">
                <a:moveTo>
                  <a:pt x="1044" y="26"/>
                </a:moveTo>
                <a:cubicBezTo>
                  <a:pt x="959" y="45"/>
                  <a:pt x="924" y="118"/>
                  <a:pt x="847" y="125"/>
                </a:cubicBezTo>
                <a:cubicBezTo>
                  <a:pt x="770" y="132"/>
                  <a:pt x="697" y="61"/>
                  <a:pt x="580" y="68"/>
                </a:cubicBezTo>
                <a:cubicBezTo>
                  <a:pt x="463" y="75"/>
                  <a:pt x="232" y="119"/>
                  <a:pt x="143" y="170"/>
                </a:cubicBezTo>
                <a:cubicBezTo>
                  <a:pt x="54" y="221"/>
                  <a:pt x="65" y="289"/>
                  <a:pt x="48" y="374"/>
                </a:cubicBezTo>
                <a:cubicBezTo>
                  <a:pt x="31" y="459"/>
                  <a:pt x="0" y="618"/>
                  <a:pt x="41" y="680"/>
                </a:cubicBezTo>
                <a:cubicBezTo>
                  <a:pt x="82" y="742"/>
                  <a:pt x="191" y="709"/>
                  <a:pt x="294" y="744"/>
                </a:cubicBezTo>
                <a:cubicBezTo>
                  <a:pt x="397" y="779"/>
                  <a:pt x="527" y="849"/>
                  <a:pt x="660" y="893"/>
                </a:cubicBezTo>
                <a:cubicBezTo>
                  <a:pt x="793" y="938"/>
                  <a:pt x="944" y="991"/>
                  <a:pt x="1088" y="1014"/>
                </a:cubicBezTo>
                <a:cubicBezTo>
                  <a:pt x="1232" y="1036"/>
                  <a:pt x="1401" y="1049"/>
                  <a:pt x="1525" y="1031"/>
                </a:cubicBezTo>
                <a:cubicBezTo>
                  <a:pt x="1649" y="1012"/>
                  <a:pt x="1749" y="960"/>
                  <a:pt x="1831" y="907"/>
                </a:cubicBezTo>
                <a:cubicBezTo>
                  <a:pt x="1913" y="855"/>
                  <a:pt x="1998" y="824"/>
                  <a:pt x="2015" y="714"/>
                </a:cubicBezTo>
                <a:cubicBezTo>
                  <a:pt x="2032" y="604"/>
                  <a:pt x="1990" y="350"/>
                  <a:pt x="1931" y="251"/>
                </a:cubicBezTo>
                <a:cubicBezTo>
                  <a:pt x="1872" y="151"/>
                  <a:pt x="1754" y="153"/>
                  <a:pt x="1658" y="114"/>
                </a:cubicBezTo>
                <a:cubicBezTo>
                  <a:pt x="1562" y="76"/>
                  <a:pt x="1457" y="30"/>
                  <a:pt x="1355" y="15"/>
                </a:cubicBezTo>
                <a:cubicBezTo>
                  <a:pt x="1253" y="0"/>
                  <a:pt x="1129" y="8"/>
                  <a:pt x="1044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52" name="Line 670">
            <a:extLst>
              <a:ext uri="{FF2B5EF4-FFF2-40B4-BE49-F238E27FC236}">
                <a16:creationId xmlns:a16="http://schemas.microsoft.com/office/drawing/2014/main" id="{AEDDD8C0-83C7-4730-AD60-19B84FB834E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845425" y="5162551"/>
            <a:ext cx="523875" cy="1397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1753" name="Line 671">
            <a:extLst>
              <a:ext uri="{FF2B5EF4-FFF2-40B4-BE49-F238E27FC236}">
                <a16:creationId xmlns:a16="http://schemas.microsoft.com/office/drawing/2014/main" id="{93F586A9-486A-4AB1-8272-68CFD4EBEDC1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7991475" y="5443538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1754" name="Line 672">
            <a:extLst>
              <a:ext uri="{FF2B5EF4-FFF2-40B4-BE49-F238E27FC236}">
                <a16:creationId xmlns:a16="http://schemas.microsoft.com/office/drawing/2014/main" id="{4CA42E48-04BD-41DC-B6F5-38FAD5230678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8177213" y="5116513"/>
            <a:ext cx="0" cy="1143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1755" name="Line 674">
            <a:extLst>
              <a:ext uri="{FF2B5EF4-FFF2-40B4-BE49-F238E27FC236}">
                <a16:creationId xmlns:a16="http://schemas.microsoft.com/office/drawing/2014/main" id="{2D1B8D45-1FD3-4779-BA18-407D3AC90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0763" y="4776788"/>
            <a:ext cx="217487" cy="1000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56" name="Line 675">
            <a:extLst>
              <a:ext uri="{FF2B5EF4-FFF2-40B4-BE49-F238E27FC236}">
                <a16:creationId xmlns:a16="http://schemas.microsoft.com/office/drawing/2014/main" id="{C992449F-90F1-4E58-92A0-EE7E1E64AF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42000" y="5038725"/>
            <a:ext cx="407988" cy="746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57" name="Line 678">
            <a:extLst>
              <a:ext uri="{FF2B5EF4-FFF2-40B4-BE49-F238E27FC236}">
                <a16:creationId xmlns:a16="http://schemas.microsoft.com/office/drawing/2014/main" id="{E0235CCE-BD12-48C9-8CE1-24D1867C9F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7450" y="5102225"/>
            <a:ext cx="144463" cy="1698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58" name="Line 679">
            <a:extLst>
              <a:ext uri="{FF2B5EF4-FFF2-40B4-BE49-F238E27FC236}">
                <a16:creationId xmlns:a16="http://schemas.microsoft.com/office/drawing/2014/main" id="{4C408A5A-3A55-485A-80AB-F25008A1EDF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86538" y="5110163"/>
            <a:ext cx="76200" cy="1635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59" name="Line 680">
            <a:extLst>
              <a:ext uri="{FF2B5EF4-FFF2-40B4-BE49-F238E27FC236}">
                <a16:creationId xmlns:a16="http://schemas.microsoft.com/office/drawing/2014/main" id="{2D11D97A-EB2B-4D82-BBD2-5B4EA5B6B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3700" y="5056188"/>
            <a:ext cx="503238" cy="2698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60" name="Line 682">
            <a:extLst>
              <a:ext uri="{FF2B5EF4-FFF2-40B4-BE49-F238E27FC236}">
                <a16:creationId xmlns:a16="http://schemas.microsoft.com/office/drawing/2014/main" id="{D81350E2-CF55-4AB6-A6B8-DD54C2741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4913" y="3551238"/>
            <a:ext cx="0" cy="1063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61" name="Line 683">
            <a:extLst>
              <a:ext uri="{FF2B5EF4-FFF2-40B4-BE49-F238E27FC236}">
                <a16:creationId xmlns:a16="http://schemas.microsoft.com/office/drawing/2014/main" id="{A59746AD-1225-428E-A755-FB76037330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91213" y="3736975"/>
            <a:ext cx="168275" cy="3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pic>
        <p:nvPicPr>
          <p:cNvPr id="31762" name="Picture 684" descr="access_point_stylized_small">
            <a:extLst>
              <a:ext uri="{FF2B5EF4-FFF2-40B4-BE49-F238E27FC236}">
                <a16:creationId xmlns:a16="http://schemas.microsoft.com/office/drawing/2014/main" id="{DCCDA94F-DF7F-4C1B-A510-604B7F1CA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388" y="3548063"/>
            <a:ext cx="3698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63" name="Line 685">
            <a:extLst>
              <a:ext uri="{FF2B5EF4-FFF2-40B4-BE49-F238E27FC236}">
                <a16:creationId xmlns:a16="http://schemas.microsoft.com/office/drawing/2014/main" id="{B57CCEDE-543F-492E-9AB7-382444B8EBCB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7994650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1764" name="Line 686">
            <a:extLst>
              <a:ext uri="{FF2B5EF4-FFF2-40B4-BE49-F238E27FC236}">
                <a16:creationId xmlns:a16="http://schemas.microsoft.com/office/drawing/2014/main" id="{AAD79D41-F641-412F-ABDE-1977489A98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94388" y="3733800"/>
            <a:ext cx="168275" cy="3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pic>
        <p:nvPicPr>
          <p:cNvPr id="31765" name="Picture 708" descr="access_point_stylized_small">
            <a:extLst>
              <a:ext uri="{FF2B5EF4-FFF2-40B4-BE49-F238E27FC236}">
                <a16:creationId xmlns:a16="http://schemas.microsoft.com/office/drawing/2014/main" id="{092AC31A-8418-423C-809F-9601F9289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975" y="3546475"/>
            <a:ext cx="36988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66" name="Freeform 709">
            <a:extLst>
              <a:ext uri="{FF2B5EF4-FFF2-40B4-BE49-F238E27FC236}">
                <a16:creationId xmlns:a16="http://schemas.microsoft.com/office/drawing/2014/main" id="{49A96876-8DE6-4E01-8AEC-A662E8C6F626}"/>
              </a:ext>
            </a:extLst>
          </p:cNvPr>
          <p:cNvSpPr>
            <a:spLocks/>
          </p:cNvSpPr>
          <p:nvPr/>
        </p:nvSpPr>
        <p:spPr bwMode="auto">
          <a:xfrm>
            <a:off x="7015163" y="3530600"/>
            <a:ext cx="1314450" cy="674688"/>
          </a:xfrm>
          <a:custGeom>
            <a:avLst/>
            <a:gdLst>
              <a:gd name="T0" fmla="*/ 2147483646 w 828"/>
              <a:gd name="T1" fmla="*/ 2147483646 h 425"/>
              <a:gd name="T2" fmla="*/ 2147483646 w 828"/>
              <a:gd name="T3" fmla="*/ 2147483646 h 425"/>
              <a:gd name="T4" fmla="*/ 2147483646 w 828"/>
              <a:gd name="T5" fmla="*/ 2147483646 h 425"/>
              <a:gd name="T6" fmla="*/ 2147483646 w 828"/>
              <a:gd name="T7" fmla="*/ 2147483646 h 425"/>
              <a:gd name="T8" fmla="*/ 2147483646 w 828"/>
              <a:gd name="T9" fmla="*/ 2147483646 h 425"/>
              <a:gd name="T10" fmla="*/ 2147483646 w 828"/>
              <a:gd name="T11" fmla="*/ 2147483646 h 425"/>
              <a:gd name="T12" fmla="*/ 2147483646 w 828"/>
              <a:gd name="T13" fmla="*/ 2147483646 h 425"/>
              <a:gd name="T14" fmla="*/ 2147483646 w 828"/>
              <a:gd name="T15" fmla="*/ 2147483646 h 425"/>
              <a:gd name="T16" fmla="*/ 2147483646 w 828"/>
              <a:gd name="T17" fmla="*/ 2147483646 h 425"/>
              <a:gd name="T18" fmla="*/ 2147483646 w 828"/>
              <a:gd name="T19" fmla="*/ 2147483646 h 425"/>
              <a:gd name="T20" fmla="*/ 2147483646 w 828"/>
              <a:gd name="T21" fmla="*/ 2147483646 h 425"/>
              <a:gd name="T22" fmla="*/ 2147483646 w 828"/>
              <a:gd name="T23" fmla="*/ 2147483646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67" name="Freeform 710">
            <a:extLst>
              <a:ext uri="{FF2B5EF4-FFF2-40B4-BE49-F238E27FC236}">
                <a16:creationId xmlns:a16="http://schemas.microsoft.com/office/drawing/2014/main" id="{23EFCDA3-30BE-452A-81EE-E5A722A3243C}"/>
              </a:ext>
            </a:extLst>
          </p:cNvPr>
          <p:cNvSpPr>
            <a:spLocks/>
          </p:cNvSpPr>
          <p:nvPr/>
        </p:nvSpPr>
        <p:spPr bwMode="auto">
          <a:xfrm>
            <a:off x="7023100" y="2005013"/>
            <a:ext cx="1730375" cy="1125537"/>
          </a:xfrm>
          <a:custGeom>
            <a:avLst/>
            <a:gdLst>
              <a:gd name="T0" fmla="*/ 2147483646 w 765"/>
              <a:gd name="T1" fmla="*/ 2147483646 h 459"/>
              <a:gd name="T2" fmla="*/ 2147483646 w 765"/>
              <a:gd name="T3" fmla="*/ 2147483646 h 459"/>
              <a:gd name="T4" fmla="*/ 2147483646 w 765"/>
              <a:gd name="T5" fmla="*/ 2147483646 h 459"/>
              <a:gd name="T6" fmla="*/ 2147483646 w 765"/>
              <a:gd name="T7" fmla="*/ 2147483646 h 459"/>
              <a:gd name="T8" fmla="*/ 2147483646 w 765"/>
              <a:gd name="T9" fmla="*/ 2147483646 h 459"/>
              <a:gd name="T10" fmla="*/ 2147483646 w 765"/>
              <a:gd name="T11" fmla="*/ 2147483646 h 459"/>
              <a:gd name="T12" fmla="*/ 2147483646 w 765"/>
              <a:gd name="T13" fmla="*/ 2147483646 h 459"/>
              <a:gd name="T14" fmla="*/ 2147483646 w 765"/>
              <a:gd name="T15" fmla="*/ 2147483646 h 459"/>
              <a:gd name="T16" fmla="*/ 2147483646 w 765"/>
              <a:gd name="T17" fmla="*/ 2147483646 h 459"/>
              <a:gd name="T18" fmla="*/ 2147483646 w 765"/>
              <a:gd name="T19" fmla="*/ 2147483646 h 459"/>
              <a:gd name="T20" fmla="*/ 2147483646 w 765"/>
              <a:gd name="T21" fmla="*/ 2147483646 h 459"/>
              <a:gd name="T22" fmla="*/ 2147483646 w 765"/>
              <a:gd name="T23" fmla="*/ 2147483646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68" name="Line 711">
            <a:extLst>
              <a:ext uri="{FF2B5EF4-FFF2-40B4-BE49-F238E27FC236}">
                <a16:creationId xmlns:a16="http://schemas.microsoft.com/office/drawing/2014/main" id="{63C870DD-9F9F-4E7D-8A19-94C4ABA1E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6163" y="3816350"/>
            <a:ext cx="163512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69" name="Line 712">
            <a:extLst>
              <a:ext uri="{FF2B5EF4-FFF2-40B4-BE49-F238E27FC236}">
                <a16:creationId xmlns:a16="http://schemas.microsoft.com/office/drawing/2014/main" id="{9B510AC1-9A4F-4F90-83FE-4F16D376D9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000" y="3736975"/>
            <a:ext cx="279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70" name="Line 713">
            <a:extLst>
              <a:ext uri="{FF2B5EF4-FFF2-40B4-BE49-F238E27FC236}">
                <a16:creationId xmlns:a16="http://schemas.microsoft.com/office/drawing/2014/main" id="{ADE8D89B-D123-4DBB-83D9-8BD98C56A3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29538" y="3822700"/>
            <a:ext cx="134937" cy="1047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71" name="Line 714">
            <a:extLst>
              <a:ext uri="{FF2B5EF4-FFF2-40B4-BE49-F238E27FC236}">
                <a16:creationId xmlns:a16="http://schemas.microsoft.com/office/drawing/2014/main" id="{4C2C2208-C242-492A-B834-57D4F66ED7A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3063" y="2590800"/>
            <a:ext cx="509587" cy="317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72" name="Line 715">
            <a:extLst>
              <a:ext uri="{FF2B5EF4-FFF2-40B4-BE49-F238E27FC236}">
                <a16:creationId xmlns:a16="http://schemas.microsoft.com/office/drawing/2014/main" id="{71EE2E14-0D06-4D53-AA69-1288F21DB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8063" y="4700588"/>
            <a:ext cx="390525" cy="1841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73" name="Line 716">
            <a:extLst>
              <a:ext uri="{FF2B5EF4-FFF2-40B4-BE49-F238E27FC236}">
                <a16:creationId xmlns:a16="http://schemas.microsoft.com/office/drawing/2014/main" id="{C1FEBCC1-06E6-4E6E-8B92-9513590095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7350" y="4687888"/>
            <a:ext cx="322263" cy="1984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74" name="Line 717">
            <a:extLst>
              <a:ext uri="{FF2B5EF4-FFF2-40B4-BE49-F238E27FC236}">
                <a16:creationId xmlns:a16="http://schemas.microsoft.com/office/drawing/2014/main" id="{EAB04377-6BF9-4825-8EF6-DFB22FC661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0213" y="4979988"/>
            <a:ext cx="971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75" name="Line 718">
            <a:extLst>
              <a:ext uri="{FF2B5EF4-FFF2-40B4-BE49-F238E27FC236}">
                <a16:creationId xmlns:a16="http://schemas.microsoft.com/office/drawing/2014/main" id="{0394C2BF-F3F6-48B1-ACEC-7AC0EF20EE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138" y="2495550"/>
            <a:ext cx="123825" cy="873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76" name="Line 719">
            <a:extLst>
              <a:ext uri="{FF2B5EF4-FFF2-40B4-BE49-F238E27FC236}">
                <a16:creationId xmlns:a16="http://schemas.microsoft.com/office/drawing/2014/main" id="{EE48F34D-5D7B-4BDB-AA5F-6F1D8F31E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5688" y="2668588"/>
            <a:ext cx="0" cy="825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77" name="Line 720">
            <a:extLst>
              <a:ext uri="{FF2B5EF4-FFF2-40B4-BE49-F238E27FC236}">
                <a16:creationId xmlns:a16="http://schemas.microsoft.com/office/drawing/2014/main" id="{E7ECE27F-7CC5-4C20-9826-52B7A94970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138" y="2565400"/>
            <a:ext cx="263525" cy="2889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78" name="Line 721">
            <a:extLst>
              <a:ext uri="{FF2B5EF4-FFF2-40B4-BE49-F238E27FC236}">
                <a16:creationId xmlns:a16="http://schemas.microsoft.com/office/drawing/2014/main" id="{3B89DC88-C8FC-4D38-ABDA-722271270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2263" y="2563813"/>
            <a:ext cx="0" cy="196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79" name="Line 722">
            <a:extLst>
              <a:ext uri="{FF2B5EF4-FFF2-40B4-BE49-F238E27FC236}">
                <a16:creationId xmlns:a16="http://schemas.microsoft.com/office/drawing/2014/main" id="{A8599378-AE26-4BC6-8B93-A763C3FEE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2870200"/>
            <a:ext cx="18891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80" name="Line 723">
            <a:extLst>
              <a:ext uri="{FF2B5EF4-FFF2-40B4-BE49-F238E27FC236}">
                <a16:creationId xmlns:a16="http://schemas.microsoft.com/office/drawing/2014/main" id="{FE8195D2-0836-46A1-877C-A50F865A4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0225" y="2860675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81" name="Line 724">
            <a:extLst>
              <a:ext uri="{FF2B5EF4-FFF2-40B4-BE49-F238E27FC236}">
                <a16:creationId xmlns:a16="http://schemas.microsoft.com/office/drawing/2014/main" id="{E9BFD2D0-DB4B-4D34-9ACB-98CC54B2DA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96150" y="2936875"/>
            <a:ext cx="98425" cy="7048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82" name="Line 725">
            <a:extLst>
              <a:ext uri="{FF2B5EF4-FFF2-40B4-BE49-F238E27FC236}">
                <a16:creationId xmlns:a16="http://schemas.microsoft.com/office/drawing/2014/main" id="{858B92B9-6F52-4A21-AFB6-5CF26CDC98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8288" y="2936875"/>
            <a:ext cx="111125" cy="7270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83" name="Line 726">
            <a:extLst>
              <a:ext uri="{FF2B5EF4-FFF2-40B4-BE49-F238E27FC236}">
                <a16:creationId xmlns:a16="http://schemas.microsoft.com/office/drawing/2014/main" id="{17BA426B-76D5-4F41-B342-FBBE0BAE48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72338" y="4078288"/>
            <a:ext cx="227012" cy="43656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84" name="Line 727">
            <a:extLst>
              <a:ext uri="{FF2B5EF4-FFF2-40B4-BE49-F238E27FC236}">
                <a16:creationId xmlns:a16="http://schemas.microsoft.com/office/drawing/2014/main" id="{3FC29973-475B-41B3-B965-E2CBE3A9E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45488" y="2859088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85" name="Line 728">
            <a:extLst>
              <a:ext uri="{FF2B5EF4-FFF2-40B4-BE49-F238E27FC236}">
                <a16:creationId xmlns:a16="http://schemas.microsoft.com/office/drawing/2014/main" id="{5A08135C-84F0-4AB3-9FE1-C8E516BBB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9675" y="2406650"/>
            <a:ext cx="152400" cy="952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86" name="Oval 407">
            <a:extLst>
              <a:ext uri="{FF2B5EF4-FFF2-40B4-BE49-F238E27FC236}">
                <a16:creationId xmlns:a16="http://schemas.microsoft.com/office/drawing/2014/main" id="{94C519F9-3FBC-477F-B665-0C8B142AD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4763" y="2565400"/>
            <a:ext cx="387350" cy="95250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31787" name="Rectangle 410">
            <a:extLst>
              <a:ext uri="{FF2B5EF4-FFF2-40B4-BE49-F238E27FC236}">
                <a16:creationId xmlns:a16="http://schemas.microsoft.com/office/drawing/2014/main" id="{5F5D9F84-7AF0-4BFB-8EFA-CA8D756A5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4763" y="2555875"/>
            <a:ext cx="388937" cy="58738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31788" name="Oval 411">
            <a:extLst>
              <a:ext uri="{FF2B5EF4-FFF2-40B4-BE49-F238E27FC236}">
                <a16:creationId xmlns:a16="http://schemas.microsoft.com/office/drawing/2014/main" id="{1243075A-59B7-4C9D-ACDC-4ACD9FCCB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5" y="2490788"/>
            <a:ext cx="387350" cy="111125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grpSp>
        <p:nvGrpSpPr>
          <p:cNvPr id="31789" name="Group 732">
            <a:extLst>
              <a:ext uri="{FF2B5EF4-FFF2-40B4-BE49-F238E27FC236}">
                <a16:creationId xmlns:a16="http://schemas.microsoft.com/office/drawing/2014/main" id="{B384FF75-CF25-47D0-81AE-AE5544DFBDCA}"/>
              </a:ext>
            </a:extLst>
          </p:cNvPr>
          <p:cNvGrpSpPr>
            <a:grpSpLocks/>
          </p:cNvGrpSpPr>
          <p:nvPr/>
        </p:nvGrpSpPr>
        <p:grpSpPr bwMode="auto">
          <a:xfrm>
            <a:off x="6430963" y="2519363"/>
            <a:ext cx="219075" cy="52387"/>
            <a:chOff x="2468" y="1332"/>
            <a:chExt cx="310" cy="60"/>
          </a:xfrm>
        </p:grpSpPr>
        <p:sp>
          <p:nvSpPr>
            <p:cNvPr id="32194" name="Freeform 733">
              <a:extLst>
                <a:ext uri="{FF2B5EF4-FFF2-40B4-BE49-F238E27FC236}">
                  <a16:creationId xmlns:a16="http://schemas.microsoft.com/office/drawing/2014/main" id="{1DDB03BB-A51D-41E5-A6A1-B640A4306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0"/>
                <a:gd name="T13" fmla="*/ 0 h 60"/>
                <a:gd name="T14" fmla="*/ 310 w 310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12700" cmpd="sng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95" name="Freeform 734">
              <a:extLst>
                <a:ext uri="{FF2B5EF4-FFF2-40B4-BE49-F238E27FC236}">
                  <a16:creationId xmlns:a16="http://schemas.microsoft.com/office/drawing/2014/main" id="{B674FF10-2BB9-4AA6-8E5D-5DBB99D29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60"/>
                <a:gd name="T14" fmla="*/ 282 w 282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12700" cmpd="sng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1790" name="Line 735">
            <a:extLst>
              <a:ext uri="{FF2B5EF4-FFF2-40B4-BE49-F238E27FC236}">
                <a16:creationId xmlns:a16="http://schemas.microsoft.com/office/drawing/2014/main" id="{319DB827-F7DF-4ED2-9648-064B27A5A5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4763" y="2543175"/>
            <a:ext cx="0" cy="746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791" name="Line 736">
            <a:extLst>
              <a:ext uri="{FF2B5EF4-FFF2-40B4-BE49-F238E27FC236}">
                <a16:creationId xmlns:a16="http://schemas.microsoft.com/office/drawing/2014/main" id="{F92C6260-47C3-4451-A87B-2F701015E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0525" y="2546350"/>
            <a:ext cx="0" cy="730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1792" name="Group 737">
            <a:extLst>
              <a:ext uri="{FF2B5EF4-FFF2-40B4-BE49-F238E27FC236}">
                <a16:creationId xmlns:a16="http://schemas.microsoft.com/office/drawing/2014/main" id="{0D4B8450-7781-4E65-A5C2-3279A8182FC1}"/>
              </a:ext>
            </a:extLst>
          </p:cNvPr>
          <p:cNvGrpSpPr>
            <a:grpSpLocks/>
          </p:cNvGrpSpPr>
          <p:nvPr/>
        </p:nvGrpSpPr>
        <p:grpSpPr bwMode="auto">
          <a:xfrm>
            <a:off x="7202488" y="2493963"/>
            <a:ext cx="390525" cy="174625"/>
            <a:chOff x="4334" y="1470"/>
            <a:chExt cx="246" cy="107"/>
          </a:xfrm>
        </p:grpSpPr>
        <p:sp>
          <p:nvSpPr>
            <p:cNvPr id="32186" name="Oval 407">
              <a:extLst>
                <a:ext uri="{FF2B5EF4-FFF2-40B4-BE49-F238E27FC236}">
                  <a16:creationId xmlns:a16="http://schemas.microsoft.com/office/drawing/2014/main" id="{477345F7-3E70-4122-99CE-DF4309F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87" name="Rectangle 410">
              <a:extLst>
                <a:ext uri="{FF2B5EF4-FFF2-40B4-BE49-F238E27FC236}">
                  <a16:creationId xmlns:a16="http://schemas.microsoft.com/office/drawing/2014/main" id="{C3FE7356-D070-404D-AF96-3768A2520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88" name="Oval 411">
              <a:extLst>
                <a:ext uri="{FF2B5EF4-FFF2-40B4-BE49-F238E27FC236}">
                  <a16:creationId xmlns:a16="http://schemas.microsoft.com/office/drawing/2014/main" id="{8E2F66F4-BC12-49A1-99CC-D3CA96D0B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2189" name="Group 741">
              <a:extLst>
                <a:ext uri="{FF2B5EF4-FFF2-40B4-BE49-F238E27FC236}">
                  <a16:creationId xmlns:a16="http://schemas.microsoft.com/office/drawing/2014/main" id="{288C6D28-0EEA-4122-B1C0-0180D493E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92" name="Freeform 742">
                <a:extLst>
                  <a:ext uri="{FF2B5EF4-FFF2-40B4-BE49-F238E27FC236}">
                    <a16:creationId xmlns:a16="http://schemas.microsoft.com/office/drawing/2014/main" id="{50C3CF02-3D4F-4FC0-96D7-C7600316D9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93" name="Freeform 743">
                <a:extLst>
                  <a:ext uri="{FF2B5EF4-FFF2-40B4-BE49-F238E27FC236}">
                    <a16:creationId xmlns:a16="http://schemas.microsoft.com/office/drawing/2014/main" id="{98F7BC79-F67D-417C-BC00-302DBA9B9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90" name="Line 744">
              <a:extLst>
                <a:ext uri="{FF2B5EF4-FFF2-40B4-BE49-F238E27FC236}">
                  <a16:creationId xmlns:a16="http://schemas.microsoft.com/office/drawing/2014/main" id="{158F7269-1BD1-4166-AACC-3154729E1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91" name="Line 745">
              <a:extLst>
                <a:ext uri="{FF2B5EF4-FFF2-40B4-BE49-F238E27FC236}">
                  <a16:creationId xmlns:a16="http://schemas.microsoft.com/office/drawing/2014/main" id="{466610D0-99D5-492B-894A-C2FE84A5F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793" name="Group 746">
            <a:extLst>
              <a:ext uri="{FF2B5EF4-FFF2-40B4-BE49-F238E27FC236}">
                <a16:creationId xmlns:a16="http://schemas.microsoft.com/office/drawing/2014/main" id="{291D213A-4D16-487D-888E-D7BA1D6E13B4}"/>
              </a:ext>
            </a:extLst>
          </p:cNvPr>
          <p:cNvGrpSpPr>
            <a:grpSpLocks/>
          </p:cNvGrpSpPr>
          <p:nvPr/>
        </p:nvGrpSpPr>
        <p:grpSpPr bwMode="auto">
          <a:xfrm>
            <a:off x="7213600" y="2757488"/>
            <a:ext cx="390525" cy="174625"/>
            <a:chOff x="4334" y="1470"/>
            <a:chExt cx="246" cy="107"/>
          </a:xfrm>
        </p:grpSpPr>
        <p:sp>
          <p:nvSpPr>
            <p:cNvPr id="32178" name="Oval 407">
              <a:extLst>
                <a:ext uri="{FF2B5EF4-FFF2-40B4-BE49-F238E27FC236}">
                  <a16:creationId xmlns:a16="http://schemas.microsoft.com/office/drawing/2014/main" id="{4A0EC8BC-09CC-4AB2-8C3C-FEE6EE56C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79" name="Rectangle 410">
              <a:extLst>
                <a:ext uri="{FF2B5EF4-FFF2-40B4-BE49-F238E27FC236}">
                  <a16:creationId xmlns:a16="http://schemas.microsoft.com/office/drawing/2014/main" id="{0BA08029-E652-485D-B698-335F4F811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80" name="Oval 411">
              <a:extLst>
                <a:ext uri="{FF2B5EF4-FFF2-40B4-BE49-F238E27FC236}">
                  <a16:creationId xmlns:a16="http://schemas.microsoft.com/office/drawing/2014/main" id="{D040DAC6-E950-4216-9901-418D1C71A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2181" name="Group 750">
              <a:extLst>
                <a:ext uri="{FF2B5EF4-FFF2-40B4-BE49-F238E27FC236}">
                  <a16:creationId xmlns:a16="http://schemas.microsoft.com/office/drawing/2014/main" id="{B89A8518-D8D3-4637-8B60-4CFD29BF26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84" name="Freeform 751">
                <a:extLst>
                  <a:ext uri="{FF2B5EF4-FFF2-40B4-BE49-F238E27FC236}">
                    <a16:creationId xmlns:a16="http://schemas.microsoft.com/office/drawing/2014/main" id="{FC987E11-CCB1-4DDD-8847-E7949F859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85" name="Freeform 752">
                <a:extLst>
                  <a:ext uri="{FF2B5EF4-FFF2-40B4-BE49-F238E27FC236}">
                    <a16:creationId xmlns:a16="http://schemas.microsoft.com/office/drawing/2014/main" id="{09D83B61-4A1C-4310-94DE-A329F7701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82" name="Line 753">
              <a:extLst>
                <a:ext uri="{FF2B5EF4-FFF2-40B4-BE49-F238E27FC236}">
                  <a16:creationId xmlns:a16="http://schemas.microsoft.com/office/drawing/2014/main" id="{A8139F9F-F32A-4F98-915D-B2CE689168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83" name="Line 754">
              <a:extLst>
                <a:ext uri="{FF2B5EF4-FFF2-40B4-BE49-F238E27FC236}">
                  <a16:creationId xmlns:a16="http://schemas.microsoft.com/office/drawing/2014/main" id="{60CD4FAD-2127-460A-8776-9144B7A22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794" name="Group 755">
            <a:extLst>
              <a:ext uri="{FF2B5EF4-FFF2-40B4-BE49-F238E27FC236}">
                <a16:creationId xmlns:a16="http://schemas.microsoft.com/office/drawing/2014/main" id="{02646BCF-52CF-4B88-84C3-AF807641486C}"/>
              </a:ext>
            </a:extLst>
          </p:cNvPr>
          <p:cNvGrpSpPr>
            <a:grpSpLocks/>
          </p:cNvGrpSpPr>
          <p:nvPr/>
        </p:nvGrpSpPr>
        <p:grpSpPr bwMode="auto">
          <a:xfrm>
            <a:off x="7762875" y="2759075"/>
            <a:ext cx="390525" cy="174625"/>
            <a:chOff x="4334" y="1470"/>
            <a:chExt cx="246" cy="107"/>
          </a:xfrm>
        </p:grpSpPr>
        <p:sp>
          <p:nvSpPr>
            <p:cNvPr id="32170" name="Oval 407">
              <a:extLst>
                <a:ext uri="{FF2B5EF4-FFF2-40B4-BE49-F238E27FC236}">
                  <a16:creationId xmlns:a16="http://schemas.microsoft.com/office/drawing/2014/main" id="{E450AA0F-2A78-45EC-9B46-14F7E7E37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71" name="Rectangle 410">
              <a:extLst>
                <a:ext uri="{FF2B5EF4-FFF2-40B4-BE49-F238E27FC236}">
                  <a16:creationId xmlns:a16="http://schemas.microsoft.com/office/drawing/2014/main" id="{B425084E-D659-417C-A0C6-170AC02BD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72" name="Oval 411">
              <a:extLst>
                <a:ext uri="{FF2B5EF4-FFF2-40B4-BE49-F238E27FC236}">
                  <a16:creationId xmlns:a16="http://schemas.microsoft.com/office/drawing/2014/main" id="{75F10552-B6E0-4BAA-8A43-D3AD04176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2173" name="Group 759">
              <a:extLst>
                <a:ext uri="{FF2B5EF4-FFF2-40B4-BE49-F238E27FC236}">
                  <a16:creationId xmlns:a16="http://schemas.microsoft.com/office/drawing/2014/main" id="{E8AEF21F-A9C7-4573-95AB-5A6170685B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76" name="Freeform 760">
                <a:extLst>
                  <a:ext uri="{FF2B5EF4-FFF2-40B4-BE49-F238E27FC236}">
                    <a16:creationId xmlns:a16="http://schemas.microsoft.com/office/drawing/2014/main" id="{A09AD4D6-F71F-44F6-AB16-43D0B798E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77" name="Freeform 761">
                <a:extLst>
                  <a:ext uri="{FF2B5EF4-FFF2-40B4-BE49-F238E27FC236}">
                    <a16:creationId xmlns:a16="http://schemas.microsoft.com/office/drawing/2014/main" id="{BEED7FC3-400B-4875-808B-67E98F99F9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74" name="Line 762">
              <a:extLst>
                <a:ext uri="{FF2B5EF4-FFF2-40B4-BE49-F238E27FC236}">
                  <a16:creationId xmlns:a16="http://schemas.microsoft.com/office/drawing/2014/main" id="{43035315-D54D-490C-8BDD-A0CF86F06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75" name="Line 763">
              <a:extLst>
                <a:ext uri="{FF2B5EF4-FFF2-40B4-BE49-F238E27FC236}">
                  <a16:creationId xmlns:a16="http://schemas.microsoft.com/office/drawing/2014/main" id="{1F49072C-F147-44E0-9925-218F877203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795" name="Group 764">
            <a:extLst>
              <a:ext uri="{FF2B5EF4-FFF2-40B4-BE49-F238E27FC236}">
                <a16:creationId xmlns:a16="http://schemas.microsoft.com/office/drawing/2014/main" id="{4D465923-6C91-4DA0-8543-A33555AB5DD9}"/>
              </a:ext>
            </a:extLst>
          </p:cNvPr>
          <p:cNvGrpSpPr>
            <a:grpSpLocks/>
          </p:cNvGrpSpPr>
          <p:nvPr/>
        </p:nvGrpSpPr>
        <p:grpSpPr bwMode="auto">
          <a:xfrm>
            <a:off x="7689850" y="2393950"/>
            <a:ext cx="390525" cy="174625"/>
            <a:chOff x="4334" y="1470"/>
            <a:chExt cx="246" cy="107"/>
          </a:xfrm>
        </p:grpSpPr>
        <p:sp>
          <p:nvSpPr>
            <p:cNvPr id="32162" name="Oval 407">
              <a:extLst>
                <a:ext uri="{FF2B5EF4-FFF2-40B4-BE49-F238E27FC236}">
                  <a16:creationId xmlns:a16="http://schemas.microsoft.com/office/drawing/2014/main" id="{1442D2A1-D926-412F-ABE5-29F0D6505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63" name="Rectangle 410">
              <a:extLst>
                <a:ext uri="{FF2B5EF4-FFF2-40B4-BE49-F238E27FC236}">
                  <a16:creationId xmlns:a16="http://schemas.microsoft.com/office/drawing/2014/main" id="{34AFB310-7822-4C54-BEA2-FFD1AEC27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64" name="Oval 411">
              <a:extLst>
                <a:ext uri="{FF2B5EF4-FFF2-40B4-BE49-F238E27FC236}">
                  <a16:creationId xmlns:a16="http://schemas.microsoft.com/office/drawing/2014/main" id="{03593097-BC98-47BF-850B-E4BC3A34F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2165" name="Group 768">
              <a:extLst>
                <a:ext uri="{FF2B5EF4-FFF2-40B4-BE49-F238E27FC236}">
                  <a16:creationId xmlns:a16="http://schemas.microsoft.com/office/drawing/2014/main" id="{8354C20E-7841-40D0-9191-0141C6862F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68" name="Freeform 769">
                <a:extLst>
                  <a:ext uri="{FF2B5EF4-FFF2-40B4-BE49-F238E27FC236}">
                    <a16:creationId xmlns:a16="http://schemas.microsoft.com/office/drawing/2014/main" id="{92D26CD6-2EC4-49E3-B635-554EAC79C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69" name="Freeform 770">
                <a:extLst>
                  <a:ext uri="{FF2B5EF4-FFF2-40B4-BE49-F238E27FC236}">
                    <a16:creationId xmlns:a16="http://schemas.microsoft.com/office/drawing/2014/main" id="{E4702754-9628-4583-A903-B3E5DC90BD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66" name="Line 771">
              <a:extLst>
                <a:ext uri="{FF2B5EF4-FFF2-40B4-BE49-F238E27FC236}">
                  <a16:creationId xmlns:a16="http://schemas.microsoft.com/office/drawing/2014/main" id="{2D5478EB-C0B7-4CF1-B233-266550249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67" name="Line 772">
              <a:extLst>
                <a:ext uri="{FF2B5EF4-FFF2-40B4-BE49-F238E27FC236}">
                  <a16:creationId xmlns:a16="http://schemas.microsoft.com/office/drawing/2014/main" id="{94A1F796-AC8C-447B-9849-6A339659D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796" name="Group 773">
            <a:extLst>
              <a:ext uri="{FF2B5EF4-FFF2-40B4-BE49-F238E27FC236}">
                <a16:creationId xmlns:a16="http://schemas.microsoft.com/office/drawing/2014/main" id="{3BEB0A70-F5E3-480F-ADA9-79CA64A96FE9}"/>
              </a:ext>
            </a:extLst>
          </p:cNvPr>
          <p:cNvGrpSpPr>
            <a:grpSpLocks/>
          </p:cNvGrpSpPr>
          <p:nvPr/>
        </p:nvGrpSpPr>
        <p:grpSpPr bwMode="auto">
          <a:xfrm>
            <a:off x="7737475" y="3644900"/>
            <a:ext cx="492125" cy="206375"/>
            <a:chOff x="4334" y="1470"/>
            <a:chExt cx="246" cy="107"/>
          </a:xfrm>
        </p:grpSpPr>
        <p:sp>
          <p:nvSpPr>
            <p:cNvPr id="32154" name="Oval 407">
              <a:extLst>
                <a:ext uri="{FF2B5EF4-FFF2-40B4-BE49-F238E27FC236}">
                  <a16:creationId xmlns:a16="http://schemas.microsoft.com/office/drawing/2014/main" id="{AC5125A9-6F84-492A-A153-C37606A09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55" name="Rectangle 410">
              <a:extLst>
                <a:ext uri="{FF2B5EF4-FFF2-40B4-BE49-F238E27FC236}">
                  <a16:creationId xmlns:a16="http://schemas.microsoft.com/office/drawing/2014/main" id="{2666FBB3-5672-44C6-9B81-CC572B8A9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56" name="Oval 411">
              <a:extLst>
                <a:ext uri="{FF2B5EF4-FFF2-40B4-BE49-F238E27FC236}">
                  <a16:creationId xmlns:a16="http://schemas.microsoft.com/office/drawing/2014/main" id="{18A13905-CD04-4867-9D8E-8DA81CB34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2157" name="Group 777">
              <a:extLst>
                <a:ext uri="{FF2B5EF4-FFF2-40B4-BE49-F238E27FC236}">
                  <a16:creationId xmlns:a16="http://schemas.microsoft.com/office/drawing/2014/main" id="{21047B8C-F578-42F1-88B4-4A3088247F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60" name="Freeform 778">
                <a:extLst>
                  <a:ext uri="{FF2B5EF4-FFF2-40B4-BE49-F238E27FC236}">
                    <a16:creationId xmlns:a16="http://schemas.microsoft.com/office/drawing/2014/main" id="{BD655EBB-FB9B-4E27-ACF8-634D3FC3C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61" name="Freeform 779">
                <a:extLst>
                  <a:ext uri="{FF2B5EF4-FFF2-40B4-BE49-F238E27FC236}">
                    <a16:creationId xmlns:a16="http://schemas.microsoft.com/office/drawing/2014/main" id="{6524DAED-6CB7-46A9-80A6-B6C691BEA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58" name="Line 780">
              <a:extLst>
                <a:ext uri="{FF2B5EF4-FFF2-40B4-BE49-F238E27FC236}">
                  <a16:creationId xmlns:a16="http://schemas.microsoft.com/office/drawing/2014/main" id="{37A56717-6EE2-4CFE-A361-F889C7A2C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59" name="Line 781">
              <a:extLst>
                <a:ext uri="{FF2B5EF4-FFF2-40B4-BE49-F238E27FC236}">
                  <a16:creationId xmlns:a16="http://schemas.microsoft.com/office/drawing/2014/main" id="{01545C23-EAC3-4ABB-8F46-E6DEA9236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1797" name="Line 782">
            <a:extLst>
              <a:ext uri="{FF2B5EF4-FFF2-40B4-BE49-F238E27FC236}">
                <a16:creationId xmlns:a16="http://schemas.microsoft.com/office/drawing/2014/main" id="{A39E926C-0F4C-4E8D-8911-E28948E13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7788" y="3743325"/>
            <a:ext cx="6794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1798" name="Group 783">
            <a:extLst>
              <a:ext uri="{FF2B5EF4-FFF2-40B4-BE49-F238E27FC236}">
                <a16:creationId xmlns:a16="http://schemas.microsoft.com/office/drawing/2014/main" id="{9148B9A7-6B39-42D6-924F-97B0A830F161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3632200"/>
            <a:ext cx="492125" cy="206375"/>
            <a:chOff x="4334" y="1470"/>
            <a:chExt cx="246" cy="107"/>
          </a:xfrm>
        </p:grpSpPr>
        <p:sp>
          <p:nvSpPr>
            <p:cNvPr id="32146" name="Oval 407">
              <a:extLst>
                <a:ext uri="{FF2B5EF4-FFF2-40B4-BE49-F238E27FC236}">
                  <a16:creationId xmlns:a16="http://schemas.microsoft.com/office/drawing/2014/main" id="{DB917B29-7DC0-4FEE-904F-05EBD100C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47" name="Rectangle 410">
              <a:extLst>
                <a:ext uri="{FF2B5EF4-FFF2-40B4-BE49-F238E27FC236}">
                  <a16:creationId xmlns:a16="http://schemas.microsoft.com/office/drawing/2014/main" id="{697B61F2-71C5-42E1-B2DF-5AB60B31C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48" name="Oval 411">
              <a:extLst>
                <a:ext uri="{FF2B5EF4-FFF2-40B4-BE49-F238E27FC236}">
                  <a16:creationId xmlns:a16="http://schemas.microsoft.com/office/drawing/2014/main" id="{C689A4FD-BBAC-4C94-B579-4B5279AA5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2149" name="Group 787">
              <a:extLst>
                <a:ext uri="{FF2B5EF4-FFF2-40B4-BE49-F238E27FC236}">
                  <a16:creationId xmlns:a16="http://schemas.microsoft.com/office/drawing/2014/main" id="{9DD5DC9D-16C8-4735-B3A5-4BDC08164F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52" name="Freeform 788">
                <a:extLst>
                  <a:ext uri="{FF2B5EF4-FFF2-40B4-BE49-F238E27FC236}">
                    <a16:creationId xmlns:a16="http://schemas.microsoft.com/office/drawing/2014/main" id="{0DFAF51A-9575-4FA7-9720-4C3E6B330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53" name="Freeform 789">
                <a:extLst>
                  <a:ext uri="{FF2B5EF4-FFF2-40B4-BE49-F238E27FC236}">
                    <a16:creationId xmlns:a16="http://schemas.microsoft.com/office/drawing/2014/main" id="{5AEDEF34-CB69-4B4D-BD07-C32C16BCFD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50" name="Line 790">
              <a:extLst>
                <a:ext uri="{FF2B5EF4-FFF2-40B4-BE49-F238E27FC236}">
                  <a16:creationId xmlns:a16="http://schemas.microsoft.com/office/drawing/2014/main" id="{7FD1C0E3-27B2-48E1-93A1-C26667BD7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51" name="Line 791">
              <a:extLst>
                <a:ext uri="{FF2B5EF4-FFF2-40B4-BE49-F238E27FC236}">
                  <a16:creationId xmlns:a16="http://schemas.microsoft.com/office/drawing/2014/main" id="{5091A232-18D1-457F-95D6-0F820B25D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799" name="Group 792">
            <a:extLst>
              <a:ext uri="{FF2B5EF4-FFF2-40B4-BE49-F238E27FC236}">
                <a16:creationId xmlns:a16="http://schemas.microsoft.com/office/drawing/2014/main" id="{0CF84165-F2A1-409E-93A5-63515A5E9644}"/>
              </a:ext>
            </a:extLst>
          </p:cNvPr>
          <p:cNvGrpSpPr>
            <a:grpSpLocks/>
          </p:cNvGrpSpPr>
          <p:nvPr/>
        </p:nvGrpSpPr>
        <p:grpSpPr bwMode="auto">
          <a:xfrm>
            <a:off x="7397750" y="3911600"/>
            <a:ext cx="492125" cy="206375"/>
            <a:chOff x="4334" y="1470"/>
            <a:chExt cx="246" cy="107"/>
          </a:xfrm>
        </p:grpSpPr>
        <p:sp>
          <p:nvSpPr>
            <p:cNvPr id="32138" name="Oval 407">
              <a:extLst>
                <a:ext uri="{FF2B5EF4-FFF2-40B4-BE49-F238E27FC236}">
                  <a16:creationId xmlns:a16="http://schemas.microsoft.com/office/drawing/2014/main" id="{5B268790-4311-4EDB-A378-EDB4F1067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39" name="Rectangle 410">
              <a:extLst>
                <a:ext uri="{FF2B5EF4-FFF2-40B4-BE49-F238E27FC236}">
                  <a16:creationId xmlns:a16="http://schemas.microsoft.com/office/drawing/2014/main" id="{104CF1F9-A727-4A16-95D1-CD358EA38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40" name="Oval 411">
              <a:extLst>
                <a:ext uri="{FF2B5EF4-FFF2-40B4-BE49-F238E27FC236}">
                  <a16:creationId xmlns:a16="http://schemas.microsoft.com/office/drawing/2014/main" id="{A4490FEA-C862-4C26-8C0C-B2B6E490A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2141" name="Group 796">
              <a:extLst>
                <a:ext uri="{FF2B5EF4-FFF2-40B4-BE49-F238E27FC236}">
                  <a16:creationId xmlns:a16="http://schemas.microsoft.com/office/drawing/2014/main" id="{3F3FD00D-9157-4DE4-A485-0F8276D64D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44" name="Freeform 797">
                <a:extLst>
                  <a:ext uri="{FF2B5EF4-FFF2-40B4-BE49-F238E27FC236}">
                    <a16:creationId xmlns:a16="http://schemas.microsoft.com/office/drawing/2014/main" id="{F3646989-B0CF-452E-A5CB-852DB9F5C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45" name="Freeform 798">
                <a:extLst>
                  <a:ext uri="{FF2B5EF4-FFF2-40B4-BE49-F238E27FC236}">
                    <a16:creationId xmlns:a16="http://schemas.microsoft.com/office/drawing/2014/main" id="{9A591C25-7E37-46E9-8051-0C623C7101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42" name="Line 799">
              <a:extLst>
                <a:ext uri="{FF2B5EF4-FFF2-40B4-BE49-F238E27FC236}">
                  <a16:creationId xmlns:a16="http://schemas.microsoft.com/office/drawing/2014/main" id="{161768FD-FEF8-47E7-9FD8-F13144AFD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43" name="Line 800">
              <a:extLst>
                <a:ext uri="{FF2B5EF4-FFF2-40B4-BE49-F238E27FC236}">
                  <a16:creationId xmlns:a16="http://schemas.microsoft.com/office/drawing/2014/main" id="{983B88BB-337D-46B0-8675-20F251957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00" name="Group 801">
            <a:extLst>
              <a:ext uri="{FF2B5EF4-FFF2-40B4-BE49-F238E27FC236}">
                <a16:creationId xmlns:a16="http://schemas.microsoft.com/office/drawing/2014/main" id="{0B5A591F-9976-491B-B5C8-B91B205C6C58}"/>
              </a:ext>
            </a:extLst>
          </p:cNvPr>
          <p:cNvGrpSpPr>
            <a:grpSpLocks/>
          </p:cNvGrpSpPr>
          <p:nvPr/>
        </p:nvGrpSpPr>
        <p:grpSpPr bwMode="auto">
          <a:xfrm>
            <a:off x="7591425" y="4806950"/>
            <a:ext cx="622300" cy="244475"/>
            <a:chOff x="4334" y="1470"/>
            <a:chExt cx="246" cy="107"/>
          </a:xfrm>
        </p:grpSpPr>
        <p:sp>
          <p:nvSpPr>
            <p:cNvPr id="32130" name="Oval 407">
              <a:extLst>
                <a:ext uri="{FF2B5EF4-FFF2-40B4-BE49-F238E27FC236}">
                  <a16:creationId xmlns:a16="http://schemas.microsoft.com/office/drawing/2014/main" id="{E4665E0F-BC96-46F0-9D85-6C844B217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31" name="Rectangle 410">
              <a:extLst>
                <a:ext uri="{FF2B5EF4-FFF2-40B4-BE49-F238E27FC236}">
                  <a16:creationId xmlns:a16="http://schemas.microsoft.com/office/drawing/2014/main" id="{F62CA1A1-F68A-45D2-877C-E7DACEF06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32" name="Oval 411">
              <a:extLst>
                <a:ext uri="{FF2B5EF4-FFF2-40B4-BE49-F238E27FC236}">
                  <a16:creationId xmlns:a16="http://schemas.microsoft.com/office/drawing/2014/main" id="{786D8B61-FB30-4565-ACB5-0BE11CBF8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2133" name="Group 805">
              <a:extLst>
                <a:ext uri="{FF2B5EF4-FFF2-40B4-BE49-F238E27FC236}">
                  <a16:creationId xmlns:a16="http://schemas.microsoft.com/office/drawing/2014/main" id="{8AC6C656-62E5-4BD9-88BB-A80961CBB5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36" name="Freeform 806">
                <a:extLst>
                  <a:ext uri="{FF2B5EF4-FFF2-40B4-BE49-F238E27FC236}">
                    <a16:creationId xmlns:a16="http://schemas.microsoft.com/office/drawing/2014/main" id="{5F158CA4-5606-4600-91CF-FF9759537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37" name="Freeform 807">
                <a:extLst>
                  <a:ext uri="{FF2B5EF4-FFF2-40B4-BE49-F238E27FC236}">
                    <a16:creationId xmlns:a16="http://schemas.microsoft.com/office/drawing/2014/main" id="{2B691B53-A8E6-4461-AA61-F00CB63B1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34" name="Line 808">
              <a:extLst>
                <a:ext uri="{FF2B5EF4-FFF2-40B4-BE49-F238E27FC236}">
                  <a16:creationId xmlns:a16="http://schemas.microsoft.com/office/drawing/2014/main" id="{D11BC080-29A8-44A3-8DBF-6EC897DD9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35" name="Line 809">
              <a:extLst>
                <a:ext uri="{FF2B5EF4-FFF2-40B4-BE49-F238E27FC236}">
                  <a16:creationId xmlns:a16="http://schemas.microsoft.com/office/drawing/2014/main" id="{884BA967-EFBB-4A52-B921-EFD3836F1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01" name="Group 810">
            <a:extLst>
              <a:ext uri="{FF2B5EF4-FFF2-40B4-BE49-F238E27FC236}">
                <a16:creationId xmlns:a16="http://schemas.microsoft.com/office/drawing/2014/main" id="{893F4C5D-15CC-443F-A71E-2062F3CB24ED}"/>
              </a:ext>
            </a:extLst>
          </p:cNvPr>
          <p:cNvGrpSpPr>
            <a:grpSpLocks/>
          </p:cNvGrpSpPr>
          <p:nvPr/>
        </p:nvGrpSpPr>
        <p:grpSpPr bwMode="auto">
          <a:xfrm>
            <a:off x="6965950" y="4508500"/>
            <a:ext cx="622300" cy="244475"/>
            <a:chOff x="4334" y="1470"/>
            <a:chExt cx="246" cy="107"/>
          </a:xfrm>
        </p:grpSpPr>
        <p:sp>
          <p:nvSpPr>
            <p:cNvPr id="32122" name="Oval 407">
              <a:extLst>
                <a:ext uri="{FF2B5EF4-FFF2-40B4-BE49-F238E27FC236}">
                  <a16:creationId xmlns:a16="http://schemas.microsoft.com/office/drawing/2014/main" id="{F6927ABB-1FB3-4AB9-A841-536375B94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23" name="Rectangle 410">
              <a:extLst>
                <a:ext uri="{FF2B5EF4-FFF2-40B4-BE49-F238E27FC236}">
                  <a16:creationId xmlns:a16="http://schemas.microsoft.com/office/drawing/2014/main" id="{27610222-095D-42CE-A744-A18A9F499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24" name="Oval 411">
              <a:extLst>
                <a:ext uri="{FF2B5EF4-FFF2-40B4-BE49-F238E27FC236}">
                  <a16:creationId xmlns:a16="http://schemas.microsoft.com/office/drawing/2014/main" id="{0D30EBB4-3398-407C-A662-8E30014A3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2125" name="Group 814">
              <a:extLst>
                <a:ext uri="{FF2B5EF4-FFF2-40B4-BE49-F238E27FC236}">
                  <a16:creationId xmlns:a16="http://schemas.microsoft.com/office/drawing/2014/main" id="{E6A734E6-10AA-4150-8496-DD76FEB4E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28" name="Freeform 815">
                <a:extLst>
                  <a:ext uri="{FF2B5EF4-FFF2-40B4-BE49-F238E27FC236}">
                    <a16:creationId xmlns:a16="http://schemas.microsoft.com/office/drawing/2014/main" id="{18204C44-CF9B-4CDF-851D-89E4F04A7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29" name="Freeform 816">
                <a:extLst>
                  <a:ext uri="{FF2B5EF4-FFF2-40B4-BE49-F238E27FC236}">
                    <a16:creationId xmlns:a16="http://schemas.microsoft.com/office/drawing/2014/main" id="{733C072A-71F5-4B6E-B8AD-CA220E60E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26" name="Line 817">
              <a:extLst>
                <a:ext uri="{FF2B5EF4-FFF2-40B4-BE49-F238E27FC236}">
                  <a16:creationId xmlns:a16="http://schemas.microsoft.com/office/drawing/2014/main" id="{873C29E4-9697-4269-975C-8821DB8E5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27" name="Line 818">
              <a:extLst>
                <a:ext uri="{FF2B5EF4-FFF2-40B4-BE49-F238E27FC236}">
                  <a16:creationId xmlns:a16="http://schemas.microsoft.com/office/drawing/2014/main" id="{61F72296-2E9E-4B63-A8B4-2969EAC9F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02" name="Group 819">
            <a:extLst>
              <a:ext uri="{FF2B5EF4-FFF2-40B4-BE49-F238E27FC236}">
                <a16:creationId xmlns:a16="http://schemas.microsoft.com/office/drawing/2014/main" id="{9922494B-7D61-4BED-AA81-BEB475FEB99E}"/>
              </a:ext>
            </a:extLst>
          </p:cNvPr>
          <p:cNvGrpSpPr>
            <a:grpSpLocks/>
          </p:cNvGrpSpPr>
          <p:nvPr/>
        </p:nvGrpSpPr>
        <p:grpSpPr bwMode="auto">
          <a:xfrm>
            <a:off x="6242050" y="4851400"/>
            <a:ext cx="622300" cy="244475"/>
            <a:chOff x="4334" y="1470"/>
            <a:chExt cx="246" cy="107"/>
          </a:xfrm>
        </p:grpSpPr>
        <p:sp>
          <p:nvSpPr>
            <p:cNvPr id="32114" name="Oval 407">
              <a:extLst>
                <a:ext uri="{FF2B5EF4-FFF2-40B4-BE49-F238E27FC236}">
                  <a16:creationId xmlns:a16="http://schemas.microsoft.com/office/drawing/2014/main" id="{BC2BE469-5BEA-4D3F-A576-61C362398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15" name="Rectangle 410">
              <a:extLst>
                <a:ext uri="{FF2B5EF4-FFF2-40B4-BE49-F238E27FC236}">
                  <a16:creationId xmlns:a16="http://schemas.microsoft.com/office/drawing/2014/main" id="{6E7373B1-DDF5-4C74-8BA7-587071885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16" name="Oval 411">
              <a:extLst>
                <a:ext uri="{FF2B5EF4-FFF2-40B4-BE49-F238E27FC236}">
                  <a16:creationId xmlns:a16="http://schemas.microsoft.com/office/drawing/2014/main" id="{9CCDD376-4DE3-44EB-86BF-D6BED6CDC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2117" name="Group 823">
              <a:extLst>
                <a:ext uri="{FF2B5EF4-FFF2-40B4-BE49-F238E27FC236}">
                  <a16:creationId xmlns:a16="http://schemas.microsoft.com/office/drawing/2014/main" id="{0FBC6C62-BFF3-4D66-B6C1-CAFEE4D3D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20" name="Freeform 824">
                <a:extLst>
                  <a:ext uri="{FF2B5EF4-FFF2-40B4-BE49-F238E27FC236}">
                    <a16:creationId xmlns:a16="http://schemas.microsoft.com/office/drawing/2014/main" id="{8C9075B1-FCB4-49AC-9A0A-37E932E1F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21" name="Freeform 825">
                <a:extLst>
                  <a:ext uri="{FF2B5EF4-FFF2-40B4-BE49-F238E27FC236}">
                    <a16:creationId xmlns:a16="http://schemas.microsoft.com/office/drawing/2014/main" id="{47A70F92-6C7B-4DF1-BC20-D9FE639A9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18" name="Line 826">
              <a:extLst>
                <a:ext uri="{FF2B5EF4-FFF2-40B4-BE49-F238E27FC236}">
                  <a16:creationId xmlns:a16="http://schemas.microsoft.com/office/drawing/2014/main" id="{9D3BD71E-1B92-439A-8EFB-82589A810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19" name="Line 827">
              <a:extLst>
                <a:ext uri="{FF2B5EF4-FFF2-40B4-BE49-F238E27FC236}">
                  <a16:creationId xmlns:a16="http://schemas.microsoft.com/office/drawing/2014/main" id="{20D96E38-301A-4BA2-8631-5715235FC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03" name="Group 828">
            <a:extLst>
              <a:ext uri="{FF2B5EF4-FFF2-40B4-BE49-F238E27FC236}">
                <a16:creationId xmlns:a16="http://schemas.microsoft.com/office/drawing/2014/main" id="{CB0C8ABB-BFB8-4585-8BDC-C56CC6721EC5}"/>
              </a:ext>
            </a:extLst>
          </p:cNvPr>
          <p:cNvGrpSpPr>
            <a:grpSpLocks/>
          </p:cNvGrpSpPr>
          <p:nvPr/>
        </p:nvGrpSpPr>
        <p:grpSpPr bwMode="auto">
          <a:xfrm>
            <a:off x="6051550" y="3644900"/>
            <a:ext cx="390525" cy="171450"/>
            <a:chOff x="4334" y="1470"/>
            <a:chExt cx="246" cy="107"/>
          </a:xfrm>
        </p:grpSpPr>
        <p:sp>
          <p:nvSpPr>
            <p:cNvPr id="32106" name="Oval 407">
              <a:extLst>
                <a:ext uri="{FF2B5EF4-FFF2-40B4-BE49-F238E27FC236}">
                  <a16:creationId xmlns:a16="http://schemas.microsoft.com/office/drawing/2014/main" id="{4F7784C6-E7CC-4669-A896-EDE4205BF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07" name="Rectangle 410">
              <a:extLst>
                <a:ext uri="{FF2B5EF4-FFF2-40B4-BE49-F238E27FC236}">
                  <a16:creationId xmlns:a16="http://schemas.microsoft.com/office/drawing/2014/main" id="{EEF1E076-268C-46C9-8362-CEA11A001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2108" name="Oval 411">
              <a:extLst>
                <a:ext uri="{FF2B5EF4-FFF2-40B4-BE49-F238E27FC236}">
                  <a16:creationId xmlns:a16="http://schemas.microsoft.com/office/drawing/2014/main" id="{E7676A2D-99D2-4645-ACA2-E2660BE9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2109" name="Group 832">
              <a:extLst>
                <a:ext uri="{FF2B5EF4-FFF2-40B4-BE49-F238E27FC236}">
                  <a16:creationId xmlns:a16="http://schemas.microsoft.com/office/drawing/2014/main" id="{557BB781-324A-45E5-BD6C-4B2A13EBCC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12" name="Freeform 833">
                <a:extLst>
                  <a:ext uri="{FF2B5EF4-FFF2-40B4-BE49-F238E27FC236}">
                    <a16:creationId xmlns:a16="http://schemas.microsoft.com/office/drawing/2014/main" id="{69918A70-4E35-444A-8785-B8B56CDE6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13" name="Freeform 834">
                <a:extLst>
                  <a:ext uri="{FF2B5EF4-FFF2-40B4-BE49-F238E27FC236}">
                    <a16:creationId xmlns:a16="http://schemas.microsoft.com/office/drawing/2014/main" id="{A8479582-53F2-4900-BFF6-3CC0C0468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10" name="Line 835">
              <a:extLst>
                <a:ext uri="{FF2B5EF4-FFF2-40B4-BE49-F238E27FC236}">
                  <a16:creationId xmlns:a16="http://schemas.microsoft.com/office/drawing/2014/main" id="{31F00E9C-078F-4BB6-9CE4-DA30D1DDB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111" name="Line 836">
              <a:extLst>
                <a:ext uri="{FF2B5EF4-FFF2-40B4-BE49-F238E27FC236}">
                  <a16:creationId xmlns:a16="http://schemas.microsoft.com/office/drawing/2014/main" id="{50285E80-84C6-4A58-B2D7-54922695D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04" name="Group 837">
            <a:extLst>
              <a:ext uri="{FF2B5EF4-FFF2-40B4-BE49-F238E27FC236}">
                <a16:creationId xmlns:a16="http://schemas.microsoft.com/office/drawing/2014/main" id="{D89AD973-F4BA-4829-ACD3-CE330282DEDA}"/>
              </a:ext>
            </a:extLst>
          </p:cNvPr>
          <p:cNvGrpSpPr>
            <a:grpSpLocks/>
          </p:cNvGrpSpPr>
          <p:nvPr/>
        </p:nvGrpSpPr>
        <p:grpSpPr bwMode="auto">
          <a:xfrm>
            <a:off x="6024563" y="1744663"/>
            <a:ext cx="517525" cy="508000"/>
            <a:chOff x="2922" y="1424"/>
            <a:chExt cx="326" cy="320"/>
          </a:xfrm>
        </p:grpSpPr>
        <p:sp>
          <p:nvSpPr>
            <p:cNvPr id="32098" name="Oval 838">
              <a:extLst>
                <a:ext uri="{FF2B5EF4-FFF2-40B4-BE49-F238E27FC236}">
                  <a16:creationId xmlns:a16="http://schemas.microsoft.com/office/drawing/2014/main" id="{9591BEFD-0EE3-45E9-AE5B-AC4942B3F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32099" name="Group 839">
              <a:extLst>
                <a:ext uri="{FF2B5EF4-FFF2-40B4-BE49-F238E27FC236}">
                  <a16:creationId xmlns:a16="http://schemas.microsoft.com/office/drawing/2014/main" id="{B85B1445-AC7A-46D0-8AB0-F41FE8C405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32101" name="Oval 840">
                <a:extLst>
                  <a:ext uri="{FF2B5EF4-FFF2-40B4-BE49-F238E27FC236}">
                    <a16:creationId xmlns:a16="http://schemas.microsoft.com/office/drawing/2014/main" id="{1DC81251-F7F7-48ED-A51F-B7A6C5B8F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2102" name="Oval 841">
                <a:extLst>
                  <a:ext uri="{FF2B5EF4-FFF2-40B4-BE49-F238E27FC236}">
                    <a16:creationId xmlns:a16="http://schemas.microsoft.com/office/drawing/2014/main" id="{97B8F4AE-68C9-4EAD-AE95-64FA0F901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2103" name="Oval 842">
                <a:extLst>
                  <a:ext uri="{FF2B5EF4-FFF2-40B4-BE49-F238E27FC236}">
                    <a16:creationId xmlns:a16="http://schemas.microsoft.com/office/drawing/2014/main" id="{2EAA3CE8-939A-4A2A-A8D0-DC034780F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2104" name="Oval 843">
                <a:extLst>
                  <a:ext uri="{FF2B5EF4-FFF2-40B4-BE49-F238E27FC236}">
                    <a16:creationId xmlns:a16="http://schemas.microsoft.com/office/drawing/2014/main" id="{54AFF106-94F6-47AF-910D-3D9FBEBE4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2105" name="Freeform 844">
                <a:extLst>
                  <a:ext uri="{FF2B5EF4-FFF2-40B4-BE49-F238E27FC236}">
                    <a16:creationId xmlns:a16="http://schemas.microsoft.com/office/drawing/2014/main" id="{06C1A140-132A-4CDE-9948-B8AAD81EABA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80"/>
                  <a:gd name="T31" fmla="*/ 0 h 956"/>
                  <a:gd name="T32" fmla="*/ 1180 w 1180"/>
                  <a:gd name="T33" fmla="*/ 956 h 95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cmpd="sng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2100" name="Freeform 845">
              <a:extLst>
                <a:ext uri="{FF2B5EF4-FFF2-40B4-BE49-F238E27FC236}">
                  <a16:creationId xmlns:a16="http://schemas.microsoft.com/office/drawing/2014/main" id="{8102FA69-B45B-478C-B2CD-0A7B171EA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80"/>
                <a:gd name="T31" fmla="*/ 0 h 956"/>
                <a:gd name="T32" fmla="*/ 1180 w 1180"/>
                <a:gd name="T33" fmla="*/ 956 h 95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05" name="Group 846">
            <a:extLst>
              <a:ext uri="{FF2B5EF4-FFF2-40B4-BE49-F238E27FC236}">
                <a16:creationId xmlns:a16="http://schemas.microsoft.com/office/drawing/2014/main" id="{3364A068-BFB2-4006-B1F5-14942A53A532}"/>
              </a:ext>
            </a:extLst>
          </p:cNvPr>
          <p:cNvGrpSpPr>
            <a:grpSpLocks/>
          </p:cNvGrpSpPr>
          <p:nvPr/>
        </p:nvGrpSpPr>
        <p:grpSpPr bwMode="auto">
          <a:xfrm>
            <a:off x="6138863" y="1989138"/>
            <a:ext cx="282575" cy="477837"/>
            <a:chOff x="3748" y="1253"/>
            <a:chExt cx="178" cy="301"/>
          </a:xfrm>
        </p:grpSpPr>
        <p:sp>
          <p:nvSpPr>
            <p:cNvPr id="32082" name="Line 270">
              <a:extLst>
                <a:ext uri="{FF2B5EF4-FFF2-40B4-BE49-F238E27FC236}">
                  <a16:creationId xmlns:a16="http://schemas.microsoft.com/office/drawing/2014/main" id="{C376B191-2AD8-4DE4-A87B-6454EAB67A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8" y="1276"/>
              <a:ext cx="89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83" name="Line 271">
              <a:extLst>
                <a:ext uri="{FF2B5EF4-FFF2-40B4-BE49-F238E27FC236}">
                  <a16:creationId xmlns:a16="http://schemas.microsoft.com/office/drawing/2014/main" id="{EEF5CD2D-E549-4980-8AAB-6CDF769FA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7" y="1276"/>
              <a:ext cx="89" cy="2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84" name="Line 272">
              <a:extLst>
                <a:ext uri="{FF2B5EF4-FFF2-40B4-BE49-F238E27FC236}">
                  <a16:creationId xmlns:a16="http://schemas.microsoft.com/office/drawing/2014/main" id="{0CB5FFF7-846E-4D40-99AE-9DF7D4A1E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8" y="1527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85" name="Line 273">
              <a:extLst>
                <a:ext uri="{FF2B5EF4-FFF2-40B4-BE49-F238E27FC236}">
                  <a16:creationId xmlns:a16="http://schemas.microsoft.com/office/drawing/2014/main" id="{F972C971-B36E-4453-8E9C-DCA79F837B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7" y="1527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86" name="Line 274">
              <a:extLst>
                <a:ext uri="{FF2B5EF4-FFF2-40B4-BE49-F238E27FC236}">
                  <a16:creationId xmlns:a16="http://schemas.microsoft.com/office/drawing/2014/main" id="{0E936CB8-8F19-475F-A134-EFA560799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7" y="1282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87" name="Line 275">
              <a:extLst>
                <a:ext uri="{FF2B5EF4-FFF2-40B4-BE49-F238E27FC236}">
                  <a16:creationId xmlns:a16="http://schemas.microsoft.com/office/drawing/2014/main" id="{5A6A75D6-3724-4A07-9641-49E82E00AF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8" y="1501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88" name="Line 276">
              <a:extLst>
                <a:ext uri="{FF2B5EF4-FFF2-40B4-BE49-F238E27FC236}">
                  <a16:creationId xmlns:a16="http://schemas.microsoft.com/office/drawing/2014/main" id="{5B9EEEF5-BE16-4901-A88D-CA3F6995CD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37" y="1501"/>
              <a:ext cx="89" cy="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89" name="Line 277">
              <a:extLst>
                <a:ext uri="{FF2B5EF4-FFF2-40B4-BE49-F238E27FC236}">
                  <a16:creationId xmlns:a16="http://schemas.microsoft.com/office/drawing/2014/main" id="{BB6C7646-D282-47AC-804E-2EA0A6B997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1418"/>
              <a:ext cx="51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90" name="Line 278">
              <a:extLst>
                <a:ext uri="{FF2B5EF4-FFF2-40B4-BE49-F238E27FC236}">
                  <a16:creationId xmlns:a16="http://schemas.microsoft.com/office/drawing/2014/main" id="{C26F29BE-A065-443B-AF00-B1BD9E8750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7" y="1418"/>
              <a:ext cx="54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91" name="Line 279">
              <a:extLst>
                <a:ext uri="{FF2B5EF4-FFF2-40B4-BE49-F238E27FC236}">
                  <a16:creationId xmlns:a16="http://schemas.microsoft.com/office/drawing/2014/main" id="{FB501DBE-77EC-427E-B771-A63F0798A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8" y="1455"/>
              <a:ext cx="66" cy="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92" name="Line 280">
              <a:extLst>
                <a:ext uri="{FF2B5EF4-FFF2-40B4-BE49-F238E27FC236}">
                  <a16:creationId xmlns:a16="http://schemas.microsoft.com/office/drawing/2014/main" id="{772881A0-903D-4CAB-9820-F2135AA1F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7" y="1461"/>
              <a:ext cx="6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93" name="Line 281">
              <a:extLst>
                <a:ext uri="{FF2B5EF4-FFF2-40B4-BE49-F238E27FC236}">
                  <a16:creationId xmlns:a16="http://schemas.microsoft.com/office/drawing/2014/main" id="{70CDE119-2808-43BD-AB96-79E0E9D8A9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7" y="1381"/>
              <a:ext cx="34" cy="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94" name="Line 282">
              <a:extLst>
                <a:ext uri="{FF2B5EF4-FFF2-40B4-BE49-F238E27FC236}">
                  <a16:creationId xmlns:a16="http://schemas.microsoft.com/office/drawing/2014/main" id="{833C5D25-287A-450E-A4BC-C815DE3731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7" y="1329"/>
              <a:ext cx="21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95" name="Line 283">
              <a:extLst>
                <a:ext uri="{FF2B5EF4-FFF2-40B4-BE49-F238E27FC236}">
                  <a16:creationId xmlns:a16="http://schemas.microsoft.com/office/drawing/2014/main" id="{77D3A863-057C-4E92-B217-45464DFE8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8" y="1377"/>
              <a:ext cx="42" cy="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96" name="Line 284">
              <a:extLst>
                <a:ext uri="{FF2B5EF4-FFF2-40B4-BE49-F238E27FC236}">
                  <a16:creationId xmlns:a16="http://schemas.microsoft.com/office/drawing/2014/main" id="{3C716CC5-C135-48F9-81F3-8816D3668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7" y="1327"/>
              <a:ext cx="24" cy="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32097" name="Oval 862">
              <a:extLst>
                <a:ext uri="{FF2B5EF4-FFF2-40B4-BE49-F238E27FC236}">
                  <a16:creationId xmlns:a16="http://schemas.microsoft.com/office/drawing/2014/main" id="{51D16BFA-625B-48A8-96EC-9BFF05AF0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1" y="1253"/>
              <a:ext cx="30" cy="2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31806" name="Group 863">
            <a:extLst>
              <a:ext uri="{FF2B5EF4-FFF2-40B4-BE49-F238E27FC236}">
                <a16:creationId xmlns:a16="http://schemas.microsoft.com/office/drawing/2014/main" id="{FAB92ABD-526B-4867-B7D5-E855763D3CEE}"/>
              </a:ext>
            </a:extLst>
          </p:cNvPr>
          <p:cNvGrpSpPr>
            <a:grpSpLocks/>
          </p:cNvGrpSpPr>
          <p:nvPr/>
        </p:nvGrpSpPr>
        <p:grpSpPr bwMode="auto">
          <a:xfrm>
            <a:off x="5318125" y="1997075"/>
            <a:ext cx="519113" cy="128588"/>
            <a:chOff x="2199" y="955"/>
            <a:chExt cx="2547" cy="506"/>
          </a:xfrm>
        </p:grpSpPr>
        <p:sp>
          <p:nvSpPr>
            <p:cNvPr id="32076" name="Freeform 864">
              <a:extLst>
                <a:ext uri="{FF2B5EF4-FFF2-40B4-BE49-F238E27FC236}">
                  <a16:creationId xmlns:a16="http://schemas.microsoft.com/office/drawing/2014/main" id="{61C18603-FDD8-4F12-BC6F-A1A19A1A9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77" name="Freeform 865">
              <a:extLst>
                <a:ext uri="{FF2B5EF4-FFF2-40B4-BE49-F238E27FC236}">
                  <a16:creationId xmlns:a16="http://schemas.microsoft.com/office/drawing/2014/main" id="{2D822BB0-7C6E-4766-B58F-AD65C42A7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78" name="Freeform 866">
              <a:extLst>
                <a:ext uri="{FF2B5EF4-FFF2-40B4-BE49-F238E27FC236}">
                  <a16:creationId xmlns:a16="http://schemas.microsoft.com/office/drawing/2014/main" id="{8479314C-8844-4188-A0CC-039EF0508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79" name="Freeform 867">
              <a:extLst>
                <a:ext uri="{FF2B5EF4-FFF2-40B4-BE49-F238E27FC236}">
                  <a16:creationId xmlns:a16="http://schemas.microsoft.com/office/drawing/2014/main" id="{59C05350-D854-4A23-BBC7-3DD4CCFBA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80" name="Freeform 868">
              <a:extLst>
                <a:ext uri="{FF2B5EF4-FFF2-40B4-BE49-F238E27FC236}">
                  <a16:creationId xmlns:a16="http://schemas.microsoft.com/office/drawing/2014/main" id="{4010432F-1A25-4983-8BF7-6303BB64C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83 w 646"/>
                <a:gd name="T1" fmla="*/ 1839 h 300"/>
                <a:gd name="T2" fmla="*/ 688 w 646"/>
                <a:gd name="T3" fmla="*/ 1553 h 300"/>
                <a:gd name="T4" fmla="*/ 855 w 646"/>
                <a:gd name="T5" fmla="*/ 1172 h 300"/>
                <a:gd name="T6" fmla="*/ 883 w 646"/>
                <a:gd name="T7" fmla="*/ 656 h 300"/>
                <a:gd name="T8" fmla="*/ 647 w 646"/>
                <a:gd name="T9" fmla="*/ 36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81" name="Freeform 869">
              <a:extLst>
                <a:ext uri="{FF2B5EF4-FFF2-40B4-BE49-F238E27FC236}">
                  <a16:creationId xmlns:a16="http://schemas.microsoft.com/office/drawing/2014/main" id="{A917FAE5-8B80-4534-A7A9-0AE7F6320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07" name="Group 870">
            <a:extLst>
              <a:ext uri="{FF2B5EF4-FFF2-40B4-BE49-F238E27FC236}">
                <a16:creationId xmlns:a16="http://schemas.microsoft.com/office/drawing/2014/main" id="{4E3A4D97-57D7-4AE1-AADD-A88143831422}"/>
              </a:ext>
            </a:extLst>
          </p:cNvPr>
          <p:cNvGrpSpPr>
            <a:grpSpLocks/>
          </p:cNvGrpSpPr>
          <p:nvPr/>
        </p:nvGrpSpPr>
        <p:grpSpPr bwMode="auto">
          <a:xfrm>
            <a:off x="5541963" y="1539875"/>
            <a:ext cx="519112" cy="128588"/>
            <a:chOff x="2199" y="955"/>
            <a:chExt cx="2547" cy="506"/>
          </a:xfrm>
        </p:grpSpPr>
        <p:sp>
          <p:nvSpPr>
            <p:cNvPr id="32070" name="Freeform 871">
              <a:extLst>
                <a:ext uri="{FF2B5EF4-FFF2-40B4-BE49-F238E27FC236}">
                  <a16:creationId xmlns:a16="http://schemas.microsoft.com/office/drawing/2014/main" id="{7EBEC2EB-13CB-4463-B6A2-F4C3974F4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71" name="Freeform 872">
              <a:extLst>
                <a:ext uri="{FF2B5EF4-FFF2-40B4-BE49-F238E27FC236}">
                  <a16:creationId xmlns:a16="http://schemas.microsoft.com/office/drawing/2014/main" id="{733500BC-14FE-4ED4-8DCB-48D16FEBE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72" name="Freeform 873">
              <a:extLst>
                <a:ext uri="{FF2B5EF4-FFF2-40B4-BE49-F238E27FC236}">
                  <a16:creationId xmlns:a16="http://schemas.microsoft.com/office/drawing/2014/main" id="{980B764E-0E78-4B26-905B-F4E905DA5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73" name="Freeform 874">
              <a:extLst>
                <a:ext uri="{FF2B5EF4-FFF2-40B4-BE49-F238E27FC236}">
                  <a16:creationId xmlns:a16="http://schemas.microsoft.com/office/drawing/2014/main" id="{DF260722-DC33-449C-8659-06DB6B512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74" name="Freeform 875">
              <a:extLst>
                <a:ext uri="{FF2B5EF4-FFF2-40B4-BE49-F238E27FC236}">
                  <a16:creationId xmlns:a16="http://schemas.microsoft.com/office/drawing/2014/main" id="{1EEAC1C7-006F-4C73-8D3F-7C5891B4D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83 w 646"/>
                <a:gd name="T1" fmla="*/ 1839 h 300"/>
                <a:gd name="T2" fmla="*/ 688 w 646"/>
                <a:gd name="T3" fmla="*/ 1553 h 300"/>
                <a:gd name="T4" fmla="*/ 855 w 646"/>
                <a:gd name="T5" fmla="*/ 1172 h 300"/>
                <a:gd name="T6" fmla="*/ 883 w 646"/>
                <a:gd name="T7" fmla="*/ 656 h 300"/>
                <a:gd name="T8" fmla="*/ 647 w 646"/>
                <a:gd name="T9" fmla="*/ 36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75" name="Freeform 876">
              <a:extLst>
                <a:ext uri="{FF2B5EF4-FFF2-40B4-BE49-F238E27FC236}">
                  <a16:creationId xmlns:a16="http://schemas.microsoft.com/office/drawing/2014/main" id="{0051DA3A-01E9-472B-AEEF-AD5B8CC3E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1808" name="Line 877">
            <a:extLst>
              <a:ext uri="{FF2B5EF4-FFF2-40B4-BE49-F238E27FC236}">
                <a16:creationId xmlns:a16="http://schemas.microsoft.com/office/drawing/2014/main" id="{A0899231-5488-47AF-91E3-6A7F97180A3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26100" y="2027238"/>
            <a:ext cx="39688" cy="6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1809" name="Group 885">
            <a:extLst>
              <a:ext uri="{FF2B5EF4-FFF2-40B4-BE49-F238E27FC236}">
                <a16:creationId xmlns:a16="http://schemas.microsoft.com/office/drawing/2014/main" id="{7474BA04-6B42-4E77-AEE0-16F8A2076206}"/>
              </a:ext>
            </a:extLst>
          </p:cNvPr>
          <p:cNvGrpSpPr>
            <a:grpSpLocks/>
          </p:cNvGrpSpPr>
          <p:nvPr/>
        </p:nvGrpSpPr>
        <p:grpSpPr bwMode="auto">
          <a:xfrm>
            <a:off x="5392738" y="3527425"/>
            <a:ext cx="519112" cy="128588"/>
            <a:chOff x="2199" y="955"/>
            <a:chExt cx="2547" cy="506"/>
          </a:xfrm>
        </p:grpSpPr>
        <p:sp>
          <p:nvSpPr>
            <p:cNvPr id="32064" name="Freeform 886">
              <a:extLst>
                <a:ext uri="{FF2B5EF4-FFF2-40B4-BE49-F238E27FC236}">
                  <a16:creationId xmlns:a16="http://schemas.microsoft.com/office/drawing/2014/main" id="{180C36A1-0C07-498A-A1E2-227C2A29E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65" name="Freeform 887">
              <a:extLst>
                <a:ext uri="{FF2B5EF4-FFF2-40B4-BE49-F238E27FC236}">
                  <a16:creationId xmlns:a16="http://schemas.microsoft.com/office/drawing/2014/main" id="{76F3F891-412D-4382-BF3D-7768DD589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66" name="Freeform 888">
              <a:extLst>
                <a:ext uri="{FF2B5EF4-FFF2-40B4-BE49-F238E27FC236}">
                  <a16:creationId xmlns:a16="http://schemas.microsoft.com/office/drawing/2014/main" id="{5CD8E4EB-C7A6-4BAE-9B14-1C99BCBE2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67" name="Freeform 889">
              <a:extLst>
                <a:ext uri="{FF2B5EF4-FFF2-40B4-BE49-F238E27FC236}">
                  <a16:creationId xmlns:a16="http://schemas.microsoft.com/office/drawing/2014/main" id="{9CEFC669-24B5-4E11-AD76-3E2C2D5BD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68" name="Freeform 890">
              <a:extLst>
                <a:ext uri="{FF2B5EF4-FFF2-40B4-BE49-F238E27FC236}">
                  <a16:creationId xmlns:a16="http://schemas.microsoft.com/office/drawing/2014/main" id="{45C5E059-4634-4E3C-881F-FC7AE37ED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83 w 646"/>
                <a:gd name="T1" fmla="*/ 1839 h 300"/>
                <a:gd name="T2" fmla="*/ 688 w 646"/>
                <a:gd name="T3" fmla="*/ 1553 h 300"/>
                <a:gd name="T4" fmla="*/ 855 w 646"/>
                <a:gd name="T5" fmla="*/ 1172 h 300"/>
                <a:gd name="T6" fmla="*/ 883 w 646"/>
                <a:gd name="T7" fmla="*/ 656 h 300"/>
                <a:gd name="T8" fmla="*/ 647 w 646"/>
                <a:gd name="T9" fmla="*/ 36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69" name="Freeform 891">
              <a:extLst>
                <a:ext uri="{FF2B5EF4-FFF2-40B4-BE49-F238E27FC236}">
                  <a16:creationId xmlns:a16="http://schemas.microsoft.com/office/drawing/2014/main" id="{18FFA0A5-F7BD-4282-AC6A-C57CE6566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1810" name="Line 892">
            <a:extLst>
              <a:ext uri="{FF2B5EF4-FFF2-40B4-BE49-F238E27FC236}">
                <a16:creationId xmlns:a16="http://schemas.microsoft.com/office/drawing/2014/main" id="{9321FCFE-2055-484F-BD1D-C7939F5EA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8500" y="3119438"/>
            <a:ext cx="20638" cy="55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1811" name="Group 893">
            <a:extLst>
              <a:ext uri="{FF2B5EF4-FFF2-40B4-BE49-F238E27FC236}">
                <a16:creationId xmlns:a16="http://schemas.microsoft.com/office/drawing/2014/main" id="{BE14063E-0777-4C57-A0CB-672B3A8206FE}"/>
              </a:ext>
            </a:extLst>
          </p:cNvPr>
          <p:cNvGrpSpPr>
            <a:grpSpLocks/>
          </p:cNvGrpSpPr>
          <p:nvPr/>
        </p:nvGrpSpPr>
        <p:grpSpPr bwMode="auto">
          <a:xfrm>
            <a:off x="7007225" y="5005388"/>
            <a:ext cx="519113" cy="128587"/>
            <a:chOff x="2199" y="955"/>
            <a:chExt cx="2547" cy="506"/>
          </a:xfrm>
        </p:grpSpPr>
        <p:sp>
          <p:nvSpPr>
            <p:cNvPr id="32058" name="Freeform 894">
              <a:extLst>
                <a:ext uri="{FF2B5EF4-FFF2-40B4-BE49-F238E27FC236}">
                  <a16:creationId xmlns:a16="http://schemas.microsoft.com/office/drawing/2014/main" id="{C72088DC-596A-465C-81A5-75E060138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59" name="Freeform 895">
              <a:extLst>
                <a:ext uri="{FF2B5EF4-FFF2-40B4-BE49-F238E27FC236}">
                  <a16:creationId xmlns:a16="http://schemas.microsoft.com/office/drawing/2014/main" id="{5D1E1025-7F45-4C1F-B733-06C608CE8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60" name="Freeform 896">
              <a:extLst>
                <a:ext uri="{FF2B5EF4-FFF2-40B4-BE49-F238E27FC236}">
                  <a16:creationId xmlns:a16="http://schemas.microsoft.com/office/drawing/2014/main" id="{61E297A6-DB1D-4909-865C-F5DF4AFC3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61" name="Freeform 897">
              <a:extLst>
                <a:ext uri="{FF2B5EF4-FFF2-40B4-BE49-F238E27FC236}">
                  <a16:creationId xmlns:a16="http://schemas.microsoft.com/office/drawing/2014/main" id="{A3F9A6B5-65F9-4E35-87D6-CA6585FB3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62" name="Freeform 898">
              <a:extLst>
                <a:ext uri="{FF2B5EF4-FFF2-40B4-BE49-F238E27FC236}">
                  <a16:creationId xmlns:a16="http://schemas.microsoft.com/office/drawing/2014/main" id="{C7A392F6-2CA5-4677-9427-CDEEE721B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83 w 646"/>
                <a:gd name="T1" fmla="*/ 1839 h 300"/>
                <a:gd name="T2" fmla="*/ 688 w 646"/>
                <a:gd name="T3" fmla="*/ 1553 h 300"/>
                <a:gd name="T4" fmla="*/ 855 w 646"/>
                <a:gd name="T5" fmla="*/ 1172 h 300"/>
                <a:gd name="T6" fmla="*/ 883 w 646"/>
                <a:gd name="T7" fmla="*/ 656 h 300"/>
                <a:gd name="T8" fmla="*/ 647 w 646"/>
                <a:gd name="T9" fmla="*/ 36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63" name="Freeform 899">
              <a:extLst>
                <a:ext uri="{FF2B5EF4-FFF2-40B4-BE49-F238E27FC236}">
                  <a16:creationId xmlns:a16="http://schemas.microsoft.com/office/drawing/2014/main" id="{955F8E16-8ADE-4A09-B1DF-4211F9E16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12" name="Group 900">
            <a:extLst>
              <a:ext uri="{FF2B5EF4-FFF2-40B4-BE49-F238E27FC236}">
                <a16:creationId xmlns:a16="http://schemas.microsoft.com/office/drawing/2014/main" id="{1841913B-B3FA-4BAF-B597-0839A8924D74}"/>
              </a:ext>
            </a:extLst>
          </p:cNvPr>
          <p:cNvGrpSpPr>
            <a:grpSpLocks/>
          </p:cNvGrpSpPr>
          <p:nvPr/>
        </p:nvGrpSpPr>
        <p:grpSpPr bwMode="auto">
          <a:xfrm>
            <a:off x="7245350" y="5429250"/>
            <a:ext cx="519113" cy="128588"/>
            <a:chOff x="2199" y="955"/>
            <a:chExt cx="2547" cy="506"/>
          </a:xfrm>
        </p:grpSpPr>
        <p:sp>
          <p:nvSpPr>
            <p:cNvPr id="32052" name="Freeform 901">
              <a:extLst>
                <a:ext uri="{FF2B5EF4-FFF2-40B4-BE49-F238E27FC236}">
                  <a16:creationId xmlns:a16="http://schemas.microsoft.com/office/drawing/2014/main" id="{01044F9D-4369-420B-9BE2-017D4E33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53" name="Freeform 902">
              <a:extLst>
                <a:ext uri="{FF2B5EF4-FFF2-40B4-BE49-F238E27FC236}">
                  <a16:creationId xmlns:a16="http://schemas.microsoft.com/office/drawing/2014/main" id="{688E322E-FE94-4875-8EA1-C1F540332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54" name="Freeform 903">
              <a:extLst>
                <a:ext uri="{FF2B5EF4-FFF2-40B4-BE49-F238E27FC236}">
                  <a16:creationId xmlns:a16="http://schemas.microsoft.com/office/drawing/2014/main" id="{12AE7C81-0BFC-46C6-9AF7-6A52AA363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55" name="Freeform 904">
              <a:extLst>
                <a:ext uri="{FF2B5EF4-FFF2-40B4-BE49-F238E27FC236}">
                  <a16:creationId xmlns:a16="http://schemas.microsoft.com/office/drawing/2014/main" id="{20A5BEFE-D281-4C50-9EFC-19EE2CFBC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56" name="Freeform 905">
              <a:extLst>
                <a:ext uri="{FF2B5EF4-FFF2-40B4-BE49-F238E27FC236}">
                  <a16:creationId xmlns:a16="http://schemas.microsoft.com/office/drawing/2014/main" id="{A644C892-ED27-4BA5-811C-95CCF898F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83 w 646"/>
                <a:gd name="T1" fmla="*/ 1839 h 300"/>
                <a:gd name="T2" fmla="*/ 688 w 646"/>
                <a:gd name="T3" fmla="*/ 1553 h 300"/>
                <a:gd name="T4" fmla="*/ 855 w 646"/>
                <a:gd name="T5" fmla="*/ 1172 h 300"/>
                <a:gd name="T6" fmla="*/ 883 w 646"/>
                <a:gd name="T7" fmla="*/ 656 h 300"/>
                <a:gd name="T8" fmla="*/ 647 w 646"/>
                <a:gd name="T9" fmla="*/ 36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57" name="Freeform 906">
              <a:extLst>
                <a:ext uri="{FF2B5EF4-FFF2-40B4-BE49-F238E27FC236}">
                  <a16:creationId xmlns:a16="http://schemas.microsoft.com/office/drawing/2014/main" id="{D534017D-09FF-473B-AA42-12905EAE2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13" name="Group 907">
            <a:extLst>
              <a:ext uri="{FF2B5EF4-FFF2-40B4-BE49-F238E27FC236}">
                <a16:creationId xmlns:a16="http://schemas.microsoft.com/office/drawing/2014/main" id="{2EDE1DB6-F4B1-4646-B4A8-D829073DA2B9}"/>
              </a:ext>
            </a:extLst>
          </p:cNvPr>
          <p:cNvGrpSpPr>
            <a:grpSpLocks/>
          </p:cNvGrpSpPr>
          <p:nvPr/>
        </p:nvGrpSpPr>
        <p:grpSpPr bwMode="auto">
          <a:xfrm>
            <a:off x="6821488" y="5408613"/>
            <a:ext cx="519112" cy="128587"/>
            <a:chOff x="2199" y="955"/>
            <a:chExt cx="2547" cy="506"/>
          </a:xfrm>
        </p:grpSpPr>
        <p:sp>
          <p:nvSpPr>
            <p:cNvPr id="32046" name="Freeform 908">
              <a:extLst>
                <a:ext uri="{FF2B5EF4-FFF2-40B4-BE49-F238E27FC236}">
                  <a16:creationId xmlns:a16="http://schemas.microsoft.com/office/drawing/2014/main" id="{ED582891-E539-4A83-81BD-2B518C23C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47" name="Freeform 909">
              <a:extLst>
                <a:ext uri="{FF2B5EF4-FFF2-40B4-BE49-F238E27FC236}">
                  <a16:creationId xmlns:a16="http://schemas.microsoft.com/office/drawing/2014/main" id="{223D88F1-F470-433B-BA90-D9EBF28E9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48" name="Freeform 910">
              <a:extLst>
                <a:ext uri="{FF2B5EF4-FFF2-40B4-BE49-F238E27FC236}">
                  <a16:creationId xmlns:a16="http://schemas.microsoft.com/office/drawing/2014/main" id="{664E39E7-72C0-41F1-B720-9E63C339B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49" name="Freeform 911">
              <a:extLst>
                <a:ext uri="{FF2B5EF4-FFF2-40B4-BE49-F238E27FC236}">
                  <a16:creationId xmlns:a16="http://schemas.microsoft.com/office/drawing/2014/main" id="{FDEF139B-C077-4C81-8C6C-8DF8CC62F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50" name="Freeform 912">
              <a:extLst>
                <a:ext uri="{FF2B5EF4-FFF2-40B4-BE49-F238E27FC236}">
                  <a16:creationId xmlns:a16="http://schemas.microsoft.com/office/drawing/2014/main" id="{D8E0F3C9-5B09-4202-9335-13C7FAF06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83 w 646"/>
                <a:gd name="T1" fmla="*/ 1839 h 300"/>
                <a:gd name="T2" fmla="*/ 688 w 646"/>
                <a:gd name="T3" fmla="*/ 1553 h 300"/>
                <a:gd name="T4" fmla="*/ 855 w 646"/>
                <a:gd name="T5" fmla="*/ 1172 h 300"/>
                <a:gd name="T6" fmla="*/ 883 w 646"/>
                <a:gd name="T7" fmla="*/ 656 h 300"/>
                <a:gd name="T8" fmla="*/ 647 w 646"/>
                <a:gd name="T9" fmla="*/ 36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51" name="Freeform 913">
              <a:extLst>
                <a:ext uri="{FF2B5EF4-FFF2-40B4-BE49-F238E27FC236}">
                  <a16:creationId xmlns:a16="http://schemas.microsoft.com/office/drawing/2014/main" id="{FE6C27F0-8C35-46C9-922B-C40E394BE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pic>
        <p:nvPicPr>
          <p:cNvPr id="31814" name="Picture 915" descr="access_point_stylized_small">
            <a:extLst>
              <a:ext uri="{FF2B5EF4-FFF2-40B4-BE49-F238E27FC236}">
                <a16:creationId xmlns:a16="http://schemas.microsoft.com/office/drawing/2014/main" id="{7AF1AC6E-DAB1-4665-BAC9-0CA04A060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625" y="5056188"/>
            <a:ext cx="433388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815" name="Picture 916" descr="underline_base">
            <a:extLst>
              <a:ext uri="{FF2B5EF4-FFF2-40B4-BE49-F238E27FC236}">
                <a16:creationId xmlns:a16="http://schemas.microsoft.com/office/drawing/2014/main" id="{C29B79D0-8126-41A6-99E9-5C853FFE592A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8302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16" name="Line 918">
            <a:extLst>
              <a:ext uri="{FF2B5EF4-FFF2-40B4-BE49-F238E27FC236}">
                <a16:creationId xmlns:a16="http://schemas.microsoft.com/office/drawing/2014/main" id="{94902619-BFB1-4065-8E29-463CD58D58AB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31817" name="Group 919">
            <a:extLst>
              <a:ext uri="{FF2B5EF4-FFF2-40B4-BE49-F238E27FC236}">
                <a16:creationId xmlns:a16="http://schemas.microsoft.com/office/drawing/2014/main" id="{F52C51CF-0C29-4E7A-83ED-0FA8DB4D472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775325" y="4533900"/>
            <a:ext cx="414338" cy="373063"/>
            <a:chOff x="2839" y="3501"/>
            <a:chExt cx="755" cy="803"/>
          </a:xfrm>
        </p:grpSpPr>
        <p:pic>
          <p:nvPicPr>
            <p:cNvPr id="32044" name="Picture 920" descr="desktop_computer_stylized_medium">
              <a:extLst>
                <a:ext uri="{FF2B5EF4-FFF2-40B4-BE49-F238E27FC236}">
                  <a16:creationId xmlns:a16="http://schemas.microsoft.com/office/drawing/2014/main" id="{677CFCC9-AC61-4306-A886-CF337B439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45" name="Freeform 921">
              <a:extLst>
                <a:ext uri="{FF2B5EF4-FFF2-40B4-BE49-F238E27FC236}">
                  <a16:creationId xmlns:a16="http://schemas.microsoft.com/office/drawing/2014/main" id="{C132340C-01ED-4D9A-9155-51763F320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31818" name="Group 922">
            <a:extLst>
              <a:ext uri="{FF2B5EF4-FFF2-40B4-BE49-F238E27FC236}">
                <a16:creationId xmlns:a16="http://schemas.microsoft.com/office/drawing/2014/main" id="{81AEAE2B-C566-42FA-9B3C-CF2134FF775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457825" y="4954588"/>
            <a:ext cx="482600" cy="406400"/>
            <a:chOff x="2839" y="3501"/>
            <a:chExt cx="755" cy="803"/>
          </a:xfrm>
        </p:grpSpPr>
        <p:pic>
          <p:nvPicPr>
            <p:cNvPr id="32042" name="Picture 923" descr="desktop_computer_stylized_medium">
              <a:extLst>
                <a:ext uri="{FF2B5EF4-FFF2-40B4-BE49-F238E27FC236}">
                  <a16:creationId xmlns:a16="http://schemas.microsoft.com/office/drawing/2014/main" id="{F0D614B6-C615-4098-AF11-FA4CABEECC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43" name="Freeform 924">
              <a:extLst>
                <a:ext uri="{FF2B5EF4-FFF2-40B4-BE49-F238E27FC236}">
                  <a16:creationId xmlns:a16="http://schemas.microsoft.com/office/drawing/2014/main" id="{B534B034-719D-4E0F-BFF7-EC0F46C0E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31819" name="Group 925">
            <a:extLst>
              <a:ext uri="{FF2B5EF4-FFF2-40B4-BE49-F238E27FC236}">
                <a16:creationId xmlns:a16="http://schemas.microsoft.com/office/drawing/2014/main" id="{B153F8E3-E20F-4E7B-83F4-289C7056AAD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35663" y="5256213"/>
            <a:ext cx="427037" cy="349250"/>
            <a:chOff x="2839" y="3501"/>
            <a:chExt cx="755" cy="803"/>
          </a:xfrm>
        </p:grpSpPr>
        <p:pic>
          <p:nvPicPr>
            <p:cNvPr id="32040" name="Picture 926" descr="desktop_computer_stylized_medium">
              <a:extLst>
                <a:ext uri="{FF2B5EF4-FFF2-40B4-BE49-F238E27FC236}">
                  <a16:creationId xmlns:a16="http://schemas.microsoft.com/office/drawing/2014/main" id="{15BA8D27-B7DD-44E1-999A-A38FE443C3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41" name="Freeform 927">
              <a:extLst>
                <a:ext uri="{FF2B5EF4-FFF2-40B4-BE49-F238E27FC236}">
                  <a16:creationId xmlns:a16="http://schemas.microsoft.com/office/drawing/2014/main" id="{21E04702-1778-4B94-9A84-AFBBA406A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31820" name="Group 928">
            <a:extLst>
              <a:ext uri="{FF2B5EF4-FFF2-40B4-BE49-F238E27FC236}">
                <a16:creationId xmlns:a16="http://schemas.microsoft.com/office/drawing/2014/main" id="{12A43F0F-529E-41A2-AB06-474322016245}"/>
              </a:ext>
            </a:extLst>
          </p:cNvPr>
          <p:cNvGrpSpPr>
            <a:grpSpLocks/>
          </p:cNvGrpSpPr>
          <p:nvPr/>
        </p:nvGrpSpPr>
        <p:grpSpPr bwMode="auto">
          <a:xfrm>
            <a:off x="6550025" y="5238750"/>
            <a:ext cx="427038" cy="350838"/>
            <a:chOff x="2839" y="3501"/>
            <a:chExt cx="755" cy="803"/>
          </a:xfrm>
        </p:grpSpPr>
        <p:pic>
          <p:nvPicPr>
            <p:cNvPr id="32038" name="Picture 929" descr="desktop_computer_stylized_medium">
              <a:extLst>
                <a:ext uri="{FF2B5EF4-FFF2-40B4-BE49-F238E27FC236}">
                  <a16:creationId xmlns:a16="http://schemas.microsoft.com/office/drawing/2014/main" id="{1DEECC07-AEB6-44A1-B0B5-2C27FD950B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39" name="Freeform 930">
              <a:extLst>
                <a:ext uri="{FF2B5EF4-FFF2-40B4-BE49-F238E27FC236}">
                  <a16:creationId xmlns:a16="http://schemas.microsoft.com/office/drawing/2014/main" id="{6FF0FE50-703B-4439-A88F-80DBD5A7F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pic>
        <p:nvPicPr>
          <p:cNvPr id="31821" name="Picture 931" descr="car_icon_small">
            <a:extLst>
              <a:ext uri="{FF2B5EF4-FFF2-40B4-BE49-F238E27FC236}">
                <a16:creationId xmlns:a16="http://schemas.microsoft.com/office/drawing/2014/main" id="{753A71F8-3B71-4AC8-9153-74D48D9C8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1720850"/>
            <a:ext cx="8493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822" name="Group 932">
            <a:extLst>
              <a:ext uri="{FF2B5EF4-FFF2-40B4-BE49-F238E27FC236}">
                <a16:creationId xmlns:a16="http://schemas.microsoft.com/office/drawing/2014/main" id="{8F1AA5DC-CE4D-48F9-BD51-72F66EB35BF2}"/>
              </a:ext>
            </a:extLst>
          </p:cNvPr>
          <p:cNvGrpSpPr>
            <a:grpSpLocks/>
          </p:cNvGrpSpPr>
          <p:nvPr/>
        </p:nvGrpSpPr>
        <p:grpSpPr bwMode="auto">
          <a:xfrm>
            <a:off x="5618163" y="1558925"/>
            <a:ext cx="415925" cy="373063"/>
            <a:chOff x="2756" y="1866"/>
            <a:chExt cx="462" cy="463"/>
          </a:xfrm>
        </p:grpSpPr>
        <p:pic>
          <p:nvPicPr>
            <p:cNvPr id="32036" name="Picture 933" descr="iphone_stylized_small">
              <a:extLst>
                <a:ext uri="{FF2B5EF4-FFF2-40B4-BE49-F238E27FC236}">
                  <a16:creationId xmlns:a16="http://schemas.microsoft.com/office/drawing/2014/main" id="{5692967B-77E2-4522-830B-CEB28B22EC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037" name="Picture 934" descr="antenna_radiation_stylized">
              <a:extLst>
                <a:ext uri="{FF2B5EF4-FFF2-40B4-BE49-F238E27FC236}">
                  <a16:creationId xmlns:a16="http://schemas.microsoft.com/office/drawing/2014/main" id="{3FE73E31-0BD2-41C1-A787-1CCA312D62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6" y="1866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1823" name="Picture 936" descr="access_point_stylized_small">
            <a:extLst>
              <a:ext uri="{FF2B5EF4-FFF2-40B4-BE49-F238E27FC236}">
                <a16:creationId xmlns:a16="http://schemas.microsoft.com/office/drawing/2014/main" id="{3527581B-B3A4-4BA0-B98D-8226974FB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50577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824" name="Group 938">
            <a:extLst>
              <a:ext uri="{FF2B5EF4-FFF2-40B4-BE49-F238E27FC236}">
                <a16:creationId xmlns:a16="http://schemas.microsoft.com/office/drawing/2014/main" id="{0E9AD6E8-5F1A-44C8-8C88-555A15230152}"/>
              </a:ext>
            </a:extLst>
          </p:cNvPr>
          <p:cNvGrpSpPr>
            <a:grpSpLocks/>
          </p:cNvGrpSpPr>
          <p:nvPr/>
        </p:nvGrpSpPr>
        <p:grpSpPr bwMode="auto">
          <a:xfrm>
            <a:off x="8240713" y="5002213"/>
            <a:ext cx="227012" cy="481012"/>
            <a:chOff x="4140" y="429"/>
            <a:chExt cx="1425" cy="2396"/>
          </a:xfrm>
        </p:grpSpPr>
        <p:sp>
          <p:nvSpPr>
            <p:cNvPr id="32004" name="Freeform 939">
              <a:extLst>
                <a:ext uri="{FF2B5EF4-FFF2-40B4-BE49-F238E27FC236}">
                  <a16:creationId xmlns:a16="http://schemas.microsoft.com/office/drawing/2014/main" id="{7D9C80C9-4FCE-4811-BAA0-F9D6ADDDE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05" name="Rectangle 940">
              <a:extLst>
                <a:ext uri="{FF2B5EF4-FFF2-40B4-BE49-F238E27FC236}">
                  <a16:creationId xmlns:a16="http://schemas.microsoft.com/office/drawing/2014/main" id="{161C58C4-7B7F-43A2-BC7F-852591ED3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2006" name="Freeform 941">
              <a:extLst>
                <a:ext uri="{FF2B5EF4-FFF2-40B4-BE49-F238E27FC236}">
                  <a16:creationId xmlns:a16="http://schemas.microsoft.com/office/drawing/2014/main" id="{87D9B95B-E6E8-4FD3-9440-1B6B59A03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07" name="Freeform 942">
              <a:extLst>
                <a:ext uri="{FF2B5EF4-FFF2-40B4-BE49-F238E27FC236}">
                  <a16:creationId xmlns:a16="http://schemas.microsoft.com/office/drawing/2014/main" id="{D22C7338-445B-442B-8E66-5CD343F5F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08" name="Rectangle 943">
              <a:extLst>
                <a:ext uri="{FF2B5EF4-FFF2-40B4-BE49-F238E27FC236}">
                  <a16:creationId xmlns:a16="http://schemas.microsoft.com/office/drawing/2014/main" id="{F5339994-D296-4C05-B913-9119CE21A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32009" name="Group 944">
              <a:extLst>
                <a:ext uri="{FF2B5EF4-FFF2-40B4-BE49-F238E27FC236}">
                  <a16:creationId xmlns:a16="http://schemas.microsoft.com/office/drawing/2014/main" id="{314C453A-449F-4FCC-B80D-326A1A6F7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034" name="AutoShape 945">
                <a:extLst>
                  <a:ext uri="{FF2B5EF4-FFF2-40B4-BE49-F238E27FC236}">
                    <a16:creationId xmlns:a16="http://schemas.microsoft.com/office/drawing/2014/main" id="{3BC0AD8B-4CB2-4146-B2BC-B27F160BF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2035" name="AutoShape 946">
                <a:extLst>
                  <a:ext uri="{FF2B5EF4-FFF2-40B4-BE49-F238E27FC236}">
                    <a16:creationId xmlns:a16="http://schemas.microsoft.com/office/drawing/2014/main" id="{CF44203B-3742-450F-B842-AFE93F6D4A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2010" name="Rectangle 947">
              <a:extLst>
                <a:ext uri="{FF2B5EF4-FFF2-40B4-BE49-F238E27FC236}">
                  <a16:creationId xmlns:a16="http://schemas.microsoft.com/office/drawing/2014/main" id="{51CB3535-6A54-4AD0-8BE2-9087FADC5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32011" name="Group 948">
              <a:extLst>
                <a:ext uri="{FF2B5EF4-FFF2-40B4-BE49-F238E27FC236}">
                  <a16:creationId xmlns:a16="http://schemas.microsoft.com/office/drawing/2014/main" id="{C3A3A941-49C5-422F-B8CF-70DA30EAB2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032" name="AutoShape 949">
                <a:extLst>
                  <a:ext uri="{FF2B5EF4-FFF2-40B4-BE49-F238E27FC236}">
                    <a16:creationId xmlns:a16="http://schemas.microsoft.com/office/drawing/2014/main" id="{04EB65C0-5D26-4170-808D-9E2478878E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2033" name="AutoShape 950">
                <a:extLst>
                  <a:ext uri="{FF2B5EF4-FFF2-40B4-BE49-F238E27FC236}">
                    <a16:creationId xmlns:a16="http://schemas.microsoft.com/office/drawing/2014/main" id="{83427FA6-2A78-41BF-803F-88DCB15C3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2012" name="Rectangle 951">
              <a:extLst>
                <a:ext uri="{FF2B5EF4-FFF2-40B4-BE49-F238E27FC236}">
                  <a16:creationId xmlns:a16="http://schemas.microsoft.com/office/drawing/2014/main" id="{23DBA126-8559-47D0-87CC-9CD9B46E8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2013" name="Rectangle 952">
              <a:extLst>
                <a:ext uri="{FF2B5EF4-FFF2-40B4-BE49-F238E27FC236}">
                  <a16:creationId xmlns:a16="http://schemas.microsoft.com/office/drawing/2014/main" id="{9AA2CEFE-E5E9-4B87-8908-1229741AF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32014" name="Group 953">
              <a:extLst>
                <a:ext uri="{FF2B5EF4-FFF2-40B4-BE49-F238E27FC236}">
                  <a16:creationId xmlns:a16="http://schemas.microsoft.com/office/drawing/2014/main" id="{630E4676-8239-45A9-B633-619F78498B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030" name="AutoShape 954">
                <a:extLst>
                  <a:ext uri="{FF2B5EF4-FFF2-40B4-BE49-F238E27FC236}">
                    <a16:creationId xmlns:a16="http://schemas.microsoft.com/office/drawing/2014/main" id="{84F0C07B-4C1D-4D45-BFA9-5E4C3213D5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2031" name="AutoShape 955">
                <a:extLst>
                  <a:ext uri="{FF2B5EF4-FFF2-40B4-BE49-F238E27FC236}">
                    <a16:creationId xmlns:a16="http://schemas.microsoft.com/office/drawing/2014/main" id="{520C5874-8EFE-4A7B-9B79-1AABC3AC4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2015" name="Freeform 956">
              <a:extLst>
                <a:ext uri="{FF2B5EF4-FFF2-40B4-BE49-F238E27FC236}">
                  <a16:creationId xmlns:a16="http://schemas.microsoft.com/office/drawing/2014/main" id="{5253E4D8-2B00-4CA0-8A7F-1070EBB22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2016" name="Group 957">
              <a:extLst>
                <a:ext uri="{FF2B5EF4-FFF2-40B4-BE49-F238E27FC236}">
                  <a16:creationId xmlns:a16="http://schemas.microsoft.com/office/drawing/2014/main" id="{F5B3C2B1-1A8B-4E95-BE5D-D818741D25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028" name="AutoShape 958">
                <a:extLst>
                  <a:ext uri="{FF2B5EF4-FFF2-40B4-BE49-F238E27FC236}">
                    <a16:creationId xmlns:a16="http://schemas.microsoft.com/office/drawing/2014/main" id="{33C49679-9B70-41DC-9C77-510B68E54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2029" name="AutoShape 959">
                <a:extLst>
                  <a:ext uri="{FF2B5EF4-FFF2-40B4-BE49-F238E27FC236}">
                    <a16:creationId xmlns:a16="http://schemas.microsoft.com/office/drawing/2014/main" id="{DF0B3539-A903-4A53-BE75-9729F337D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2017" name="Rectangle 960">
              <a:extLst>
                <a:ext uri="{FF2B5EF4-FFF2-40B4-BE49-F238E27FC236}">
                  <a16:creationId xmlns:a16="http://schemas.microsoft.com/office/drawing/2014/main" id="{823C6474-AA49-49B1-9AA9-44492DE5E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2018" name="Freeform 961">
              <a:extLst>
                <a:ext uri="{FF2B5EF4-FFF2-40B4-BE49-F238E27FC236}">
                  <a16:creationId xmlns:a16="http://schemas.microsoft.com/office/drawing/2014/main" id="{125C6864-58B6-4767-981F-DFDC65E45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19" name="Freeform 962">
              <a:extLst>
                <a:ext uri="{FF2B5EF4-FFF2-40B4-BE49-F238E27FC236}">
                  <a16:creationId xmlns:a16="http://schemas.microsoft.com/office/drawing/2014/main" id="{CDE6427D-9E58-44CA-9777-D87F5335F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20" name="Oval 963">
              <a:extLst>
                <a:ext uri="{FF2B5EF4-FFF2-40B4-BE49-F238E27FC236}">
                  <a16:creationId xmlns:a16="http://schemas.microsoft.com/office/drawing/2014/main" id="{FB62D082-D1A8-430A-81C8-6E24133D0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2021" name="Freeform 964">
              <a:extLst>
                <a:ext uri="{FF2B5EF4-FFF2-40B4-BE49-F238E27FC236}">
                  <a16:creationId xmlns:a16="http://schemas.microsoft.com/office/drawing/2014/main" id="{638C8E8D-0623-4029-BEF5-3DDD7EA97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2022" name="AutoShape 965">
              <a:extLst>
                <a:ext uri="{FF2B5EF4-FFF2-40B4-BE49-F238E27FC236}">
                  <a16:creationId xmlns:a16="http://schemas.microsoft.com/office/drawing/2014/main" id="{C8572B00-9A8A-41A0-9C5A-D7721E9BA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2023" name="AutoShape 966">
              <a:extLst>
                <a:ext uri="{FF2B5EF4-FFF2-40B4-BE49-F238E27FC236}">
                  <a16:creationId xmlns:a16="http://schemas.microsoft.com/office/drawing/2014/main" id="{1AC5CFA0-4A4F-4514-8B7F-6D730923B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2024" name="Oval 967">
              <a:extLst>
                <a:ext uri="{FF2B5EF4-FFF2-40B4-BE49-F238E27FC236}">
                  <a16:creationId xmlns:a16="http://schemas.microsoft.com/office/drawing/2014/main" id="{3807B820-91F9-496F-9BB6-A2CD5656E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2025" name="Oval 968">
              <a:extLst>
                <a:ext uri="{FF2B5EF4-FFF2-40B4-BE49-F238E27FC236}">
                  <a16:creationId xmlns:a16="http://schemas.microsoft.com/office/drawing/2014/main" id="{D3BA5C78-8185-4B21-806A-B32662B12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026" name="Oval 969">
              <a:extLst>
                <a:ext uri="{FF2B5EF4-FFF2-40B4-BE49-F238E27FC236}">
                  <a16:creationId xmlns:a16="http://schemas.microsoft.com/office/drawing/2014/main" id="{9BA0B19B-7EA3-4930-ACA0-60A7A7E92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2027" name="Rectangle 970">
              <a:extLst>
                <a:ext uri="{FF2B5EF4-FFF2-40B4-BE49-F238E27FC236}">
                  <a16:creationId xmlns:a16="http://schemas.microsoft.com/office/drawing/2014/main" id="{D47362FD-D587-4218-AD45-F8636966F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31825" name="Group 971">
            <a:extLst>
              <a:ext uri="{FF2B5EF4-FFF2-40B4-BE49-F238E27FC236}">
                <a16:creationId xmlns:a16="http://schemas.microsoft.com/office/drawing/2014/main" id="{8F035ABA-E3AC-4186-94E6-5F7809CD4456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03838"/>
            <a:ext cx="227013" cy="481012"/>
            <a:chOff x="4140" y="429"/>
            <a:chExt cx="1425" cy="2396"/>
          </a:xfrm>
        </p:grpSpPr>
        <p:sp>
          <p:nvSpPr>
            <p:cNvPr id="31972" name="Freeform 972">
              <a:extLst>
                <a:ext uri="{FF2B5EF4-FFF2-40B4-BE49-F238E27FC236}">
                  <a16:creationId xmlns:a16="http://schemas.microsoft.com/office/drawing/2014/main" id="{2A7F9025-5C0E-46BF-96BE-4D55C9068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73" name="Rectangle 973">
              <a:extLst>
                <a:ext uri="{FF2B5EF4-FFF2-40B4-BE49-F238E27FC236}">
                  <a16:creationId xmlns:a16="http://schemas.microsoft.com/office/drawing/2014/main" id="{F62019B2-6020-4E1E-AEEA-516595C14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1974" name="Freeform 974">
              <a:extLst>
                <a:ext uri="{FF2B5EF4-FFF2-40B4-BE49-F238E27FC236}">
                  <a16:creationId xmlns:a16="http://schemas.microsoft.com/office/drawing/2014/main" id="{1BEA9467-245F-4C89-BE87-AE6DE1640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75" name="Freeform 975">
              <a:extLst>
                <a:ext uri="{FF2B5EF4-FFF2-40B4-BE49-F238E27FC236}">
                  <a16:creationId xmlns:a16="http://schemas.microsoft.com/office/drawing/2014/main" id="{E11718A8-ED2B-4818-B2AC-7110CBB3B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76" name="Rectangle 976">
              <a:extLst>
                <a:ext uri="{FF2B5EF4-FFF2-40B4-BE49-F238E27FC236}">
                  <a16:creationId xmlns:a16="http://schemas.microsoft.com/office/drawing/2014/main" id="{E78A486C-1905-4C09-AA65-8A0F07677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31977" name="Group 977">
              <a:extLst>
                <a:ext uri="{FF2B5EF4-FFF2-40B4-BE49-F238E27FC236}">
                  <a16:creationId xmlns:a16="http://schemas.microsoft.com/office/drawing/2014/main" id="{EC0A36EA-7D7C-4C0D-B24D-990BFEB84A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002" name="AutoShape 978">
                <a:extLst>
                  <a:ext uri="{FF2B5EF4-FFF2-40B4-BE49-F238E27FC236}">
                    <a16:creationId xmlns:a16="http://schemas.microsoft.com/office/drawing/2014/main" id="{C1B35DA5-4A3D-4C59-AD02-4EC4907D7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2003" name="AutoShape 979">
                <a:extLst>
                  <a:ext uri="{FF2B5EF4-FFF2-40B4-BE49-F238E27FC236}">
                    <a16:creationId xmlns:a16="http://schemas.microsoft.com/office/drawing/2014/main" id="{BA7BCEBE-2721-48D4-8068-E89E1F280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978" name="Rectangle 980">
              <a:extLst>
                <a:ext uri="{FF2B5EF4-FFF2-40B4-BE49-F238E27FC236}">
                  <a16:creationId xmlns:a16="http://schemas.microsoft.com/office/drawing/2014/main" id="{7042DE9B-A592-497B-A835-988836018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31979" name="Group 981">
              <a:extLst>
                <a:ext uri="{FF2B5EF4-FFF2-40B4-BE49-F238E27FC236}">
                  <a16:creationId xmlns:a16="http://schemas.microsoft.com/office/drawing/2014/main" id="{FB1887C1-AFED-432D-B76E-3036C69E00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000" name="AutoShape 982">
                <a:extLst>
                  <a:ext uri="{FF2B5EF4-FFF2-40B4-BE49-F238E27FC236}">
                    <a16:creationId xmlns:a16="http://schemas.microsoft.com/office/drawing/2014/main" id="{5E73C539-8289-4F5F-86F2-C359E718E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2001" name="AutoShape 983">
                <a:extLst>
                  <a:ext uri="{FF2B5EF4-FFF2-40B4-BE49-F238E27FC236}">
                    <a16:creationId xmlns:a16="http://schemas.microsoft.com/office/drawing/2014/main" id="{67800434-5BB7-4F08-80A0-64FAAAD2F3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980" name="Rectangle 984">
              <a:extLst>
                <a:ext uri="{FF2B5EF4-FFF2-40B4-BE49-F238E27FC236}">
                  <a16:creationId xmlns:a16="http://schemas.microsoft.com/office/drawing/2014/main" id="{55DAFE0E-B690-411C-8FC2-173313528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1981" name="Rectangle 985">
              <a:extLst>
                <a:ext uri="{FF2B5EF4-FFF2-40B4-BE49-F238E27FC236}">
                  <a16:creationId xmlns:a16="http://schemas.microsoft.com/office/drawing/2014/main" id="{75F61688-BE5E-4EAA-A1DB-175ADDD25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31982" name="Group 986">
              <a:extLst>
                <a:ext uri="{FF2B5EF4-FFF2-40B4-BE49-F238E27FC236}">
                  <a16:creationId xmlns:a16="http://schemas.microsoft.com/office/drawing/2014/main" id="{ABA74B11-29DD-4AD8-881C-190560A01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98" name="AutoShape 987">
                <a:extLst>
                  <a:ext uri="{FF2B5EF4-FFF2-40B4-BE49-F238E27FC236}">
                    <a16:creationId xmlns:a16="http://schemas.microsoft.com/office/drawing/2014/main" id="{58C70EEE-526A-466C-A3E4-8E51AACAC5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99" name="AutoShape 988">
                <a:extLst>
                  <a:ext uri="{FF2B5EF4-FFF2-40B4-BE49-F238E27FC236}">
                    <a16:creationId xmlns:a16="http://schemas.microsoft.com/office/drawing/2014/main" id="{4049A452-0D62-439D-B66F-85CA55D862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983" name="Freeform 989">
              <a:extLst>
                <a:ext uri="{FF2B5EF4-FFF2-40B4-BE49-F238E27FC236}">
                  <a16:creationId xmlns:a16="http://schemas.microsoft.com/office/drawing/2014/main" id="{8372A50D-DCDE-456D-AC57-15A8D3D08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1984" name="Group 990">
              <a:extLst>
                <a:ext uri="{FF2B5EF4-FFF2-40B4-BE49-F238E27FC236}">
                  <a16:creationId xmlns:a16="http://schemas.microsoft.com/office/drawing/2014/main" id="{687298F4-9251-412A-9AEA-A64E9099CA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996" name="AutoShape 991">
                <a:extLst>
                  <a:ext uri="{FF2B5EF4-FFF2-40B4-BE49-F238E27FC236}">
                    <a16:creationId xmlns:a16="http://schemas.microsoft.com/office/drawing/2014/main" id="{55F24160-D17F-44A5-AACF-B706FBE4B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97" name="AutoShape 992">
                <a:extLst>
                  <a:ext uri="{FF2B5EF4-FFF2-40B4-BE49-F238E27FC236}">
                    <a16:creationId xmlns:a16="http://schemas.microsoft.com/office/drawing/2014/main" id="{0E221E52-9CCA-4C9A-9FBB-DC1D13580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985" name="Rectangle 993">
              <a:extLst>
                <a:ext uri="{FF2B5EF4-FFF2-40B4-BE49-F238E27FC236}">
                  <a16:creationId xmlns:a16="http://schemas.microsoft.com/office/drawing/2014/main" id="{8C27DA20-715F-49FD-8C88-B15FE08C2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1986" name="Freeform 994">
              <a:extLst>
                <a:ext uri="{FF2B5EF4-FFF2-40B4-BE49-F238E27FC236}">
                  <a16:creationId xmlns:a16="http://schemas.microsoft.com/office/drawing/2014/main" id="{06741969-351B-43B7-8C10-DC987EF73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87" name="Freeform 995">
              <a:extLst>
                <a:ext uri="{FF2B5EF4-FFF2-40B4-BE49-F238E27FC236}">
                  <a16:creationId xmlns:a16="http://schemas.microsoft.com/office/drawing/2014/main" id="{E6C884A3-7A03-47A4-BE36-F7F6EB192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88" name="Oval 996">
              <a:extLst>
                <a:ext uri="{FF2B5EF4-FFF2-40B4-BE49-F238E27FC236}">
                  <a16:creationId xmlns:a16="http://schemas.microsoft.com/office/drawing/2014/main" id="{AD594B49-9D6D-4C78-A088-2C56DA0B7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1989" name="Freeform 997">
              <a:extLst>
                <a:ext uri="{FF2B5EF4-FFF2-40B4-BE49-F238E27FC236}">
                  <a16:creationId xmlns:a16="http://schemas.microsoft.com/office/drawing/2014/main" id="{43CD5A97-903C-4ADB-80F1-F26B8BE2D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90" name="AutoShape 998">
              <a:extLst>
                <a:ext uri="{FF2B5EF4-FFF2-40B4-BE49-F238E27FC236}">
                  <a16:creationId xmlns:a16="http://schemas.microsoft.com/office/drawing/2014/main" id="{817ECCEE-040D-408F-8705-A6852B0FA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1991" name="AutoShape 999">
              <a:extLst>
                <a:ext uri="{FF2B5EF4-FFF2-40B4-BE49-F238E27FC236}">
                  <a16:creationId xmlns:a16="http://schemas.microsoft.com/office/drawing/2014/main" id="{62E42FC4-8564-4ABC-BD88-E4A83AF14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1992" name="Oval 1000">
              <a:extLst>
                <a:ext uri="{FF2B5EF4-FFF2-40B4-BE49-F238E27FC236}">
                  <a16:creationId xmlns:a16="http://schemas.microsoft.com/office/drawing/2014/main" id="{F9A37270-4C18-4288-BE42-1980D93AC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1993" name="Oval 1001">
              <a:extLst>
                <a:ext uri="{FF2B5EF4-FFF2-40B4-BE49-F238E27FC236}">
                  <a16:creationId xmlns:a16="http://schemas.microsoft.com/office/drawing/2014/main" id="{F50815AA-593D-4A92-BD5D-D74335276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994" name="Oval 1002">
              <a:extLst>
                <a:ext uri="{FF2B5EF4-FFF2-40B4-BE49-F238E27FC236}">
                  <a16:creationId xmlns:a16="http://schemas.microsoft.com/office/drawing/2014/main" id="{594BA2D4-9947-4911-8FBE-F23BE417A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1995" name="Rectangle 1003">
              <a:extLst>
                <a:ext uri="{FF2B5EF4-FFF2-40B4-BE49-F238E27FC236}">
                  <a16:creationId xmlns:a16="http://schemas.microsoft.com/office/drawing/2014/main" id="{D04D7FF1-9EB6-469D-93E4-759B2101D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31826" name="Group 1004">
            <a:extLst>
              <a:ext uri="{FF2B5EF4-FFF2-40B4-BE49-F238E27FC236}">
                <a16:creationId xmlns:a16="http://schemas.microsoft.com/office/drawing/2014/main" id="{528BCF9C-9358-4B06-B362-28BD2C36984A}"/>
              </a:ext>
            </a:extLst>
          </p:cNvPr>
          <p:cNvGrpSpPr>
            <a:grpSpLocks/>
          </p:cNvGrpSpPr>
          <p:nvPr/>
        </p:nvGrpSpPr>
        <p:grpSpPr bwMode="auto">
          <a:xfrm>
            <a:off x="5302250" y="2043113"/>
            <a:ext cx="534988" cy="407987"/>
            <a:chOff x="877" y="1008"/>
            <a:chExt cx="2747" cy="2591"/>
          </a:xfrm>
        </p:grpSpPr>
        <p:pic>
          <p:nvPicPr>
            <p:cNvPr id="31949" name="Picture 1005" descr="antenna_stylized">
              <a:extLst>
                <a:ext uri="{FF2B5EF4-FFF2-40B4-BE49-F238E27FC236}">
                  <a16:creationId xmlns:a16="http://schemas.microsoft.com/office/drawing/2014/main" id="{341409D0-2E6F-4DFA-B658-3ECB12789B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950" name="Picture 1006" descr="laptop_keyboard">
              <a:extLst>
                <a:ext uri="{FF2B5EF4-FFF2-40B4-BE49-F238E27FC236}">
                  <a16:creationId xmlns:a16="http://schemas.microsoft.com/office/drawing/2014/main" id="{9F0A2734-CE83-4121-B43D-56A8F23C23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951" name="Freeform 1007">
              <a:extLst>
                <a:ext uri="{FF2B5EF4-FFF2-40B4-BE49-F238E27FC236}">
                  <a16:creationId xmlns:a16="http://schemas.microsoft.com/office/drawing/2014/main" id="{125E2369-DD2C-4E2F-992F-A963E3E1B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1 w 2982"/>
                <a:gd name="T5" fmla="*/ 1 h 2442"/>
                <a:gd name="T6" fmla="*/ 1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31952" name="Picture 1008" descr="screen">
              <a:extLst>
                <a:ext uri="{FF2B5EF4-FFF2-40B4-BE49-F238E27FC236}">
                  <a16:creationId xmlns:a16="http://schemas.microsoft.com/office/drawing/2014/main" id="{48EC8A01-F865-4299-819E-10B87BE58D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953" name="Freeform 1009">
              <a:extLst>
                <a:ext uri="{FF2B5EF4-FFF2-40B4-BE49-F238E27FC236}">
                  <a16:creationId xmlns:a16="http://schemas.microsoft.com/office/drawing/2014/main" id="{30E6E826-1D1F-442D-855E-AA56E31A3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 w 2528"/>
                <a:gd name="T3" fmla="*/ 1 h 455"/>
                <a:gd name="T4" fmla="*/ 1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54" name="Freeform 1010">
              <a:extLst>
                <a:ext uri="{FF2B5EF4-FFF2-40B4-BE49-F238E27FC236}">
                  <a16:creationId xmlns:a16="http://schemas.microsoft.com/office/drawing/2014/main" id="{7D4884D3-15F9-405F-921B-FF01F2CF2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55" name="Freeform 1011">
              <a:extLst>
                <a:ext uri="{FF2B5EF4-FFF2-40B4-BE49-F238E27FC236}">
                  <a16:creationId xmlns:a16="http://schemas.microsoft.com/office/drawing/2014/main" id="{CF71744C-67C6-43A9-8DF1-F16438809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56" name="Freeform 1012">
              <a:extLst>
                <a:ext uri="{FF2B5EF4-FFF2-40B4-BE49-F238E27FC236}">
                  <a16:creationId xmlns:a16="http://schemas.microsoft.com/office/drawing/2014/main" id="{85597EC0-70DC-4069-8084-F4415A9BE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 w 2773"/>
                <a:gd name="T5" fmla="*/ 1 h 738"/>
                <a:gd name="T6" fmla="*/ 1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57" name="Freeform 1013">
              <a:extLst>
                <a:ext uri="{FF2B5EF4-FFF2-40B4-BE49-F238E27FC236}">
                  <a16:creationId xmlns:a16="http://schemas.microsoft.com/office/drawing/2014/main" id="{3E700FED-90A6-4432-9BA9-21260D9BB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 w 637"/>
                <a:gd name="T1" fmla="*/ 0 h 1659"/>
                <a:gd name="T2" fmla="*/ 1 w 637"/>
                <a:gd name="T3" fmla="*/ 0 h 1659"/>
                <a:gd name="T4" fmla="*/ 1 w 637"/>
                <a:gd name="T5" fmla="*/ 8 h 1659"/>
                <a:gd name="T6" fmla="*/ 0 w 637"/>
                <a:gd name="T7" fmla="*/ 8 h 1659"/>
                <a:gd name="T8" fmla="*/ 1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58" name="Freeform 1014">
              <a:extLst>
                <a:ext uri="{FF2B5EF4-FFF2-40B4-BE49-F238E27FC236}">
                  <a16:creationId xmlns:a16="http://schemas.microsoft.com/office/drawing/2014/main" id="{0D0A4C7A-B357-451F-94C3-66768CA4E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4 w 2216"/>
                <a:gd name="T5" fmla="*/ 3 h 550"/>
                <a:gd name="T6" fmla="*/ 4 w 2216"/>
                <a:gd name="T7" fmla="*/ 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1959" name="Group 1015">
              <a:extLst>
                <a:ext uri="{FF2B5EF4-FFF2-40B4-BE49-F238E27FC236}">
                  <a16:creationId xmlns:a16="http://schemas.microsoft.com/office/drawing/2014/main" id="{46CC6AFB-6893-4327-BEC3-82A6B99336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1966" name="Freeform 1016">
                <a:extLst>
                  <a:ext uri="{FF2B5EF4-FFF2-40B4-BE49-F238E27FC236}">
                    <a16:creationId xmlns:a16="http://schemas.microsoft.com/office/drawing/2014/main" id="{FBDF6132-810B-4FFF-BAEB-63EA20BB1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67" name="Freeform 1017">
                <a:extLst>
                  <a:ext uri="{FF2B5EF4-FFF2-40B4-BE49-F238E27FC236}">
                    <a16:creationId xmlns:a16="http://schemas.microsoft.com/office/drawing/2014/main" id="{264A765C-8410-4D8A-84E7-BC07B56838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68" name="Freeform 1018">
                <a:extLst>
                  <a:ext uri="{FF2B5EF4-FFF2-40B4-BE49-F238E27FC236}">
                    <a16:creationId xmlns:a16="http://schemas.microsoft.com/office/drawing/2014/main" id="{AC5EC152-F1B7-4BFD-94AA-91998E8E7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69" name="Freeform 1019">
                <a:extLst>
                  <a:ext uri="{FF2B5EF4-FFF2-40B4-BE49-F238E27FC236}">
                    <a16:creationId xmlns:a16="http://schemas.microsoft.com/office/drawing/2014/main" id="{0EE392C9-1A0F-42E1-99A6-A72175FDC1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70" name="Freeform 1020">
                <a:extLst>
                  <a:ext uri="{FF2B5EF4-FFF2-40B4-BE49-F238E27FC236}">
                    <a16:creationId xmlns:a16="http://schemas.microsoft.com/office/drawing/2014/main" id="{F3FAC18C-E534-42B3-ADE9-C28D1466EC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71" name="Freeform 1021">
                <a:extLst>
                  <a:ext uri="{FF2B5EF4-FFF2-40B4-BE49-F238E27FC236}">
                    <a16:creationId xmlns:a16="http://schemas.microsoft.com/office/drawing/2014/main" id="{63D45329-2CC9-46F8-B198-7D33332CA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1960" name="Freeform 1022">
              <a:extLst>
                <a:ext uri="{FF2B5EF4-FFF2-40B4-BE49-F238E27FC236}">
                  <a16:creationId xmlns:a16="http://schemas.microsoft.com/office/drawing/2014/main" id="{3AB027B9-B556-43C1-ABD6-6DD07E50C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1 h 792"/>
                <a:gd name="T8" fmla="*/ 1 w 990"/>
                <a:gd name="T9" fmla="*/ 1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61" name="Freeform 1023">
              <a:extLst>
                <a:ext uri="{FF2B5EF4-FFF2-40B4-BE49-F238E27FC236}">
                  <a16:creationId xmlns:a16="http://schemas.microsoft.com/office/drawing/2014/main" id="{23DAA28A-FA62-43DE-BA70-038F66914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62" name="Freeform 1024">
              <a:extLst>
                <a:ext uri="{FF2B5EF4-FFF2-40B4-BE49-F238E27FC236}">
                  <a16:creationId xmlns:a16="http://schemas.microsoft.com/office/drawing/2014/main" id="{F6C041A6-7448-4C82-AE0F-47DAF11DF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63" name="Freeform 1025">
              <a:extLst>
                <a:ext uri="{FF2B5EF4-FFF2-40B4-BE49-F238E27FC236}">
                  <a16:creationId xmlns:a16="http://schemas.microsoft.com/office/drawing/2014/main" id="{06541163-1D84-40C6-BBCD-1EBAB2AD6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64" name="Freeform 1026">
              <a:extLst>
                <a:ext uri="{FF2B5EF4-FFF2-40B4-BE49-F238E27FC236}">
                  <a16:creationId xmlns:a16="http://schemas.microsoft.com/office/drawing/2014/main" id="{78602B87-03AE-45F1-B5B9-352EC71FE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65" name="Freeform 1027">
              <a:extLst>
                <a:ext uri="{FF2B5EF4-FFF2-40B4-BE49-F238E27FC236}">
                  <a16:creationId xmlns:a16="http://schemas.microsoft.com/office/drawing/2014/main" id="{30CE6E38-4943-411D-8B8D-2DF095D00D3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1 h 723"/>
                <a:gd name="T6" fmla="*/ 0 w 2532"/>
                <a:gd name="T7" fmla="*/ 1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pic>
        <p:nvPicPr>
          <p:cNvPr id="31827" name="Picture 1030" descr="laptop_keyboard">
            <a:extLst>
              <a:ext uri="{FF2B5EF4-FFF2-40B4-BE49-F238E27FC236}">
                <a16:creationId xmlns:a16="http://schemas.microsoft.com/office/drawing/2014/main" id="{65622217-3389-4F46-A2CF-2B6773312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6897688" y="5735638"/>
            <a:ext cx="38893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28" name="Freeform 1031">
            <a:extLst>
              <a:ext uri="{FF2B5EF4-FFF2-40B4-BE49-F238E27FC236}">
                <a16:creationId xmlns:a16="http://schemas.microsoft.com/office/drawing/2014/main" id="{6D8B1DDD-9D27-4163-8366-E1DC98FBF265}"/>
              </a:ext>
            </a:extLst>
          </p:cNvPr>
          <p:cNvSpPr>
            <a:spLocks/>
          </p:cNvSpPr>
          <p:nvPr/>
        </p:nvSpPr>
        <p:spPr bwMode="auto">
          <a:xfrm>
            <a:off x="7026275" y="5580063"/>
            <a:ext cx="312738" cy="207962"/>
          </a:xfrm>
          <a:custGeom>
            <a:avLst/>
            <a:gdLst>
              <a:gd name="T0" fmla="*/ 2147483646 w 2982"/>
              <a:gd name="T1" fmla="*/ 0 h 2442"/>
              <a:gd name="T2" fmla="*/ 0 w 2982"/>
              <a:gd name="T3" fmla="*/ 2147483646 h 2442"/>
              <a:gd name="T4" fmla="*/ 2147483646 w 2982"/>
              <a:gd name="T5" fmla="*/ 2147483646 h 2442"/>
              <a:gd name="T6" fmla="*/ 2147483646 w 2982"/>
              <a:gd name="T7" fmla="*/ 2147483646 h 2442"/>
              <a:gd name="T8" fmla="*/ 2147483646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pic>
        <p:nvPicPr>
          <p:cNvPr id="31829" name="Picture 1032" descr="screen">
            <a:extLst>
              <a:ext uri="{FF2B5EF4-FFF2-40B4-BE49-F238E27FC236}">
                <a16:creationId xmlns:a16="http://schemas.microsoft.com/office/drawing/2014/main" id="{5BDBF887-B3C2-436F-AEEC-D4BDA706F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5584825"/>
            <a:ext cx="28416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30" name="Freeform 1033">
            <a:extLst>
              <a:ext uri="{FF2B5EF4-FFF2-40B4-BE49-F238E27FC236}">
                <a16:creationId xmlns:a16="http://schemas.microsoft.com/office/drawing/2014/main" id="{F7E728F3-89C6-4881-B031-49AF5F0FC694}"/>
              </a:ext>
            </a:extLst>
          </p:cNvPr>
          <p:cNvSpPr>
            <a:spLocks/>
          </p:cNvSpPr>
          <p:nvPr/>
        </p:nvSpPr>
        <p:spPr bwMode="auto">
          <a:xfrm>
            <a:off x="7083425" y="5573713"/>
            <a:ext cx="265113" cy="39687"/>
          </a:xfrm>
          <a:custGeom>
            <a:avLst/>
            <a:gdLst>
              <a:gd name="T0" fmla="*/ 2147483646 w 2528"/>
              <a:gd name="T1" fmla="*/ 0 h 455"/>
              <a:gd name="T2" fmla="*/ 2147483646 w 2528"/>
              <a:gd name="T3" fmla="*/ 2147483646 h 455"/>
              <a:gd name="T4" fmla="*/ 2147483646 w 2528"/>
              <a:gd name="T5" fmla="*/ 2147483646 h 455"/>
              <a:gd name="T6" fmla="*/ 0 w 2528"/>
              <a:gd name="T7" fmla="*/ 2147483646 h 455"/>
              <a:gd name="T8" fmla="*/ 2147483646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31" name="Freeform 1034">
            <a:extLst>
              <a:ext uri="{FF2B5EF4-FFF2-40B4-BE49-F238E27FC236}">
                <a16:creationId xmlns:a16="http://schemas.microsoft.com/office/drawing/2014/main" id="{079991CF-FB3E-4249-8C3A-02E728B6F457}"/>
              </a:ext>
            </a:extLst>
          </p:cNvPr>
          <p:cNvSpPr>
            <a:spLocks/>
          </p:cNvSpPr>
          <p:nvPr/>
        </p:nvSpPr>
        <p:spPr bwMode="auto">
          <a:xfrm>
            <a:off x="7024688" y="5573713"/>
            <a:ext cx="73025" cy="161925"/>
          </a:xfrm>
          <a:custGeom>
            <a:avLst/>
            <a:gdLst>
              <a:gd name="T0" fmla="*/ 2147483646 w 702"/>
              <a:gd name="T1" fmla="*/ 0 h 1893"/>
              <a:gd name="T2" fmla="*/ 0 w 702"/>
              <a:gd name="T3" fmla="*/ 2147483646 h 1893"/>
              <a:gd name="T4" fmla="*/ 2147483646 w 702"/>
              <a:gd name="T5" fmla="*/ 2147483646 h 1893"/>
              <a:gd name="T6" fmla="*/ 2147483646 w 702"/>
              <a:gd name="T7" fmla="*/ 2147483646 h 1893"/>
              <a:gd name="T8" fmla="*/ 2147483646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32" name="Freeform 1035">
            <a:extLst>
              <a:ext uri="{FF2B5EF4-FFF2-40B4-BE49-F238E27FC236}">
                <a16:creationId xmlns:a16="http://schemas.microsoft.com/office/drawing/2014/main" id="{D14292D4-942A-41A4-B977-42A43015B869}"/>
              </a:ext>
            </a:extLst>
          </p:cNvPr>
          <p:cNvSpPr>
            <a:spLocks/>
          </p:cNvSpPr>
          <p:nvPr/>
        </p:nvSpPr>
        <p:spPr bwMode="auto">
          <a:xfrm>
            <a:off x="7267575" y="5602288"/>
            <a:ext cx="79375" cy="185737"/>
          </a:xfrm>
          <a:custGeom>
            <a:avLst/>
            <a:gdLst>
              <a:gd name="T0" fmla="*/ 2147483646 w 756"/>
              <a:gd name="T1" fmla="*/ 0 h 2184"/>
              <a:gd name="T2" fmla="*/ 2147483646 w 756"/>
              <a:gd name="T3" fmla="*/ 2147483646 h 2184"/>
              <a:gd name="T4" fmla="*/ 0 w 756"/>
              <a:gd name="T5" fmla="*/ 2147483646 h 2184"/>
              <a:gd name="T6" fmla="*/ 2147483646 w 756"/>
              <a:gd name="T7" fmla="*/ 2147483646 h 2184"/>
              <a:gd name="T8" fmla="*/ 2147483646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33" name="Freeform 1036">
            <a:extLst>
              <a:ext uri="{FF2B5EF4-FFF2-40B4-BE49-F238E27FC236}">
                <a16:creationId xmlns:a16="http://schemas.microsoft.com/office/drawing/2014/main" id="{E576CBE8-AF2C-48AC-A651-7F5B6E46BF49}"/>
              </a:ext>
            </a:extLst>
          </p:cNvPr>
          <p:cNvSpPr>
            <a:spLocks/>
          </p:cNvSpPr>
          <p:nvPr/>
        </p:nvSpPr>
        <p:spPr bwMode="auto">
          <a:xfrm>
            <a:off x="7023100" y="5726113"/>
            <a:ext cx="290513" cy="63500"/>
          </a:xfrm>
          <a:custGeom>
            <a:avLst/>
            <a:gdLst>
              <a:gd name="T0" fmla="*/ 2147483646 w 2773"/>
              <a:gd name="T1" fmla="*/ 0 h 738"/>
              <a:gd name="T2" fmla="*/ 0 w 2773"/>
              <a:gd name="T3" fmla="*/ 2147483646 h 738"/>
              <a:gd name="T4" fmla="*/ 2147483646 w 2773"/>
              <a:gd name="T5" fmla="*/ 2147483646 h 738"/>
              <a:gd name="T6" fmla="*/ 2147483646 w 2773"/>
              <a:gd name="T7" fmla="*/ 2147483646 h 738"/>
              <a:gd name="T8" fmla="*/ 2147483646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34" name="Freeform 1037">
            <a:extLst>
              <a:ext uri="{FF2B5EF4-FFF2-40B4-BE49-F238E27FC236}">
                <a16:creationId xmlns:a16="http://schemas.microsoft.com/office/drawing/2014/main" id="{D7AB87F0-F442-4C52-82C4-E03DA7CE59DF}"/>
              </a:ext>
            </a:extLst>
          </p:cNvPr>
          <p:cNvSpPr>
            <a:spLocks/>
          </p:cNvSpPr>
          <p:nvPr/>
        </p:nvSpPr>
        <p:spPr bwMode="auto">
          <a:xfrm>
            <a:off x="7275513" y="5603875"/>
            <a:ext cx="74612" cy="187325"/>
          </a:xfrm>
          <a:custGeom>
            <a:avLst/>
            <a:gdLst>
              <a:gd name="T0" fmla="*/ 2147483646 w 637"/>
              <a:gd name="T1" fmla="*/ 0 h 1659"/>
              <a:gd name="T2" fmla="*/ 2147483646 w 637"/>
              <a:gd name="T3" fmla="*/ 0 h 1659"/>
              <a:gd name="T4" fmla="*/ 2147483646 w 637"/>
              <a:gd name="T5" fmla="*/ 2147483646 h 1659"/>
              <a:gd name="T6" fmla="*/ 0 w 637"/>
              <a:gd name="T7" fmla="*/ 2147483646 h 1659"/>
              <a:gd name="T8" fmla="*/ 214748364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35" name="Freeform 1038">
            <a:extLst>
              <a:ext uri="{FF2B5EF4-FFF2-40B4-BE49-F238E27FC236}">
                <a16:creationId xmlns:a16="http://schemas.microsoft.com/office/drawing/2014/main" id="{61148F19-6A0B-4993-9C44-73DDC6EB255D}"/>
              </a:ext>
            </a:extLst>
          </p:cNvPr>
          <p:cNvSpPr>
            <a:spLocks/>
          </p:cNvSpPr>
          <p:nvPr/>
        </p:nvSpPr>
        <p:spPr bwMode="auto">
          <a:xfrm>
            <a:off x="7023100" y="5735638"/>
            <a:ext cx="258763" cy="61912"/>
          </a:xfrm>
          <a:custGeom>
            <a:avLst/>
            <a:gdLst>
              <a:gd name="T0" fmla="*/ 0 w 2216"/>
              <a:gd name="T1" fmla="*/ 0 h 550"/>
              <a:gd name="T2" fmla="*/ 2147483646 w 2216"/>
              <a:gd name="T3" fmla="*/ 2147483646 h 550"/>
              <a:gd name="T4" fmla="*/ 2147483646 w 2216"/>
              <a:gd name="T5" fmla="*/ 2147483646 h 550"/>
              <a:gd name="T6" fmla="*/ 2147483646 w 2216"/>
              <a:gd name="T7" fmla="*/ 2147483646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1836" name="Group 1039">
            <a:extLst>
              <a:ext uri="{FF2B5EF4-FFF2-40B4-BE49-F238E27FC236}">
                <a16:creationId xmlns:a16="http://schemas.microsoft.com/office/drawing/2014/main" id="{927A72FD-4961-4866-B02C-CA942654875C}"/>
              </a:ext>
            </a:extLst>
          </p:cNvPr>
          <p:cNvGrpSpPr>
            <a:grpSpLocks/>
          </p:cNvGrpSpPr>
          <p:nvPr/>
        </p:nvGrpSpPr>
        <p:grpSpPr bwMode="auto">
          <a:xfrm>
            <a:off x="7019925" y="5800725"/>
            <a:ext cx="87313" cy="38100"/>
            <a:chOff x="1740" y="2642"/>
            <a:chExt cx="752" cy="327"/>
          </a:xfrm>
        </p:grpSpPr>
        <p:sp>
          <p:nvSpPr>
            <p:cNvPr id="31943" name="Freeform 1040">
              <a:extLst>
                <a:ext uri="{FF2B5EF4-FFF2-40B4-BE49-F238E27FC236}">
                  <a16:creationId xmlns:a16="http://schemas.microsoft.com/office/drawing/2014/main" id="{51190B8D-6A62-4980-B121-F995F11CD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44" name="Freeform 1041">
              <a:extLst>
                <a:ext uri="{FF2B5EF4-FFF2-40B4-BE49-F238E27FC236}">
                  <a16:creationId xmlns:a16="http://schemas.microsoft.com/office/drawing/2014/main" id="{B9BE8110-0395-460B-8B01-1C1DB654A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45" name="Freeform 1042">
              <a:extLst>
                <a:ext uri="{FF2B5EF4-FFF2-40B4-BE49-F238E27FC236}">
                  <a16:creationId xmlns:a16="http://schemas.microsoft.com/office/drawing/2014/main" id="{CB5F214A-144C-4A13-AD74-C88DC8329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46" name="Freeform 1043">
              <a:extLst>
                <a:ext uri="{FF2B5EF4-FFF2-40B4-BE49-F238E27FC236}">
                  <a16:creationId xmlns:a16="http://schemas.microsoft.com/office/drawing/2014/main" id="{334F8A7C-2562-4891-AE6C-D9C0C59A3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47" name="Freeform 1044">
              <a:extLst>
                <a:ext uri="{FF2B5EF4-FFF2-40B4-BE49-F238E27FC236}">
                  <a16:creationId xmlns:a16="http://schemas.microsoft.com/office/drawing/2014/main" id="{29F7C91D-7402-41FE-B9A4-D60AD44F0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48" name="Freeform 1045">
              <a:extLst>
                <a:ext uri="{FF2B5EF4-FFF2-40B4-BE49-F238E27FC236}">
                  <a16:creationId xmlns:a16="http://schemas.microsoft.com/office/drawing/2014/main" id="{06A45328-29DF-41AB-A30B-59C91B454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1837" name="Freeform 1046">
            <a:extLst>
              <a:ext uri="{FF2B5EF4-FFF2-40B4-BE49-F238E27FC236}">
                <a16:creationId xmlns:a16="http://schemas.microsoft.com/office/drawing/2014/main" id="{23170993-3ACC-4252-B179-3782B09384C6}"/>
              </a:ext>
            </a:extLst>
          </p:cNvPr>
          <p:cNvSpPr>
            <a:spLocks/>
          </p:cNvSpPr>
          <p:nvPr/>
        </p:nvSpPr>
        <p:spPr bwMode="auto">
          <a:xfrm>
            <a:off x="7169150" y="5807075"/>
            <a:ext cx="106363" cy="80963"/>
          </a:xfrm>
          <a:custGeom>
            <a:avLst/>
            <a:gdLst>
              <a:gd name="T0" fmla="*/ 2147483646 w 990"/>
              <a:gd name="T1" fmla="*/ 2147483646 h 792"/>
              <a:gd name="T2" fmla="*/ 2147483646 w 990"/>
              <a:gd name="T3" fmla="*/ 0 h 792"/>
              <a:gd name="T4" fmla="*/ 2147483646 w 990"/>
              <a:gd name="T5" fmla="*/ 2147483646 h 792"/>
              <a:gd name="T6" fmla="*/ 0 w 990"/>
              <a:gd name="T7" fmla="*/ 2147483646 h 792"/>
              <a:gd name="T8" fmla="*/ 2147483646 w 990"/>
              <a:gd name="T9" fmla="*/ 2147483646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38" name="Freeform 1047">
            <a:extLst>
              <a:ext uri="{FF2B5EF4-FFF2-40B4-BE49-F238E27FC236}">
                <a16:creationId xmlns:a16="http://schemas.microsoft.com/office/drawing/2014/main" id="{EE276948-C696-417D-B300-C284038F50AB}"/>
              </a:ext>
            </a:extLst>
          </p:cNvPr>
          <p:cNvSpPr>
            <a:spLocks/>
          </p:cNvSpPr>
          <p:nvPr/>
        </p:nvSpPr>
        <p:spPr bwMode="auto">
          <a:xfrm>
            <a:off x="6897688" y="5813425"/>
            <a:ext cx="271462" cy="73025"/>
          </a:xfrm>
          <a:custGeom>
            <a:avLst/>
            <a:gdLst>
              <a:gd name="T0" fmla="*/ 2147483646 w 2532"/>
              <a:gd name="T1" fmla="*/ 0 h 723"/>
              <a:gd name="T2" fmla="*/ 2147483646 w 2532"/>
              <a:gd name="T3" fmla="*/ 0 h 723"/>
              <a:gd name="T4" fmla="*/ 2147483646 w 2532"/>
              <a:gd name="T5" fmla="*/ 2147483646 h 723"/>
              <a:gd name="T6" fmla="*/ 2147483646 w 2532"/>
              <a:gd name="T7" fmla="*/ 2147483646 h 723"/>
              <a:gd name="T8" fmla="*/ 0 w 2532"/>
              <a:gd name="T9" fmla="*/ 2147483646 h 723"/>
              <a:gd name="T10" fmla="*/ 214748364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39" name="Freeform 1048">
            <a:extLst>
              <a:ext uri="{FF2B5EF4-FFF2-40B4-BE49-F238E27FC236}">
                <a16:creationId xmlns:a16="http://schemas.microsoft.com/office/drawing/2014/main" id="{C3C3C3A4-950B-45FB-9242-0C467E06909F}"/>
              </a:ext>
            </a:extLst>
          </p:cNvPr>
          <p:cNvSpPr>
            <a:spLocks/>
          </p:cNvSpPr>
          <p:nvPr/>
        </p:nvSpPr>
        <p:spPr bwMode="auto">
          <a:xfrm>
            <a:off x="6899275" y="5799138"/>
            <a:ext cx="1588" cy="15875"/>
          </a:xfrm>
          <a:custGeom>
            <a:avLst/>
            <a:gdLst>
              <a:gd name="T0" fmla="*/ 2147483646 w 26"/>
              <a:gd name="T1" fmla="*/ 2147483646 h 147"/>
              <a:gd name="T2" fmla="*/ 2147483646 w 26"/>
              <a:gd name="T3" fmla="*/ 2147483646 h 147"/>
              <a:gd name="T4" fmla="*/ 0 w 26"/>
              <a:gd name="T5" fmla="*/ 2147483646 h 147"/>
              <a:gd name="T6" fmla="*/ 2147483646 w 26"/>
              <a:gd name="T7" fmla="*/ 0 h 147"/>
              <a:gd name="T8" fmla="*/ 2147483646 w 26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40" name="Freeform 1049">
            <a:extLst>
              <a:ext uri="{FF2B5EF4-FFF2-40B4-BE49-F238E27FC236}">
                <a16:creationId xmlns:a16="http://schemas.microsoft.com/office/drawing/2014/main" id="{F23821CF-DDC4-4085-84B9-6C788A8D5D55}"/>
              </a:ext>
            </a:extLst>
          </p:cNvPr>
          <p:cNvSpPr>
            <a:spLocks/>
          </p:cNvSpPr>
          <p:nvPr/>
        </p:nvSpPr>
        <p:spPr bwMode="auto">
          <a:xfrm>
            <a:off x="6899275" y="5738813"/>
            <a:ext cx="125413" cy="61912"/>
          </a:xfrm>
          <a:custGeom>
            <a:avLst/>
            <a:gdLst>
              <a:gd name="T0" fmla="*/ 2147483646 w 1176"/>
              <a:gd name="T1" fmla="*/ 0 h 606"/>
              <a:gd name="T2" fmla="*/ 0 w 1176"/>
              <a:gd name="T3" fmla="*/ 2147483646 h 606"/>
              <a:gd name="T4" fmla="*/ 2147483646 w 1176"/>
              <a:gd name="T5" fmla="*/ 2147483646 h 606"/>
              <a:gd name="T6" fmla="*/ 2147483646 w 1176"/>
              <a:gd name="T7" fmla="*/ 2147483646 h 606"/>
              <a:gd name="T8" fmla="*/ 2147483646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41" name="Freeform 1050">
            <a:extLst>
              <a:ext uri="{FF2B5EF4-FFF2-40B4-BE49-F238E27FC236}">
                <a16:creationId xmlns:a16="http://schemas.microsoft.com/office/drawing/2014/main" id="{0F6CBB22-7C9C-4414-8102-8EA719DC9380}"/>
              </a:ext>
            </a:extLst>
          </p:cNvPr>
          <p:cNvSpPr>
            <a:spLocks/>
          </p:cNvSpPr>
          <p:nvPr/>
        </p:nvSpPr>
        <p:spPr bwMode="auto">
          <a:xfrm>
            <a:off x="6907213" y="5802313"/>
            <a:ext cx="257175" cy="71437"/>
          </a:xfrm>
          <a:custGeom>
            <a:avLst/>
            <a:gdLst>
              <a:gd name="T0" fmla="*/ 2147483646 w 2532"/>
              <a:gd name="T1" fmla="*/ 0 h 723"/>
              <a:gd name="T2" fmla="*/ 2147483646 w 2532"/>
              <a:gd name="T3" fmla="*/ 0 h 723"/>
              <a:gd name="T4" fmla="*/ 2147483646 w 2532"/>
              <a:gd name="T5" fmla="*/ 2147483646 h 723"/>
              <a:gd name="T6" fmla="*/ 2147483646 w 2532"/>
              <a:gd name="T7" fmla="*/ 2147483646 h 723"/>
              <a:gd name="T8" fmla="*/ 0 w 2532"/>
              <a:gd name="T9" fmla="*/ 2147483646 h 723"/>
              <a:gd name="T10" fmla="*/ 214748364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42" name="Freeform 1051">
            <a:extLst>
              <a:ext uri="{FF2B5EF4-FFF2-40B4-BE49-F238E27FC236}">
                <a16:creationId xmlns:a16="http://schemas.microsoft.com/office/drawing/2014/main" id="{D83C1CAB-ECEA-4C95-8822-41D3B6E6CF8A}"/>
              </a:ext>
            </a:extLst>
          </p:cNvPr>
          <p:cNvSpPr>
            <a:spLocks/>
          </p:cNvSpPr>
          <p:nvPr/>
        </p:nvSpPr>
        <p:spPr bwMode="auto">
          <a:xfrm flipV="1">
            <a:off x="7164388" y="5797550"/>
            <a:ext cx="104775" cy="74613"/>
          </a:xfrm>
          <a:custGeom>
            <a:avLst/>
            <a:gdLst>
              <a:gd name="T0" fmla="*/ 2147483646 w 2532"/>
              <a:gd name="T1" fmla="*/ 0 h 723"/>
              <a:gd name="T2" fmla="*/ 2147483646 w 2532"/>
              <a:gd name="T3" fmla="*/ 0 h 723"/>
              <a:gd name="T4" fmla="*/ 2147483646 w 2532"/>
              <a:gd name="T5" fmla="*/ 2147483646 h 723"/>
              <a:gd name="T6" fmla="*/ 2147483646 w 2532"/>
              <a:gd name="T7" fmla="*/ 2147483646 h 723"/>
              <a:gd name="T8" fmla="*/ 0 w 2532"/>
              <a:gd name="T9" fmla="*/ 2147483646 h 723"/>
              <a:gd name="T10" fmla="*/ 214748364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pic>
        <p:nvPicPr>
          <p:cNvPr id="31843" name="Picture 1054" descr="laptop_keyboard">
            <a:extLst>
              <a:ext uri="{FF2B5EF4-FFF2-40B4-BE49-F238E27FC236}">
                <a16:creationId xmlns:a16="http://schemas.microsoft.com/office/drawing/2014/main" id="{4A789CAF-F470-4432-A6BE-090C12178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81650" y="3290888"/>
            <a:ext cx="363538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44" name="Freeform 1055">
            <a:extLst>
              <a:ext uri="{FF2B5EF4-FFF2-40B4-BE49-F238E27FC236}">
                <a16:creationId xmlns:a16="http://schemas.microsoft.com/office/drawing/2014/main" id="{B88E9961-A3FD-475A-B82C-9FDA5D5669A4}"/>
              </a:ext>
            </a:extLst>
          </p:cNvPr>
          <p:cNvSpPr>
            <a:spLocks/>
          </p:cNvSpPr>
          <p:nvPr/>
        </p:nvSpPr>
        <p:spPr bwMode="auto">
          <a:xfrm>
            <a:off x="5702300" y="3135313"/>
            <a:ext cx="292100" cy="207962"/>
          </a:xfrm>
          <a:custGeom>
            <a:avLst/>
            <a:gdLst>
              <a:gd name="T0" fmla="*/ 2147483646 w 2982"/>
              <a:gd name="T1" fmla="*/ 0 h 2442"/>
              <a:gd name="T2" fmla="*/ 0 w 2982"/>
              <a:gd name="T3" fmla="*/ 2147483646 h 2442"/>
              <a:gd name="T4" fmla="*/ 2147483646 w 2982"/>
              <a:gd name="T5" fmla="*/ 2147483646 h 2442"/>
              <a:gd name="T6" fmla="*/ 2147483646 w 2982"/>
              <a:gd name="T7" fmla="*/ 2147483646 h 2442"/>
              <a:gd name="T8" fmla="*/ 2147483646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pic>
        <p:nvPicPr>
          <p:cNvPr id="31845" name="Picture 1056" descr="screen">
            <a:extLst>
              <a:ext uri="{FF2B5EF4-FFF2-40B4-BE49-F238E27FC236}">
                <a16:creationId xmlns:a16="http://schemas.microsoft.com/office/drawing/2014/main" id="{A784AD90-A60E-4003-A8A3-24B3215C4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588" y="3140075"/>
            <a:ext cx="2667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46" name="Freeform 1057">
            <a:extLst>
              <a:ext uri="{FF2B5EF4-FFF2-40B4-BE49-F238E27FC236}">
                <a16:creationId xmlns:a16="http://schemas.microsoft.com/office/drawing/2014/main" id="{B7C7E6B3-B273-4C6E-A299-3835FB48B84D}"/>
              </a:ext>
            </a:extLst>
          </p:cNvPr>
          <p:cNvSpPr>
            <a:spLocks/>
          </p:cNvSpPr>
          <p:nvPr/>
        </p:nvSpPr>
        <p:spPr bwMode="auto">
          <a:xfrm>
            <a:off x="5756275" y="3128963"/>
            <a:ext cx="247650" cy="39687"/>
          </a:xfrm>
          <a:custGeom>
            <a:avLst/>
            <a:gdLst>
              <a:gd name="T0" fmla="*/ 2147483646 w 2528"/>
              <a:gd name="T1" fmla="*/ 0 h 455"/>
              <a:gd name="T2" fmla="*/ 2147483646 w 2528"/>
              <a:gd name="T3" fmla="*/ 2147483646 h 455"/>
              <a:gd name="T4" fmla="*/ 2147483646 w 2528"/>
              <a:gd name="T5" fmla="*/ 2147483646 h 455"/>
              <a:gd name="T6" fmla="*/ 0 w 2528"/>
              <a:gd name="T7" fmla="*/ 2147483646 h 455"/>
              <a:gd name="T8" fmla="*/ 2147483646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47" name="Freeform 1058">
            <a:extLst>
              <a:ext uri="{FF2B5EF4-FFF2-40B4-BE49-F238E27FC236}">
                <a16:creationId xmlns:a16="http://schemas.microsoft.com/office/drawing/2014/main" id="{C3D78910-7C17-43C9-8AFC-E40764928554}"/>
              </a:ext>
            </a:extLst>
          </p:cNvPr>
          <p:cNvSpPr>
            <a:spLocks/>
          </p:cNvSpPr>
          <p:nvPr/>
        </p:nvSpPr>
        <p:spPr bwMode="auto">
          <a:xfrm>
            <a:off x="5700713" y="3128963"/>
            <a:ext cx="68262" cy="161925"/>
          </a:xfrm>
          <a:custGeom>
            <a:avLst/>
            <a:gdLst>
              <a:gd name="T0" fmla="*/ 2147483646 w 702"/>
              <a:gd name="T1" fmla="*/ 0 h 1893"/>
              <a:gd name="T2" fmla="*/ 0 w 702"/>
              <a:gd name="T3" fmla="*/ 2147483646 h 1893"/>
              <a:gd name="T4" fmla="*/ 2147483646 w 702"/>
              <a:gd name="T5" fmla="*/ 2147483646 h 1893"/>
              <a:gd name="T6" fmla="*/ 2147483646 w 702"/>
              <a:gd name="T7" fmla="*/ 2147483646 h 1893"/>
              <a:gd name="T8" fmla="*/ 2147483646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48" name="Freeform 1059">
            <a:extLst>
              <a:ext uri="{FF2B5EF4-FFF2-40B4-BE49-F238E27FC236}">
                <a16:creationId xmlns:a16="http://schemas.microsoft.com/office/drawing/2014/main" id="{8F8F993F-EA62-4386-AAD6-6CB70B0F0A7B}"/>
              </a:ext>
            </a:extLst>
          </p:cNvPr>
          <p:cNvSpPr>
            <a:spLocks/>
          </p:cNvSpPr>
          <p:nvPr/>
        </p:nvSpPr>
        <p:spPr bwMode="auto">
          <a:xfrm>
            <a:off x="5927725" y="3157538"/>
            <a:ext cx="74613" cy="185737"/>
          </a:xfrm>
          <a:custGeom>
            <a:avLst/>
            <a:gdLst>
              <a:gd name="T0" fmla="*/ 2147483646 w 756"/>
              <a:gd name="T1" fmla="*/ 0 h 2184"/>
              <a:gd name="T2" fmla="*/ 2147483646 w 756"/>
              <a:gd name="T3" fmla="*/ 2147483646 h 2184"/>
              <a:gd name="T4" fmla="*/ 0 w 756"/>
              <a:gd name="T5" fmla="*/ 2147483646 h 2184"/>
              <a:gd name="T6" fmla="*/ 2147483646 w 756"/>
              <a:gd name="T7" fmla="*/ 2147483646 h 2184"/>
              <a:gd name="T8" fmla="*/ 2147483646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49" name="Freeform 1060">
            <a:extLst>
              <a:ext uri="{FF2B5EF4-FFF2-40B4-BE49-F238E27FC236}">
                <a16:creationId xmlns:a16="http://schemas.microsoft.com/office/drawing/2014/main" id="{1BEBC6F3-5791-40A5-8F8B-DF18306A1856}"/>
              </a:ext>
            </a:extLst>
          </p:cNvPr>
          <p:cNvSpPr>
            <a:spLocks/>
          </p:cNvSpPr>
          <p:nvPr/>
        </p:nvSpPr>
        <p:spPr bwMode="auto">
          <a:xfrm>
            <a:off x="5699125" y="3281363"/>
            <a:ext cx="271463" cy="63500"/>
          </a:xfrm>
          <a:custGeom>
            <a:avLst/>
            <a:gdLst>
              <a:gd name="T0" fmla="*/ 2147483646 w 2773"/>
              <a:gd name="T1" fmla="*/ 0 h 738"/>
              <a:gd name="T2" fmla="*/ 0 w 2773"/>
              <a:gd name="T3" fmla="*/ 2147483646 h 738"/>
              <a:gd name="T4" fmla="*/ 2147483646 w 2773"/>
              <a:gd name="T5" fmla="*/ 2147483646 h 738"/>
              <a:gd name="T6" fmla="*/ 2147483646 w 2773"/>
              <a:gd name="T7" fmla="*/ 2147483646 h 738"/>
              <a:gd name="T8" fmla="*/ 2147483646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50" name="Freeform 1061">
            <a:extLst>
              <a:ext uri="{FF2B5EF4-FFF2-40B4-BE49-F238E27FC236}">
                <a16:creationId xmlns:a16="http://schemas.microsoft.com/office/drawing/2014/main" id="{CC93267C-5FA1-446F-8090-6EE6F68F4926}"/>
              </a:ext>
            </a:extLst>
          </p:cNvPr>
          <p:cNvSpPr>
            <a:spLocks/>
          </p:cNvSpPr>
          <p:nvPr/>
        </p:nvSpPr>
        <p:spPr bwMode="auto">
          <a:xfrm>
            <a:off x="5935663" y="3159125"/>
            <a:ext cx="69850" cy="187325"/>
          </a:xfrm>
          <a:custGeom>
            <a:avLst/>
            <a:gdLst>
              <a:gd name="T0" fmla="*/ 2147483646 w 637"/>
              <a:gd name="T1" fmla="*/ 0 h 1659"/>
              <a:gd name="T2" fmla="*/ 2147483646 w 637"/>
              <a:gd name="T3" fmla="*/ 0 h 1659"/>
              <a:gd name="T4" fmla="*/ 2147483646 w 637"/>
              <a:gd name="T5" fmla="*/ 2147483646 h 1659"/>
              <a:gd name="T6" fmla="*/ 0 w 637"/>
              <a:gd name="T7" fmla="*/ 2147483646 h 1659"/>
              <a:gd name="T8" fmla="*/ 214748364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51" name="Freeform 1062">
            <a:extLst>
              <a:ext uri="{FF2B5EF4-FFF2-40B4-BE49-F238E27FC236}">
                <a16:creationId xmlns:a16="http://schemas.microsoft.com/office/drawing/2014/main" id="{E60AB91D-3B8A-4416-99AC-85A77F4FE7EB}"/>
              </a:ext>
            </a:extLst>
          </p:cNvPr>
          <p:cNvSpPr>
            <a:spLocks/>
          </p:cNvSpPr>
          <p:nvPr/>
        </p:nvSpPr>
        <p:spPr bwMode="auto">
          <a:xfrm>
            <a:off x="5699125" y="3290888"/>
            <a:ext cx="242888" cy="61912"/>
          </a:xfrm>
          <a:custGeom>
            <a:avLst/>
            <a:gdLst>
              <a:gd name="T0" fmla="*/ 0 w 2216"/>
              <a:gd name="T1" fmla="*/ 0 h 550"/>
              <a:gd name="T2" fmla="*/ 2147483646 w 2216"/>
              <a:gd name="T3" fmla="*/ 2147483646 h 550"/>
              <a:gd name="T4" fmla="*/ 2147483646 w 2216"/>
              <a:gd name="T5" fmla="*/ 2147483646 h 550"/>
              <a:gd name="T6" fmla="*/ 2147483646 w 2216"/>
              <a:gd name="T7" fmla="*/ 2147483646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1852" name="Group 1063">
            <a:extLst>
              <a:ext uri="{FF2B5EF4-FFF2-40B4-BE49-F238E27FC236}">
                <a16:creationId xmlns:a16="http://schemas.microsoft.com/office/drawing/2014/main" id="{3340BD5A-D0BE-41B0-B42D-E27B44CEBA2D}"/>
              </a:ext>
            </a:extLst>
          </p:cNvPr>
          <p:cNvGrpSpPr>
            <a:grpSpLocks/>
          </p:cNvGrpSpPr>
          <p:nvPr/>
        </p:nvGrpSpPr>
        <p:grpSpPr bwMode="auto">
          <a:xfrm>
            <a:off x="5695950" y="3355975"/>
            <a:ext cx="80963" cy="38100"/>
            <a:chOff x="1740" y="2642"/>
            <a:chExt cx="752" cy="327"/>
          </a:xfrm>
        </p:grpSpPr>
        <p:sp>
          <p:nvSpPr>
            <p:cNvPr id="31937" name="Freeform 1064">
              <a:extLst>
                <a:ext uri="{FF2B5EF4-FFF2-40B4-BE49-F238E27FC236}">
                  <a16:creationId xmlns:a16="http://schemas.microsoft.com/office/drawing/2014/main" id="{6E1413BC-7192-48F8-BE09-738BFA457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38" name="Freeform 1065">
              <a:extLst>
                <a:ext uri="{FF2B5EF4-FFF2-40B4-BE49-F238E27FC236}">
                  <a16:creationId xmlns:a16="http://schemas.microsoft.com/office/drawing/2014/main" id="{6E344DE9-6716-4EF6-89B5-1220E16CD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39" name="Freeform 1066">
              <a:extLst>
                <a:ext uri="{FF2B5EF4-FFF2-40B4-BE49-F238E27FC236}">
                  <a16:creationId xmlns:a16="http://schemas.microsoft.com/office/drawing/2014/main" id="{1E2FEC7D-1F43-463C-A46D-CF87B6FDA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40" name="Freeform 1067">
              <a:extLst>
                <a:ext uri="{FF2B5EF4-FFF2-40B4-BE49-F238E27FC236}">
                  <a16:creationId xmlns:a16="http://schemas.microsoft.com/office/drawing/2014/main" id="{EA064E8A-B2D2-4176-9220-EAB876E14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41" name="Freeform 1068">
              <a:extLst>
                <a:ext uri="{FF2B5EF4-FFF2-40B4-BE49-F238E27FC236}">
                  <a16:creationId xmlns:a16="http://schemas.microsoft.com/office/drawing/2014/main" id="{6409B7E6-C53B-44B0-9149-6796376A3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42" name="Freeform 1069">
              <a:extLst>
                <a:ext uri="{FF2B5EF4-FFF2-40B4-BE49-F238E27FC236}">
                  <a16:creationId xmlns:a16="http://schemas.microsoft.com/office/drawing/2014/main" id="{62C9DA81-55B7-4854-8956-CD2B644EB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1853" name="Freeform 1070">
            <a:extLst>
              <a:ext uri="{FF2B5EF4-FFF2-40B4-BE49-F238E27FC236}">
                <a16:creationId xmlns:a16="http://schemas.microsoft.com/office/drawing/2014/main" id="{3FFD956C-54CB-4793-AAFB-A0F88EB06EA9}"/>
              </a:ext>
            </a:extLst>
          </p:cNvPr>
          <p:cNvSpPr>
            <a:spLocks/>
          </p:cNvSpPr>
          <p:nvPr/>
        </p:nvSpPr>
        <p:spPr bwMode="auto">
          <a:xfrm>
            <a:off x="5835650" y="3362325"/>
            <a:ext cx="100013" cy="80963"/>
          </a:xfrm>
          <a:custGeom>
            <a:avLst/>
            <a:gdLst>
              <a:gd name="T0" fmla="*/ 2147483646 w 990"/>
              <a:gd name="T1" fmla="*/ 2147483646 h 792"/>
              <a:gd name="T2" fmla="*/ 2147483646 w 990"/>
              <a:gd name="T3" fmla="*/ 0 h 792"/>
              <a:gd name="T4" fmla="*/ 2147483646 w 990"/>
              <a:gd name="T5" fmla="*/ 2147483646 h 792"/>
              <a:gd name="T6" fmla="*/ 0 w 990"/>
              <a:gd name="T7" fmla="*/ 2147483646 h 792"/>
              <a:gd name="T8" fmla="*/ 2147483646 w 990"/>
              <a:gd name="T9" fmla="*/ 2147483646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54" name="Freeform 1071">
            <a:extLst>
              <a:ext uri="{FF2B5EF4-FFF2-40B4-BE49-F238E27FC236}">
                <a16:creationId xmlns:a16="http://schemas.microsoft.com/office/drawing/2014/main" id="{4EA50A53-BFFF-4CB0-B0A4-D979C3283315}"/>
              </a:ext>
            </a:extLst>
          </p:cNvPr>
          <p:cNvSpPr>
            <a:spLocks/>
          </p:cNvSpPr>
          <p:nvPr/>
        </p:nvSpPr>
        <p:spPr bwMode="auto">
          <a:xfrm>
            <a:off x="5583238" y="3368675"/>
            <a:ext cx="254000" cy="73025"/>
          </a:xfrm>
          <a:custGeom>
            <a:avLst/>
            <a:gdLst>
              <a:gd name="T0" fmla="*/ 2147483646 w 2532"/>
              <a:gd name="T1" fmla="*/ 0 h 723"/>
              <a:gd name="T2" fmla="*/ 2147483646 w 2532"/>
              <a:gd name="T3" fmla="*/ 0 h 723"/>
              <a:gd name="T4" fmla="*/ 2147483646 w 2532"/>
              <a:gd name="T5" fmla="*/ 2147483646 h 723"/>
              <a:gd name="T6" fmla="*/ 2147483646 w 2532"/>
              <a:gd name="T7" fmla="*/ 2147483646 h 723"/>
              <a:gd name="T8" fmla="*/ 0 w 2532"/>
              <a:gd name="T9" fmla="*/ 2147483646 h 723"/>
              <a:gd name="T10" fmla="*/ 214748364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55" name="Freeform 1072">
            <a:extLst>
              <a:ext uri="{FF2B5EF4-FFF2-40B4-BE49-F238E27FC236}">
                <a16:creationId xmlns:a16="http://schemas.microsoft.com/office/drawing/2014/main" id="{E3DF09DB-1DBC-46B0-B9AC-1B62B9934E08}"/>
              </a:ext>
            </a:extLst>
          </p:cNvPr>
          <p:cNvSpPr>
            <a:spLocks/>
          </p:cNvSpPr>
          <p:nvPr/>
        </p:nvSpPr>
        <p:spPr bwMode="auto">
          <a:xfrm>
            <a:off x="5583238" y="3354388"/>
            <a:ext cx="1587" cy="15875"/>
          </a:xfrm>
          <a:custGeom>
            <a:avLst/>
            <a:gdLst>
              <a:gd name="T0" fmla="*/ 2147483646 w 26"/>
              <a:gd name="T1" fmla="*/ 2147483646 h 147"/>
              <a:gd name="T2" fmla="*/ 2147483646 w 26"/>
              <a:gd name="T3" fmla="*/ 2147483646 h 147"/>
              <a:gd name="T4" fmla="*/ 0 w 26"/>
              <a:gd name="T5" fmla="*/ 2147483646 h 147"/>
              <a:gd name="T6" fmla="*/ 2147483646 w 26"/>
              <a:gd name="T7" fmla="*/ 0 h 147"/>
              <a:gd name="T8" fmla="*/ 2147483646 w 26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56" name="Freeform 1073">
            <a:extLst>
              <a:ext uri="{FF2B5EF4-FFF2-40B4-BE49-F238E27FC236}">
                <a16:creationId xmlns:a16="http://schemas.microsoft.com/office/drawing/2014/main" id="{086B3E23-EF7D-4464-8E78-01F9493BC3F1}"/>
              </a:ext>
            </a:extLst>
          </p:cNvPr>
          <p:cNvSpPr>
            <a:spLocks/>
          </p:cNvSpPr>
          <p:nvPr/>
        </p:nvSpPr>
        <p:spPr bwMode="auto">
          <a:xfrm>
            <a:off x="5583238" y="3294063"/>
            <a:ext cx="117475" cy="61912"/>
          </a:xfrm>
          <a:custGeom>
            <a:avLst/>
            <a:gdLst>
              <a:gd name="T0" fmla="*/ 2147483646 w 1176"/>
              <a:gd name="T1" fmla="*/ 0 h 606"/>
              <a:gd name="T2" fmla="*/ 0 w 1176"/>
              <a:gd name="T3" fmla="*/ 2147483646 h 606"/>
              <a:gd name="T4" fmla="*/ 2147483646 w 1176"/>
              <a:gd name="T5" fmla="*/ 2147483646 h 606"/>
              <a:gd name="T6" fmla="*/ 2147483646 w 1176"/>
              <a:gd name="T7" fmla="*/ 2147483646 h 606"/>
              <a:gd name="T8" fmla="*/ 2147483646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57" name="Freeform 1074">
            <a:extLst>
              <a:ext uri="{FF2B5EF4-FFF2-40B4-BE49-F238E27FC236}">
                <a16:creationId xmlns:a16="http://schemas.microsoft.com/office/drawing/2014/main" id="{BF4A6103-6D6A-404C-86C2-DD4F3859E755}"/>
              </a:ext>
            </a:extLst>
          </p:cNvPr>
          <p:cNvSpPr>
            <a:spLocks/>
          </p:cNvSpPr>
          <p:nvPr/>
        </p:nvSpPr>
        <p:spPr bwMode="auto">
          <a:xfrm>
            <a:off x="5591175" y="3357563"/>
            <a:ext cx="241300" cy="71437"/>
          </a:xfrm>
          <a:custGeom>
            <a:avLst/>
            <a:gdLst>
              <a:gd name="T0" fmla="*/ 2147483646 w 2532"/>
              <a:gd name="T1" fmla="*/ 0 h 723"/>
              <a:gd name="T2" fmla="*/ 2147483646 w 2532"/>
              <a:gd name="T3" fmla="*/ 0 h 723"/>
              <a:gd name="T4" fmla="*/ 2147483646 w 2532"/>
              <a:gd name="T5" fmla="*/ 2147483646 h 723"/>
              <a:gd name="T6" fmla="*/ 2147483646 w 2532"/>
              <a:gd name="T7" fmla="*/ 2147483646 h 723"/>
              <a:gd name="T8" fmla="*/ 0 w 2532"/>
              <a:gd name="T9" fmla="*/ 2147483646 h 723"/>
              <a:gd name="T10" fmla="*/ 214748364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58" name="Freeform 1075">
            <a:extLst>
              <a:ext uri="{FF2B5EF4-FFF2-40B4-BE49-F238E27FC236}">
                <a16:creationId xmlns:a16="http://schemas.microsoft.com/office/drawing/2014/main" id="{684C271B-514D-4E84-A937-DBD75CD62E7F}"/>
              </a:ext>
            </a:extLst>
          </p:cNvPr>
          <p:cNvSpPr>
            <a:spLocks/>
          </p:cNvSpPr>
          <p:nvPr/>
        </p:nvSpPr>
        <p:spPr bwMode="auto">
          <a:xfrm flipV="1">
            <a:off x="5830888" y="3352800"/>
            <a:ext cx="98425" cy="74613"/>
          </a:xfrm>
          <a:custGeom>
            <a:avLst/>
            <a:gdLst>
              <a:gd name="T0" fmla="*/ 2147483646 w 2532"/>
              <a:gd name="T1" fmla="*/ 0 h 723"/>
              <a:gd name="T2" fmla="*/ 2147483646 w 2532"/>
              <a:gd name="T3" fmla="*/ 0 h 723"/>
              <a:gd name="T4" fmla="*/ 2147483646 w 2532"/>
              <a:gd name="T5" fmla="*/ 2147483646 h 723"/>
              <a:gd name="T6" fmla="*/ 2147483646 w 2532"/>
              <a:gd name="T7" fmla="*/ 2147483646 h 723"/>
              <a:gd name="T8" fmla="*/ 0 w 2532"/>
              <a:gd name="T9" fmla="*/ 2147483646 h 723"/>
              <a:gd name="T10" fmla="*/ 214748364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1859" name="Group 1076">
            <a:extLst>
              <a:ext uri="{FF2B5EF4-FFF2-40B4-BE49-F238E27FC236}">
                <a16:creationId xmlns:a16="http://schemas.microsoft.com/office/drawing/2014/main" id="{FCBCE255-44D9-4A53-82EA-9624D8A3C8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40425" y="3222625"/>
            <a:ext cx="414338" cy="373063"/>
            <a:chOff x="2839" y="3501"/>
            <a:chExt cx="755" cy="803"/>
          </a:xfrm>
        </p:grpSpPr>
        <p:pic>
          <p:nvPicPr>
            <p:cNvPr id="31935" name="Picture 1077" descr="desktop_computer_stylized_medium">
              <a:extLst>
                <a:ext uri="{FF2B5EF4-FFF2-40B4-BE49-F238E27FC236}">
                  <a16:creationId xmlns:a16="http://schemas.microsoft.com/office/drawing/2014/main" id="{0ABF2B79-153C-4681-BCAA-6AAB9BCD60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936" name="Freeform 1078">
              <a:extLst>
                <a:ext uri="{FF2B5EF4-FFF2-40B4-BE49-F238E27FC236}">
                  <a16:creationId xmlns:a16="http://schemas.microsoft.com/office/drawing/2014/main" id="{2BE3CE21-A7D4-466A-A943-41F8AE234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pic>
        <p:nvPicPr>
          <p:cNvPr id="31860" name="Picture 1081" descr="laptop_keyboard">
            <a:extLst>
              <a:ext uri="{FF2B5EF4-FFF2-40B4-BE49-F238E27FC236}">
                <a16:creationId xmlns:a16="http://schemas.microsoft.com/office/drawing/2014/main" id="{F22397FE-21A4-454D-868B-982A03FFF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7329488" y="5672138"/>
            <a:ext cx="38893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61" name="Freeform 1082">
            <a:extLst>
              <a:ext uri="{FF2B5EF4-FFF2-40B4-BE49-F238E27FC236}">
                <a16:creationId xmlns:a16="http://schemas.microsoft.com/office/drawing/2014/main" id="{78721BBF-4F52-4A22-AD50-C22EEB0A6D79}"/>
              </a:ext>
            </a:extLst>
          </p:cNvPr>
          <p:cNvSpPr>
            <a:spLocks/>
          </p:cNvSpPr>
          <p:nvPr/>
        </p:nvSpPr>
        <p:spPr bwMode="auto">
          <a:xfrm>
            <a:off x="7458075" y="5516563"/>
            <a:ext cx="312738" cy="207962"/>
          </a:xfrm>
          <a:custGeom>
            <a:avLst/>
            <a:gdLst>
              <a:gd name="T0" fmla="*/ 2147483646 w 2982"/>
              <a:gd name="T1" fmla="*/ 0 h 2442"/>
              <a:gd name="T2" fmla="*/ 0 w 2982"/>
              <a:gd name="T3" fmla="*/ 2147483646 h 2442"/>
              <a:gd name="T4" fmla="*/ 2147483646 w 2982"/>
              <a:gd name="T5" fmla="*/ 2147483646 h 2442"/>
              <a:gd name="T6" fmla="*/ 2147483646 w 2982"/>
              <a:gd name="T7" fmla="*/ 2147483646 h 2442"/>
              <a:gd name="T8" fmla="*/ 2147483646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pic>
        <p:nvPicPr>
          <p:cNvPr id="31862" name="Picture 1083" descr="screen">
            <a:extLst>
              <a:ext uri="{FF2B5EF4-FFF2-40B4-BE49-F238E27FC236}">
                <a16:creationId xmlns:a16="http://schemas.microsoft.com/office/drawing/2014/main" id="{388CDD1C-DB8D-4B9A-9A67-27A1B72A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50" y="5521325"/>
            <a:ext cx="28416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63" name="Freeform 1084">
            <a:extLst>
              <a:ext uri="{FF2B5EF4-FFF2-40B4-BE49-F238E27FC236}">
                <a16:creationId xmlns:a16="http://schemas.microsoft.com/office/drawing/2014/main" id="{EFC68AA8-BAF1-4DAB-8C93-C417287C5860}"/>
              </a:ext>
            </a:extLst>
          </p:cNvPr>
          <p:cNvSpPr>
            <a:spLocks/>
          </p:cNvSpPr>
          <p:nvPr/>
        </p:nvSpPr>
        <p:spPr bwMode="auto">
          <a:xfrm>
            <a:off x="7515225" y="5510213"/>
            <a:ext cx="265113" cy="39687"/>
          </a:xfrm>
          <a:custGeom>
            <a:avLst/>
            <a:gdLst>
              <a:gd name="T0" fmla="*/ 2147483646 w 2528"/>
              <a:gd name="T1" fmla="*/ 0 h 455"/>
              <a:gd name="T2" fmla="*/ 2147483646 w 2528"/>
              <a:gd name="T3" fmla="*/ 2147483646 h 455"/>
              <a:gd name="T4" fmla="*/ 2147483646 w 2528"/>
              <a:gd name="T5" fmla="*/ 2147483646 h 455"/>
              <a:gd name="T6" fmla="*/ 0 w 2528"/>
              <a:gd name="T7" fmla="*/ 2147483646 h 455"/>
              <a:gd name="T8" fmla="*/ 2147483646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64" name="Freeform 1085">
            <a:extLst>
              <a:ext uri="{FF2B5EF4-FFF2-40B4-BE49-F238E27FC236}">
                <a16:creationId xmlns:a16="http://schemas.microsoft.com/office/drawing/2014/main" id="{BF5F2568-DF19-45CF-B575-80711BF22FE9}"/>
              </a:ext>
            </a:extLst>
          </p:cNvPr>
          <p:cNvSpPr>
            <a:spLocks/>
          </p:cNvSpPr>
          <p:nvPr/>
        </p:nvSpPr>
        <p:spPr bwMode="auto">
          <a:xfrm>
            <a:off x="7456488" y="5510213"/>
            <a:ext cx="73025" cy="161925"/>
          </a:xfrm>
          <a:custGeom>
            <a:avLst/>
            <a:gdLst>
              <a:gd name="T0" fmla="*/ 2147483646 w 702"/>
              <a:gd name="T1" fmla="*/ 0 h 1893"/>
              <a:gd name="T2" fmla="*/ 0 w 702"/>
              <a:gd name="T3" fmla="*/ 2147483646 h 1893"/>
              <a:gd name="T4" fmla="*/ 2147483646 w 702"/>
              <a:gd name="T5" fmla="*/ 2147483646 h 1893"/>
              <a:gd name="T6" fmla="*/ 2147483646 w 702"/>
              <a:gd name="T7" fmla="*/ 2147483646 h 1893"/>
              <a:gd name="T8" fmla="*/ 2147483646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65" name="Freeform 1086">
            <a:extLst>
              <a:ext uri="{FF2B5EF4-FFF2-40B4-BE49-F238E27FC236}">
                <a16:creationId xmlns:a16="http://schemas.microsoft.com/office/drawing/2014/main" id="{D9ADB658-5B15-4866-922B-148AFD904438}"/>
              </a:ext>
            </a:extLst>
          </p:cNvPr>
          <p:cNvSpPr>
            <a:spLocks/>
          </p:cNvSpPr>
          <p:nvPr/>
        </p:nvSpPr>
        <p:spPr bwMode="auto">
          <a:xfrm>
            <a:off x="7699375" y="5538788"/>
            <a:ext cx="79375" cy="185737"/>
          </a:xfrm>
          <a:custGeom>
            <a:avLst/>
            <a:gdLst>
              <a:gd name="T0" fmla="*/ 2147483646 w 756"/>
              <a:gd name="T1" fmla="*/ 0 h 2184"/>
              <a:gd name="T2" fmla="*/ 2147483646 w 756"/>
              <a:gd name="T3" fmla="*/ 2147483646 h 2184"/>
              <a:gd name="T4" fmla="*/ 0 w 756"/>
              <a:gd name="T5" fmla="*/ 2147483646 h 2184"/>
              <a:gd name="T6" fmla="*/ 2147483646 w 756"/>
              <a:gd name="T7" fmla="*/ 2147483646 h 2184"/>
              <a:gd name="T8" fmla="*/ 2147483646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66" name="Freeform 1087">
            <a:extLst>
              <a:ext uri="{FF2B5EF4-FFF2-40B4-BE49-F238E27FC236}">
                <a16:creationId xmlns:a16="http://schemas.microsoft.com/office/drawing/2014/main" id="{91BE7D11-36B1-4903-9369-9EC7CDC30C8B}"/>
              </a:ext>
            </a:extLst>
          </p:cNvPr>
          <p:cNvSpPr>
            <a:spLocks/>
          </p:cNvSpPr>
          <p:nvPr/>
        </p:nvSpPr>
        <p:spPr bwMode="auto">
          <a:xfrm>
            <a:off x="7454900" y="5662613"/>
            <a:ext cx="290513" cy="63500"/>
          </a:xfrm>
          <a:custGeom>
            <a:avLst/>
            <a:gdLst>
              <a:gd name="T0" fmla="*/ 2147483646 w 2773"/>
              <a:gd name="T1" fmla="*/ 0 h 738"/>
              <a:gd name="T2" fmla="*/ 0 w 2773"/>
              <a:gd name="T3" fmla="*/ 2147483646 h 738"/>
              <a:gd name="T4" fmla="*/ 2147483646 w 2773"/>
              <a:gd name="T5" fmla="*/ 2147483646 h 738"/>
              <a:gd name="T6" fmla="*/ 2147483646 w 2773"/>
              <a:gd name="T7" fmla="*/ 2147483646 h 738"/>
              <a:gd name="T8" fmla="*/ 2147483646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67" name="Freeform 1088">
            <a:extLst>
              <a:ext uri="{FF2B5EF4-FFF2-40B4-BE49-F238E27FC236}">
                <a16:creationId xmlns:a16="http://schemas.microsoft.com/office/drawing/2014/main" id="{43CCA1F1-635D-465E-94B9-2198BDB7AFEC}"/>
              </a:ext>
            </a:extLst>
          </p:cNvPr>
          <p:cNvSpPr>
            <a:spLocks/>
          </p:cNvSpPr>
          <p:nvPr/>
        </p:nvSpPr>
        <p:spPr bwMode="auto">
          <a:xfrm>
            <a:off x="7707313" y="5540375"/>
            <a:ext cx="74612" cy="187325"/>
          </a:xfrm>
          <a:custGeom>
            <a:avLst/>
            <a:gdLst>
              <a:gd name="T0" fmla="*/ 2147483646 w 637"/>
              <a:gd name="T1" fmla="*/ 0 h 1659"/>
              <a:gd name="T2" fmla="*/ 2147483646 w 637"/>
              <a:gd name="T3" fmla="*/ 0 h 1659"/>
              <a:gd name="T4" fmla="*/ 2147483646 w 637"/>
              <a:gd name="T5" fmla="*/ 2147483646 h 1659"/>
              <a:gd name="T6" fmla="*/ 0 w 637"/>
              <a:gd name="T7" fmla="*/ 2147483646 h 1659"/>
              <a:gd name="T8" fmla="*/ 214748364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68" name="Freeform 1089">
            <a:extLst>
              <a:ext uri="{FF2B5EF4-FFF2-40B4-BE49-F238E27FC236}">
                <a16:creationId xmlns:a16="http://schemas.microsoft.com/office/drawing/2014/main" id="{E6C2B71C-98A6-4963-85BC-0FC02B4FC696}"/>
              </a:ext>
            </a:extLst>
          </p:cNvPr>
          <p:cNvSpPr>
            <a:spLocks/>
          </p:cNvSpPr>
          <p:nvPr/>
        </p:nvSpPr>
        <p:spPr bwMode="auto">
          <a:xfrm>
            <a:off x="7454900" y="5672138"/>
            <a:ext cx="258763" cy="61912"/>
          </a:xfrm>
          <a:custGeom>
            <a:avLst/>
            <a:gdLst>
              <a:gd name="T0" fmla="*/ 0 w 2216"/>
              <a:gd name="T1" fmla="*/ 0 h 550"/>
              <a:gd name="T2" fmla="*/ 2147483646 w 2216"/>
              <a:gd name="T3" fmla="*/ 2147483646 h 550"/>
              <a:gd name="T4" fmla="*/ 2147483646 w 2216"/>
              <a:gd name="T5" fmla="*/ 2147483646 h 550"/>
              <a:gd name="T6" fmla="*/ 2147483646 w 2216"/>
              <a:gd name="T7" fmla="*/ 2147483646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1869" name="Group 1090">
            <a:extLst>
              <a:ext uri="{FF2B5EF4-FFF2-40B4-BE49-F238E27FC236}">
                <a16:creationId xmlns:a16="http://schemas.microsoft.com/office/drawing/2014/main" id="{C8A37CC7-CF99-4B16-8C4C-16FCB14EE270}"/>
              </a:ext>
            </a:extLst>
          </p:cNvPr>
          <p:cNvGrpSpPr>
            <a:grpSpLocks/>
          </p:cNvGrpSpPr>
          <p:nvPr/>
        </p:nvGrpSpPr>
        <p:grpSpPr bwMode="auto">
          <a:xfrm>
            <a:off x="7451725" y="5737225"/>
            <a:ext cx="87313" cy="38100"/>
            <a:chOff x="1740" y="2642"/>
            <a:chExt cx="752" cy="327"/>
          </a:xfrm>
        </p:grpSpPr>
        <p:sp>
          <p:nvSpPr>
            <p:cNvPr id="31929" name="Freeform 1091">
              <a:extLst>
                <a:ext uri="{FF2B5EF4-FFF2-40B4-BE49-F238E27FC236}">
                  <a16:creationId xmlns:a16="http://schemas.microsoft.com/office/drawing/2014/main" id="{5287F1E1-908A-4C5F-83DC-305BF56EE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30" name="Freeform 1092">
              <a:extLst>
                <a:ext uri="{FF2B5EF4-FFF2-40B4-BE49-F238E27FC236}">
                  <a16:creationId xmlns:a16="http://schemas.microsoft.com/office/drawing/2014/main" id="{CFE55E89-2A7C-48F2-AD7F-B9D002DAC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31" name="Freeform 1093">
              <a:extLst>
                <a:ext uri="{FF2B5EF4-FFF2-40B4-BE49-F238E27FC236}">
                  <a16:creationId xmlns:a16="http://schemas.microsoft.com/office/drawing/2014/main" id="{D6755368-0802-4878-B3BC-9E6A8979D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32" name="Freeform 1094">
              <a:extLst>
                <a:ext uri="{FF2B5EF4-FFF2-40B4-BE49-F238E27FC236}">
                  <a16:creationId xmlns:a16="http://schemas.microsoft.com/office/drawing/2014/main" id="{2F66B10C-D359-4234-B51C-FFB83D31F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33" name="Freeform 1095">
              <a:extLst>
                <a:ext uri="{FF2B5EF4-FFF2-40B4-BE49-F238E27FC236}">
                  <a16:creationId xmlns:a16="http://schemas.microsoft.com/office/drawing/2014/main" id="{4380E491-74D5-422E-872D-4C0F2CA68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34" name="Freeform 1096">
              <a:extLst>
                <a:ext uri="{FF2B5EF4-FFF2-40B4-BE49-F238E27FC236}">
                  <a16:creationId xmlns:a16="http://schemas.microsoft.com/office/drawing/2014/main" id="{469BAE99-0E8A-4F85-8C39-31BA82056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1870" name="Freeform 1097">
            <a:extLst>
              <a:ext uri="{FF2B5EF4-FFF2-40B4-BE49-F238E27FC236}">
                <a16:creationId xmlns:a16="http://schemas.microsoft.com/office/drawing/2014/main" id="{67023709-41F5-4369-9BC4-F6D2CB9DD78F}"/>
              </a:ext>
            </a:extLst>
          </p:cNvPr>
          <p:cNvSpPr>
            <a:spLocks/>
          </p:cNvSpPr>
          <p:nvPr/>
        </p:nvSpPr>
        <p:spPr bwMode="auto">
          <a:xfrm>
            <a:off x="7600950" y="5743575"/>
            <a:ext cx="106363" cy="80963"/>
          </a:xfrm>
          <a:custGeom>
            <a:avLst/>
            <a:gdLst>
              <a:gd name="T0" fmla="*/ 2147483646 w 990"/>
              <a:gd name="T1" fmla="*/ 2147483646 h 792"/>
              <a:gd name="T2" fmla="*/ 2147483646 w 990"/>
              <a:gd name="T3" fmla="*/ 0 h 792"/>
              <a:gd name="T4" fmla="*/ 2147483646 w 990"/>
              <a:gd name="T5" fmla="*/ 2147483646 h 792"/>
              <a:gd name="T6" fmla="*/ 0 w 990"/>
              <a:gd name="T7" fmla="*/ 2147483646 h 792"/>
              <a:gd name="T8" fmla="*/ 2147483646 w 990"/>
              <a:gd name="T9" fmla="*/ 2147483646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71" name="Freeform 1098">
            <a:extLst>
              <a:ext uri="{FF2B5EF4-FFF2-40B4-BE49-F238E27FC236}">
                <a16:creationId xmlns:a16="http://schemas.microsoft.com/office/drawing/2014/main" id="{7E287701-B7D1-46ED-808F-996261084899}"/>
              </a:ext>
            </a:extLst>
          </p:cNvPr>
          <p:cNvSpPr>
            <a:spLocks/>
          </p:cNvSpPr>
          <p:nvPr/>
        </p:nvSpPr>
        <p:spPr bwMode="auto">
          <a:xfrm>
            <a:off x="7329488" y="5749925"/>
            <a:ext cx="271462" cy="73025"/>
          </a:xfrm>
          <a:custGeom>
            <a:avLst/>
            <a:gdLst>
              <a:gd name="T0" fmla="*/ 2147483646 w 2532"/>
              <a:gd name="T1" fmla="*/ 0 h 723"/>
              <a:gd name="T2" fmla="*/ 2147483646 w 2532"/>
              <a:gd name="T3" fmla="*/ 0 h 723"/>
              <a:gd name="T4" fmla="*/ 2147483646 w 2532"/>
              <a:gd name="T5" fmla="*/ 2147483646 h 723"/>
              <a:gd name="T6" fmla="*/ 2147483646 w 2532"/>
              <a:gd name="T7" fmla="*/ 2147483646 h 723"/>
              <a:gd name="T8" fmla="*/ 0 w 2532"/>
              <a:gd name="T9" fmla="*/ 2147483646 h 723"/>
              <a:gd name="T10" fmla="*/ 214748364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72" name="Freeform 1099">
            <a:extLst>
              <a:ext uri="{FF2B5EF4-FFF2-40B4-BE49-F238E27FC236}">
                <a16:creationId xmlns:a16="http://schemas.microsoft.com/office/drawing/2014/main" id="{4DB9A35F-4645-4EDF-9B16-E2078328CA8E}"/>
              </a:ext>
            </a:extLst>
          </p:cNvPr>
          <p:cNvSpPr>
            <a:spLocks/>
          </p:cNvSpPr>
          <p:nvPr/>
        </p:nvSpPr>
        <p:spPr bwMode="auto">
          <a:xfrm>
            <a:off x="7331075" y="5735638"/>
            <a:ext cx="1588" cy="15875"/>
          </a:xfrm>
          <a:custGeom>
            <a:avLst/>
            <a:gdLst>
              <a:gd name="T0" fmla="*/ 2147483646 w 26"/>
              <a:gd name="T1" fmla="*/ 2147483646 h 147"/>
              <a:gd name="T2" fmla="*/ 2147483646 w 26"/>
              <a:gd name="T3" fmla="*/ 2147483646 h 147"/>
              <a:gd name="T4" fmla="*/ 0 w 26"/>
              <a:gd name="T5" fmla="*/ 2147483646 h 147"/>
              <a:gd name="T6" fmla="*/ 2147483646 w 26"/>
              <a:gd name="T7" fmla="*/ 0 h 147"/>
              <a:gd name="T8" fmla="*/ 2147483646 w 26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73" name="Freeform 1100">
            <a:extLst>
              <a:ext uri="{FF2B5EF4-FFF2-40B4-BE49-F238E27FC236}">
                <a16:creationId xmlns:a16="http://schemas.microsoft.com/office/drawing/2014/main" id="{C56B2330-F7DE-43E1-9C21-34CEC27BD738}"/>
              </a:ext>
            </a:extLst>
          </p:cNvPr>
          <p:cNvSpPr>
            <a:spLocks/>
          </p:cNvSpPr>
          <p:nvPr/>
        </p:nvSpPr>
        <p:spPr bwMode="auto">
          <a:xfrm>
            <a:off x="7331075" y="5675313"/>
            <a:ext cx="125413" cy="61912"/>
          </a:xfrm>
          <a:custGeom>
            <a:avLst/>
            <a:gdLst>
              <a:gd name="T0" fmla="*/ 2147483646 w 1176"/>
              <a:gd name="T1" fmla="*/ 0 h 606"/>
              <a:gd name="T2" fmla="*/ 0 w 1176"/>
              <a:gd name="T3" fmla="*/ 2147483646 h 606"/>
              <a:gd name="T4" fmla="*/ 2147483646 w 1176"/>
              <a:gd name="T5" fmla="*/ 2147483646 h 606"/>
              <a:gd name="T6" fmla="*/ 2147483646 w 1176"/>
              <a:gd name="T7" fmla="*/ 2147483646 h 606"/>
              <a:gd name="T8" fmla="*/ 2147483646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74" name="Freeform 1101">
            <a:extLst>
              <a:ext uri="{FF2B5EF4-FFF2-40B4-BE49-F238E27FC236}">
                <a16:creationId xmlns:a16="http://schemas.microsoft.com/office/drawing/2014/main" id="{4C2F9707-3F98-45CB-888A-05EC63BCD896}"/>
              </a:ext>
            </a:extLst>
          </p:cNvPr>
          <p:cNvSpPr>
            <a:spLocks/>
          </p:cNvSpPr>
          <p:nvPr/>
        </p:nvSpPr>
        <p:spPr bwMode="auto">
          <a:xfrm>
            <a:off x="7339013" y="5738813"/>
            <a:ext cx="257175" cy="71437"/>
          </a:xfrm>
          <a:custGeom>
            <a:avLst/>
            <a:gdLst>
              <a:gd name="T0" fmla="*/ 2147483646 w 2532"/>
              <a:gd name="T1" fmla="*/ 0 h 723"/>
              <a:gd name="T2" fmla="*/ 2147483646 w 2532"/>
              <a:gd name="T3" fmla="*/ 0 h 723"/>
              <a:gd name="T4" fmla="*/ 2147483646 w 2532"/>
              <a:gd name="T5" fmla="*/ 2147483646 h 723"/>
              <a:gd name="T6" fmla="*/ 2147483646 w 2532"/>
              <a:gd name="T7" fmla="*/ 2147483646 h 723"/>
              <a:gd name="T8" fmla="*/ 0 w 2532"/>
              <a:gd name="T9" fmla="*/ 2147483646 h 723"/>
              <a:gd name="T10" fmla="*/ 214748364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1875" name="Freeform 1102">
            <a:extLst>
              <a:ext uri="{FF2B5EF4-FFF2-40B4-BE49-F238E27FC236}">
                <a16:creationId xmlns:a16="http://schemas.microsoft.com/office/drawing/2014/main" id="{CCC62707-98C7-40F4-AFEF-2A4A81400355}"/>
              </a:ext>
            </a:extLst>
          </p:cNvPr>
          <p:cNvSpPr>
            <a:spLocks/>
          </p:cNvSpPr>
          <p:nvPr/>
        </p:nvSpPr>
        <p:spPr bwMode="auto">
          <a:xfrm flipV="1">
            <a:off x="7596188" y="5734050"/>
            <a:ext cx="104775" cy="74613"/>
          </a:xfrm>
          <a:custGeom>
            <a:avLst/>
            <a:gdLst>
              <a:gd name="T0" fmla="*/ 2147483646 w 2532"/>
              <a:gd name="T1" fmla="*/ 0 h 723"/>
              <a:gd name="T2" fmla="*/ 2147483646 w 2532"/>
              <a:gd name="T3" fmla="*/ 0 h 723"/>
              <a:gd name="T4" fmla="*/ 2147483646 w 2532"/>
              <a:gd name="T5" fmla="*/ 2147483646 h 723"/>
              <a:gd name="T6" fmla="*/ 2147483646 w 2532"/>
              <a:gd name="T7" fmla="*/ 2147483646 h 723"/>
              <a:gd name="T8" fmla="*/ 0 w 2532"/>
              <a:gd name="T9" fmla="*/ 2147483646 h 723"/>
              <a:gd name="T10" fmla="*/ 214748364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1876" name="Group 1103">
            <a:extLst>
              <a:ext uri="{FF2B5EF4-FFF2-40B4-BE49-F238E27FC236}">
                <a16:creationId xmlns:a16="http://schemas.microsoft.com/office/drawing/2014/main" id="{27440DBA-E664-48CF-A9F5-6982A3669C9F}"/>
              </a:ext>
            </a:extLst>
          </p:cNvPr>
          <p:cNvGrpSpPr>
            <a:grpSpLocks/>
          </p:cNvGrpSpPr>
          <p:nvPr/>
        </p:nvGrpSpPr>
        <p:grpSpPr bwMode="auto">
          <a:xfrm>
            <a:off x="6351588" y="2493963"/>
            <a:ext cx="390525" cy="169862"/>
            <a:chOff x="4650" y="1129"/>
            <a:chExt cx="246" cy="95"/>
          </a:xfrm>
        </p:grpSpPr>
        <p:sp>
          <p:nvSpPr>
            <p:cNvPr id="31921" name="Oval 407">
              <a:extLst>
                <a:ext uri="{FF2B5EF4-FFF2-40B4-BE49-F238E27FC236}">
                  <a16:creationId xmlns:a16="http://schemas.microsoft.com/office/drawing/2014/main" id="{4329ED79-6F5F-484D-A735-626E6C093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1922" name="Rectangle 410">
              <a:extLst>
                <a:ext uri="{FF2B5EF4-FFF2-40B4-BE49-F238E27FC236}">
                  <a16:creationId xmlns:a16="http://schemas.microsoft.com/office/drawing/2014/main" id="{A851E0C6-171D-4441-A328-84909B51A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1923" name="Oval 411">
              <a:extLst>
                <a:ext uri="{FF2B5EF4-FFF2-40B4-BE49-F238E27FC236}">
                  <a16:creationId xmlns:a16="http://schemas.microsoft.com/office/drawing/2014/main" id="{2B47FC08-EED5-4821-991C-C13DAAECE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1924" name="Group 1107">
              <a:extLst>
                <a:ext uri="{FF2B5EF4-FFF2-40B4-BE49-F238E27FC236}">
                  <a16:creationId xmlns:a16="http://schemas.microsoft.com/office/drawing/2014/main" id="{BF3C204C-C959-48A2-AF4D-63E24143F8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31927" name="Freeform 1108">
                <a:extLst>
                  <a:ext uri="{FF2B5EF4-FFF2-40B4-BE49-F238E27FC236}">
                    <a16:creationId xmlns:a16="http://schemas.microsoft.com/office/drawing/2014/main" id="{EA3C0E48-E67A-485C-BE96-34FFCF4492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28" name="Freeform 1109">
                <a:extLst>
                  <a:ext uri="{FF2B5EF4-FFF2-40B4-BE49-F238E27FC236}">
                    <a16:creationId xmlns:a16="http://schemas.microsoft.com/office/drawing/2014/main" id="{9E96C610-6145-41D7-B0DF-3B9C9C81E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1925" name="Line 1110">
              <a:extLst>
                <a:ext uri="{FF2B5EF4-FFF2-40B4-BE49-F238E27FC236}">
                  <a16:creationId xmlns:a16="http://schemas.microsoft.com/office/drawing/2014/main" id="{95530386-3185-489B-B58C-D5AF6CB63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26" name="Line 1111">
              <a:extLst>
                <a:ext uri="{FF2B5EF4-FFF2-40B4-BE49-F238E27FC236}">
                  <a16:creationId xmlns:a16="http://schemas.microsoft.com/office/drawing/2014/main" id="{E977AD4B-D3E5-49F4-BF47-AE3C88B86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77" name="Group 1112">
            <a:extLst>
              <a:ext uri="{FF2B5EF4-FFF2-40B4-BE49-F238E27FC236}">
                <a16:creationId xmlns:a16="http://schemas.microsoft.com/office/drawing/2014/main" id="{5B338883-652A-4EA8-95AB-A16F2E81ED91}"/>
              </a:ext>
            </a:extLst>
          </p:cNvPr>
          <p:cNvGrpSpPr>
            <a:grpSpLocks/>
          </p:cNvGrpSpPr>
          <p:nvPr/>
        </p:nvGrpSpPr>
        <p:grpSpPr bwMode="auto">
          <a:xfrm>
            <a:off x="6051550" y="3641725"/>
            <a:ext cx="390525" cy="169863"/>
            <a:chOff x="4650" y="1129"/>
            <a:chExt cx="246" cy="95"/>
          </a:xfrm>
        </p:grpSpPr>
        <p:sp>
          <p:nvSpPr>
            <p:cNvPr id="31913" name="Oval 407">
              <a:extLst>
                <a:ext uri="{FF2B5EF4-FFF2-40B4-BE49-F238E27FC236}">
                  <a16:creationId xmlns:a16="http://schemas.microsoft.com/office/drawing/2014/main" id="{9002E78F-FD76-4D62-BB4C-A8D2E7B1B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1914" name="Rectangle 410">
              <a:extLst>
                <a:ext uri="{FF2B5EF4-FFF2-40B4-BE49-F238E27FC236}">
                  <a16:creationId xmlns:a16="http://schemas.microsoft.com/office/drawing/2014/main" id="{CA2DB0C7-FCB8-4376-ACE3-D9843806F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1915" name="Oval 411">
              <a:extLst>
                <a:ext uri="{FF2B5EF4-FFF2-40B4-BE49-F238E27FC236}">
                  <a16:creationId xmlns:a16="http://schemas.microsoft.com/office/drawing/2014/main" id="{54133033-1877-4334-BACA-C7521AB0A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1916" name="Group 1116">
              <a:extLst>
                <a:ext uri="{FF2B5EF4-FFF2-40B4-BE49-F238E27FC236}">
                  <a16:creationId xmlns:a16="http://schemas.microsoft.com/office/drawing/2014/main" id="{13F71A8F-605A-432A-BC2E-6B691EF3C8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31919" name="Freeform 1117">
                <a:extLst>
                  <a:ext uri="{FF2B5EF4-FFF2-40B4-BE49-F238E27FC236}">
                    <a16:creationId xmlns:a16="http://schemas.microsoft.com/office/drawing/2014/main" id="{3C8C7E68-1F75-4154-858B-24BD4B8D5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20" name="Freeform 1118">
                <a:extLst>
                  <a:ext uri="{FF2B5EF4-FFF2-40B4-BE49-F238E27FC236}">
                    <a16:creationId xmlns:a16="http://schemas.microsoft.com/office/drawing/2014/main" id="{71BB7FDE-D654-4ED8-A88A-F13819846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1917" name="Line 1119">
              <a:extLst>
                <a:ext uri="{FF2B5EF4-FFF2-40B4-BE49-F238E27FC236}">
                  <a16:creationId xmlns:a16="http://schemas.microsoft.com/office/drawing/2014/main" id="{5618FFB3-881D-441C-B75B-16475E345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18" name="Line 1120">
              <a:extLst>
                <a:ext uri="{FF2B5EF4-FFF2-40B4-BE49-F238E27FC236}">
                  <a16:creationId xmlns:a16="http://schemas.microsoft.com/office/drawing/2014/main" id="{93F6D97F-3649-492F-B5FF-234DF519A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78" name="Group 878">
            <a:extLst>
              <a:ext uri="{FF2B5EF4-FFF2-40B4-BE49-F238E27FC236}">
                <a16:creationId xmlns:a16="http://schemas.microsoft.com/office/drawing/2014/main" id="{C8E1C2F1-E8DE-45F7-862C-6C4AA752B8DE}"/>
              </a:ext>
            </a:extLst>
          </p:cNvPr>
          <p:cNvGrpSpPr>
            <a:grpSpLocks/>
          </p:cNvGrpSpPr>
          <p:nvPr/>
        </p:nvGrpSpPr>
        <p:grpSpPr bwMode="auto">
          <a:xfrm>
            <a:off x="5529263" y="3016250"/>
            <a:ext cx="519112" cy="128588"/>
            <a:chOff x="2199" y="955"/>
            <a:chExt cx="2547" cy="506"/>
          </a:xfrm>
        </p:grpSpPr>
        <p:sp>
          <p:nvSpPr>
            <p:cNvPr id="31907" name="Freeform 879">
              <a:extLst>
                <a:ext uri="{FF2B5EF4-FFF2-40B4-BE49-F238E27FC236}">
                  <a16:creationId xmlns:a16="http://schemas.microsoft.com/office/drawing/2014/main" id="{9D63056E-7215-4A40-9518-2574B6AD6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08" name="Freeform 880">
              <a:extLst>
                <a:ext uri="{FF2B5EF4-FFF2-40B4-BE49-F238E27FC236}">
                  <a16:creationId xmlns:a16="http://schemas.microsoft.com/office/drawing/2014/main" id="{21BC3B54-9DC0-4681-9D50-2944DEDDC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09" name="Freeform 881">
              <a:extLst>
                <a:ext uri="{FF2B5EF4-FFF2-40B4-BE49-F238E27FC236}">
                  <a16:creationId xmlns:a16="http://schemas.microsoft.com/office/drawing/2014/main" id="{0C3CA79C-EFE7-4C1D-A7ED-009CA19D1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10" name="Freeform 882">
              <a:extLst>
                <a:ext uri="{FF2B5EF4-FFF2-40B4-BE49-F238E27FC236}">
                  <a16:creationId xmlns:a16="http://schemas.microsoft.com/office/drawing/2014/main" id="{BA179216-A4D8-4CC1-BC23-D7471CC12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11" name="Freeform 883">
              <a:extLst>
                <a:ext uri="{FF2B5EF4-FFF2-40B4-BE49-F238E27FC236}">
                  <a16:creationId xmlns:a16="http://schemas.microsoft.com/office/drawing/2014/main" id="{854E863D-534E-4EE6-A3B7-1B12AE3D4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83 w 646"/>
                <a:gd name="T1" fmla="*/ 1839 h 300"/>
                <a:gd name="T2" fmla="*/ 688 w 646"/>
                <a:gd name="T3" fmla="*/ 1553 h 300"/>
                <a:gd name="T4" fmla="*/ 855 w 646"/>
                <a:gd name="T5" fmla="*/ 1172 h 300"/>
                <a:gd name="T6" fmla="*/ 883 w 646"/>
                <a:gd name="T7" fmla="*/ 656 h 300"/>
                <a:gd name="T8" fmla="*/ 647 w 646"/>
                <a:gd name="T9" fmla="*/ 36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12" name="Freeform 884">
              <a:extLst>
                <a:ext uri="{FF2B5EF4-FFF2-40B4-BE49-F238E27FC236}">
                  <a16:creationId xmlns:a16="http://schemas.microsoft.com/office/drawing/2014/main" id="{E26EE901-86EF-44C7-80D2-F957FE587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79" name="Group 1121">
            <a:extLst>
              <a:ext uri="{FF2B5EF4-FFF2-40B4-BE49-F238E27FC236}">
                <a16:creationId xmlns:a16="http://schemas.microsoft.com/office/drawing/2014/main" id="{E142F830-9EB4-4981-94A6-1F6E80DB9274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852988"/>
            <a:ext cx="617538" cy="247650"/>
            <a:chOff x="2356" y="1300"/>
            <a:chExt cx="555" cy="194"/>
          </a:xfrm>
        </p:grpSpPr>
        <p:sp>
          <p:nvSpPr>
            <p:cNvPr id="31899" name="Oval 407">
              <a:extLst>
                <a:ext uri="{FF2B5EF4-FFF2-40B4-BE49-F238E27FC236}">
                  <a16:creationId xmlns:a16="http://schemas.microsoft.com/office/drawing/2014/main" id="{54A9F830-D96D-4D37-BDB9-532982C11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1900" name="Rectangle 410">
              <a:extLst>
                <a:ext uri="{FF2B5EF4-FFF2-40B4-BE49-F238E27FC236}">
                  <a16:creationId xmlns:a16="http://schemas.microsoft.com/office/drawing/2014/main" id="{D2D59A22-5331-43E3-8E1F-99F976A99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1901" name="Oval 411">
              <a:extLst>
                <a:ext uri="{FF2B5EF4-FFF2-40B4-BE49-F238E27FC236}">
                  <a16:creationId xmlns:a16="http://schemas.microsoft.com/office/drawing/2014/main" id="{4F6CC1CF-112F-45A2-A67F-30645B196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1902" name="Group 1125">
              <a:extLst>
                <a:ext uri="{FF2B5EF4-FFF2-40B4-BE49-F238E27FC236}">
                  <a16:creationId xmlns:a16="http://schemas.microsoft.com/office/drawing/2014/main" id="{80223706-11B7-4DBA-A5D2-F11B9B1068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31905" name="Freeform 1126">
                <a:extLst>
                  <a:ext uri="{FF2B5EF4-FFF2-40B4-BE49-F238E27FC236}">
                    <a16:creationId xmlns:a16="http://schemas.microsoft.com/office/drawing/2014/main" id="{6E327DB3-A3B2-48E3-A591-BC3CE073C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06" name="Freeform 1127">
                <a:extLst>
                  <a:ext uri="{FF2B5EF4-FFF2-40B4-BE49-F238E27FC236}">
                    <a16:creationId xmlns:a16="http://schemas.microsoft.com/office/drawing/2014/main" id="{89D770DE-FFBE-45E9-8B3F-FE6B579ED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1903" name="Line 1128">
              <a:extLst>
                <a:ext uri="{FF2B5EF4-FFF2-40B4-BE49-F238E27FC236}">
                  <a16:creationId xmlns:a16="http://schemas.microsoft.com/office/drawing/2014/main" id="{97F8D0DB-A17A-47EC-92AD-8C636D0B2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904" name="Line 1129">
              <a:extLst>
                <a:ext uri="{FF2B5EF4-FFF2-40B4-BE49-F238E27FC236}">
                  <a16:creationId xmlns:a16="http://schemas.microsoft.com/office/drawing/2014/main" id="{97FFB112-CF00-4057-8B79-71E95B2DF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80" name="Group 1130">
            <a:extLst>
              <a:ext uri="{FF2B5EF4-FFF2-40B4-BE49-F238E27FC236}">
                <a16:creationId xmlns:a16="http://schemas.microsoft.com/office/drawing/2014/main" id="{122DC89C-E819-4E08-A1DE-54A27D124958}"/>
              </a:ext>
            </a:extLst>
          </p:cNvPr>
          <p:cNvGrpSpPr>
            <a:grpSpLocks/>
          </p:cNvGrpSpPr>
          <p:nvPr/>
        </p:nvGrpSpPr>
        <p:grpSpPr bwMode="auto">
          <a:xfrm>
            <a:off x="6969125" y="4510088"/>
            <a:ext cx="617538" cy="247650"/>
            <a:chOff x="2356" y="1300"/>
            <a:chExt cx="555" cy="194"/>
          </a:xfrm>
        </p:grpSpPr>
        <p:sp>
          <p:nvSpPr>
            <p:cNvPr id="31891" name="Oval 407">
              <a:extLst>
                <a:ext uri="{FF2B5EF4-FFF2-40B4-BE49-F238E27FC236}">
                  <a16:creationId xmlns:a16="http://schemas.microsoft.com/office/drawing/2014/main" id="{C949AAD9-4DA9-463F-A689-7118A45B5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1892" name="Rectangle 410">
              <a:extLst>
                <a:ext uri="{FF2B5EF4-FFF2-40B4-BE49-F238E27FC236}">
                  <a16:creationId xmlns:a16="http://schemas.microsoft.com/office/drawing/2014/main" id="{644FF046-36FC-4269-AD3B-127CE9D18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1893" name="Oval 411">
              <a:extLst>
                <a:ext uri="{FF2B5EF4-FFF2-40B4-BE49-F238E27FC236}">
                  <a16:creationId xmlns:a16="http://schemas.microsoft.com/office/drawing/2014/main" id="{2585F5D2-A2DC-4372-BA8A-7C1E46169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1894" name="Group 1134">
              <a:extLst>
                <a:ext uri="{FF2B5EF4-FFF2-40B4-BE49-F238E27FC236}">
                  <a16:creationId xmlns:a16="http://schemas.microsoft.com/office/drawing/2014/main" id="{403D3607-5A28-42E8-BC55-C9F3124926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31897" name="Freeform 1135">
                <a:extLst>
                  <a:ext uri="{FF2B5EF4-FFF2-40B4-BE49-F238E27FC236}">
                    <a16:creationId xmlns:a16="http://schemas.microsoft.com/office/drawing/2014/main" id="{CBED25E8-A82D-4D4F-AC6A-C52A33C53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98" name="Freeform 1136">
                <a:extLst>
                  <a:ext uri="{FF2B5EF4-FFF2-40B4-BE49-F238E27FC236}">
                    <a16:creationId xmlns:a16="http://schemas.microsoft.com/office/drawing/2014/main" id="{B112F9D7-DD54-4D5A-AE59-2EC11A9E7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1895" name="Line 1137">
              <a:extLst>
                <a:ext uri="{FF2B5EF4-FFF2-40B4-BE49-F238E27FC236}">
                  <a16:creationId xmlns:a16="http://schemas.microsoft.com/office/drawing/2014/main" id="{CE0453B0-AB4B-4EB8-A755-9DF994F5E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96" name="Line 1138">
              <a:extLst>
                <a:ext uri="{FF2B5EF4-FFF2-40B4-BE49-F238E27FC236}">
                  <a16:creationId xmlns:a16="http://schemas.microsoft.com/office/drawing/2014/main" id="{4B981B2B-4970-4C91-B7AA-EA2410D3C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1881" name="Group 1139">
            <a:extLst>
              <a:ext uri="{FF2B5EF4-FFF2-40B4-BE49-F238E27FC236}">
                <a16:creationId xmlns:a16="http://schemas.microsoft.com/office/drawing/2014/main" id="{E92663BF-197F-49B8-990A-8E9E44AF72C2}"/>
              </a:ext>
            </a:extLst>
          </p:cNvPr>
          <p:cNvGrpSpPr>
            <a:grpSpLocks/>
          </p:cNvGrpSpPr>
          <p:nvPr/>
        </p:nvGrpSpPr>
        <p:grpSpPr bwMode="auto">
          <a:xfrm>
            <a:off x="7585075" y="4811713"/>
            <a:ext cx="617538" cy="247650"/>
            <a:chOff x="2356" y="1300"/>
            <a:chExt cx="555" cy="194"/>
          </a:xfrm>
        </p:grpSpPr>
        <p:sp>
          <p:nvSpPr>
            <p:cNvPr id="31883" name="Oval 407">
              <a:extLst>
                <a:ext uri="{FF2B5EF4-FFF2-40B4-BE49-F238E27FC236}">
                  <a16:creationId xmlns:a16="http://schemas.microsoft.com/office/drawing/2014/main" id="{B40D44C6-906C-41EB-A596-E4621513C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1884" name="Rectangle 410">
              <a:extLst>
                <a:ext uri="{FF2B5EF4-FFF2-40B4-BE49-F238E27FC236}">
                  <a16:creationId xmlns:a16="http://schemas.microsoft.com/office/drawing/2014/main" id="{B4703F54-6495-4961-8858-D436E613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31885" name="Oval 411">
              <a:extLst>
                <a:ext uri="{FF2B5EF4-FFF2-40B4-BE49-F238E27FC236}">
                  <a16:creationId xmlns:a16="http://schemas.microsoft.com/office/drawing/2014/main" id="{ADD97C18-A9D7-4A86-A716-BFF0F04BB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1886" name="Group 1143">
              <a:extLst>
                <a:ext uri="{FF2B5EF4-FFF2-40B4-BE49-F238E27FC236}">
                  <a16:creationId xmlns:a16="http://schemas.microsoft.com/office/drawing/2014/main" id="{9C6FCF86-46D2-461F-A10B-1C0C93DF14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31889" name="Freeform 1144">
                <a:extLst>
                  <a:ext uri="{FF2B5EF4-FFF2-40B4-BE49-F238E27FC236}">
                    <a16:creationId xmlns:a16="http://schemas.microsoft.com/office/drawing/2014/main" id="{95FAD3BC-809A-435B-8A1F-BB50ABDA7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90" name="Freeform 1145">
                <a:extLst>
                  <a:ext uri="{FF2B5EF4-FFF2-40B4-BE49-F238E27FC236}">
                    <a16:creationId xmlns:a16="http://schemas.microsoft.com/office/drawing/2014/main" id="{1AE583A8-4538-41FD-925F-3BCC6EE07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1887" name="Line 1146">
              <a:extLst>
                <a:ext uri="{FF2B5EF4-FFF2-40B4-BE49-F238E27FC236}">
                  <a16:creationId xmlns:a16="http://schemas.microsoft.com/office/drawing/2014/main" id="{FFAC939D-77AB-4226-94B9-8F463F430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88" name="Line 1147">
              <a:extLst>
                <a:ext uri="{FF2B5EF4-FFF2-40B4-BE49-F238E27FC236}">
                  <a16:creationId xmlns:a16="http://schemas.microsoft.com/office/drawing/2014/main" id="{4D63C264-6507-4FBC-B64E-7A600A560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1882" name="Slide Number Placeholder 3">
            <a:extLst>
              <a:ext uri="{FF2B5EF4-FFF2-40B4-BE49-F238E27FC236}">
                <a16:creationId xmlns:a16="http://schemas.microsoft.com/office/drawing/2014/main" id="{9FF2918E-2EA3-4954-A9B1-AFB49A58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30AEE264-FE2C-4B46-9F2B-BB5E4AD8773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2">
            <a:extLst>
              <a:ext uri="{FF2B5EF4-FFF2-40B4-BE49-F238E27FC236}">
                <a16:creationId xmlns:a16="http://schemas.microsoft.com/office/drawing/2014/main" id="{D695BDA1-E291-4294-85C7-ACFB29089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35843" name="Picture 4" descr="underline_base">
            <a:extLst>
              <a:ext uri="{FF2B5EF4-FFF2-40B4-BE49-F238E27FC236}">
                <a16:creationId xmlns:a16="http://schemas.microsoft.com/office/drawing/2014/main" id="{CAD666DD-D238-4770-91CC-1576E8A34A6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86042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Title 41">
            <a:extLst>
              <a:ext uri="{FF2B5EF4-FFF2-40B4-BE49-F238E27FC236}">
                <a16:creationId xmlns:a16="http://schemas.microsoft.com/office/drawing/2014/main" id="{67FCCF9F-92C7-47F8-B7B9-8B9F4F107E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3225" y="228600"/>
            <a:ext cx="8564563" cy="83502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Home access net: digital subscriber line (DSL)</a:t>
            </a:r>
          </a:p>
        </p:txBody>
      </p:sp>
      <p:sp>
        <p:nvSpPr>
          <p:cNvPr id="35845" name="Freeform 3">
            <a:extLst>
              <a:ext uri="{FF2B5EF4-FFF2-40B4-BE49-F238E27FC236}">
                <a16:creationId xmlns:a16="http://schemas.microsoft.com/office/drawing/2014/main" id="{BA8B999F-D7BF-4159-8293-429D93154621}"/>
              </a:ext>
            </a:extLst>
          </p:cNvPr>
          <p:cNvSpPr>
            <a:spLocks/>
          </p:cNvSpPr>
          <p:nvPr/>
        </p:nvSpPr>
        <p:spPr bwMode="auto">
          <a:xfrm>
            <a:off x="4305300" y="1501775"/>
            <a:ext cx="2216150" cy="1477963"/>
          </a:xfrm>
          <a:custGeom>
            <a:avLst/>
            <a:gdLst>
              <a:gd name="T0" fmla="*/ 2147483646 w 1396"/>
              <a:gd name="T1" fmla="*/ 2147483646 h 931"/>
              <a:gd name="T2" fmla="*/ 2147483646 w 1396"/>
              <a:gd name="T3" fmla="*/ 2147483646 h 931"/>
              <a:gd name="T4" fmla="*/ 2147483646 w 1396"/>
              <a:gd name="T5" fmla="*/ 2147483646 h 931"/>
              <a:gd name="T6" fmla="*/ 2147483646 w 1396"/>
              <a:gd name="T7" fmla="*/ 2147483646 h 931"/>
              <a:gd name="T8" fmla="*/ 2147483646 w 1396"/>
              <a:gd name="T9" fmla="*/ 2147483646 h 931"/>
              <a:gd name="T10" fmla="*/ 2147483646 w 1396"/>
              <a:gd name="T11" fmla="*/ 2147483646 h 931"/>
              <a:gd name="T12" fmla="*/ 2147483646 w 1396"/>
              <a:gd name="T13" fmla="*/ 2147483646 h 931"/>
              <a:gd name="T14" fmla="*/ 2147483646 w 1396"/>
              <a:gd name="T15" fmla="*/ 2147483646 h 931"/>
              <a:gd name="T16" fmla="*/ 2147483646 w 1396"/>
              <a:gd name="T17" fmla="*/ 2147483646 h 931"/>
              <a:gd name="T18" fmla="*/ 2147483646 w 1396"/>
              <a:gd name="T19" fmla="*/ 2147483646 h 931"/>
              <a:gd name="T20" fmla="*/ 2147483646 w 1396"/>
              <a:gd name="T21" fmla="*/ 2147483646 h 931"/>
              <a:gd name="T22" fmla="*/ 2147483646 w 1396"/>
              <a:gd name="T23" fmla="*/ 2147483646 h 931"/>
              <a:gd name="T24" fmla="*/ 2147483646 w 1396"/>
              <a:gd name="T25" fmla="*/ 2147483646 h 931"/>
              <a:gd name="T26" fmla="*/ 2147483646 w 1396"/>
              <a:gd name="T27" fmla="*/ 2147483646 h 931"/>
              <a:gd name="T28" fmla="*/ 2147483646 w 1396"/>
              <a:gd name="T29" fmla="*/ 2147483646 h 931"/>
              <a:gd name="T30" fmla="*/ 2147483646 w 1396"/>
              <a:gd name="T31" fmla="*/ 2147483646 h 93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396"/>
              <a:gd name="T49" fmla="*/ 0 h 931"/>
              <a:gd name="T50" fmla="*/ 1396 w 1396"/>
              <a:gd name="T51" fmla="*/ 931 h 93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396" h="931">
                <a:moveTo>
                  <a:pt x="873" y="18"/>
                </a:moveTo>
                <a:cubicBezTo>
                  <a:pt x="787" y="32"/>
                  <a:pt x="625" y="55"/>
                  <a:pt x="526" y="89"/>
                </a:cubicBezTo>
                <a:cubicBezTo>
                  <a:pt x="426" y="122"/>
                  <a:pt x="346" y="184"/>
                  <a:pt x="278" y="216"/>
                </a:cubicBezTo>
                <a:cubicBezTo>
                  <a:pt x="210" y="248"/>
                  <a:pt x="159" y="236"/>
                  <a:pt x="118" y="283"/>
                </a:cubicBezTo>
                <a:cubicBezTo>
                  <a:pt x="77" y="330"/>
                  <a:pt x="46" y="416"/>
                  <a:pt x="30" y="497"/>
                </a:cubicBezTo>
                <a:cubicBezTo>
                  <a:pt x="14" y="578"/>
                  <a:pt x="0" y="714"/>
                  <a:pt x="24" y="768"/>
                </a:cubicBezTo>
                <a:cubicBezTo>
                  <a:pt x="49" y="821"/>
                  <a:pt x="112" y="796"/>
                  <a:pt x="178" y="818"/>
                </a:cubicBezTo>
                <a:cubicBezTo>
                  <a:pt x="244" y="840"/>
                  <a:pt x="318" y="886"/>
                  <a:pt x="421" y="902"/>
                </a:cubicBezTo>
                <a:cubicBezTo>
                  <a:pt x="524" y="918"/>
                  <a:pt x="681" y="916"/>
                  <a:pt x="793" y="916"/>
                </a:cubicBezTo>
                <a:cubicBezTo>
                  <a:pt x="905" y="916"/>
                  <a:pt x="1004" y="931"/>
                  <a:pt x="1095" y="902"/>
                </a:cubicBezTo>
                <a:cubicBezTo>
                  <a:pt x="1186" y="873"/>
                  <a:pt x="1291" y="813"/>
                  <a:pt x="1337" y="744"/>
                </a:cubicBezTo>
                <a:cubicBezTo>
                  <a:pt x="1383" y="675"/>
                  <a:pt x="1365" y="580"/>
                  <a:pt x="1372" y="487"/>
                </a:cubicBezTo>
                <a:cubicBezTo>
                  <a:pt x="1378" y="393"/>
                  <a:pt x="1396" y="256"/>
                  <a:pt x="1377" y="179"/>
                </a:cubicBezTo>
                <a:cubicBezTo>
                  <a:pt x="1358" y="102"/>
                  <a:pt x="1314" y="57"/>
                  <a:pt x="1259" y="28"/>
                </a:cubicBezTo>
                <a:cubicBezTo>
                  <a:pt x="1203" y="0"/>
                  <a:pt x="1110" y="7"/>
                  <a:pt x="1046" y="5"/>
                </a:cubicBezTo>
                <a:cubicBezTo>
                  <a:pt x="981" y="3"/>
                  <a:pt x="959" y="5"/>
                  <a:pt x="873" y="18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5846" name="Oval 9">
            <a:extLst>
              <a:ext uri="{FF2B5EF4-FFF2-40B4-BE49-F238E27FC236}">
                <a16:creationId xmlns:a16="http://schemas.microsoft.com/office/drawing/2014/main" id="{9074A0DD-AE17-4A56-8B37-51C309F6D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425" y="2208213"/>
            <a:ext cx="193675" cy="1936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35847" name="Oval 12">
            <a:extLst>
              <a:ext uri="{FF2B5EF4-FFF2-40B4-BE49-F238E27FC236}">
                <a16:creationId xmlns:a16="http://schemas.microsoft.com/office/drawing/2014/main" id="{F5257510-4016-40E3-A511-E5250A559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1836738"/>
            <a:ext cx="193675" cy="1936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35848" name="Line 15">
            <a:extLst>
              <a:ext uri="{FF2B5EF4-FFF2-40B4-BE49-F238E27FC236}">
                <a16:creationId xmlns:a16="http://schemas.microsoft.com/office/drawing/2014/main" id="{1D535C29-4BAB-46D6-A110-FCB7959E71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2738" y="1978025"/>
            <a:ext cx="317500" cy="336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35849" name="Line 16">
            <a:extLst>
              <a:ext uri="{FF2B5EF4-FFF2-40B4-BE49-F238E27FC236}">
                <a16:creationId xmlns:a16="http://schemas.microsoft.com/office/drawing/2014/main" id="{738EE478-F79A-47CD-8AB5-73BFA15323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6438" y="1954213"/>
            <a:ext cx="400050" cy="5905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35850" name="Rectangle 44">
            <a:extLst>
              <a:ext uri="{FF2B5EF4-FFF2-40B4-BE49-F238E27FC236}">
                <a16:creationId xmlns:a16="http://schemas.microsoft.com/office/drawing/2014/main" id="{A8FD60C1-9165-4542-8969-41647D774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700" y="1957388"/>
            <a:ext cx="955675" cy="70008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35851" name="Text Box 45">
            <a:extLst>
              <a:ext uri="{FF2B5EF4-FFF2-40B4-BE49-F238E27FC236}">
                <a16:creationId xmlns:a16="http://schemas.microsoft.com/office/drawing/2014/main" id="{0963BFCF-E2E1-4689-B1EB-1C7DAD876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188" y="1476375"/>
            <a:ext cx="19256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central office (CO)</a:t>
            </a:r>
          </a:p>
        </p:txBody>
      </p:sp>
      <p:grpSp>
        <p:nvGrpSpPr>
          <p:cNvPr id="35852" name="Group 137">
            <a:extLst>
              <a:ext uri="{FF2B5EF4-FFF2-40B4-BE49-F238E27FC236}">
                <a16:creationId xmlns:a16="http://schemas.microsoft.com/office/drawing/2014/main" id="{1C6AD199-87BB-4CC6-AA5F-FCA7A291566F}"/>
              </a:ext>
            </a:extLst>
          </p:cNvPr>
          <p:cNvGrpSpPr>
            <a:grpSpLocks/>
          </p:cNvGrpSpPr>
          <p:nvPr/>
        </p:nvGrpSpPr>
        <p:grpSpPr bwMode="auto">
          <a:xfrm>
            <a:off x="5143500" y="2905125"/>
            <a:ext cx="2178050" cy="1147763"/>
            <a:chOff x="3240" y="1830"/>
            <a:chExt cx="1372" cy="723"/>
          </a:xfrm>
        </p:grpSpPr>
        <p:sp>
          <p:nvSpPr>
            <p:cNvPr id="35897" name="Freeform 28">
              <a:extLst>
                <a:ext uri="{FF2B5EF4-FFF2-40B4-BE49-F238E27FC236}">
                  <a16:creationId xmlns:a16="http://schemas.microsoft.com/office/drawing/2014/main" id="{82D60BCF-9C25-475E-8F87-148882099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830"/>
              <a:ext cx="1372" cy="723"/>
            </a:xfrm>
            <a:custGeom>
              <a:avLst/>
              <a:gdLst>
                <a:gd name="T0" fmla="*/ 4853758 w 765"/>
                <a:gd name="T1" fmla="*/ 14214 h 459"/>
                <a:gd name="T2" fmla="*/ 3303446 w 765"/>
                <a:gd name="T3" fmla="*/ 100226 h 459"/>
                <a:gd name="T4" fmla="*/ 1096517 w 765"/>
                <a:gd name="T5" fmla="*/ 143965 h 459"/>
                <a:gd name="T6" fmla="*/ 160420 w 765"/>
                <a:gd name="T7" fmla="*/ 482291 h 459"/>
                <a:gd name="T8" fmla="*/ 2061567 w 765"/>
                <a:gd name="T9" fmla="*/ 637127 h 459"/>
                <a:gd name="T10" fmla="*/ 3968071 w 765"/>
                <a:gd name="T11" fmla="*/ 612041 h 459"/>
                <a:gd name="T12" fmla="*/ 6689189 w 765"/>
                <a:gd name="T13" fmla="*/ 637127 h 459"/>
                <a:gd name="T14" fmla="*/ 7995822 w 765"/>
                <a:gd name="T15" fmla="*/ 623136 h 459"/>
                <a:gd name="T16" fmla="*/ 8615688 w 765"/>
                <a:gd name="T17" fmla="*/ 534281 h 459"/>
                <a:gd name="T18" fmla="*/ 8592215 w 765"/>
                <a:gd name="T19" fmla="*/ 226768 h 459"/>
                <a:gd name="T20" fmla="*/ 7582635 w 765"/>
                <a:gd name="T21" fmla="*/ 49200 h 459"/>
                <a:gd name="T22" fmla="*/ 4853758 w 765"/>
                <a:gd name="T23" fmla="*/ 14214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898" name="Line 31">
              <a:extLst>
                <a:ext uri="{FF2B5EF4-FFF2-40B4-BE49-F238E27FC236}">
                  <a16:creationId xmlns:a16="http://schemas.microsoft.com/office/drawing/2014/main" id="{20E189C6-8F7B-48D9-8EF2-0435EC1AB3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3" y="2053"/>
              <a:ext cx="106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899" name="Line 32">
              <a:extLst>
                <a:ext uri="{FF2B5EF4-FFF2-40B4-BE49-F238E27FC236}">
                  <a16:creationId xmlns:a16="http://schemas.microsoft.com/office/drawing/2014/main" id="{7483D009-0F68-486F-92D9-0D385F77B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2204"/>
              <a:ext cx="0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00" name="Line 33">
              <a:extLst>
                <a:ext uri="{FF2B5EF4-FFF2-40B4-BE49-F238E27FC236}">
                  <a16:creationId xmlns:a16="http://schemas.microsoft.com/office/drawing/2014/main" id="{5368645F-1C0F-49B1-A223-2F4F8F334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3" y="2114"/>
              <a:ext cx="226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01" name="Line 34">
              <a:extLst>
                <a:ext uri="{FF2B5EF4-FFF2-40B4-BE49-F238E27FC236}">
                  <a16:creationId xmlns:a16="http://schemas.microsoft.com/office/drawing/2014/main" id="{6F817DA5-CF31-4CD7-B5FB-19AC96443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6" y="2113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02" name="Line 35">
              <a:extLst>
                <a:ext uri="{FF2B5EF4-FFF2-40B4-BE49-F238E27FC236}">
                  <a16:creationId xmlns:a16="http://schemas.microsoft.com/office/drawing/2014/main" id="{0DD8E2F4-3D49-481A-A136-1E044C43D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9" y="2380"/>
              <a:ext cx="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03" name="Line 36">
              <a:extLst>
                <a:ext uri="{FF2B5EF4-FFF2-40B4-BE49-F238E27FC236}">
                  <a16:creationId xmlns:a16="http://schemas.microsoft.com/office/drawing/2014/main" id="{EB35B423-283D-485C-89E3-167629E3A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5" y="2372"/>
              <a:ext cx="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5904" name="Group 37">
              <a:extLst>
                <a:ext uri="{FF2B5EF4-FFF2-40B4-BE49-F238E27FC236}">
                  <a16:creationId xmlns:a16="http://schemas.microsoft.com/office/drawing/2014/main" id="{97D770E2-3720-43F3-B236-0BE452F520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0" y="1969"/>
              <a:ext cx="335" cy="148"/>
              <a:chOff x="4650" y="1129"/>
              <a:chExt cx="246" cy="95"/>
            </a:xfrm>
          </p:grpSpPr>
          <p:sp>
            <p:nvSpPr>
              <p:cNvPr id="35934" name="Oval 407">
                <a:extLst>
                  <a:ext uri="{FF2B5EF4-FFF2-40B4-BE49-F238E27FC236}">
                    <a16:creationId xmlns:a16="http://schemas.microsoft.com/office/drawing/2014/main" id="{E8139801-1730-400C-BABB-7D4FF4524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35" name="Rectangle 410">
                <a:extLst>
                  <a:ext uri="{FF2B5EF4-FFF2-40B4-BE49-F238E27FC236}">
                    <a16:creationId xmlns:a16="http://schemas.microsoft.com/office/drawing/2014/main" id="{A873C4A5-DC5E-417B-B7DE-C4ADA0D7B1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36" name="Oval 411">
                <a:extLst>
                  <a:ext uri="{FF2B5EF4-FFF2-40B4-BE49-F238E27FC236}">
                    <a16:creationId xmlns:a16="http://schemas.microsoft.com/office/drawing/2014/main" id="{13126A3A-0286-4749-8E20-5E386A2A1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937" name="Group 41">
                <a:extLst>
                  <a:ext uri="{FF2B5EF4-FFF2-40B4-BE49-F238E27FC236}">
                    <a16:creationId xmlns:a16="http://schemas.microsoft.com/office/drawing/2014/main" id="{F0682270-0E50-48D6-A33C-84FDE66A94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940" name="Freeform 42">
                  <a:extLst>
                    <a:ext uri="{FF2B5EF4-FFF2-40B4-BE49-F238E27FC236}">
                      <a16:creationId xmlns:a16="http://schemas.microsoft.com/office/drawing/2014/main" id="{E566CCDB-C53E-43DC-8F5E-E8C3DC37E2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5941" name="Freeform 43">
                  <a:extLst>
                    <a:ext uri="{FF2B5EF4-FFF2-40B4-BE49-F238E27FC236}">
                      <a16:creationId xmlns:a16="http://schemas.microsoft.com/office/drawing/2014/main" id="{A46A6154-25BB-4AFC-BFA3-030EE996D2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5938" name="Line 44">
                <a:extLst>
                  <a:ext uri="{FF2B5EF4-FFF2-40B4-BE49-F238E27FC236}">
                    <a16:creationId xmlns:a16="http://schemas.microsoft.com/office/drawing/2014/main" id="{77913646-0353-4A44-8DCC-579113DC6B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5939" name="Line 45">
                <a:extLst>
                  <a:ext uri="{FF2B5EF4-FFF2-40B4-BE49-F238E27FC236}">
                    <a16:creationId xmlns:a16="http://schemas.microsoft.com/office/drawing/2014/main" id="{4BD96D7F-11A6-4634-8F23-389590B16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5905" name="Group 46">
              <a:extLst>
                <a:ext uri="{FF2B5EF4-FFF2-40B4-BE49-F238E27FC236}">
                  <a16:creationId xmlns:a16="http://schemas.microsoft.com/office/drawing/2014/main" id="{8A2BC8E1-E6AD-4B7F-8A1D-9DC7DEB06E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2" y="2284"/>
              <a:ext cx="336" cy="154"/>
              <a:chOff x="4650" y="1129"/>
              <a:chExt cx="246" cy="95"/>
            </a:xfrm>
          </p:grpSpPr>
          <p:sp>
            <p:nvSpPr>
              <p:cNvPr id="35926" name="Oval 407">
                <a:extLst>
                  <a:ext uri="{FF2B5EF4-FFF2-40B4-BE49-F238E27FC236}">
                    <a16:creationId xmlns:a16="http://schemas.microsoft.com/office/drawing/2014/main" id="{217C0AAF-E51D-4CF6-BE62-5590ACFDF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27" name="Rectangle 410">
                <a:extLst>
                  <a:ext uri="{FF2B5EF4-FFF2-40B4-BE49-F238E27FC236}">
                    <a16:creationId xmlns:a16="http://schemas.microsoft.com/office/drawing/2014/main" id="{29F4BF8B-468E-4AAC-A04F-94424F260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28" name="Oval 411">
                <a:extLst>
                  <a:ext uri="{FF2B5EF4-FFF2-40B4-BE49-F238E27FC236}">
                    <a16:creationId xmlns:a16="http://schemas.microsoft.com/office/drawing/2014/main" id="{9CF0C6B5-B090-44A4-9E52-B954F2BF0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929" name="Group 50">
                <a:extLst>
                  <a:ext uri="{FF2B5EF4-FFF2-40B4-BE49-F238E27FC236}">
                    <a16:creationId xmlns:a16="http://schemas.microsoft.com/office/drawing/2014/main" id="{95C9CAA0-5709-4E56-9333-D189466AE9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932" name="Freeform 51">
                  <a:extLst>
                    <a:ext uri="{FF2B5EF4-FFF2-40B4-BE49-F238E27FC236}">
                      <a16:creationId xmlns:a16="http://schemas.microsoft.com/office/drawing/2014/main" id="{263C910B-B306-4120-99DD-2520488B76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5933" name="Freeform 52">
                  <a:extLst>
                    <a:ext uri="{FF2B5EF4-FFF2-40B4-BE49-F238E27FC236}">
                      <a16:creationId xmlns:a16="http://schemas.microsoft.com/office/drawing/2014/main" id="{248FF10A-1F65-40B5-A186-932D7AA13D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5930" name="Line 53">
                <a:extLst>
                  <a:ext uri="{FF2B5EF4-FFF2-40B4-BE49-F238E27FC236}">
                    <a16:creationId xmlns:a16="http://schemas.microsoft.com/office/drawing/2014/main" id="{F065CE28-41A5-42B5-82CF-8FEEF72376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5931" name="Line 54">
                <a:extLst>
                  <a:ext uri="{FF2B5EF4-FFF2-40B4-BE49-F238E27FC236}">
                    <a16:creationId xmlns:a16="http://schemas.microsoft.com/office/drawing/2014/main" id="{EBD99910-D5A0-4848-AC25-CB4FEE06FB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5906" name="Group 55">
              <a:extLst>
                <a:ext uri="{FF2B5EF4-FFF2-40B4-BE49-F238E27FC236}">
                  <a16:creationId xmlns:a16="http://schemas.microsoft.com/office/drawing/2014/main" id="{908C0EF4-D752-4EB7-B8FC-CD507A257E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3" y="2054"/>
              <a:ext cx="335" cy="149"/>
              <a:chOff x="4650" y="1129"/>
              <a:chExt cx="246" cy="95"/>
            </a:xfrm>
          </p:grpSpPr>
          <p:sp>
            <p:nvSpPr>
              <p:cNvPr id="35918" name="Oval 407">
                <a:extLst>
                  <a:ext uri="{FF2B5EF4-FFF2-40B4-BE49-F238E27FC236}">
                    <a16:creationId xmlns:a16="http://schemas.microsoft.com/office/drawing/2014/main" id="{C2CAF663-C580-4C4B-9AA6-B87110508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19" name="Rectangle 410">
                <a:extLst>
                  <a:ext uri="{FF2B5EF4-FFF2-40B4-BE49-F238E27FC236}">
                    <a16:creationId xmlns:a16="http://schemas.microsoft.com/office/drawing/2014/main" id="{B504D94B-581D-4704-A027-C48A422BF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20" name="Oval 411">
                <a:extLst>
                  <a:ext uri="{FF2B5EF4-FFF2-40B4-BE49-F238E27FC236}">
                    <a16:creationId xmlns:a16="http://schemas.microsoft.com/office/drawing/2014/main" id="{62AB63D7-AE12-4DEA-A29F-07B387F14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921" name="Group 59">
                <a:extLst>
                  <a:ext uri="{FF2B5EF4-FFF2-40B4-BE49-F238E27FC236}">
                    <a16:creationId xmlns:a16="http://schemas.microsoft.com/office/drawing/2014/main" id="{02A84919-E030-4777-B493-7087ADCF21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924" name="Freeform 60">
                  <a:extLst>
                    <a:ext uri="{FF2B5EF4-FFF2-40B4-BE49-F238E27FC236}">
                      <a16:creationId xmlns:a16="http://schemas.microsoft.com/office/drawing/2014/main" id="{C2976FE7-DE21-47D8-B2A3-B4C5963F84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5925" name="Freeform 61">
                  <a:extLst>
                    <a:ext uri="{FF2B5EF4-FFF2-40B4-BE49-F238E27FC236}">
                      <a16:creationId xmlns:a16="http://schemas.microsoft.com/office/drawing/2014/main" id="{7A328566-4583-4254-935D-E96BE4B7F5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5922" name="Line 62">
                <a:extLst>
                  <a:ext uri="{FF2B5EF4-FFF2-40B4-BE49-F238E27FC236}">
                    <a16:creationId xmlns:a16="http://schemas.microsoft.com/office/drawing/2014/main" id="{FB034BCE-F7D4-4136-8D6A-243B45B82F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5923" name="Line 63">
                <a:extLst>
                  <a:ext uri="{FF2B5EF4-FFF2-40B4-BE49-F238E27FC236}">
                    <a16:creationId xmlns:a16="http://schemas.microsoft.com/office/drawing/2014/main" id="{29268D62-EBD3-47D7-BE60-E102DB652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5907" name="Group 64">
              <a:extLst>
                <a:ext uri="{FF2B5EF4-FFF2-40B4-BE49-F238E27FC236}">
                  <a16:creationId xmlns:a16="http://schemas.microsoft.com/office/drawing/2014/main" id="{AA17C47A-B5F3-4372-8CE3-9820DEF08E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2" y="2284"/>
              <a:ext cx="336" cy="148"/>
              <a:chOff x="4650" y="1129"/>
              <a:chExt cx="246" cy="95"/>
            </a:xfrm>
          </p:grpSpPr>
          <p:sp>
            <p:nvSpPr>
              <p:cNvPr id="35910" name="Oval 407">
                <a:extLst>
                  <a:ext uri="{FF2B5EF4-FFF2-40B4-BE49-F238E27FC236}">
                    <a16:creationId xmlns:a16="http://schemas.microsoft.com/office/drawing/2014/main" id="{B2CA7F9C-8F6E-45E1-AA93-F08937BFEB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11" name="Rectangle 410">
                <a:extLst>
                  <a:ext uri="{FF2B5EF4-FFF2-40B4-BE49-F238E27FC236}">
                    <a16:creationId xmlns:a16="http://schemas.microsoft.com/office/drawing/2014/main" id="{4672DC3A-267A-4007-86BA-585DE621E3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12" name="Oval 411">
                <a:extLst>
                  <a:ext uri="{FF2B5EF4-FFF2-40B4-BE49-F238E27FC236}">
                    <a16:creationId xmlns:a16="http://schemas.microsoft.com/office/drawing/2014/main" id="{0248C02D-D570-4FAA-9597-10B8B494C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913" name="Group 68">
                <a:extLst>
                  <a:ext uri="{FF2B5EF4-FFF2-40B4-BE49-F238E27FC236}">
                    <a16:creationId xmlns:a16="http://schemas.microsoft.com/office/drawing/2014/main" id="{F9DDCA6D-97D9-4BC3-81EB-6A1D4E5EDA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916" name="Freeform 69">
                  <a:extLst>
                    <a:ext uri="{FF2B5EF4-FFF2-40B4-BE49-F238E27FC236}">
                      <a16:creationId xmlns:a16="http://schemas.microsoft.com/office/drawing/2014/main" id="{22FBFA5B-CB87-437A-A764-2C049D3D8B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5917" name="Freeform 70">
                  <a:extLst>
                    <a:ext uri="{FF2B5EF4-FFF2-40B4-BE49-F238E27FC236}">
                      <a16:creationId xmlns:a16="http://schemas.microsoft.com/office/drawing/2014/main" id="{DC01711E-8ABE-4498-8DA6-32C3A95E75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5914" name="Line 71">
                <a:extLst>
                  <a:ext uri="{FF2B5EF4-FFF2-40B4-BE49-F238E27FC236}">
                    <a16:creationId xmlns:a16="http://schemas.microsoft.com/office/drawing/2014/main" id="{7E66C25E-A628-4EBE-85D0-2BBC91918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5915" name="Line 72">
                <a:extLst>
                  <a:ext uri="{FF2B5EF4-FFF2-40B4-BE49-F238E27FC236}">
                    <a16:creationId xmlns:a16="http://schemas.microsoft.com/office/drawing/2014/main" id="{6E5F0351-B1F9-49D7-96DB-B5A937505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5908" name="Line 73">
              <a:extLst>
                <a:ext uri="{FF2B5EF4-FFF2-40B4-BE49-F238E27FC236}">
                  <a16:creationId xmlns:a16="http://schemas.microsoft.com/office/drawing/2014/main" id="{2145F463-F215-4262-839C-2566F8AC0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2370"/>
              <a:ext cx="153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09" name="Text Box 580">
              <a:extLst>
                <a:ext uri="{FF2B5EF4-FFF2-40B4-BE49-F238E27FC236}">
                  <a16:creationId xmlns:a16="http://schemas.microsoft.com/office/drawing/2014/main" id="{E52AD816-4727-48DA-8819-D750EA430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1" y="1988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ISP</a:t>
              </a:r>
            </a:p>
          </p:txBody>
        </p:sp>
      </p:grpSp>
      <p:sp>
        <p:nvSpPr>
          <p:cNvPr id="35853" name="Line 14">
            <a:extLst>
              <a:ext uri="{FF2B5EF4-FFF2-40B4-BE49-F238E27FC236}">
                <a16:creationId xmlns:a16="http://schemas.microsoft.com/office/drawing/2014/main" id="{88526BC0-F2A3-4FDA-9E95-95D6211A46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2363788"/>
            <a:ext cx="1938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35854" name="Text Box 17">
            <a:extLst>
              <a:ext uri="{FF2B5EF4-FFF2-40B4-BE49-F238E27FC236}">
                <a16:creationId xmlns:a16="http://schemas.microsoft.com/office/drawing/2014/main" id="{C0B76C03-4673-4FBE-AC7E-7F72F5A74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2013" y="1530350"/>
            <a:ext cx="1074737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telephone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network</a:t>
            </a:r>
          </a:p>
        </p:txBody>
      </p:sp>
      <p:grpSp>
        <p:nvGrpSpPr>
          <p:cNvPr id="35855" name="Group 108">
            <a:extLst>
              <a:ext uri="{FF2B5EF4-FFF2-40B4-BE49-F238E27FC236}">
                <a16:creationId xmlns:a16="http://schemas.microsoft.com/office/drawing/2014/main" id="{07503BE4-CE27-4BE3-9F1A-E770DD0DDE8E}"/>
              </a:ext>
            </a:extLst>
          </p:cNvPr>
          <p:cNvGrpSpPr>
            <a:grpSpLocks/>
          </p:cNvGrpSpPr>
          <p:nvPr/>
        </p:nvGrpSpPr>
        <p:grpSpPr bwMode="auto">
          <a:xfrm>
            <a:off x="4641850" y="2074863"/>
            <a:ext cx="368300" cy="519112"/>
            <a:chOff x="1852" y="2562"/>
            <a:chExt cx="355" cy="471"/>
          </a:xfrm>
        </p:grpSpPr>
        <p:sp>
          <p:nvSpPr>
            <p:cNvPr id="35891" name="Freeform 109">
              <a:extLst>
                <a:ext uri="{FF2B5EF4-FFF2-40B4-BE49-F238E27FC236}">
                  <a16:creationId xmlns:a16="http://schemas.microsoft.com/office/drawing/2014/main" id="{9672219B-AD68-4E30-8973-8129CEBC0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621"/>
              <a:ext cx="318" cy="412"/>
            </a:xfrm>
            <a:custGeom>
              <a:avLst/>
              <a:gdLst>
                <a:gd name="T0" fmla="*/ 0 w 318"/>
                <a:gd name="T1" fmla="*/ 412 h 412"/>
                <a:gd name="T2" fmla="*/ 3 w 318"/>
                <a:gd name="T3" fmla="*/ 1 h 412"/>
                <a:gd name="T4" fmla="*/ 74 w 318"/>
                <a:gd name="T5" fmla="*/ 0 h 412"/>
                <a:gd name="T6" fmla="*/ 254 w 318"/>
                <a:gd name="T7" fmla="*/ 111 h 412"/>
                <a:gd name="T8" fmla="*/ 318 w 318"/>
                <a:gd name="T9" fmla="*/ 115 h 412"/>
                <a:gd name="T10" fmla="*/ 318 w 318"/>
                <a:gd name="T11" fmla="*/ 308 h 412"/>
                <a:gd name="T12" fmla="*/ 246 w 318"/>
                <a:gd name="T13" fmla="*/ 308 h 412"/>
                <a:gd name="T14" fmla="*/ 74 w 318"/>
                <a:gd name="T15" fmla="*/ 412 h 412"/>
                <a:gd name="T16" fmla="*/ 0 w 318"/>
                <a:gd name="T17" fmla="*/ 412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892" name="Freeform 110">
              <a:extLst>
                <a:ext uri="{FF2B5EF4-FFF2-40B4-BE49-F238E27FC236}">
                  <a16:creationId xmlns:a16="http://schemas.microsoft.com/office/drawing/2014/main" id="{F27FA659-98B3-4B00-B3A1-FFA35773D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2562"/>
              <a:ext cx="353" cy="369"/>
            </a:xfrm>
            <a:custGeom>
              <a:avLst/>
              <a:gdLst>
                <a:gd name="T0" fmla="*/ 0 w 353"/>
                <a:gd name="T1" fmla="*/ 59 h 369"/>
                <a:gd name="T2" fmla="*/ 32 w 353"/>
                <a:gd name="T3" fmla="*/ 0 h 369"/>
                <a:gd name="T4" fmla="*/ 105 w 353"/>
                <a:gd name="T5" fmla="*/ 0 h 369"/>
                <a:gd name="T6" fmla="*/ 276 w 353"/>
                <a:gd name="T7" fmla="*/ 113 h 369"/>
                <a:gd name="T8" fmla="*/ 353 w 353"/>
                <a:gd name="T9" fmla="*/ 113 h 369"/>
                <a:gd name="T10" fmla="*/ 353 w 353"/>
                <a:gd name="T11" fmla="*/ 315 h 369"/>
                <a:gd name="T12" fmla="*/ 318 w 353"/>
                <a:gd name="T13" fmla="*/ 369 h 369"/>
                <a:gd name="T14" fmla="*/ 315 w 353"/>
                <a:gd name="T15" fmla="*/ 173 h 369"/>
                <a:gd name="T16" fmla="*/ 254 w 353"/>
                <a:gd name="T17" fmla="*/ 173 h 369"/>
                <a:gd name="T18" fmla="*/ 75 w 353"/>
                <a:gd name="T19" fmla="*/ 60 h 369"/>
                <a:gd name="T20" fmla="*/ 0 w 353"/>
                <a:gd name="T21" fmla="*/ 59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893" name="Line 111">
              <a:extLst>
                <a:ext uri="{FF2B5EF4-FFF2-40B4-BE49-F238E27FC236}">
                  <a16:creationId xmlns:a16="http://schemas.microsoft.com/office/drawing/2014/main" id="{7B7A657B-F2C0-4D80-BDD1-A223E7CE8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7" y="2674"/>
              <a:ext cx="34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894" name="Line 112">
              <a:extLst>
                <a:ext uri="{FF2B5EF4-FFF2-40B4-BE49-F238E27FC236}">
                  <a16:creationId xmlns:a16="http://schemas.microsoft.com/office/drawing/2014/main" id="{8ED98D6B-454E-4938-B605-9552B2F45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0" y="283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895" name="Freeform 113">
              <a:extLst>
                <a:ext uri="{FF2B5EF4-FFF2-40B4-BE49-F238E27FC236}">
                  <a16:creationId xmlns:a16="http://schemas.microsoft.com/office/drawing/2014/main" id="{D3BA6D60-2806-4D70-8748-8F8A6FEAF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2670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896" name="Freeform 114">
              <a:extLst>
                <a:ext uri="{FF2B5EF4-FFF2-40B4-BE49-F238E27FC236}">
                  <a16:creationId xmlns:a16="http://schemas.microsoft.com/office/drawing/2014/main" id="{5491B33F-CF37-40B9-9FAB-B6A6A8BE094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74" y="2884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5856" name="Text Box 115">
            <a:extLst>
              <a:ext uri="{FF2B5EF4-FFF2-40B4-BE49-F238E27FC236}">
                <a16:creationId xmlns:a16="http://schemas.microsoft.com/office/drawing/2014/main" id="{9C3B63FC-79F7-438F-B19A-ADEC82610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1175" y="2619375"/>
            <a:ext cx="950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DSLAM</a:t>
            </a:r>
          </a:p>
        </p:txBody>
      </p:sp>
      <p:grpSp>
        <p:nvGrpSpPr>
          <p:cNvPr id="35857" name="Group 118">
            <a:extLst>
              <a:ext uri="{FF2B5EF4-FFF2-40B4-BE49-F238E27FC236}">
                <a16:creationId xmlns:a16="http://schemas.microsoft.com/office/drawing/2014/main" id="{9787BBAC-EF9A-47D4-8AE1-3DD134602EB7}"/>
              </a:ext>
            </a:extLst>
          </p:cNvPr>
          <p:cNvGrpSpPr>
            <a:grpSpLocks/>
          </p:cNvGrpSpPr>
          <p:nvPr/>
        </p:nvGrpSpPr>
        <p:grpSpPr bwMode="auto">
          <a:xfrm>
            <a:off x="3382963" y="1362075"/>
            <a:ext cx="796925" cy="658813"/>
            <a:chOff x="1671" y="1861"/>
            <a:chExt cx="502" cy="415"/>
          </a:xfrm>
        </p:grpSpPr>
        <p:sp>
          <p:nvSpPr>
            <p:cNvPr id="35889" name="Rectangle 116">
              <a:extLst>
                <a:ext uri="{FF2B5EF4-FFF2-40B4-BE49-F238E27FC236}">
                  <a16:creationId xmlns:a16="http://schemas.microsoft.com/office/drawing/2014/main" id="{4D0F4662-F577-47FC-A663-92983A5F4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2" y="1966"/>
              <a:ext cx="360" cy="31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5890" name="AutoShape 117">
              <a:extLst>
                <a:ext uri="{FF2B5EF4-FFF2-40B4-BE49-F238E27FC236}">
                  <a16:creationId xmlns:a16="http://schemas.microsoft.com/office/drawing/2014/main" id="{EC51E2CE-5A8E-403C-B5E6-1035F2997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1861"/>
              <a:ext cx="502" cy="129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sp>
        <p:nvSpPr>
          <p:cNvPr id="35858" name="Freeform 119">
            <a:extLst>
              <a:ext uri="{FF2B5EF4-FFF2-40B4-BE49-F238E27FC236}">
                <a16:creationId xmlns:a16="http://schemas.microsoft.com/office/drawing/2014/main" id="{BBC8A681-6A52-44CE-8A58-CAC6C0914E60}"/>
              </a:ext>
            </a:extLst>
          </p:cNvPr>
          <p:cNvSpPr>
            <a:spLocks/>
          </p:cNvSpPr>
          <p:nvPr/>
        </p:nvSpPr>
        <p:spPr bwMode="auto">
          <a:xfrm>
            <a:off x="3986213" y="1951038"/>
            <a:ext cx="674687" cy="239712"/>
          </a:xfrm>
          <a:custGeom>
            <a:avLst/>
            <a:gdLst>
              <a:gd name="T0" fmla="*/ 0 w 425"/>
              <a:gd name="T1" fmla="*/ 0 h 151"/>
              <a:gd name="T2" fmla="*/ 0 w 425"/>
              <a:gd name="T3" fmla="*/ 2147483646 h 151"/>
              <a:gd name="T4" fmla="*/ 2147483646 w 425"/>
              <a:gd name="T5" fmla="*/ 2147483646 h 151"/>
              <a:gd name="T6" fmla="*/ 0 60000 65536"/>
              <a:gd name="T7" fmla="*/ 0 60000 65536"/>
              <a:gd name="T8" fmla="*/ 0 60000 65536"/>
              <a:gd name="T9" fmla="*/ 0 w 425"/>
              <a:gd name="T10" fmla="*/ 0 h 151"/>
              <a:gd name="T11" fmla="*/ 425 w 425"/>
              <a:gd name="T12" fmla="*/ 151 h 1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5" h="151">
                <a:moveTo>
                  <a:pt x="0" y="0"/>
                </a:moveTo>
                <a:lnTo>
                  <a:pt x="0" y="151"/>
                </a:lnTo>
                <a:lnTo>
                  <a:pt x="425" y="151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5859" name="Line 120">
            <a:extLst>
              <a:ext uri="{FF2B5EF4-FFF2-40B4-BE49-F238E27FC236}">
                <a16:creationId xmlns:a16="http://schemas.microsoft.com/office/drawing/2014/main" id="{6EE650C6-49ED-49E5-9F94-931D116BB9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4913" y="2316163"/>
            <a:ext cx="377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5860" name="Freeform 123">
            <a:extLst>
              <a:ext uri="{FF2B5EF4-FFF2-40B4-BE49-F238E27FC236}">
                <a16:creationId xmlns:a16="http://schemas.microsoft.com/office/drawing/2014/main" id="{6B8C5879-0625-41DC-A0FA-C18B7CFFC0B0}"/>
              </a:ext>
            </a:extLst>
          </p:cNvPr>
          <p:cNvSpPr>
            <a:spLocks/>
          </p:cNvSpPr>
          <p:nvPr/>
        </p:nvSpPr>
        <p:spPr bwMode="auto">
          <a:xfrm>
            <a:off x="5014913" y="2384425"/>
            <a:ext cx="463550" cy="1009650"/>
          </a:xfrm>
          <a:custGeom>
            <a:avLst/>
            <a:gdLst>
              <a:gd name="T0" fmla="*/ 0 w 292"/>
              <a:gd name="T1" fmla="*/ 0 h 636"/>
              <a:gd name="T2" fmla="*/ 2147483646 w 292"/>
              <a:gd name="T3" fmla="*/ 0 h 636"/>
              <a:gd name="T4" fmla="*/ 2147483646 w 292"/>
              <a:gd name="T5" fmla="*/ 2147483646 h 636"/>
              <a:gd name="T6" fmla="*/ 2147483646 w 292"/>
              <a:gd name="T7" fmla="*/ 2147483646 h 636"/>
              <a:gd name="T8" fmla="*/ 0 60000 65536"/>
              <a:gd name="T9" fmla="*/ 0 60000 65536"/>
              <a:gd name="T10" fmla="*/ 0 60000 65536"/>
              <a:gd name="T11" fmla="*/ 0 60000 65536"/>
              <a:gd name="T12" fmla="*/ 0 w 292"/>
              <a:gd name="T13" fmla="*/ 0 h 636"/>
              <a:gd name="T14" fmla="*/ 292 w 292"/>
              <a:gd name="T15" fmla="*/ 636 h 6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" h="636">
                <a:moveTo>
                  <a:pt x="0" y="0"/>
                </a:moveTo>
                <a:lnTo>
                  <a:pt x="130" y="0"/>
                </a:lnTo>
                <a:lnTo>
                  <a:pt x="130" y="636"/>
                </a:lnTo>
                <a:lnTo>
                  <a:pt x="292" y="6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5861" name="Group 135">
            <a:extLst>
              <a:ext uri="{FF2B5EF4-FFF2-40B4-BE49-F238E27FC236}">
                <a16:creationId xmlns:a16="http://schemas.microsoft.com/office/drawing/2014/main" id="{1251B432-DF10-45D3-B0FF-1D4CF7525BC2}"/>
              </a:ext>
            </a:extLst>
          </p:cNvPr>
          <p:cNvGrpSpPr>
            <a:grpSpLocks/>
          </p:cNvGrpSpPr>
          <p:nvPr/>
        </p:nvGrpSpPr>
        <p:grpSpPr bwMode="auto">
          <a:xfrm>
            <a:off x="777875" y="2441575"/>
            <a:ext cx="3117850" cy="1611313"/>
            <a:chOff x="490" y="1538"/>
            <a:chExt cx="1964" cy="1015"/>
          </a:xfrm>
        </p:grpSpPr>
        <p:sp>
          <p:nvSpPr>
            <p:cNvPr id="35887" name="Text Box 124">
              <a:extLst>
                <a:ext uri="{FF2B5EF4-FFF2-40B4-BE49-F238E27FC236}">
                  <a16:creationId xmlns:a16="http://schemas.microsoft.com/office/drawing/2014/main" id="{76EAFAE9-F9C9-46FF-B789-29C2D83E3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" y="2102"/>
              <a:ext cx="1809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i="1">
                  <a:latin typeface="Arial" panose="020B0604020202020204" pitchFamily="34" charset="0"/>
                </a:rPr>
                <a:t>voice, data transmitted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i="1">
                  <a:latin typeface="Arial" panose="020B0604020202020204" pitchFamily="34" charset="0"/>
                </a:rPr>
                <a:t>at different frequencies over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i="1">
                  <a:solidFill>
                    <a:srgbClr val="CC0000"/>
                  </a:solidFill>
                  <a:latin typeface="Arial" panose="020B0604020202020204" pitchFamily="34" charset="0"/>
                </a:rPr>
                <a:t>dedicated </a:t>
              </a:r>
              <a:r>
                <a:rPr lang="en-US" altLang="zh-TW" sz="1600" i="1">
                  <a:latin typeface="Arial" panose="020B0604020202020204" pitchFamily="34" charset="0"/>
                </a:rPr>
                <a:t>line to central office</a:t>
              </a:r>
            </a:p>
          </p:txBody>
        </p:sp>
        <p:sp>
          <p:nvSpPr>
            <p:cNvPr id="35888" name="Line 125">
              <a:extLst>
                <a:ext uri="{FF2B5EF4-FFF2-40B4-BE49-F238E27FC236}">
                  <a16:creationId xmlns:a16="http://schemas.microsoft.com/office/drawing/2014/main" id="{977EBEED-FD3C-4444-97CA-5ED233586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3" y="1538"/>
              <a:ext cx="361" cy="58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5862" name="Rectangle 52">
            <a:extLst>
              <a:ext uri="{FF2B5EF4-FFF2-40B4-BE49-F238E27FC236}">
                <a16:creationId xmlns:a16="http://schemas.microsoft.com/office/drawing/2014/main" id="{084C6F5E-D498-4BFF-A954-9EEF2ED73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97275"/>
            <a:ext cx="9118600" cy="3028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Tx/>
              <a:buNone/>
            </a:pPr>
            <a:endParaRPr lang="en-US" altLang="zh-TW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>
              <a:buSzPct val="65000"/>
              <a:buFont typeface="Wingdings" panose="05000000000000000000" pitchFamily="2" charset="2"/>
              <a:buChar char="v"/>
            </a:pP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DSL modem</a:t>
            </a:r>
            <a:r>
              <a:rPr lang="en-US" altLang="zh-TW" dirty="0">
                <a:ea typeface="ＭＳ Ｐゴシック" panose="020B0600070205080204" pitchFamily="34" charset="-128"/>
              </a:rPr>
              <a:t>: takes digital data &amp; translates it to high frequency tones for transmission over telephone wires.</a:t>
            </a:r>
          </a:p>
          <a:p>
            <a:pPr lvl="1">
              <a:buSzPct val="65000"/>
              <a:buFont typeface="Wingdings" panose="05000000000000000000" pitchFamily="2" charset="2"/>
              <a:buChar char="v"/>
            </a:pPr>
            <a:r>
              <a:rPr lang="en-US" altLang="zh-TW" dirty="0">
                <a:ea typeface="ＭＳ Ｐゴシック" panose="020B0600070205080204" pitchFamily="34" charset="-128"/>
              </a:rPr>
              <a:t>use </a:t>
            </a:r>
            <a:r>
              <a:rPr lang="en-US" altLang="zh-TW" i="1" dirty="0">
                <a:ea typeface="ＭＳ Ｐゴシック" panose="020B0600070205080204" pitchFamily="34" charset="-128"/>
              </a:rPr>
              <a:t>existing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telephone line</a:t>
            </a:r>
            <a:r>
              <a:rPr lang="en-US" altLang="zh-TW" dirty="0">
                <a:ea typeface="ＭＳ Ｐゴシック" panose="020B0600070205080204" pitchFamily="34" charset="-128"/>
              </a:rPr>
              <a:t> by frequency division multiplexing</a:t>
            </a:r>
          </a:p>
          <a:p>
            <a:pPr lvl="2">
              <a:lnSpc>
                <a:spcPct val="85000"/>
              </a:lnSpc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400" dirty="0">
                <a:latin typeface="Gill Sans MT" panose="020B0502020104020203" pitchFamily="34" charset="0"/>
                <a:ea typeface="ＭＳ Ｐゴシック" panose="020B0600070205080204" pitchFamily="34" charset="-128"/>
              </a:rPr>
              <a:t>voice over DSL phone line goes to telephone net</a:t>
            </a:r>
          </a:p>
          <a:p>
            <a:pPr lvl="2">
              <a:lnSpc>
                <a:spcPct val="85000"/>
              </a:lnSpc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400" dirty="0">
                <a:latin typeface="Gill Sans MT" panose="020B0502020104020203" pitchFamily="34" charset="0"/>
                <a:ea typeface="ＭＳ Ｐゴシック" panose="020B0600070205080204" pitchFamily="34" charset="-128"/>
              </a:rPr>
              <a:t>data over DSL phone line goes to Internet</a:t>
            </a:r>
          </a:p>
          <a:p>
            <a:pPr lvl="1">
              <a:buSzPct val="65000"/>
              <a:buFont typeface="Wingdings" panose="05000000000000000000" pitchFamily="2" charset="2"/>
              <a:buChar char="v"/>
            </a:pP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DSL access multiplexer (DSLAM): </a:t>
            </a:r>
            <a:r>
              <a:rPr lang="en-US" altLang="zh-TW" dirty="0">
                <a:ea typeface="ＭＳ Ｐゴシック" panose="020B0600070205080204" pitchFamily="34" charset="-128"/>
              </a:rPr>
              <a:t>Translate analog signals from many such houses into digital format.  </a:t>
            </a:r>
          </a:p>
        </p:txBody>
      </p:sp>
      <p:sp>
        <p:nvSpPr>
          <p:cNvPr id="35863" name="Rectangle 90">
            <a:extLst>
              <a:ext uri="{FF2B5EF4-FFF2-40B4-BE49-F238E27FC236}">
                <a16:creationId xmlns:a16="http://schemas.microsoft.com/office/drawing/2014/main" id="{C5F9F960-C9B6-4732-8A90-04DD2A134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0" y="1814513"/>
            <a:ext cx="1978025" cy="139541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35864" name="Line 7">
            <a:extLst>
              <a:ext uri="{FF2B5EF4-FFF2-40B4-BE49-F238E27FC236}">
                <a16:creationId xmlns:a16="http://schemas.microsoft.com/office/drawing/2014/main" id="{1C84C0FC-CC29-4AD6-824C-00653AA28F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24025" y="2365375"/>
            <a:ext cx="3651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35865" name="Text Box 39">
            <a:extLst>
              <a:ext uri="{FF2B5EF4-FFF2-40B4-BE49-F238E27FC236}">
                <a16:creationId xmlns:a16="http://schemas.microsoft.com/office/drawing/2014/main" id="{92DEAEE0-93F8-419C-99A8-0F072EF92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5963" y="2471738"/>
            <a:ext cx="7747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DSL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modem</a:t>
            </a:r>
          </a:p>
        </p:txBody>
      </p:sp>
      <p:sp>
        <p:nvSpPr>
          <p:cNvPr id="35866" name="Text Box 41">
            <a:extLst>
              <a:ext uri="{FF2B5EF4-FFF2-40B4-BE49-F238E27FC236}">
                <a16:creationId xmlns:a16="http://schemas.microsoft.com/office/drawing/2014/main" id="{82B5F526-C604-4661-B213-E1708E56F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825" y="2495550"/>
            <a:ext cx="7064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splitter</a:t>
            </a:r>
          </a:p>
        </p:txBody>
      </p:sp>
      <p:grpSp>
        <p:nvGrpSpPr>
          <p:cNvPr id="35867" name="Group 94">
            <a:extLst>
              <a:ext uri="{FF2B5EF4-FFF2-40B4-BE49-F238E27FC236}">
                <a16:creationId xmlns:a16="http://schemas.microsoft.com/office/drawing/2014/main" id="{A1441ED2-3855-49C9-BF5F-D2F280D0FD4F}"/>
              </a:ext>
            </a:extLst>
          </p:cNvPr>
          <p:cNvGrpSpPr>
            <a:grpSpLocks/>
          </p:cNvGrpSpPr>
          <p:nvPr/>
        </p:nvGrpSpPr>
        <p:grpSpPr bwMode="auto">
          <a:xfrm>
            <a:off x="2079625" y="2252663"/>
            <a:ext cx="614363" cy="220662"/>
            <a:chOff x="322" y="890"/>
            <a:chExt cx="872" cy="339"/>
          </a:xfrm>
        </p:grpSpPr>
        <p:sp>
          <p:nvSpPr>
            <p:cNvPr id="35881" name="Rectangle 95">
              <a:extLst>
                <a:ext uri="{FF2B5EF4-FFF2-40B4-BE49-F238E27FC236}">
                  <a16:creationId xmlns:a16="http://schemas.microsoft.com/office/drawing/2014/main" id="{55EFF5F1-A44F-4B9D-AC80-E95509C30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5882" name="Rectangle 96">
              <a:extLst>
                <a:ext uri="{FF2B5EF4-FFF2-40B4-BE49-F238E27FC236}">
                  <a16:creationId xmlns:a16="http://schemas.microsoft.com/office/drawing/2014/main" id="{A9298AA9-72F6-40BC-98F9-5DE506B14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5883" name="Rectangle 97">
              <a:extLst>
                <a:ext uri="{FF2B5EF4-FFF2-40B4-BE49-F238E27FC236}">
                  <a16:creationId xmlns:a16="http://schemas.microsoft.com/office/drawing/2014/main" id="{6D5609B8-F74B-4951-AE62-90497071A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5884" name="Rectangle 98">
              <a:extLst>
                <a:ext uri="{FF2B5EF4-FFF2-40B4-BE49-F238E27FC236}">
                  <a16:creationId xmlns:a16="http://schemas.microsoft.com/office/drawing/2014/main" id="{0BA59AFE-4C88-48CD-87E4-8D08AA355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5885" name="Rectangle 99">
              <a:extLst>
                <a:ext uri="{FF2B5EF4-FFF2-40B4-BE49-F238E27FC236}">
                  <a16:creationId xmlns:a16="http://schemas.microsoft.com/office/drawing/2014/main" id="{10260B6B-AFF7-4CC2-A1D3-ECBD918FE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35886" name="AutoShape 100">
              <a:extLst>
                <a:ext uri="{FF2B5EF4-FFF2-40B4-BE49-F238E27FC236}">
                  <a16:creationId xmlns:a16="http://schemas.microsoft.com/office/drawing/2014/main" id="{30C0ACF1-EE77-466A-A2B9-F3DA76D84E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HK" altLang="en-US"/>
            </a:p>
          </p:txBody>
        </p:sp>
      </p:grpSp>
      <p:sp>
        <p:nvSpPr>
          <p:cNvPr id="35868" name="AutoShape 102">
            <a:extLst>
              <a:ext uri="{FF2B5EF4-FFF2-40B4-BE49-F238E27FC236}">
                <a16:creationId xmlns:a16="http://schemas.microsoft.com/office/drawing/2014/main" id="{DF9D249F-5A4C-49A0-9A0F-370ADFF55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675" y="1403350"/>
            <a:ext cx="2498725" cy="468313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35869" name="Rectangle 103">
            <a:extLst>
              <a:ext uri="{FF2B5EF4-FFF2-40B4-BE49-F238E27FC236}">
                <a16:creationId xmlns:a16="http://schemas.microsoft.com/office/drawing/2014/main" id="{EEE5772D-8E75-4529-83BA-78F6333C5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2303463"/>
            <a:ext cx="166688" cy="144462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35870" name="Freeform 104">
            <a:extLst>
              <a:ext uri="{FF2B5EF4-FFF2-40B4-BE49-F238E27FC236}">
                <a16:creationId xmlns:a16="http://schemas.microsoft.com/office/drawing/2014/main" id="{2E00A940-8DD5-4EE9-83EE-88F5464FD3ED}"/>
              </a:ext>
            </a:extLst>
          </p:cNvPr>
          <p:cNvSpPr>
            <a:spLocks/>
          </p:cNvSpPr>
          <p:nvPr/>
        </p:nvSpPr>
        <p:spPr bwMode="auto">
          <a:xfrm>
            <a:off x="2409825" y="1858963"/>
            <a:ext cx="604838" cy="434975"/>
          </a:xfrm>
          <a:custGeom>
            <a:avLst/>
            <a:gdLst>
              <a:gd name="T0" fmla="*/ 2147483646 w 381"/>
              <a:gd name="T1" fmla="*/ 2147483646 h 274"/>
              <a:gd name="T2" fmla="*/ 2147483646 w 381"/>
              <a:gd name="T3" fmla="*/ 2147483646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aphicFrame>
        <p:nvGraphicFramePr>
          <p:cNvPr id="35871" name="Object 3">
            <a:extLst>
              <a:ext uri="{FF2B5EF4-FFF2-40B4-BE49-F238E27FC236}">
                <a16:creationId xmlns:a16="http://schemas.microsoft.com/office/drawing/2014/main" id="{6C9AA08D-B183-411B-A910-8BD6363AC5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0100" y="1655763"/>
          <a:ext cx="49053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681706" imgH="480401" progId="MS_ClipArt_Gallery.2">
                  <p:embed/>
                </p:oleObj>
              </mc:Choice>
              <mc:Fallback>
                <p:oleObj name="Clip" r:id="rId4" imgW="681706" imgH="480401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1655763"/>
                        <a:ext cx="490538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2" name="Line 130">
            <a:extLst>
              <a:ext uri="{FF2B5EF4-FFF2-40B4-BE49-F238E27FC236}">
                <a16:creationId xmlns:a16="http://schemas.microsoft.com/office/drawing/2014/main" id="{37C9CACD-21F6-4C9E-8C5E-7873CFAEDA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97163" y="2365375"/>
            <a:ext cx="239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5873" name="AutoShape 131">
            <a:extLst>
              <a:ext uri="{FF2B5EF4-FFF2-40B4-BE49-F238E27FC236}">
                <a16:creationId xmlns:a16="http://schemas.microsoft.com/office/drawing/2014/main" id="{03214049-0D26-41F6-82D2-7138B4829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0" y="1703388"/>
            <a:ext cx="1206500" cy="261937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grpSp>
        <p:nvGrpSpPr>
          <p:cNvPr id="35874" name="Group 136">
            <a:extLst>
              <a:ext uri="{FF2B5EF4-FFF2-40B4-BE49-F238E27FC236}">
                <a16:creationId xmlns:a16="http://schemas.microsoft.com/office/drawing/2014/main" id="{52B6A96C-56DE-41E2-A04C-217774E093C4}"/>
              </a:ext>
            </a:extLst>
          </p:cNvPr>
          <p:cNvGrpSpPr>
            <a:grpSpLocks/>
          </p:cNvGrpSpPr>
          <p:nvPr/>
        </p:nvGrpSpPr>
        <p:grpSpPr bwMode="auto">
          <a:xfrm>
            <a:off x="3678238" y="2867025"/>
            <a:ext cx="1323975" cy="1174750"/>
            <a:chOff x="2317" y="1806"/>
            <a:chExt cx="834" cy="740"/>
          </a:xfrm>
        </p:grpSpPr>
        <p:sp>
          <p:nvSpPr>
            <p:cNvPr id="35879" name="Line 132">
              <a:extLst>
                <a:ext uri="{FF2B5EF4-FFF2-40B4-BE49-F238E27FC236}">
                  <a16:creationId xmlns:a16="http://schemas.microsoft.com/office/drawing/2014/main" id="{0403F9CB-D801-49B3-8EAC-F69EC4E49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1" y="1806"/>
              <a:ext cx="268" cy="43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880" name="Text Box 133">
              <a:extLst>
                <a:ext uri="{FF2B5EF4-FFF2-40B4-BE49-F238E27FC236}">
                  <a16:creationId xmlns:a16="http://schemas.microsoft.com/office/drawing/2014/main" id="{3FEA22B5-91E8-427F-B212-7F6DB20A8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" y="2226"/>
              <a:ext cx="83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i="1">
                  <a:latin typeface="Arial" panose="020B0604020202020204" pitchFamily="34" charset="0"/>
                </a:rPr>
                <a:t>DSL access 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i="1">
                  <a:latin typeface="Arial" panose="020B0604020202020204" pitchFamily="34" charset="0"/>
                </a:rPr>
                <a:t>multiplexer</a:t>
              </a:r>
            </a:p>
          </p:txBody>
        </p:sp>
      </p:grpSp>
      <p:grpSp>
        <p:nvGrpSpPr>
          <p:cNvPr id="35875" name="Group 141">
            <a:extLst>
              <a:ext uri="{FF2B5EF4-FFF2-40B4-BE49-F238E27FC236}">
                <a16:creationId xmlns:a16="http://schemas.microsoft.com/office/drawing/2014/main" id="{BC5DF74B-045D-4135-B150-67698AFB5C67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043113"/>
            <a:ext cx="642938" cy="644525"/>
            <a:chOff x="-44" y="1473"/>
            <a:chExt cx="981" cy="1105"/>
          </a:xfrm>
        </p:grpSpPr>
        <p:pic>
          <p:nvPicPr>
            <p:cNvPr id="35877" name="Picture 142" descr="desktop_computer_stylized_medium">
              <a:extLst>
                <a:ext uri="{FF2B5EF4-FFF2-40B4-BE49-F238E27FC236}">
                  <a16:creationId xmlns:a16="http://schemas.microsoft.com/office/drawing/2014/main" id="{A0A88AD1-1D45-4E8E-83D5-ED9976541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78" name="Freeform 143">
              <a:extLst>
                <a:ext uri="{FF2B5EF4-FFF2-40B4-BE49-F238E27FC236}">
                  <a16:creationId xmlns:a16="http://schemas.microsoft.com/office/drawing/2014/main" id="{C57B3BEC-68BE-41BA-B1A3-99D0FFBD318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35876" name="Slide Number Placeholder 3">
            <a:extLst>
              <a:ext uri="{FF2B5EF4-FFF2-40B4-BE49-F238E27FC236}">
                <a16:creationId xmlns:a16="http://schemas.microsoft.com/office/drawing/2014/main" id="{612C4D7E-A999-468E-9FFE-4E99C643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2185CEE2-F230-473B-976F-2BE45E27F892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2">
            <a:extLst>
              <a:ext uri="{FF2B5EF4-FFF2-40B4-BE49-F238E27FC236}">
                <a16:creationId xmlns:a16="http://schemas.microsoft.com/office/drawing/2014/main" id="{794CD229-1094-4854-BFA1-2142C3014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39939" name="Title 41">
            <a:extLst>
              <a:ext uri="{FF2B5EF4-FFF2-40B4-BE49-F238E27FC236}">
                <a16:creationId xmlns:a16="http://schemas.microsoft.com/office/drawing/2014/main" id="{65A1BE87-6967-4A6E-B878-20E70B445DB3}"/>
              </a:ext>
            </a:extLst>
          </p:cNvPr>
          <p:cNvSpPr>
            <a:spLocks/>
          </p:cNvSpPr>
          <p:nvPr/>
        </p:nvSpPr>
        <p:spPr bwMode="auto">
          <a:xfrm>
            <a:off x="381000" y="239713"/>
            <a:ext cx="56229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>
                <a:solidFill>
                  <a:srgbClr val="000099"/>
                </a:solidFill>
              </a:rPr>
              <a:t>Access net: home network</a:t>
            </a:r>
          </a:p>
        </p:txBody>
      </p:sp>
      <p:pic>
        <p:nvPicPr>
          <p:cNvPr id="39940" name="Picture 85" descr="underline_base">
            <a:extLst>
              <a:ext uri="{FF2B5EF4-FFF2-40B4-BE49-F238E27FC236}">
                <a16:creationId xmlns:a16="http://schemas.microsoft.com/office/drawing/2014/main" id="{77E30C33-30C3-4317-92C9-169E86CA5CE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86836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AutoShape 99">
            <a:extLst>
              <a:ext uri="{FF2B5EF4-FFF2-40B4-BE49-F238E27FC236}">
                <a16:creationId xmlns:a16="http://schemas.microsoft.com/office/drawing/2014/main" id="{BCE4443F-C6E5-4BE5-9A92-BE6661954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1158875"/>
            <a:ext cx="5649912" cy="768350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1289" name="Text Box 26">
            <a:extLst>
              <a:ext uri="{FF2B5EF4-FFF2-40B4-BE49-F238E27FC236}">
                <a16:creationId xmlns:a16="http://schemas.microsoft.com/office/drawing/2014/main" id="{D078B78A-0F4A-4C86-B203-A236CF169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0" y="3178175"/>
            <a:ext cx="28971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to/from head end or central office</a:t>
            </a:r>
          </a:p>
        </p:txBody>
      </p:sp>
      <p:sp>
        <p:nvSpPr>
          <p:cNvPr id="39943" name="Rectangle 87">
            <a:extLst>
              <a:ext uri="{FF2B5EF4-FFF2-40B4-BE49-F238E27FC236}">
                <a16:creationId xmlns:a16="http://schemas.microsoft.com/office/drawing/2014/main" id="{3C8E33A5-E02A-4733-87DF-E2644323D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8" y="1912938"/>
            <a:ext cx="4781550" cy="26622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grpSp>
        <p:nvGrpSpPr>
          <p:cNvPr id="39944" name="Group 105">
            <a:extLst>
              <a:ext uri="{FF2B5EF4-FFF2-40B4-BE49-F238E27FC236}">
                <a16:creationId xmlns:a16="http://schemas.microsoft.com/office/drawing/2014/main" id="{F7C86C77-9B10-4F4C-AF0E-19CC7E32AFF0}"/>
              </a:ext>
            </a:extLst>
          </p:cNvPr>
          <p:cNvGrpSpPr>
            <a:grpSpLocks/>
          </p:cNvGrpSpPr>
          <p:nvPr/>
        </p:nvGrpSpPr>
        <p:grpSpPr bwMode="auto">
          <a:xfrm>
            <a:off x="4287838" y="3252788"/>
            <a:ext cx="3000375" cy="361950"/>
            <a:chOff x="2434" y="2109"/>
            <a:chExt cx="1890" cy="228"/>
          </a:xfrm>
        </p:grpSpPr>
        <p:grpSp>
          <p:nvGrpSpPr>
            <p:cNvPr id="40011" name="Group 91">
              <a:extLst>
                <a:ext uri="{FF2B5EF4-FFF2-40B4-BE49-F238E27FC236}">
                  <a16:creationId xmlns:a16="http://schemas.microsoft.com/office/drawing/2014/main" id="{6E6647CA-1165-4DAF-BD10-CD0D430164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2" y="2109"/>
              <a:ext cx="642" cy="228"/>
              <a:chOff x="322" y="890"/>
              <a:chExt cx="872" cy="339"/>
            </a:xfrm>
          </p:grpSpPr>
          <p:sp>
            <p:nvSpPr>
              <p:cNvPr id="40014" name="Rectangle 92">
                <a:extLst>
                  <a:ext uri="{FF2B5EF4-FFF2-40B4-BE49-F238E27FC236}">
                    <a16:creationId xmlns:a16="http://schemas.microsoft.com/office/drawing/2014/main" id="{00D2F17F-9537-4B9B-9AD8-B45133546E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" y="1004"/>
                <a:ext cx="871" cy="2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0015" name="Rectangle 93">
                <a:extLst>
                  <a:ext uri="{FF2B5EF4-FFF2-40B4-BE49-F238E27FC236}">
                    <a16:creationId xmlns:a16="http://schemas.microsoft.com/office/drawing/2014/main" id="{16DEE5C3-3AFB-4A7D-AA4F-C82B06189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" y="1073"/>
                <a:ext cx="57" cy="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0016" name="Rectangle 94">
                <a:extLst>
                  <a:ext uri="{FF2B5EF4-FFF2-40B4-BE49-F238E27FC236}">
                    <a16:creationId xmlns:a16="http://schemas.microsoft.com/office/drawing/2014/main" id="{97B3CBFF-928E-4420-BBA7-A06F35401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" y="1073"/>
                <a:ext cx="56" cy="57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0017" name="Rectangle 95">
                <a:extLst>
                  <a:ext uri="{FF2B5EF4-FFF2-40B4-BE49-F238E27FC236}">
                    <a16:creationId xmlns:a16="http://schemas.microsoft.com/office/drawing/2014/main" id="{83F1B229-4706-4AE5-B3B8-25E9DCD639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0018" name="Rectangle 96">
                <a:extLst>
                  <a:ext uri="{FF2B5EF4-FFF2-40B4-BE49-F238E27FC236}">
                    <a16:creationId xmlns:a16="http://schemas.microsoft.com/office/drawing/2014/main" id="{87599BE3-2B3A-43CB-B087-F5EFDD07F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0019" name="AutoShape 97">
                <a:extLst>
                  <a:ext uri="{FF2B5EF4-FFF2-40B4-BE49-F238E27FC236}">
                    <a16:creationId xmlns:a16="http://schemas.microsoft.com/office/drawing/2014/main" id="{B6C5653F-DAA8-4BF3-B3CB-4797EA28F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322" y="890"/>
                <a:ext cx="859" cy="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1 w 21600"/>
                  <a:gd name="T13" fmla="*/ 4516 h 21600"/>
                  <a:gd name="T14" fmla="*/ 17099 w 21600"/>
                  <a:gd name="T15" fmla="*/ 1708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sp>
          <p:nvSpPr>
            <p:cNvPr id="40012" name="Line 102">
              <a:extLst>
                <a:ext uri="{FF2B5EF4-FFF2-40B4-BE49-F238E27FC236}">
                  <a16:creationId xmlns:a16="http://schemas.microsoft.com/office/drawing/2014/main" id="{E0A99A1F-BE21-452F-A9A2-5CF116438D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1" y="2258"/>
              <a:ext cx="9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0013" name="Line 104">
              <a:extLst>
                <a:ext uri="{FF2B5EF4-FFF2-40B4-BE49-F238E27FC236}">
                  <a16:creationId xmlns:a16="http://schemas.microsoft.com/office/drawing/2014/main" id="{7A0D6E49-9532-4A13-A5A2-9DEA172FC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4" y="2261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9945" name="Group 107">
            <a:extLst>
              <a:ext uri="{FF2B5EF4-FFF2-40B4-BE49-F238E27FC236}">
                <a16:creationId xmlns:a16="http://schemas.microsoft.com/office/drawing/2014/main" id="{1212FF8F-69FA-42F6-A026-3A497CF97A75}"/>
              </a:ext>
            </a:extLst>
          </p:cNvPr>
          <p:cNvGrpSpPr>
            <a:grpSpLocks/>
          </p:cNvGrpSpPr>
          <p:nvPr/>
        </p:nvGrpSpPr>
        <p:grpSpPr bwMode="auto">
          <a:xfrm>
            <a:off x="3273425" y="3227388"/>
            <a:ext cx="1065213" cy="455612"/>
            <a:chOff x="2356" y="1300"/>
            <a:chExt cx="555" cy="194"/>
          </a:xfrm>
        </p:grpSpPr>
        <p:sp>
          <p:nvSpPr>
            <p:cNvPr id="40003" name="Oval 407">
              <a:extLst>
                <a:ext uri="{FF2B5EF4-FFF2-40B4-BE49-F238E27FC236}">
                  <a16:creationId xmlns:a16="http://schemas.microsoft.com/office/drawing/2014/main" id="{34A92089-89E0-41C9-BF8B-790DF8EDE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40004" name="Rectangle 410">
              <a:extLst>
                <a:ext uri="{FF2B5EF4-FFF2-40B4-BE49-F238E27FC236}">
                  <a16:creationId xmlns:a16="http://schemas.microsoft.com/office/drawing/2014/main" id="{055BA17C-0821-4626-BD78-D56153909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40005" name="Oval 411">
              <a:extLst>
                <a:ext uri="{FF2B5EF4-FFF2-40B4-BE49-F238E27FC236}">
                  <a16:creationId xmlns:a16="http://schemas.microsoft.com/office/drawing/2014/main" id="{5D1733DA-710A-4EE9-9087-C7BFC0B6A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40006" name="Group 111">
              <a:extLst>
                <a:ext uri="{FF2B5EF4-FFF2-40B4-BE49-F238E27FC236}">
                  <a16:creationId xmlns:a16="http://schemas.microsoft.com/office/drawing/2014/main" id="{30811D42-7617-4412-BC53-BE8B4567A7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0009" name="Freeform 112">
                <a:extLst>
                  <a:ext uri="{FF2B5EF4-FFF2-40B4-BE49-F238E27FC236}">
                    <a16:creationId xmlns:a16="http://schemas.microsoft.com/office/drawing/2014/main" id="{B3749E7B-4D5C-4ECB-92D2-881B30D07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0010" name="Freeform 113">
                <a:extLst>
                  <a:ext uri="{FF2B5EF4-FFF2-40B4-BE49-F238E27FC236}">
                    <a16:creationId xmlns:a16="http://schemas.microsoft.com/office/drawing/2014/main" id="{3162AE4A-12E6-4B3C-86DF-A36AF5DF7C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40007" name="Line 114">
              <a:extLst>
                <a:ext uri="{FF2B5EF4-FFF2-40B4-BE49-F238E27FC236}">
                  <a16:creationId xmlns:a16="http://schemas.microsoft.com/office/drawing/2014/main" id="{8DC3957C-4554-4866-956B-D015AA9C4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0008" name="Line 115">
              <a:extLst>
                <a:ext uri="{FF2B5EF4-FFF2-40B4-BE49-F238E27FC236}">
                  <a16:creationId xmlns:a16="http://schemas.microsoft.com/office/drawing/2014/main" id="{E93BE595-BA1A-4ADF-B086-0CEE51A6A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9946" name="Line 116">
            <a:extLst>
              <a:ext uri="{FF2B5EF4-FFF2-40B4-BE49-F238E27FC236}">
                <a16:creationId xmlns:a16="http://schemas.microsoft.com/office/drawing/2014/main" id="{EBD29335-1878-46F7-A183-CCE46586F6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5225" y="3463925"/>
            <a:ext cx="822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9947" name="Group 119">
            <a:extLst>
              <a:ext uri="{FF2B5EF4-FFF2-40B4-BE49-F238E27FC236}">
                <a16:creationId xmlns:a16="http://schemas.microsoft.com/office/drawing/2014/main" id="{18926772-3A03-4363-B7D8-FF12CF0D84EC}"/>
              </a:ext>
            </a:extLst>
          </p:cNvPr>
          <p:cNvGrpSpPr>
            <a:grpSpLocks/>
          </p:cNvGrpSpPr>
          <p:nvPr/>
        </p:nvGrpSpPr>
        <p:grpSpPr bwMode="auto">
          <a:xfrm>
            <a:off x="1814513" y="2884488"/>
            <a:ext cx="1068387" cy="820737"/>
            <a:chOff x="2967" y="478"/>
            <a:chExt cx="788" cy="625"/>
          </a:xfrm>
        </p:grpSpPr>
        <p:pic>
          <p:nvPicPr>
            <p:cNvPr id="40001" name="Picture 120" descr="access_point_stylized_small">
              <a:extLst>
                <a:ext uri="{FF2B5EF4-FFF2-40B4-BE49-F238E27FC236}">
                  <a16:creationId xmlns:a16="http://schemas.microsoft.com/office/drawing/2014/main" id="{18E2215E-8B3E-435D-BCB1-D7385D75EB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002" name="Picture 121" descr="antenna_radiation_stylized">
              <a:extLst>
                <a:ext uri="{FF2B5EF4-FFF2-40B4-BE49-F238E27FC236}">
                  <a16:creationId xmlns:a16="http://schemas.microsoft.com/office/drawing/2014/main" id="{93C41F7F-985E-47A8-83B9-B523F37FB9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948" name="Line 122">
            <a:extLst>
              <a:ext uri="{FF2B5EF4-FFF2-40B4-BE49-F238E27FC236}">
                <a16:creationId xmlns:a16="http://schemas.microsoft.com/office/drawing/2014/main" id="{7C2AF577-7355-4B97-9D41-33E06B2981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56025" y="2767013"/>
            <a:ext cx="0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7" name="Group 138">
            <a:extLst>
              <a:ext uri="{FF2B5EF4-FFF2-40B4-BE49-F238E27FC236}">
                <a16:creationId xmlns:a16="http://schemas.microsoft.com/office/drawing/2014/main" id="{821E1693-2AE4-4426-A61D-5FFCE2A504EC}"/>
              </a:ext>
            </a:extLst>
          </p:cNvPr>
          <p:cNvGrpSpPr>
            <a:grpSpLocks/>
          </p:cNvGrpSpPr>
          <p:nvPr/>
        </p:nvGrpSpPr>
        <p:grpSpPr bwMode="auto">
          <a:xfrm>
            <a:off x="5326063" y="3703638"/>
            <a:ext cx="2527300" cy="1265237"/>
            <a:chOff x="3355" y="2333"/>
            <a:chExt cx="1592" cy="797"/>
          </a:xfrm>
        </p:grpSpPr>
        <p:sp>
          <p:nvSpPr>
            <p:cNvPr id="39999" name="Text Box 39">
              <a:extLst>
                <a:ext uri="{FF2B5EF4-FFF2-40B4-BE49-F238E27FC236}">
                  <a16:creationId xmlns:a16="http://schemas.microsoft.com/office/drawing/2014/main" id="{221B078A-FEF9-4259-A7E9-126ABD002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5" y="2934"/>
              <a:ext cx="1592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cable or DSL modem</a:t>
              </a:r>
            </a:p>
          </p:txBody>
        </p:sp>
        <p:sp>
          <p:nvSpPr>
            <p:cNvPr id="40000" name="Line 129">
              <a:extLst>
                <a:ext uri="{FF2B5EF4-FFF2-40B4-BE49-F238E27FC236}">
                  <a16:creationId xmlns:a16="http://schemas.microsoft.com/office/drawing/2014/main" id="{57DAE3FB-F859-41EE-BA6A-C68719681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9" y="2333"/>
              <a:ext cx="0" cy="59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8" name="Group 139">
            <a:extLst>
              <a:ext uri="{FF2B5EF4-FFF2-40B4-BE49-F238E27FC236}">
                <a16:creationId xmlns:a16="http://schemas.microsoft.com/office/drawing/2014/main" id="{B8622DE3-673F-4363-9BF4-AD0A3B47C5C1}"/>
              </a:ext>
            </a:extLst>
          </p:cNvPr>
          <p:cNvGrpSpPr>
            <a:grpSpLocks/>
          </p:cNvGrpSpPr>
          <p:nvPr/>
        </p:nvGrpSpPr>
        <p:grpSpPr bwMode="auto">
          <a:xfrm>
            <a:off x="4060825" y="3695700"/>
            <a:ext cx="2593975" cy="1778000"/>
            <a:chOff x="2558" y="2328"/>
            <a:chExt cx="1634" cy="1120"/>
          </a:xfrm>
        </p:grpSpPr>
        <p:sp>
          <p:nvSpPr>
            <p:cNvPr id="39997" name="Text Box 39">
              <a:extLst>
                <a:ext uri="{FF2B5EF4-FFF2-40B4-BE49-F238E27FC236}">
                  <a16:creationId xmlns:a16="http://schemas.microsoft.com/office/drawing/2014/main" id="{45D65F65-F796-48B5-BE10-E0758A2E3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8" y="3252"/>
              <a:ext cx="163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router, firewall, NAT</a:t>
              </a:r>
            </a:p>
          </p:txBody>
        </p:sp>
        <p:sp>
          <p:nvSpPr>
            <p:cNvPr id="39998" name="Line 133">
              <a:extLst>
                <a:ext uri="{FF2B5EF4-FFF2-40B4-BE49-F238E27FC236}">
                  <a16:creationId xmlns:a16="http://schemas.microsoft.com/office/drawing/2014/main" id="{1BD7B6E6-1E6C-4CA1-8F1F-C417CDF71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328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9" name="Group 141">
            <a:extLst>
              <a:ext uri="{FF2B5EF4-FFF2-40B4-BE49-F238E27FC236}">
                <a16:creationId xmlns:a16="http://schemas.microsoft.com/office/drawing/2014/main" id="{E90A44DC-313F-4CB3-AD25-893E1A614175}"/>
              </a:ext>
            </a:extLst>
          </p:cNvPr>
          <p:cNvGrpSpPr>
            <a:grpSpLocks/>
          </p:cNvGrpSpPr>
          <p:nvPr/>
        </p:nvGrpSpPr>
        <p:grpSpPr bwMode="auto">
          <a:xfrm>
            <a:off x="3605213" y="4576763"/>
            <a:ext cx="2927350" cy="1392237"/>
            <a:chOff x="2062" y="2532"/>
            <a:chExt cx="1844" cy="1210"/>
          </a:xfrm>
        </p:grpSpPr>
        <p:sp>
          <p:nvSpPr>
            <p:cNvPr id="39995" name="Line 134">
              <a:extLst>
                <a:ext uri="{FF2B5EF4-FFF2-40B4-BE49-F238E27FC236}">
                  <a16:creationId xmlns:a16="http://schemas.microsoft.com/office/drawing/2014/main" id="{89E832DB-6244-4A7A-8A96-A09AE4EB3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532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96" name="Text Box 39">
              <a:extLst>
                <a:ext uri="{FF2B5EF4-FFF2-40B4-BE49-F238E27FC236}">
                  <a16:creationId xmlns:a16="http://schemas.microsoft.com/office/drawing/2014/main" id="{84C73F75-008E-4E99-AE98-65C2A0852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2" y="3471"/>
              <a:ext cx="184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wired Ethernet (100 Mbps)</a:t>
              </a:r>
            </a:p>
          </p:txBody>
        </p:sp>
      </p:grpSp>
      <p:grpSp>
        <p:nvGrpSpPr>
          <p:cNvPr id="10" name="Group 140">
            <a:extLst>
              <a:ext uri="{FF2B5EF4-FFF2-40B4-BE49-F238E27FC236}">
                <a16:creationId xmlns:a16="http://schemas.microsoft.com/office/drawing/2014/main" id="{B5CE259D-EC90-4F90-8414-E14D9120DB50}"/>
              </a:ext>
            </a:extLst>
          </p:cNvPr>
          <p:cNvGrpSpPr>
            <a:grpSpLocks/>
          </p:cNvGrpSpPr>
          <p:nvPr/>
        </p:nvGrpSpPr>
        <p:grpSpPr bwMode="auto">
          <a:xfrm>
            <a:off x="423863" y="3725863"/>
            <a:ext cx="1966912" cy="2043112"/>
            <a:chOff x="267" y="2347"/>
            <a:chExt cx="1239" cy="1287"/>
          </a:xfrm>
        </p:grpSpPr>
        <p:sp>
          <p:nvSpPr>
            <p:cNvPr id="39993" name="Line 136">
              <a:extLst>
                <a:ext uri="{FF2B5EF4-FFF2-40B4-BE49-F238E27FC236}">
                  <a16:creationId xmlns:a16="http://schemas.microsoft.com/office/drawing/2014/main" id="{FDCC5CA7-56D1-419B-AC9D-87F4CE721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0" y="2347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94" name="Text Box 39">
              <a:extLst>
                <a:ext uri="{FF2B5EF4-FFF2-40B4-BE49-F238E27FC236}">
                  <a16:creationId xmlns:a16="http://schemas.microsoft.com/office/drawing/2014/main" id="{35FC95ED-5E6A-4178-9816-DFEC13DC8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" y="3300"/>
              <a:ext cx="123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wireless access 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point (54 Mbps)</a:t>
              </a:r>
            </a:p>
          </p:txBody>
        </p:sp>
      </p:grpSp>
      <p:sp>
        <p:nvSpPr>
          <p:cNvPr id="11406" name="Text Box 142">
            <a:extLst>
              <a:ext uri="{FF2B5EF4-FFF2-40B4-BE49-F238E27FC236}">
                <a16:creationId xmlns:a16="http://schemas.microsoft.com/office/drawing/2014/main" id="{F6583A3D-C0B8-49DE-84A5-B3F04D746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225" y="1303338"/>
            <a:ext cx="1103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wireless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devices</a:t>
            </a:r>
          </a:p>
        </p:txBody>
      </p:sp>
      <p:grpSp>
        <p:nvGrpSpPr>
          <p:cNvPr id="39954" name="Group 143">
            <a:extLst>
              <a:ext uri="{FF2B5EF4-FFF2-40B4-BE49-F238E27FC236}">
                <a16:creationId xmlns:a16="http://schemas.microsoft.com/office/drawing/2014/main" id="{4C330AB0-5E4A-4551-A1BE-68A56077C46A}"/>
              </a:ext>
            </a:extLst>
          </p:cNvPr>
          <p:cNvGrpSpPr>
            <a:grpSpLocks/>
          </p:cNvGrpSpPr>
          <p:nvPr/>
        </p:nvGrpSpPr>
        <p:grpSpPr bwMode="auto">
          <a:xfrm>
            <a:off x="1384300" y="1954213"/>
            <a:ext cx="733425" cy="758825"/>
            <a:chOff x="2751" y="1851"/>
            <a:chExt cx="462" cy="478"/>
          </a:xfrm>
        </p:grpSpPr>
        <p:pic>
          <p:nvPicPr>
            <p:cNvPr id="39991" name="Picture 144" descr="iphone_stylized_small">
              <a:extLst>
                <a:ext uri="{FF2B5EF4-FFF2-40B4-BE49-F238E27FC236}">
                  <a16:creationId xmlns:a16="http://schemas.microsoft.com/office/drawing/2014/main" id="{082C1302-D136-43CA-B5E6-7A21270AF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92" name="Picture 145" descr="antenna_radiation_stylized">
              <a:extLst>
                <a:ext uri="{FF2B5EF4-FFF2-40B4-BE49-F238E27FC236}">
                  <a16:creationId xmlns:a16="http://schemas.microsoft.com/office/drawing/2014/main" id="{F049128C-578E-4E6D-9728-BCC43ED58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955" name="Line 146">
            <a:extLst>
              <a:ext uri="{FF2B5EF4-FFF2-40B4-BE49-F238E27FC236}">
                <a16:creationId xmlns:a16="http://schemas.microsoft.com/office/drawing/2014/main" id="{3F409C32-42DE-4B0F-8187-5CAF7A8643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9825" y="3679825"/>
            <a:ext cx="1270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1411" name="Oval 147">
            <a:extLst>
              <a:ext uri="{FF2B5EF4-FFF2-40B4-BE49-F238E27FC236}">
                <a16:creationId xmlns:a16="http://schemas.microsoft.com/office/drawing/2014/main" id="{8701AF37-E82D-408C-B6CD-5CD1987C7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2801938"/>
            <a:ext cx="3359150" cy="1050925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grpSp>
        <p:nvGrpSpPr>
          <p:cNvPr id="12" name="Group 150">
            <a:extLst>
              <a:ext uri="{FF2B5EF4-FFF2-40B4-BE49-F238E27FC236}">
                <a16:creationId xmlns:a16="http://schemas.microsoft.com/office/drawing/2014/main" id="{C901434A-D57D-4C11-9528-8255D969209A}"/>
              </a:ext>
            </a:extLst>
          </p:cNvPr>
          <p:cNvGrpSpPr>
            <a:grpSpLocks/>
          </p:cNvGrpSpPr>
          <p:nvPr/>
        </p:nvGrpSpPr>
        <p:grpSpPr bwMode="auto">
          <a:xfrm>
            <a:off x="136525" y="3532188"/>
            <a:ext cx="1630363" cy="717550"/>
            <a:chOff x="86" y="2225"/>
            <a:chExt cx="1027" cy="452"/>
          </a:xfrm>
        </p:grpSpPr>
        <p:sp>
          <p:nvSpPr>
            <p:cNvPr id="39989" name="Text Box 148">
              <a:extLst>
                <a:ext uri="{FF2B5EF4-FFF2-40B4-BE49-F238E27FC236}">
                  <a16:creationId xmlns:a16="http://schemas.microsoft.com/office/drawing/2014/main" id="{30512D50-271D-417A-87D6-98E24EFFD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" y="2357"/>
              <a:ext cx="102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often combined 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in single box</a:t>
              </a:r>
            </a:p>
          </p:txBody>
        </p:sp>
        <p:sp>
          <p:nvSpPr>
            <p:cNvPr id="39990" name="Line 149">
              <a:extLst>
                <a:ext uri="{FF2B5EF4-FFF2-40B4-BE49-F238E27FC236}">
                  <a16:creationId xmlns:a16="http://schemas.microsoft.com/office/drawing/2014/main" id="{E1BB1E42-833A-437F-9250-FC4C03065E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0" y="2225"/>
              <a:ext cx="238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9958" name="Group 151">
            <a:extLst>
              <a:ext uri="{FF2B5EF4-FFF2-40B4-BE49-F238E27FC236}">
                <a16:creationId xmlns:a16="http://schemas.microsoft.com/office/drawing/2014/main" id="{0ACD7342-EB75-4718-A188-728F39B2FB17}"/>
              </a:ext>
            </a:extLst>
          </p:cNvPr>
          <p:cNvGrpSpPr>
            <a:grpSpLocks/>
          </p:cNvGrpSpPr>
          <p:nvPr/>
        </p:nvGrpSpPr>
        <p:grpSpPr bwMode="auto">
          <a:xfrm>
            <a:off x="2379663" y="1566863"/>
            <a:ext cx="954087" cy="1027112"/>
            <a:chOff x="877" y="1008"/>
            <a:chExt cx="2747" cy="2591"/>
          </a:xfrm>
        </p:grpSpPr>
        <p:pic>
          <p:nvPicPr>
            <p:cNvPr id="39966" name="Picture 152" descr="antenna_stylized">
              <a:extLst>
                <a:ext uri="{FF2B5EF4-FFF2-40B4-BE49-F238E27FC236}">
                  <a16:creationId xmlns:a16="http://schemas.microsoft.com/office/drawing/2014/main" id="{68ED452E-E827-43C2-83D0-BF374380CC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67" name="Picture 153" descr="laptop_keyboard">
              <a:extLst>
                <a:ext uri="{FF2B5EF4-FFF2-40B4-BE49-F238E27FC236}">
                  <a16:creationId xmlns:a16="http://schemas.microsoft.com/office/drawing/2014/main" id="{64222391-B1FC-46BB-BC7D-AFEBCF9DF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68" name="Freeform 154">
              <a:extLst>
                <a:ext uri="{FF2B5EF4-FFF2-40B4-BE49-F238E27FC236}">
                  <a16:creationId xmlns:a16="http://schemas.microsoft.com/office/drawing/2014/main" id="{F25B6481-AE05-469D-A86A-812656282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1 w 2982"/>
                <a:gd name="T5" fmla="*/ 1 h 2442"/>
                <a:gd name="T6" fmla="*/ 1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39969" name="Picture 155" descr="screen">
              <a:extLst>
                <a:ext uri="{FF2B5EF4-FFF2-40B4-BE49-F238E27FC236}">
                  <a16:creationId xmlns:a16="http://schemas.microsoft.com/office/drawing/2014/main" id="{18BDFAEF-BB38-478D-A448-FFC0B8FEC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70" name="Freeform 156">
              <a:extLst>
                <a:ext uri="{FF2B5EF4-FFF2-40B4-BE49-F238E27FC236}">
                  <a16:creationId xmlns:a16="http://schemas.microsoft.com/office/drawing/2014/main" id="{A4FB05FB-BFAA-4860-9AB7-B9145E723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 w 2528"/>
                <a:gd name="T3" fmla="*/ 1 h 455"/>
                <a:gd name="T4" fmla="*/ 1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71" name="Freeform 157">
              <a:extLst>
                <a:ext uri="{FF2B5EF4-FFF2-40B4-BE49-F238E27FC236}">
                  <a16:creationId xmlns:a16="http://schemas.microsoft.com/office/drawing/2014/main" id="{88989B77-F363-4304-A2CE-1BEB6B9EC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72" name="Freeform 158">
              <a:extLst>
                <a:ext uri="{FF2B5EF4-FFF2-40B4-BE49-F238E27FC236}">
                  <a16:creationId xmlns:a16="http://schemas.microsoft.com/office/drawing/2014/main" id="{21144346-0348-4D9A-A901-B22009773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73" name="Freeform 159">
              <a:extLst>
                <a:ext uri="{FF2B5EF4-FFF2-40B4-BE49-F238E27FC236}">
                  <a16:creationId xmlns:a16="http://schemas.microsoft.com/office/drawing/2014/main" id="{AC0E8D1A-F3F9-4F8E-80F7-5A6486D5B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 w 2773"/>
                <a:gd name="T5" fmla="*/ 1 h 738"/>
                <a:gd name="T6" fmla="*/ 1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74" name="Freeform 160">
              <a:extLst>
                <a:ext uri="{FF2B5EF4-FFF2-40B4-BE49-F238E27FC236}">
                  <a16:creationId xmlns:a16="http://schemas.microsoft.com/office/drawing/2014/main" id="{C26D3C04-5DE9-434B-984F-55E25D223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 w 637"/>
                <a:gd name="T1" fmla="*/ 0 h 1659"/>
                <a:gd name="T2" fmla="*/ 1 w 637"/>
                <a:gd name="T3" fmla="*/ 0 h 1659"/>
                <a:gd name="T4" fmla="*/ 1 w 637"/>
                <a:gd name="T5" fmla="*/ 8 h 1659"/>
                <a:gd name="T6" fmla="*/ 0 w 637"/>
                <a:gd name="T7" fmla="*/ 8 h 1659"/>
                <a:gd name="T8" fmla="*/ 1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75" name="Freeform 161">
              <a:extLst>
                <a:ext uri="{FF2B5EF4-FFF2-40B4-BE49-F238E27FC236}">
                  <a16:creationId xmlns:a16="http://schemas.microsoft.com/office/drawing/2014/main" id="{63941AF8-5566-44F9-91AB-4CDFF0D07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4 w 2216"/>
                <a:gd name="T5" fmla="*/ 3 h 550"/>
                <a:gd name="T6" fmla="*/ 4 w 2216"/>
                <a:gd name="T7" fmla="*/ 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9976" name="Group 162">
              <a:extLst>
                <a:ext uri="{FF2B5EF4-FFF2-40B4-BE49-F238E27FC236}">
                  <a16:creationId xmlns:a16="http://schemas.microsoft.com/office/drawing/2014/main" id="{DE904779-B6FD-47A1-A84E-8E00CD326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9983" name="Freeform 163">
                <a:extLst>
                  <a:ext uri="{FF2B5EF4-FFF2-40B4-BE49-F238E27FC236}">
                    <a16:creationId xmlns:a16="http://schemas.microsoft.com/office/drawing/2014/main" id="{2E29FE82-822A-4517-98F9-30CE2B285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9984" name="Freeform 164">
                <a:extLst>
                  <a:ext uri="{FF2B5EF4-FFF2-40B4-BE49-F238E27FC236}">
                    <a16:creationId xmlns:a16="http://schemas.microsoft.com/office/drawing/2014/main" id="{313A4D5C-7E52-43AF-8A9C-9C7853804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9985" name="Freeform 165">
                <a:extLst>
                  <a:ext uri="{FF2B5EF4-FFF2-40B4-BE49-F238E27FC236}">
                    <a16:creationId xmlns:a16="http://schemas.microsoft.com/office/drawing/2014/main" id="{30D54D0E-DAFE-4A0E-B83B-189C27FE8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9986" name="Freeform 166">
                <a:extLst>
                  <a:ext uri="{FF2B5EF4-FFF2-40B4-BE49-F238E27FC236}">
                    <a16:creationId xmlns:a16="http://schemas.microsoft.com/office/drawing/2014/main" id="{4ED3F27E-79A6-475D-9279-5328A5D93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9987" name="Freeform 167">
                <a:extLst>
                  <a:ext uri="{FF2B5EF4-FFF2-40B4-BE49-F238E27FC236}">
                    <a16:creationId xmlns:a16="http://schemas.microsoft.com/office/drawing/2014/main" id="{1204C77F-98FF-453C-AC02-003840AD4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9988" name="Freeform 168">
                <a:extLst>
                  <a:ext uri="{FF2B5EF4-FFF2-40B4-BE49-F238E27FC236}">
                    <a16:creationId xmlns:a16="http://schemas.microsoft.com/office/drawing/2014/main" id="{696EEB04-12CB-4F4F-BADD-CCBAA312F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9977" name="Freeform 169">
              <a:extLst>
                <a:ext uri="{FF2B5EF4-FFF2-40B4-BE49-F238E27FC236}">
                  <a16:creationId xmlns:a16="http://schemas.microsoft.com/office/drawing/2014/main" id="{E22E3D71-5BD3-4A5E-AF17-8585B3BA8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1 h 792"/>
                <a:gd name="T8" fmla="*/ 1 w 990"/>
                <a:gd name="T9" fmla="*/ 1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78" name="Freeform 170">
              <a:extLst>
                <a:ext uri="{FF2B5EF4-FFF2-40B4-BE49-F238E27FC236}">
                  <a16:creationId xmlns:a16="http://schemas.microsoft.com/office/drawing/2014/main" id="{DBEDEBF3-8477-4723-966C-7C7B84D52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79" name="Freeform 171">
              <a:extLst>
                <a:ext uri="{FF2B5EF4-FFF2-40B4-BE49-F238E27FC236}">
                  <a16:creationId xmlns:a16="http://schemas.microsoft.com/office/drawing/2014/main" id="{85C24A50-C742-4C11-AB1B-A574B5D57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80" name="Freeform 172">
              <a:extLst>
                <a:ext uri="{FF2B5EF4-FFF2-40B4-BE49-F238E27FC236}">
                  <a16:creationId xmlns:a16="http://schemas.microsoft.com/office/drawing/2014/main" id="{EC3D4C37-46A2-4AEA-9B9E-D728DB7DA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81" name="Freeform 173">
              <a:extLst>
                <a:ext uri="{FF2B5EF4-FFF2-40B4-BE49-F238E27FC236}">
                  <a16:creationId xmlns:a16="http://schemas.microsoft.com/office/drawing/2014/main" id="{780A6AAC-ED4C-4D14-81DB-ADB727788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982" name="Freeform 174">
              <a:extLst>
                <a:ext uri="{FF2B5EF4-FFF2-40B4-BE49-F238E27FC236}">
                  <a16:creationId xmlns:a16="http://schemas.microsoft.com/office/drawing/2014/main" id="{689ABDA3-5E5F-4C2E-94D4-265C0C3B625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1 h 723"/>
                <a:gd name="T6" fmla="*/ 0 w 2532"/>
                <a:gd name="T7" fmla="*/ 1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9959" name="Group 175">
            <a:extLst>
              <a:ext uri="{FF2B5EF4-FFF2-40B4-BE49-F238E27FC236}">
                <a16:creationId xmlns:a16="http://schemas.microsoft.com/office/drawing/2014/main" id="{D97B8A09-3353-4B8B-92B4-D52D2B64BA69}"/>
              </a:ext>
            </a:extLst>
          </p:cNvPr>
          <p:cNvGrpSpPr>
            <a:grpSpLocks/>
          </p:cNvGrpSpPr>
          <p:nvPr/>
        </p:nvGrpSpPr>
        <p:grpSpPr bwMode="auto">
          <a:xfrm>
            <a:off x="3149600" y="2032000"/>
            <a:ext cx="1123950" cy="862013"/>
            <a:chOff x="-44" y="1473"/>
            <a:chExt cx="981" cy="1105"/>
          </a:xfrm>
        </p:grpSpPr>
        <p:pic>
          <p:nvPicPr>
            <p:cNvPr id="39964" name="Picture 176" descr="desktop_computer_stylized_medium">
              <a:extLst>
                <a:ext uri="{FF2B5EF4-FFF2-40B4-BE49-F238E27FC236}">
                  <a16:creationId xmlns:a16="http://schemas.microsoft.com/office/drawing/2014/main" id="{E3270B21-8CE7-4171-A676-20428CB739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65" name="Freeform 177">
              <a:extLst>
                <a:ext uri="{FF2B5EF4-FFF2-40B4-BE49-F238E27FC236}">
                  <a16:creationId xmlns:a16="http://schemas.microsoft.com/office/drawing/2014/main" id="{1F9020A5-18E9-4868-9CD7-6D669133BD0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39960" name="Group 178">
            <a:extLst>
              <a:ext uri="{FF2B5EF4-FFF2-40B4-BE49-F238E27FC236}">
                <a16:creationId xmlns:a16="http://schemas.microsoft.com/office/drawing/2014/main" id="{6AA95565-8356-4B1D-B590-0808D29AA49A}"/>
              </a:ext>
            </a:extLst>
          </p:cNvPr>
          <p:cNvGrpSpPr>
            <a:grpSpLocks/>
          </p:cNvGrpSpPr>
          <p:nvPr/>
        </p:nvGrpSpPr>
        <p:grpSpPr bwMode="auto">
          <a:xfrm>
            <a:off x="3090863" y="3838575"/>
            <a:ext cx="849312" cy="712788"/>
            <a:chOff x="-44" y="1473"/>
            <a:chExt cx="981" cy="1105"/>
          </a:xfrm>
        </p:grpSpPr>
        <p:pic>
          <p:nvPicPr>
            <p:cNvPr id="39962" name="Picture 179" descr="desktop_computer_stylized_medium">
              <a:extLst>
                <a:ext uri="{FF2B5EF4-FFF2-40B4-BE49-F238E27FC236}">
                  <a16:creationId xmlns:a16="http://schemas.microsoft.com/office/drawing/2014/main" id="{B41C21E8-29A8-4CE8-84AA-97A6A5733B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63" name="Freeform 180">
              <a:extLst>
                <a:ext uri="{FF2B5EF4-FFF2-40B4-BE49-F238E27FC236}">
                  <a16:creationId xmlns:a16="http://schemas.microsoft.com/office/drawing/2014/main" id="{92CFF00E-A21B-453A-AB1F-D6DC919B17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39961" name="Slide Number Placeholder 3">
            <a:extLst>
              <a:ext uri="{FF2B5EF4-FFF2-40B4-BE49-F238E27FC236}">
                <a16:creationId xmlns:a16="http://schemas.microsoft.com/office/drawing/2014/main" id="{AE80EF07-A2C0-44C6-9F80-850D3696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4C37C5EF-BB7E-45CD-974F-13CA99B3CD8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9" grpId="0"/>
      <p:bldP spid="11406" grpId="0"/>
      <p:bldP spid="114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2">
            <a:extLst>
              <a:ext uri="{FF2B5EF4-FFF2-40B4-BE49-F238E27FC236}">
                <a16:creationId xmlns:a16="http://schemas.microsoft.com/office/drawing/2014/main" id="{A7A2AFCA-CB2C-48F3-B5CC-6532BDA3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41987" name="Title 50">
            <a:extLst>
              <a:ext uri="{FF2B5EF4-FFF2-40B4-BE49-F238E27FC236}">
                <a16:creationId xmlns:a16="http://schemas.microsoft.com/office/drawing/2014/main" id="{A8023A6C-6CA3-47FF-80A1-55A724DD11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98438"/>
            <a:ext cx="8321675" cy="765175"/>
          </a:xfrm>
        </p:spPr>
        <p:txBody>
          <a:bodyPr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Enterprise access networks (Ethernet)</a:t>
            </a:r>
          </a:p>
        </p:txBody>
      </p:sp>
      <p:sp>
        <p:nvSpPr>
          <p:cNvPr id="41988" name="Content Placeholder 52">
            <a:extLst>
              <a:ext uri="{FF2B5EF4-FFF2-40B4-BE49-F238E27FC236}">
                <a16:creationId xmlns:a16="http://schemas.microsoft.com/office/drawing/2014/main" id="{C2F04494-E72F-4BAD-98A3-E1EDB170308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55613" y="4783138"/>
            <a:ext cx="8043862" cy="1414462"/>
          </a:xfrm>
        </p:spPr>
        <p:txBody>
          <a:bodyPr/>
          <a:lstStyle/>
          <a:p>
            <a:pPr eaLnBrk="1" hangingPunct="1"/>
            <a:r>
              <a:rPr lang="en-US" altLang="zh-TW" sz="2400">
                <a:solidFill>
                  <a:srgbClr val="FF0000"/>
                </a:solidFill>
                <a:ea typeface="ＭＳ Ｐゴシック" panose="020B0600070205080204" pitchFamily="34" charset="-128"/>
              </a:rPr>
              <a:t>Ethernet</a:t>
            </a:r>
            <a:r>
              <a:rPr lang="en-US" altLang="zh-TW" sz="2400">
                <a:ea typeface="ＭＳ Ｐゴシック" panose="020B0600070205080204" pitchFamily="34" charset="-128"/>
              </a:rPr>
              <a:t> is by far the most prevalent access technology in corporate, university, and home networks</a:t>
            </a:r>
          </a:p>
          <a:p>
            <a:pPr eaLnBrk="1" hangingPunct="1"/>
            <a:r>
              <a:rPr lang="en-US" altLang="zh-TW" sz="2400">
                <a:ea typeface="新細明體" panose="02020500000000000000" pitchFamily="18" charset="-120"/>
              </a:rPr>
              <a:t>10 Mbps, 100Mbps, 1Gbps, 10Gbps transmission rates</a:t>
            </a:r>
          </a:p>
          <a:p>
            <a:pPr marL="342900" lvl="1" indent="-342900" eaLnBrk="1" hangingPunct="1">
              <a:buSzPct val="65000"/>
              <a:buFont typeface="Wingdings" panose="05000000000000000000" pitchFamily="2" charset="2"/>
              <a:buChar char="v"/>
            </a:pPr>
            <a:r>
              <a:rPr lang="en-US" altLang="zh-TW">
                <a:ea typeface="新細明體" panose="02020500000000000000" pitchFamily="18" charset="-120"/>
              </a:rPr>
              <a:t>today, end systems typically connect into </a:t>
            </a:r>
            <a:r>
              <a:rPr lang="en-US" altLang="zh-TW">
                <a:solidFill>
                  <a:srgbClr val="0070C0"/>
                </a:solidFill>
                <a:ea typeface="新細明體" panose="02020500000000000000" pitchFamily="18" charset="-120"/>
              </a:rPr>
              <a:t>Ethernet switch</a:t>
            </a:r>
          </a:p>
          <a:p>
            <a:pPr eaLnBrk="1" hangingPunct="1"/>
            <a:endParaRPr lang="en-US" altLang="zh-TW" sz="2400">
              <a:ea typeface="ＭＳ Ｐゴシック" panose="020B0600070205080204" pitchFamily="34" charset="-128"/>
            </a:endParaRPr>
          </a:p>
        </p:txBody>
      </p:sp>
      <p:sp>
        <p:nvSpPr>
          <p:cNvPr id="41989" name="Line 2">
            <a:extLst>
              <a:ext uri="{FF2B5EF4-FFF2-40B4-BE49-F238E27FC236}">
                <a16:creationId xmlns:a16="http://schemas.microsoft.com/office/drawing/2014/main" id="{A9555E5A-3D45-44FC-93A9-2B36262E8F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7738" y="3186113"/>
            <a:ext cx="0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1990" name="Line 3">
            <a:extLst>
              <a:ext uri="{FF2B5EF4-FFF2-40B4-BE49-F238E27FC236}">
                <a16:creationId xmlns:a16="http://schemas.microsoft.com/office/drawing/2014/main" id="{64421759-5D6D-4BA2-9192-29FE013CE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6838" y="3194050"/>
            <a:ext cx="0" cy="55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1991" name="Line 4">
            <a:extLst>
              <a:ext uri="{FF2B5EF4-FFF2-40B4-BE49-F238E27FC236}">
                <a16:creationId xmlns:a16="http://schemas.microsoft.com/office/drawing/2014/main" id="{95FCBE91-02D5-4D2C-A5F4-79A06D3833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4488" y="3167063"/>
            <a:ext cx="6969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41992" name="Group 51">
            <a:extLst>
              <a:ext uri="{FF2B5EF4-FFF2-40B4-BE49-F238E27FC236}">
                <a16:creationId xmlns:a16="http://schemas.microsoft.com/office/drawing/2014/main" id="{1ACB6146-2859-4D89-A32E-F950AC5EDA0E}"/>
              </a:ext>
            </a:extLst>
          </p:cNvPr>
          <p:cNvGrpSpPr>
            <a:grpSpLocks/>
          </p:cNvGrpSpPr>
          <p:nvPr/>
        </p:nvGrpSpPr>
        <p:grpSpPr bwMode="auto">
          <a:xfrm>
            <a:off x="2016125" y="2873375"/>
            <a:ext cx="1052513" cy="355600"/>
            <a:chOff x="4410" y="1365"/>
            <a:chExt cx="663" cy="224"/>
          </a:xfrm>
        </p:grpSpPr>
        <p:sp>
          <p:nvSpPr>
            <p:cNvPr id="42180" name="Rectangle 52">
              <a:extLst>
                <a:ext uri="{FF2B5EF4-FFF2-40B4-BE49-F238E27FC236}">
                  <a16:creationId xmlns:a16="http://schemas.microsoft.com/office/drawing/2014/main" id="{68955780-75FE-45AF-AA71-A9F2A0FC6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181" name="AutoShape 53">
              <a:extLst>
                <a:ext uri="{FF2B5EF4-FFF2-40B4-BE49-F238E27FC236}">
                  <a16:creationId xmlns:a16="http://schemas.microsoft.com/office/drawing/2014/main" id="{E5C0FD11-A96E-4BED-B2B5-9A17E64A2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182" name="Freeform 54">
              <a:extLst>
                <a:ext uri="{FF2B5EF4-FFF2-40B4-BE49-F238E27FC236}">
                  <a16:creationId xmlns:a16="http://schemas.microsoft.com/office/drawing/2014/main" id="{52E561BC-2EC2-4DFA-A034-2DB4F2306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83" name="Freeform 55">
              <a:extLst>
                <a:ext uri="{FF2B5EF4-FFF2-40B4-BE49-F238E27FC236}">
                  <a16:creationId xmlns:a16="http://schemas.microsoft.com/office/drawing/2014/main" id="{21AD1A13-15EC-4DBA-A3C4-59142DE64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2904 h 63"/>
                <a:gd name="T2" fmla="*/ 480586 w 280"/>
                <a:gd name="T3" fmla="*/ 2825 h 63"/>
                <a:gd name="T4" fmla="*/ 2836275 w 280"/>
                <a:gd name="T5" fmla="*/ 0 h 63"/>
                <a:gd name="T6" fmla="*/ 362112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2184" name="Freeform 56">
              <a:extLst>
                <a:ext uri="{FF2B5EF4-FFF2-40B4-BE49-F238E27FC236}">
                  <a16:creationId xmlns:a16="http://schemas.microsoft.com/office/drawing/2014/main" id="{FF7AC371-0D3C-4A1F-AB4B-68C34AF27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41993" name="Line 59">
            <a:extLst>
              <a:ext uri="{FF2B5EF4-FFF2-40B4-BE49-F238E27FC236}">
                <a16:creationId xmlns:a16="http://schemas.microsoft.com/office/drawing/2014/main" id="{387BA246-5EE3-4E3B-9198-92C9B6C272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08075" y="2946400"/>
            <a:ext cx="1062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1994" name="Line 61">
            <a:extLst>
              <a:ext uri="{FF2B5EF4-FFF2-40B4-BE49-F238E27FC236}">
                <a16:creationId xmlns:a16="http://schemas.microsoft.com/office/drawing/2014/main" id="{6F21FC7E-8074-4584-B371-891AF5ED0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9188" y="2328863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41995" name="Group 62">
            <a:extLst>
              <a:ext uri="{FF2B5EF4-FFF2-40B4-BE49-F238E27FC236}">
                <a16:creationId xmlns:a16="http://schemas.microsoft.com/office/drawing/2014/main" id="{1845769E-B36C-4074-A8D0-58F709068819}"/>
              </a:ext>
            </a:extLst>
          </p:cNvPr>
          <p:cNvGrpSpPr>
            <a:grpSpLocks/>
          </p:cNvGrpSpPr>
          <p:nvPr/>
        </p:nvGrpSpPr>
        <p:grpSpPr bwMode="auto">
          <a:xfrm>
            <a:off x="2089150" y="1876425"/>
            <a:ext cx="873125" cy="627063"/>
            <a:chOff x="2967" y="478"/>
            <a:chExt cx="788" cy="625"/>
          </a:xfrm>
        </p:grpSpPr>
        <p:pic>
          <p:nvPicPr>
            <p:cNvPr id="42178" name="Picture 63" descr="access_point_stylized_small">
              <a:extLst>
                <a:ext uri="{FF2B5EF4-FFF2-40B4-BE49-F238E27FC236}">
                  <a16:creationId xmlns:a16="http://schemas.microsoft.com/office/drawing/2014/main" id="{E363C1F8-BBE7-4F13-979E-C0D5A352B7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179" name="Picture 64" descr="antenna_radiation_stylized">
              <a:extLst>
                <a:ext uri="{FF2B5EF4-FFF2-40B4-BE49-F238E27FC236}">
                  <a16:creationId xmlns:a16="http://schemas.microsoft.com/office/drawing/2014/main" id="{94470CB7-D556-496F-A7CC-C44525F6F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1996" name="Group 65">
            <a:extLst>
              <a:ext uri="{FF2B5EF4-FFF2-40B4-BE49-F238E27FC236}">
                <a16:creationId xmlns:a16="http://schemas.microsoft.com/office/drawing/2014/main" id="{DD5F82E4-C11A-4185-88D3-1356EEC5FD14}"/>
              </a:ext>
            </a:extLst>
          </p:cNvPr>
          <p:cNvGrpSpPr>
            <a:grpSpLocks/>
          </p:cNvGrpSpPr>
          <p:nvPr/>
        </p:nvGrpSpPr>
        <p:grpSpPr bwMode="auto">
          <a:xfrm>
            <a:off x="2746375" y="1231900"/>
            <a:ext cx="622300" cy="706438"/>
            <a:chOff x="877" y="1008"/>
            <a:chExt cx="2747" cy="2591"/>
          </a:xfrm>
        </p:grpSpPr>
        <p:pic>
          <p:nvPicPr>
            <p:cNvPr id="42155" name="Picture 66" descr="antenna_stylized">
              <a:extLst>
                <a:ext uri="{FF2B5EF4-FFF2-40B4-BE49-F238E27FC236}">
                  <a16:creationId xmlns:a16="http://schemas.microsoft.com/office/drawing/2014/main" id="{9B13B6F8-0C6D-4006-AEF6-E134C4CFF4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156" name="Picture 67" descr="laptop_keyboard">
              <a:extLst>
                <a:ext uri="{FF2B5EF4-FFF2-40B4-BE49-F238E27FC236}">
                  <a16:creationId xmlns:a16="http://schemas.microsoft.com/office/drawing/2014/main" id="{03652682-0579-4E09-B78F-43F3AAE3D2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57" name="Freeform 68">
              <a:extLst>
                <a:ext uri="{FF2B5EF4-FFF2-40B4-BE49-F238E27FC236}">
                  <a16:creationId xmlns:a16="http://schemas.microsoft.com/office/drawing/2014/main" id="{37CAF1D8-9791-4384-908E-9DD1121F8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1 w 2982"/>
                <a:gd name="T5" fmla="*/ 1 h 2442"/>
                <a:gd name="T6" fmla="*/ 1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42158" name="Picture 69" descr="screen">
              <a:extLst>
                <a:ext uri="{FF2B5EF4-FFF2-40B4-BE49-F238E27FC236}">
                  <a16:creationId xmlns:a16="http://schemas.microsoft.com/office/drawing/2014/main" id="{BECB5B48-3FAC-4D6B-A44E-C9718AC938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59" name="Freeform 70">
              <a:extLst>
                <a:ext uri="{FF2B5EF4-FFF2-40B4-BE49-F238E27FC236}">
                  <a16:creationId xmlns:a16="http://schemas.microsoft.com/office/drawing/2014/main" id="{9755BC6F-1ED2-4832-BD75-4EF14123A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 w 2528"/>
                <a:gd name="T3" fmla="*/ 1 h 455"/>
                <a:gd name="T4" fmla="*/ 1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60" name="Freeform 71">
              <a:extLst>
                <a:ext uri="{FF2B5EF4-FFF2-40B4-BE49-F238E27FC236}">
                  <a16:creationId xmlns:a16="http://schemas.microsoft.com/office/drawing/2014/main" id="{E13D0F08-668F-442D-B961-401DB0CBE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61" name="Freeform 72">
              <a:extLst>
                <a:ext uri="{FF2B5EF4-FFF2-40B4-BE49-F238E27FC236}">
                  <a16:creationId xmlns:a16="http://schemas.microsoft.com/office/drawing/2014/main" id="{1B50A35C-AB8D-4558-ADEC-59B44E347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62" name="Freeform 73">
              <a:extLst>
                <a:ext uri="{FF2B5EF4-FFF2-40B4-BE49-F238E27FC236}">
                  <a16:creationId xmlns:a16="http://schemas.microsoft.com/office/drawing/2014/main" id="{B1DD938C-8811-4B2B-8483-E55EE410A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 w 2773"/>
                <a:gd name="T5" fmla="*/ 1 h 738"/>
                <a:gd name="T6" fmla="*/ 1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63" name="Freeform 74">
              <a:extLst>
                <a:ext uri="{FF2B5EF4-FFF2-40B4-BE49-F238E27FC236}">
                  <a16:creationId xmlns:a16="http://schemas.microsoft.com/office/drawing/2014/main" id="{715C42B0-D894-4CA9-9E2B-C444EB155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 w 637"/>
                <a:gd name="T1" fmla="*/ 0 h 1659"/>
                <a:gd name="T2" fmla="*/ 1 w 637"/>
                <a:gd name="T3" fmla="*/ 0 h 1659"/>
                <a:gd name="T4" fmla="*/ 1 w 637"/>
                <a:gd name="T5" fmla="*/ 8 h 1659"/>
                <a:gd name="T6" fmla="*/ 0 w 637"/>
                <a:gd name="T7" fmla="*/ 8 h 1659"/>
                <a:gd name="T8" fmla="*/ 1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64" name="Freeform 75">
              <a:extLst>
                <a:ext uri="{FF2B5EF4-FFF2-40B4-BE49-F238E27FC236}">
                  <a16:creationId xmlns:a16="http://schemas.microsoft.com/office/drawing/2014/main" id="{75BBB1B8-10FB-470D-8B1C-C539BDD8F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4 w 2216"/>
                <a:gd name="T5" fmla="*/ 3 h 550"/>
                <a:gd name="T6" fmla="*/ 4 w 2216"/>
                <a:gd name="T7" fmla="*/ 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42165" name="Group 76">
              <a:extLst>
                <a:ext uri="{FF2B5EF4-FFF2-40B4-BE49-F238E27FC236}">
                  <a16:creationId xmlns:a16="http://schemas.microsoft.com/office/drawing/2014/main" id="{3E56FFDF-0001-4EB6-8C11-B39E77BB82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172" name="Freeform 77">
                <a:extLst>
                  <a:ext uri="{FF2B5EF4-FFF2-40B4-BE49-F238E27FC236}">
                    <a16:creationId xmlns:a16="http://schemas.microsoft.com/office/drawing/2014/main" id="{E680C8E9-520E-45DA-9ABC-7A313DE0DC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73" name="Freeform 78">
                <a:extLst>
                  <a:ext uri="{FF2B5EF4-FFF2-40B4-BE49-F238E27FC236}">
                    <a16:creationId xmlns:a16="http://schemas.microsoft.com/office/drawing/2014/main" id="{40892BEA-4B77-411B-837A-7758C5B6C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74" name="Freeform 79">
                <a:extLst>
                  <a:ext uri="{FF2B5EF4-FFF2-40B4-BE49-F238E27FC236}">
                    <a16:creationId xmlns:a16="http://schemas.microsoft.com/office/drawing/2014/main" id="{557455C5-92AD-447F-8D18-9375075D7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75" name="Freeform 80">
                <a:extLst>
                  <a:ext uri="{FF2B5EF4-FFF2-40B4-BE49-F238E27FC236}">
                    <a16:creationId xmlns:a16="http://schemas.microsoft.com/office/drawing/2014/main" id="{84F5F093-6E79-4886-9393-2C382F39BD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76" name="Freeform 81">
                <a:extLst>
                  <a:ext uri="{FF2B5EF4-FFF2-40B4-BE49-F238E27FC236}">
                    <a16:creationId xmlns:a16="http://schemas.microsoft.com/office/drawing/2014/main" id="{0F4E1CB9-8F90-457F-9444-CB8949349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77" name="Freeform 82">
                <a:extLst>
                  <a:ext uri="{FF2B5EF4-FFF2-40B4-BE49-F238E27FC236}">
                    <a16:creationId xmlns:a16="http://schemas.microsoft.com/office/drawing/2014/main" id="{779CF3F3-EE90-47E3-8C43-948810C092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42166" name="Freeform 83">
              <a:extLst>
                <a:ext uri="{FF2B5EF4-FFF2-40B4-BE49-F238E27FC236}">
                  <a16:creationId xmlns:a16="http://schemas.microsoft.com/office/drawing/2014/main" id="{552ED739-A139-4777-9309-1ADF31A0B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1 h 792"/>
                <a:gd name="T8" fmla="*/ 1 w 990"/>
                <a:gd name="T9" fmla="*/ 1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67" name="Freeform 84">
              <a:extLst>
                <a:ext uri="{FF2B5EF4-FFF2-40B4-BE49-F238E27FC236}">
                  <a16:creationId xmlns:a16="http://schemas.microsoft.com/office/drawing/2014/main" id="{350561CB-F03B-4F29-8EAF-B1755FC09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68" name="Freeform 85">
              <a:extLst>
                <a:ext uri="{FF2B5EF4-FFF2-40B4-BE49-F238E27FC236}">
                  <a16:creationId xmlns:a16="http://schemas.microsoft.com/office/drawing/2014/main" id="{85989D50-80A5-4020-B594-DC7BF9F75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69" name="Freeform 86">
              <a:extLst>
                <a:ext uri="{FF2B5EF4-FFF2-40B4-BE49-F238E27FC236}">
                  <a16:creationId xmlns:a16="http://schemas.microsoft.com/office/drawing/2014/main" id="{FE66C7DA-BD6C-4040-AB2E-DC6F50B4D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70" name="Freeform 87">
              <a:extLst>
                <a:ext uri="{FF2B5EF4-FFF2-40B4-BE49-F238E27FC236}">
                  <a16:creationId xmlns:a16="http://schemas.microsoft.com/office/drawing/2014/main" id="{7C7FCEC8-4B53-4DA5-A3C6-0E989D78D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71" name="Freeform 88">
              <a:extLst>
                <a:ext uri="{FF2B5EF4-FFF2-40B4-BE49-F238E27FC236}">
                  <a16:creationId xmlns:a16="http://schemas.microsoft.com/office/drawing/2014/main" id="{38032658-9B90-47BA-A7D7-EA0131C39AC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1 h 723"/>
                <a:gd name="T6" fmla="*/ 0 w 2532"/>
                <a:gd name="T7" fmla="*/ 1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41997" name="Group 89">
            <a:extLst>
              <a:ext uri="{FF2B5EF4-FFF2-40B4-BE49-F238E27FC236}">
                <a16:creationId xmlns:a16="http://schemas.microsoft.com/office/drawing/2014/main" id="{E98F9C51-CD2F-4EA2-8810-2C08160B643D}"/>
              </a:ext>
            </a:extLst>
          </p:cNvPr>
          <p:cNvGrpSpPr>
            <a:grpSpLocks/>
          </p:cNvGrpSpPr>
          <p:nvPr/>
        </p:nvGrpSpPr>
        <p:grpSpPr bwMode="auto">
          <a:xfrm>
            <a:off x="1216025" y="1511300"/>
            <a:ext cx="566738" cy="625475"/>
            <a:chOff x="877" y="1008"/>
            <a:chExt cx="2747" cy="2591"/>
          </a:xfrm>
        </p:grpSpPr>
        <p:pic>
          <p:nvPicPr>
            <p:cNvPr id="42132" name="Picture 90" descr="antenna_stylized">
              <a:extLst>
                <a:ext uri="{FF2B5EF4-FFF2-40B4-BE49-F238E27FC236}">
                  <a16:creationId xmlns:a16="http://schemas.microsoft.com/office/drawing/2014/main" id="{47BB0A42-11B7-47B2-AD69-B88D32354D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133" name="Picture 91" descr="laptop_keyboard">
              <a:extLst>
                <a:ext uri="{FF2B5EF4-FFF2-40B4-BE49-F238E27FC236}">
                  <a16:creationId xmlns:a16="http://schemas.microsoft.com/office/drawing/2014/main" id="{050F65EE-C9FD-4CAE-B44A-28038EFDD7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34" name="Freeform 92">
              <a:extLst>
                <a:ext uri="{FF2B5EF4-FFF2-40B4-BE49-F238E27FC236}">
                  <a16:creationId xmlns:a16="http://schemas.microsoft.com/office/drawing/2014/main" id="{050352C0-BEB0-4A16-BA5C-315CD9076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1 w 2982"/>
                <a:gd name="T5" fmla="*/ 1 h 2442"/>
                <a:gd name="T6" fmla="*/ 1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42135" name="Picture 93" descr="screen">
              <a:extLst>
                <a:ext uri="{FF2B5EF4-FFF2-40B4-BE49-F238E27FC236}">
                  <a16:creationId xmlns:a16="http://schemas.microsoft.com/office/drawing/2014/main" id="{2F1282BF-F34A-4008-9F5A-1BD54BCCB5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36" name="Freeform 94">
              <a:extLst>
                <a:ext uri="{FF2B5EF4-FFF2-40B4-BE49-F238E27FC236}">
                  <a16:creationId xmlns:a16="http://schemas.microsoft.com/office/drawing/2014/main" id="{D6F53EEF-3760-407D-AC37-C4CFBA2AA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 w 2528"/>
                <a:gd name="T3" fmla="*/ 1 h 455"/>
                <a:gd name="T4" fmla="*/ 1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37" name="Freeform 95">
              <a:extLst>
                <a:ext uri="{FF2B5EF4-FFF2-40B4-BE49-F238E27FC236}">
                  <a16:creationId xmlns:a16="http://schemas.microsoft.com/office/drawing/2014/main" id="{EDB3D966-EA7D-4DD6-8169-CABC4E1C8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38" name="Freeform 96">
              <a:extLst>
                <a:ext uri="{FF2B5EF4-FFF2-40B4-BE49-F238E27FC236}">
                  <a16:creationId xmlns:a16="http://schemas.microsoft.com/office/drawing/2014/main" id="{82E9E473-24CE-4BC4-BF87-ADBC50A2B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39" name="Freeform 97">
              <a:extLst>
                <a:ext uri="{FF2B5EF4-FFF2-40B4-BE49-F238E27FC236}">
                  <a16:creationId xmlns:a16="http://schemas.microsoft.com/office/drawing/2014/main" id="{EB3B8713-2906-4F86-AF74-D50F36C91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 w 2773"/>
                <a:gd name="T5" fmla="*/ 1 h 738"/>
                <a:gd name="T6" fmla="*/ 1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40" name="Freeform 98">
              <a:extLst>
                <a:ext uri="{FF2B5EF4-FFF2-40B4-BE49-F238E27FC236}">
                  <a16:creationId xmlns:a16="http://schemas.microsoft.com/office/drawing/2014/main" id="{D4D56CD7-F4B3-46C5-9086-ACE962E45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 w 637"/>
                <a:gd name="T1" fmla="*/ 0 h 1659"/>
                <a:gd name="T2" fmla="*/ 1 w 637"/>
                <a:gd name="T3" fmla="*/ 0 h 1659"/>
                <a:gd name="T4" fmla="*/ 1 w 637"/>
                <a:gd name="T5" fmla="*/ 8 h 1659"/>
                <a:gd name="T6" fmla="*/ 0 w 637"/>
                <a:gd name="T7" fmla="*/ 8 h 1659"/>
                <a:gd name="T8" fmla="*/ 1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41" name="Freeform 99">
              <a:extLst>
                <a:ext uri="{FF2B5EF4-FFF2-40B4-BE49-F238E27FC236}">
                  <a16:creationId xmlns:a16="http://schemas.microsoft.com/office/drawing/2014/main" id="{1FC60A86-3E57-43EC-A7B9-943E9B3A9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4 w 2216"/>
                <a:gd name="T5" fmla="*/ 3 h 550"/>
                <a:gd name="T6" fmla="*/ 4 w 2216"/>
                <a:gd name="T7" fmla="*/ 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42142" name="Group 100">
              <a:extLst>
                <a:ext uri="{FF2B5EF4-FFF2-40B4-BE49-F238E27FC236}">
                  <a16:creationId xmlns:a16="http://schemas.microsoft.com/office/drawing/2014/main" id="{B009992A-1D6D-448B-994C-C100A3B244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149" name="Freeform 101">
                <a:extLst>
                  <a:ext uri="{FF2B5EF4-FFF2-40B4-BE49-F238E27FC236}">
                    <a16:creationId xmlns:a16="http://schemas.microsoft.com/office/drawing/2014/main" id="{59671F6C-BA7D-41DD-887E-877A8713D3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50" name="Freeform 102">
                <a:extLst>
                  <a:ext uri="{FF2B5EF4-FFF2-40B4-BE49-F238E27FC236}">
                    <a16:creationId xmlns:a16="http://schemas.microsoft.com/office/drawing/2014/main" id="{61CD8F84-71FB-45BF-A9C5-2924EEA93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51" name="Freeform 103">
                <a:extLst>
                  <a:ext uri="{FF2B5EF4-FFF2-40B4-BE49-F238E27FC236}">
                    <a16:creationId xmlns:a16="http://schemas.microsoft.com/office/drawing/2014/main" id="{6AA33C7F-9A9C-4055-88EC-981432F21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52" name="Freeform 104">
                <a:extLst>
                  <a:ext uri="{FF2B5EF4-FFF2-40B4-BE49-F238E27FC236}">
                    <a16:creationId xmlns:a16="http://schemas.microsoft.com/office/drawing/2014/main" id="{D0542D8E-54DF-430B-AEBD-DD7F9FF31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53" name="Freeform 105">
                <a:extLst>
                  <a:ext uri="{FF2B5EF4-FFF2-40B4-BE49-F238E27FC236}">
                    <a16:creationId xmlns:a16="http://schemas.microsoft.com/office/drawing/2014/main" id="{2EA6013B-BEA9-4EE2-922D-575B7ABE3C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54" name="Freeform 106">
                <a:extLst>
                  <a:ext uri="{FF2B5EF4-FFF2-40B4-BE49-F238E27FC236}">
                    <a16:creationId xmlns:a16="http://schemas.microsoft.com/office/drawing/2014/main" id="{816A2265-D96F-4924-B84A-2AACB3E3F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42143" name="Freeform 107">
              <a:extLst>
                <a:ext uri="{FF2B5EF4-FFF2-40B4-BE49-F238E27FC236}">
                  <a16:creationId xmlns:a16="http://schemas.microsoft.com/office/drawing/2014/main" id="{D2DFD477-F87D-46E2-9AA4-5395393A0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1 h 792"/>
                <a:gd name="T8" fmla="*/ 1 w 990"/>
                <a:gd name="T9" fmla="*/ 1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44" name="Freeform 108">
              <a:extLst>
                <a:ext uri="{FF2B5EF4-FFF2-40B4-BE49-F238E27FC236}">
                  <a16:creationId xmlns:a16="http://schemas.microsoft.com/office/drawing/2014/main" id="{36560AC8-4560-4180-B9B9-1E3F82E85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45" name="Freeform 109">
              <a:extLst>
                <a:ext uri="{FF2B5EF4-FFF2-40B4-BE49-F238E27FC236}">
                  <a16:creationId xmlns:a16="http://schemas.microsoft.com/office/drawing/2014/main" id="{7A89C2E4-A0E3-40D3-855B-E3DCE910E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46" name="Freeform 110">
              <a:extLst>
                <a:ext uri="{FF2B5EF4-FFF2-40B4-BE49-F238E27FC236}">
                  <a16:creationId xmlns:a16="http://schemas.microsoft.com/office/drawing/2014/main" id="{95A961D7-D0A5-4A4F-A5CD-B92066D09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47" name="Freeform 111">
              <a:extLst>
                <a:ext uri="{FF2B5EF4-FFF2-40B4-BE49-F238E27FC236}">
                  <a16:creationId xmlns:a16="http://schemas.microsoft.com/office/drawing/2014/main" id="{2BD33645-4CD0-435E-8C15-BBA9EC46A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48" name="Freeform 112">
              <a:extLst>
                <a:ext uri="{FF2B5EF4-FFF2-40B4-BE49-F238E27FC236}">
                  <a16:creationId xmlns:a16="http://schemas.microsoft.com/office/drawing/2014/main" id="{4E5EB998-DDA4-4C7E-9A05-EEE9D165D5D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1 h 723"/>
                <a:gd name="T6" fmla="*/ 0 w 2532"/>
                <a:gd name="T7" fmla="*/ 1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41998" name="Group 113">
            <a:extLst>
              <a:ext uri="{FF2B5EF4-FFF2-40B4-BE49-F238E27FC236}">
                <a16:creationId xmlns:a16="http://schemas.microsoft.com/office/drawing/2014/main" id="{8992C9B4-6A2E-439F-906F-B42FAE0AD7E9}"/>
              </a:ext>
            </a:extLst>
          </p:cNvPr>
          <p:cNvGrpSpPr>
            <a:grpSpLocks/>
          </p:cNvGrpSpPr>
          <p:nvPr/>
        </p:nvGrpSpPr>
        <p:grpSpPr bwMode="auto">
          <a:xfrm>
            <a:off x="1963738" y="1203325"/>
            <a:ext cx="635000" cy="615950"/>
            <a:chOff x="877" y="1008"/>
            <a:chExt cx="2747" cy="2591"/>
          </a:xfrm>
        </p:grpSpPr>
        <p:pic>
          <p:nvPicPr>
            <p:cNvPr id="42109" name="Picture 114" descr="antenna_stylized">
              <a:extLst>
                <a:ext uri="{FF2B5EF4-FFF2-40B4-BE49-F238E27FC236}">
                  <a16:creationId xmlns:a16="http://schemas.microsoft.com/office/drawing/2014/main" id="{9FBA7861-DE57-4BA7-9E68-EA5E1D9561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110" name="Picture 115" descr="laptop_keyboard">
              <a:extLst>
                <a:ext uri="{FF2B5EF4-FFF2-40B4-BE49-F238E27FC236}">
                  <a16:creationId xmlns:a16="http://schemas.microsoft.com/office/drawing/2014/main" id="{DE2D8E0F-35DF-49B3-B3F8-95BE4B8FC6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11" name="Freeform 116">
              <a:extLst>
                <a:ext uri="{FF2B5EF4-FFF2-40B4-BE49-F238E27FC236}">
                  <a16:creationId xmlns:a16="http://schemas.microsoft.com/office/drawing/2014/main" id="{35DC2B18-7A45-4005-94A6-CEA8CA2DF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1 w 2982"/>
                <a:gd name="T5" fmla="*/ 1 h 2442"/>
                <a:gd name="T6" fmla="*/ 1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42112" name="Picture 117" descr="screen">
              <a:extLst>
                <a:ext uri="{FF2B5EF4-FFF2-40B4-BE49-F238E27FC236}">
                  <a16:creationId xmlns:a16="http://schemas.microsoft.com/office/drawing/2014/main" id="{8A994381-FE24-41F1-9F48-2DD959DB6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13" name="Freeform 118">
              <a:extLst>
                <a:ext uri="{FF2B5EF4-FFF2-40B4-BE49-F238E27FC236}">
                  <a16:creationId xmlns:a16="http://schemas.microsoft.com/office/drawing/2014/main" id="{41BFA513-DF6B-4F24-BD5E-B95CCAD0B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 w 2528"/>
                <a:gd name="T3" fmla="*/ 1 h 455"/>
                <a:gd name="T4" fmla="*/ 1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14" name="Freeform 119">
              <a:extLst>
                <a:ext uri="{FF2B5EF4-FFF2-40B4-BE49-F238E27FC236}">
                  <a16:creationId xmlns:a16="http://schemas.microsoft.com/office/drawing/2014/main" id="{5FF1D02C-1142-4518-BEB4-B6E513A50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15" name="Freeform 120">
              <a:extLst>
                <a:ext uri="{FF2B5EF4-FFF2-40B4-BE49-F238E27FC236}">
                  <a16:creationId xmlns:a16="http://schemas.microsoft.com/office/drawing/2014/main" id="{EB96BBF3-6D90-4F67-B936-CFF02809F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16" name="Freeform 121">
              <a:extLst>
                <a:ext uri="{FF2B5EF4-FFF2-40B4-BE49-F238E27FC236}">
                  <a16:creationId xmlns:a16="http://schemas.microsoft.com/office/drawing/2014/main" id="{12DAF587-74C0-42C8-BB9F-299BFD876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 w 2773"/>
                <a:gd name="T5" fmla="*/ 1 h 738"/>
                <a:gd name="T6" fmla="*/ 1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17" name="Freeform 122">
              <a:extLst>
                <a:ext uri="{FF2B5EF4-FFF2-40B4-BE49-F238E27FC236}">
                  <a16:creationId xmlns:a16="http://schemas.microsoft.com/office/drawing/2014/main" id="{C76A4A1D-E4C8-4083-898F-48322664A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 w 637"/>
                <a:gd name="T1" fmla="*/ 0 h 1659"/>
                <a:gd name="T2" fmla="*/ 1 w 637"/>
                <a:gd name="T3" fmla="*/ 0 h 1659"/>
                <a:gd name="T4" fmla="*/ 1 w 637"/>
                <a:gd name="T5" fmla="*/ 8 h 1659"/>
                <a:gd name="T6" fmla="*/ 0 w 637"/>
                <a:gd name="T7" fmla="*/ 8 h 1659"/>
                <a:gd name="T8" fmla="*/ 1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18" name="Freeform 123">
              <a:extLst>
                <a:ext uri="{FF2B5EF4-FFF2-40B4-BE49-F238E27FC236}">
                  <a16:creationId xmlns:a16="http://schemas.microsoft.com/office/drawing/2014/main" id="{51F0E6FF-A1B3-4A8D-891B-E694E980B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4 w 2216"/>
                <a:gd name="T5" fmla="*/ 3 h 550"/>
                <a:gd name="T6" fmla="*/ 4 w 2216"/>
                <a:gd name="T7" fmla="*/ 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42119" name="Group 124">
              <a:extLst>
                <a:ext uri="{FF2B5EF4-FFF2-40B4-BE49-F238E27FC236}">
                  <a16:creationId xmlns:a16="http://schemas.microsoft.com/office/drawing/2014/main" id="{1C6ACF40-8D31-49F8-862C-C38E5FE915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126" name="Freeform 125">
                <a:extLst>
                  <a:ext uri="{FF2B5EF4-FFF2-40B4-BE49-F238E27FC236}">
                    <a16:creationId xmlns:a16="http://schemas.microsoft.com/office/drawing/2014/main" id="{806DF5C0-FC0A-4ACE-863B-E37D77658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27" name="Freeform 126">
                <a:extLst>
                  <a:ext uri="{FF2B5EF4-FFF2-40B4-BE49-F238E27FC236}">
                    <a16:creationId xmlns:a16="http://schemas.microsoft.com/office/drawing/2014/main" id="{4D70DF66-C695-4093-B4F4-32784C8BD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28" name="Freeform 127">
                <a:extLst>
                  <a:ext uri="{FF2B5EF4-FFF2-40B4-BE49-F238E27FC236}">
                    <a16:creationId xmlns:a16="http://schemas.microsoft.com/office/drawing/2014/main" id="{0C398EB8-B70C-4E40-B4D5-B15E35073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29" name="Freeform 128">
                <a:extLst>
                  <a:ext uri="{FF2B5EF4-FFF2-40B4-BE49-F238E27FC236}">
                    <a16:creationId xmlns:a16="http://schemas.microsoft.com/office/drawing/2014/main" id="{653664B7-540A-4EDF-AE77-04735243E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30" name="Freeform 129">
                <a:extLst>
                  <a:ext uri="{FF2B5EF4-FFF2-40B4-BE49-F238E27FC236}">
                    <a16:creationId xmlns:a16="http://schemas.microsoft.com/office/drawing/2014/main" id="{332E8BFB-2FB4-47D7-9EFC-2EEAA9055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31" name="Freeform 130">
                <a:extLst>
                  <a:ext uri="{FF2B5EF4-FFF2-40B4-BE49-F238E27FC236}">
                    <a16:creationId xmlns:a16="http://schemas.microsoft.com/office/drawing/2014/main" id="{A79F3F07-061F-4C49-AA83-0678F66F9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42120" name="Freeform 131">
              <a:extLst>
                <a:ext uri="{FF2B5EF4-FFF2-40B4-BE49-F238E27FC236}">
                  <a16:creationId xmlns:a16="http://schemas.microsoft.com/office/drawing/2014/main" id="{05DA8CB4-1174-4846-9C73-09ABE588C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1 h 792"/>
                <a:gd name="T8" fmla="*/ 1 w 990"/>
                <a:gd name="T9" fmla="*/ 1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21" name="Freeform 132">
              <a:extLst>
                <a:ext uri="{FF2B5EF4-FFF2-40B4-BE49-F238E27FC236}">
                  <a16:creationId xmlns:a16="http://schemas.microsoft.com/office/drawing/2014/main" id="{BE61A9DF-3071-4B7C-BEEE-50717214D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22" name="Freeform 133">
              <a:extLst>
                <a:ext uri="{FF2B5EF4-FFF2-40B4-BE49-F238E27FC236}">
                  <a16:creationId xmlns:a16="http://schemas.microsoft.com/office/drawing/2014/main" id="{94D67701-AA1E-4D2F-BD96-141BDAF23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23" name="Freeform 134">
              <a:extLst>
                <a:ext uri="{FF2B5EF4-FFF2-40B4-BE49-F238E27FC236}">
                  <a16:creationId xmlns:a16="http://schemas.microsoft.com/office/drawing/2014/main" id="{9E978005-46F6-4034-B993-E6058D3EC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24" name="Freeform 135">
              <a:extLst>
                <a:ext uri="{FF2B5EF4-FFF2-40B4-BE49-F238E27FC236}">
                  <a16:creationId xmlns:a16="http://schemas.microsoft.com/office/drawing/2014/main" id="{CB99EF7D-B50A-4249-8B89-AD2CC0758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25" name="Freeform 136">
              <a:extLst>
                <a:ext uri="{FF2B5EF4-FFF2-40B4-BE49-F238E27FC236}">
                  <a16:creationId xmlns:a16="http://schemas.microsoft.com/office/drawing/2014/main" id="{C54D269E-8E27-41F2-819E-9AA1C77E972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1 h 723"/>
                <a:gd name="T6" fmla="*/ 0 w 2532"/>
                <a:gd name="T7" fmla="*/ 1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41999" name="Group 296">
            <a:extLst>
              <a:ext uri="{FF2B5EF4-FFF2-40B4-BE49-F238E27FC236}">
                <a16:creationId xmlns:a16="http://schemas.microsoft.com/office/drawing/2014/main" id="{5A3F4D92-1609-4391-B095-778F77E51F74}"/>
              </a:ext>
            </a:extLst>
          </p:cNvPr>
          <p:cNvGrpSpPr>
            <a:grpSpLocks/>
          </p:cNvGrpSpPr>
          <p:nvPr/>
        </p:nvGrpSpPr>
        <p:grpSpPr bwMode="auto">
          <a:xfrm>
            <a:off x="4429125" y="1851025"/>
            <a:ext cx="1166813" cy="479425"/>
            <a:chOff x="2356" y="1300"/>
            <a:chExt cx="555" cy="194"/>
          </a:xfrm>
        </p:grpSpPr>
        <p:sp>
          <p:nvSpPr>
            <p:cNvPr id="42101" name="Oval 407">
              <a:extLst>
                <a:ext uri="{FF2B5EF4-FFF2-40B4-BE49-F238E27FC236}">
                  <a16:creationId xmlns:a16="http://schemas.microsoft.com/office/drawing/2014/main" id="{6742BAF7-36C4-439E-87B2-F80F47046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42102" name="Rectangle 410">
              <a:extLst>
                <a:ext uri="{FF2B5EF4-FFF2-40B4-BE49-F238E27FC236}">
                  <a16:creationId xmlns:a16="http://schemas.microsoft.com/office/drawing/2014/main" id="{40DFC520-2331-4C2B-B804-CC4BE607E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42103" name="Oval 411">
              <a:extLst>
                <a:ext uri="{FF2B5EF4-FFF2-40B4-BE49-F238E27FC236}">
                  <a16:creationId xmlns:a16="http://schemas.microsoft.com/office/drawing/2014/main" id="{8DFDB6E1-EA27-47C4-906C-E623A0AC1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42104" name="Group 300">
              <a:extLst>
                <a:ext uri="{FF2B5EF4-FFF2-40B4-BE49-F238E27FC236}">
                  <a16:creationId xmlns:a16="http://schemas.microsoft.com/office/drawing/2014/main" id="{B39626BB-A459-4CF8-A931-1E706F77C1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2107" name="Freeform 301">
                <a:extLst>
                  <a:ext uri="{FF2B5EF4-FFF2-40B4-BE49-F238E27FC236}">
                    <a16:creationId xmlns:a16="http://schemas.microsoft.com/office/drawing/2014/main" id="{5B1C816E-C798-4AE6-B25D-98D139DC46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2108" name="Freeform 302">
                <a:extLst>
                  <a:ext uri="{FF2B5EF4-FFF2-40B4-BE49-F238E27FC236}">
                    <a16:creationId xmlns:a16="http://schemas.microsoft.com/office/drawing/2014/main" id="{0FC6F038-CA01-4AA6-B033-8335E4E53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42105" name="Line 303">
              <a:extLst>
                <a:ext uri="{FF2B5EF4-FFF2-40B4-BE49-F238E27FC236}">
                  <a16:creationId xmlns:a16="http://schemas.microsoft.com/office/drawing/2014/main" id="{667EA1FA-7A29-48CA-8836-C8B5CC80A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106" name="Line 304">
              <a:extLst>
                <a:ext uri="{FF2B5EF4-FFF2-40B4-BE49-F238E27FC236}">
                  <a16:creationId xmlns:a16="http://schemas.microsoft.com/office/drawing/2014/main" id="{4045E9B2-3764-419F-89DA-B71A51164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42000" name="Line 305">
            <a:extLst>
              <a:ext uri="{FF2B5EF4-FFF2-40B4-BE49-F238E27FC236}">
                <a16:creationId xmlns:a16="http://schemas.microsoft.com/office/drawing/2014/main" id="{73A0B048-4F34-4D5B-BACE-71F70A197E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8125" y="2111375"/>
            <a:ext cx="1668463" cy="7667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2001" name="Line 306">
            <a:extLst>
              <a:ext uri="{FF2B5EF4-FFF2-40B4-BE49-F238E27FC236}">
                <a16:creationId xmlns:a16="http://schemas.microsoft.com/office/drawing/2014/main" id="{1F7F9DF1-8B11-4FED-880D-7D4E5560E5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4225" y="3005138"/>
            <a:ext cx="0" cy="652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2002" name="Line 340">
            <a:extLst>
              <a:ext uri="{FF2B5EF4-FFF2-40B4-BE49-F238E27FC236}">
                <a16:creationId xmlns:a16="http://schemas.microsoft.com/office/drawing/2014/main" id="{A12D8D99-2A3B-407C-AE84-40AA373BA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5225" y="2997200"/>
            <a:ext cx="0" cy="652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42003" name="Group 230">
            <a:extLst>
              <a:ext uri="{FF2B5EF4-FFF2-40B4-BE49-F238E27FC236}">
                <a16:creationId xmlns:a16="http://schemas.microsoft.com/office/drawing/2014/main" id="{AAC4D0D5-F30E-4788-8B89-67815092E3A7}"/>
              </a:ext>
            </a:extLst>
          </p:cNvPr>
          <p:cNvGrpSpPr>
            <a:grpSpLocks/>
          </p:cNvGrpSpPr>
          <p:nvPr/>
        </p:nvGrpSpPr>
        <p:grpSpPr bwMode="auto">
          <a:xfrm>
            <a:off x="4432300" y="3616325"/>
            <a:ext cx="365125" cy="766763"/>
            <a:chOff x="4140" y="429"/>
            <a:chExt cx="1425" cy="2396"/>
          </a:xfrm>
        </p:grpSpPr>
        <p:sp>
          <p:nvSpPr>
            <p:cNvPr id="42069" name="Freeform 231">
              <a:extLst>
                <a:ext uri="{FF2B5EF4-FFF2-40B4-BE49-F238E27FC236}">
                  <a16:creationId xmlns:a16="http://schemas.microsoft.com/office/drawing/2014/main" id="{FAFFFDB6-44B0-4CA5-9916-858EB2D9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70" name="Rectangle 232">
              <a:extLst>
                <a:ext uri="{FF2B5EF4-FFF2-40B4-BE49-F238E27FC236}">
                  <a16:creationId xmlns:a16="http://schemas.microsoft.com/office/drawing/2014/main" id="{4CFB7602-2491-403F-A078-6219095AD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71" name="Freeform 233">
              <a:extLst>
                <a:ext uri="{FF2B5EF4-FFF2-40B4-BE49-F238E27FC236}">
                  <a16:creationId xmlns:a16="http://schemas.microsoft.com/office/drawing/2014/main" id="{47D56C03-DE49-4189-9C23-E5EE4CA05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72" name="Freeform 234">
              <a:extLst>
                <a:ext uri="{FF2B5EF4-FFF2-40B4-BE49-F238E27FC236}">
                  <a16:creationId xmlns:a16="http://schemas.microsoft.com/office/drawing/2014/main" id="{5B7060CB-489A-477E-9A6B-4C5E6CA04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73" name="Rectangle 235">
              <a:extLst>
                <a:ext uri="{FF2B5EF4-FFF2-40B4-BE49-F238E27FC236}">
                  <a16:creationId xmlns:a16="http://schemas.microsoft.com/office/drawing/2014/main" id="{3E5AA82F-32C8-439A-B9BB-85C1A0131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42074" name="Group 236">
              <a:extLst>
                <a:ext uri="{FF2B5EF4-FFF2-40B4-BE49-F238E27FC236}">
                  <a16:creationId xmlns:a16="http://schemas.microsoft.com/office/drawing/2014/main" id="{78B11F69-A191-46E1-B747-A08F8B64EE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099" name="AutoShape 237">
                <a:extLst>
                  <a:ext uri="{FF2B5EF4-FFF2-40B4-BE49-F238E27FC236}">
                    <a16:creationId xmlns:a16="http://schemas.microsoft.com/office/drawing/2014/main" id="{A04EA3C7-F8A9-4229-9757-58706147C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2100" name="AutoShape 238">
                <a:extLst>
                  <a:ext uri="{FF2B5EF4-FFF2-40B4-BE49-F238E27FC236}">
                    <a16:creationId xmlns:a16="http://schemas.microsoft.com/office/drawing/2014/main" id="{B480CB88-1B06-433D-B158-304E3FFB89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2075" name="Rectangle 239">
              <a:extLst>
                <a:ext uri="{FF2B5EF4-FFF2-40B4-BE49-F238E27FC236}">
                  <a16:creationId xmlns:a16="http://schemas.microsoft.com/office/drawing/2014/main" id="{C4B5A1FF-201C-428D-B9EC-A632CE807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42076" name="Group 240">
              <a:extLst>
                <a:ext uri="{FF2B5EF4-FFF2-40B4-BE49-F238E27FC236}">
                  <a16:creationId xmlns:a16="http://schemas.microsoft.com/office/drawing/2014/main" id="{5A81B260-45A4-445E-AFBD-8DCD530EC1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097" name="AutoShape 241">
                <a:extLst>
                  <a:ext uri="{FF2B5EF4-FFF2-40B4-BE49-F238E27FC236}">
                    <a16:creationId xmlns:a16="http://schemas.microsoft.com/office/drawing/2014/main" id="{D0482F62-4DC7-423C-A3B1-F07A71DA10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2098" name="AutoShape 242">
                <a:extLst>
                  <a:ext uri="{FF2B5EF4-FFF2-40B4-BE49-F238E27FC236}">
                    <a16:creationId xmlns:a16="http://schemas.microsoft.com/office/drawing/2014/main" id="{12834B82-731F-46F0-81FF-99B9A49E4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2077" name="Rectangle 243">
              <a:extLst>
                <a:ext uri="{FF2B5EF4-FFF2-40B4-BE49-F238E27FC236}">
                  <a16:creationId xmlns:a16="http://schemas.microsoft.com/office/drawing/2014/main" id="{88B235D9-C7C0-447B-B38E-5B80CCCD3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78" name="Rectangle 244">
              <a:extLst>
                <a:ext uri="{FF2B5EF4-FFF2-40B4-BE49-F238E27FC236}">
                  <a16:creationId xmlns:a16="http://schemas.microsoft.com/office/drawing/2014/main" id="{96C4D1C7-3C0E-43EF-AB6F-E22BFC8EC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42079" name="Group 245">
              <a:extLst>
                <a:ext uri="{FF2B5EF4-FFF2-40B4-BE49-F238E27FC236}">
                  <a16:creationId xmlns:a16="http://schemas.microsoft.com/office/drawing/2014/main" id="{7D638397-F2ED-4A9A-AD8D-F912ACEDD3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095" name="AutoShape 246">
                <a:extLst>
                  <a:ext uri="{FF2B5EF4-FFF2-40B4-BE49-F238E27FC236}">
                    <a16:creationId xmlns:a16="http://schemas.microsoft.com/office/drawing/2014/main" id="{41036F01-7419-4CC3-8076-FDCDFC407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2096" name="AutoShape 247">
                <a:extLst>
                  <a:ext uri="{FF2B5EF4-FFF2-40B4-BE49-F238E27FC236}">
                    <a16:creationId xmlns:a16="http://schemas.microsoft.com/office/drawing/2014/main" id="{06087E88-37F4-4409-9487-B54121362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2080" name="Freeform 248">
              <a:extLst>
                <a:ext uri="{FF2B5EF4-FFF2-40B4-BE49-F238E27FC236}">
                  <a16:creationId xmlns:a16="http://schemas.microsoft.com/office/drawing/2014/main" id="{6132A999-E995-4ABC-B9F8-D24CB841F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42081" name="Group 249">
              <a:extLst>
                <a:ext uri="{FF2B5EF4-FFF2-40B4-BE49-F238E27FC236}">
                  <a16:creationId xmlns:a16="http://schemas.microsoft.com/office/drawing/2014/main" id="{D4C6362E-863E-4699-A0AB-B9FEA89B90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2093" name="AutoShape 250">
                <a:extLst>
                  <a:ext uri="{FF2B5EF4-FFF2-40B4-BE49-F238E27FC236}">
                    <a16:creationId xmlns:a16="http://schemas.microsoft.com/office/drawing/2014/main" id="{268C5BA5-8279-4973-AE94-DF63BC9D4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2094" name="AutoShape 251">
                <a:extLst>
                  <a:ext uri="{FF2B5EF4-FFF2-40B4-BE49-F238E27FC236}">
                    <a16:creationId xmlns:a16="http://schemas.microsoft.com/office/drawing/2014/main" id="{11900835-ACEA-4E72-8F8A-A69A6BF14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2082" name="Rectangle 252">
              <a:extLst>
                <a:ext uri="{FF2B5EF4-FFF2-40B4-BE49-F238E27FC236}">
                  <a16:creationId xmlns:a16="http://schemas.microsoft.com/office/drawing/2014/main" id="{00AE8D0B-96DE-460A-BEB1-24ED4DE66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83" name="Freeform 253">
              <a:extLst>
                <a:ext uri="{FF2B5EF4-FFF2-40B4-BE49-F238E27FC236}">
                  <a16:creationId xmlns:a16="http://schemas.microsoft.com/office/drawing/2014/main" id="{641CC6A4-39D0-4B77-B040-015848147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84" name="Freeform 254">
              <a:extLst>
                <a:ext uri="{FF2B5EF4-FFF2-40B4-BE49-F238E27FC236}">
                  <a16:creationId xmlns:a16="http://schemas.microsoft.com/office/drawing/2014/main" id="{9E758B03-CDAA-45D1-983A-5F5C06B83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85" name="Oval 255">
              <a:extLst>
                <a:ext uri="{FF2B5EF4-FFF2-40B4-BE49-F238E27FC236}">
                  <a16:creationId xmlns:a16="http://schemas.microsoft.com/office/drawing/2014/main" id="{9F5A8954-158D-4823-92F3-D173F1010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86" name="Freeform 256">
              <a:extLst>
                <a:ext uri="{FF2B5EF4-FFF2-40B4-BE49-F238E27FC236}">
                  <a16:creationId xmlns:a16="http://schemas.microsoft.com/office/drawing/2014/main" id="{425C7EC2-B7DA-41BE-A0E5-9C3B5E414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87" name="AutoShape 257">
              <a:extLst>
                <a:ext uri="{FF2B5EF4-FFF2-40B4-BE49-F238E27FC236}">
                  <a16:creationId xmlns:a16="http://schemas.microsoft.com/office/drawing/2014/main" id="{5A055F46-D583-4D8A-86E4-17222EE0D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88" name="AutoShape 258">
              <a:extLst>
                <a:ext uri="{FF2B5EF4-FFF2-40B4-BE49-F238E27FC236}">
                  <a16:creationId xmlns:a16="http://schemas.microsoft.com/office/drawing/2014/main" id="{C799FF28-F557-44E7-942B-7AB88A195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89" name="Oval 259">
              <a:extLst>
                <a:ext uri="{FF2B5EF4-FFF2-40B4-BE49-F238E27FC236}">
                  <a16:creationId xmlns:a16="http://schemas.microsoft.com/office/drawing/2014/main" id="{A395C49A-8523-43A0-A752-05B500E57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90" name="Oval 260">
              <a:extLst>
                <a:ext uri="{FF2B5EF4-FFF2-40B4-BE49-F238E27FC236}">
                  <a16:creationId xmlns:a16="http://schemas.microsoft.com/office/drawing/2014/main" id="{FCC8FB4C-C00A-433C-B86E-0E1623B17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91" name="Oval 261">
              <a:extLst>
                <a:ext uri="{FF2B5EF4-FFF2-40B4-BE49-F238E27FC236}">
                  <a16:creationId xmlns:a16="http://schemas.microsoft.com/office/drawing/2014/main" id="{E571D298-18D3-4CA9-8914-375E5DF1A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92" name="Rectangle 262">
              <a:extLst>
                <a:ext uri="{FF2B5EF4-FFF2-40B4-BE49-F238E27FC236}">
                  <a16:creationId xmlns:a16="http://schemas.microsoft.com/office/drawing/2014/main" id="{4AED81E2-8324-4D7F-B9D4-4BC8AA638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sp>
        <p:nvSpPr>
          <p:cNvPr id="42004" name="Line 342">
            <a:extLst>
              <a:ext uri="{FF2B5EF4-FFF2-40B4-BE49-F238E27FC236}">
                <a16:creationId xmlns:a16="http://schemas.microsoft.com/office/drawing/2014/main" id="{7302A531-6FFD-4C87-A12C-14C42E42D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7838" y="3208338"/>
            <a:ext cx="503237" cy="331787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2005" name="Text Box 343">
            <a:extLst>
              <a:ext uri="{FF2B5EF4-FFF2-40B4-BE49-F238E27FC236}">
                <a16:creationId xmlns:a16="http://schemas.microsoft.com/office/drawing/2014/main" id="{79012E96-50DC-4AD3-83A6-D3ACB4E6F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175" y="3538538"/>
            <a:ext cx="12128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Ethernet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switch</a:t>
            </a:r>
          </a:p>
        </p:txBody>
      </p:sp>
      <p:sp>
        <p:nvSpPr>
          <p:cNvPr id="42006" name="Line 344">
            <a:extLst>
              <a:ext uri="{FF2B5EF4-FFF2-40B4-BE49-F238E27FC236}">
                <a16:creationId xmlns:a16="http://schemas.microsoft.com/office/drawing/2014/main" id="{29C98273-A13F-4947-8A48-01333FBCB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7013" y="3954463"/>
            <a:ext cx="525462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2007" name="Text Box 345">
            <a:extLst>
              <a:ext uri="{FF2B5EF4-FFF2-40B4-BE49-F238E27FC236}">
                <a16:creationId xmlns:a16="http://schemas.microsoft.com/office/drawing/2014/main" id="{6F79478D-1579-4742-8E09-37F814230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75" y="3552825"/>
            <a:ext cx="20621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institutional mail,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web servers</a:t>
            </a:r>
          </a:p>
        </p:txBody>
      </p:sp>
      <p:sp>
        <p:nvSpPr>
          <p:cNvPr id="42008" name="Text Box 346">
            <a:extLst>
              <a:ext uri="{FF2B5EF4-FFF2-40B4-BE49-F238E27FC236}">
                <a16:creationId xmlns:a16="http://schemas.microsoft.com/office/drawing/2014/main" id="{D87FA26C-E5AD-44CF-B30E-BF312BFF0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538" y="2986088"/>
            <a:ext cx="21875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institutional router</a:t>
            </a:r>
          </a:p>
        </p:txBody>
      </p:sp>
      <p:sp>
        <p:nvSpPr>
          <p:cNvPr id="42009" name="Line 347">
            <a:extLst>
              <a:ext uri="{FF2B5EF4-FFF2-40B4-BE49-F238E27FC236}">
                <a16:creationId xmlns:a16="http://schemas.microsoft.com/office/drawing/2014/main" id="{296B2851-D2E9-4F84-88E6-141774EFA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5450" y="2368550"/>
            <a:ext cx="1006475" cy="6635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2010" name="Line 348">
            <a:extLst>
              <a:ext uri="{FF2B5EF4-FFF2-40B4-BE49-F238E27FC236}">
                <a16:creationId xmlns:a16="http://schemas.microsoft.com/office/drawing/2014/main" id="{E30ECA20-A489-402A-B0E5-762485A5D1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475" y="2032000"/>
            <a:ext cx="971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2011" name="Line 349">
            <a:extLst>
              <a:ext uri="{FF2B5EF4-FFF2-40B4-BE49-F238E27FC236}">
                <a16:creationId xmlns:a16="http://schemas.microsoft.com/office/drawing/2014/main" id="{FB69D838-2111-418B-8979-E73E3B02A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8763" y="2028825"/>
            <a:ext cx="97155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2012" name="Line 350">
            <a:extLst>
              <a:ext uri="{FF2B5EF4-FFF2-40B4-BE49-F238E27FC236}">
                <a16:creationId xmlns:a16="http://schemas.microsoft.com/office/drawing/2014/main" id="{1EDF48FA-A499-4B84-82F4-6A8375404A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9163" y="2117725"/>
            <a:ext cx="503237" cy="33178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2013" name="Text Box 351">
            <a:extLst>
              <a:ext uri="{FF2B5EF4-FFF2-40B4-BE49-F238E27FC236}">
                <a16:creationId xmlns:a16="http://schemas.microsoft.com/office/drawing/2014/main" id="{43DE72EC-6A2A-4E7B-BB5E-04228BDE6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413" y="2320925"/>
            <a:ext cx="2259012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institutional link to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ISP (Internet)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</p:txBody>
      </p:sp>
      <p:grpSp>
        <p:nvGrpSpPr>
          <p:cNvPr id="42014" name="Group 353">
            <a:extLst>
              <a:ext uri="{FF2B5EF4-FFF2-40B4-BE49-F238E27FC236}">
                <a16:creationId xmlns:a16="http://schemas.microsoft.com/office/drawing/2014/main" id="{CD889B75-482F-45F6-B1EE-B201F71E25C9}"/>
              </a:ext>
            </a:extLst>
          </p:cNvPr>
          <p:cNvGrpSpPr>
            <a:grpSpLocks/>
          </p:cNvGrpSpPr>
          <p:nvPr/>
        </p:nvGrpSpPr>
        <p:grpSpPr bwMode="auto">
          <a:xfrm>
            <a:off x="4397375" y="2636838"/>
            <a:ext cx="1052513" cy="355600"/>
            <a:chOff x="4410" y="1365"/>
            <a:chExt cx="663" cy="224"/>
          </a:xfrm>
        </p:grpSpPr>
        <p:sp>
          <p:nvSpPr>
            <p:cNvPr id="42064" name="Rectangle 354">
              <a:extLst>
                <a:ext uri="{FF2B5EF4-FFF2-40B4-BE49-F238E27FC236}">
                  <a16:creationId xmlns:a16="http://schemas.microsoft.com/office/drawing/2014/main" id="{F637EEAB-4814-43E3-8398-FB76A29C3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65" name="AutoShape 355">
              <a:extLst>
                <a:ext uri="{FF2B5EF4-FFF2-40B4-BE49-F238E27FC236}">
                  <a16:creationId xmlns:a16="http://schemas.microsoft.com/office/drawing/2014/main" id="{4BD0DE89-4EC1-456C-B4FF-C339ABB45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66" name="Freeform 356">
              <a:extLst>
                <a:ext uri="{FF2B5EF4-FFF2-40B4-BE49-F238E27FC236}">
                  <a16:creationId xmlns:a16="http://schemas.microsoft.com/office/drawing/2014/main" id="{E102FA95-E6DF-4F5A-8A34-0CD6A53A5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67" name="Freeform 357">
              <a:extLst>
                <a:ext uri="{FF2B5EF4-FFF2-40B4-BE49-F238E27FC236}">
                  <a16:creationId xmlns:a16="http://schemas.microsoft.com/office/drawing/2014/main" id="{4DE3C7B9-83BB-407F-8D27-4BE7C7AC5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2904 h 63"/>
                <a:gd name="T2" fmla="*/ 480586 w 280"/>
                <a:gd name="T3" fmla="*/ 2825 h 63"/>
                <a:gd name="T4" fmla="*/ 2836275 w 280"/>
                <a:gd name="T5" fmla="*/ 0 h 63"/>
                <a:gd name="T6" fmla="*/ 362112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2068" name="Freeform 358">
              <a:extLst>
                <a:ext uri="{FF2B5EF4-FFF2-40B4-BE49-F238E27FC236}">
                  <a16:creationId xmlns:a16="http://schemas.microsoft.com/office/drawing/2014/main" id="{0FBF8883-651F-42E9-B2E4-56E7D7D00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42015" name="Line 359">
            <a:extLst>
              <a:ext uri="{FF2B5EF4-FFF2-40B4-BE49-F238E27FC236}">
                <a16:creationId xmlns:a16="http://schemas.microsoft.com/office/drawing/2014/main" id="{BF8663B3-B0BD-49F6-908B-29C9EE755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3163" y="2332038"/>
            <a:ext cx="0" cy="296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42016" name="Group 360">
            <a:extLst>
              <a:ext uri="{FF2B5EF4-FFF2-40B4-BE49-F238E27FC236}">
                <a16:creationId xmlns:a16="http://schemas.microsoft.com/office/drawing/2014/main" id="{BA04365E-8B53-4852-BA0F-30E908DCEE49}"/>
              </a:ext>
            </a:extLst>
          </p:cNvPr>
          <p:cNvGrpSpPr>
            <a:grpSpLocks/>
          </p:cNvGrpSpPr>
          <p:nvPr/>
        </p:nvGrpSpPr>
        <p:grpSpPr bwMode="auto">
          <a:xfrm>
            <a:off x="4872038" y="3609975"/>
            <a:ext cx="365125" cy="766763"/>
            <a:chOff x="4140" y="429"/>
            <a:chExt cx="1425" cy="2396"/>
          </a:xfrm>
        </p:grpSpPr>
        <p:sp>
          <p:nvSpPr>
            <p:cNvPr id="42032" name="Freeform 361">
              <a:extLst>
                <a:ext uri="{FF2B5EF4-FFF2-40B4-BE49-F238E27FC236}">
                  <a16:creationId xmlns:a16="http://schemas.microsoft.com/office/drawing/2014/main" id="{A5DF87E4-FE79-4ADA-9FDC-A6337BD0C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33" name="Rectangle 362">
              <a:extLst>
                <a:ext uri="{FF2B5EF4-FFF2-40B4-BE49-F238E27FC236}">
                  <a16:creationId xmlns:a16="http://schemas.microsoft.com/office/drawing/2014/main" id="{0E4842CA-9088-4FE6-95F2-33783C0D3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34" name="Freeform 363">
              <a:extLst>
                <a:ext uri="{FF2B5EF4-FFF2-40B4-BE49-F238E27FC236}">
                  <a16:creationId xmlns:a16="http://schemas.microsoft.com/office/drawing/2014/main" id="{9F286A6D-3345-44CD-B71B-DB132DF8F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35" name="Freeform 364">
              <a:extLst>
                <a:ext uri="{FF2B5EF4-FFF2-40B4-BE49-F238E27FC236}">
                  <a16:creationId xmlns:a16="http://schemas.microsoft.com/office/drawing/2014/main" id="{F1F01E52-E878-4869-B171-C6D806349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36" name="Rectangle 365">
              <a:extLst>
                <a:ext uri="{FF2B5EF4-FFF2-40B4-BE49-F238E27FC236}">
                  <a16:creationId xmlns:a16="http://schemas.microsoft.com/office/drawing/2014/main" id="{446C73DF-7567-4BCF-BC92-40E4192FC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42037" name="Group 366">
              <a:extLst>
                <a:ext uri="{FF2B5EF4-FFF2-40B4-BE49-F238E27FC236}">
                  <a16:creationId xmlns:a16="http://schemas.microsoft.com/office/drawing/2014/main" id="{CD81EDE2-6734-4C99-A38D-877092B08D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062" name="AutoShape 367">
                <a:extLst>
                  <a:ext uri="{FF2B5EF4-FFF2-40B4-BE49-F238E27FC236}">
                    <a16:creationId xmlns:a16="http://schemas.microsoft.com/office/drawing/2014/main" id="{E127ABCE-1F72-486A-A0FB-1D4B3BACE6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2063" name="AutoShape 368">
                <a:extLst>
                  <a:ext uri="{FF2B5EF4-FFF2-40B4-BE49-F238E27FC236}">
                    <a16:creationId xmlns:a16="http://schemas.microsoft.com/office/drawing/2014/main" id="{C0401EB7-5B81-4716-93B1-C298FB0AE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2038" name="Rectangle 369">
              <a:extLst>
                <a:ext uri="{FF2B5EF4-FFF2-40B4-BE49-F238E27FC236}">
                  <a16:creationId xmlns:a16="http://schemas.microsoft.com/office/drawing/2014/main" id="{6AC57873-35CA-4DB8-A8B7-9B80EEF50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42039" name="Group 370">
              <a:extLst>
                <a:ext uri="{FF2B5EF4-FFF2-40B4-BE49-F238E27FC236}">
                  <a16:creationId xmlns:a16="http://schemas.microsoft.com/office/drawing/2014/main" id="{2121089F-7D7B-4E17-A0AC-5246321C74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060" name="AutoShape 371">
                <a:extLst>
                  <a:ext uri="{FF2B5EF4-FFF2-40B4-BE49-F238E27FC236}">
                    <a16:creationId xmlns:a16="http://schemas.microsoft.com/office/drawing/2014/main" id="{CEE66234-5808-4D50-9F4F-2A23F53E6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2061" name="AutoShape 372">
                <a:extLst>
                  <a:ext uri="{FF2B5EF4-FFF2-40B4-BE49-F238E27FC236}">
                    <a16:creationId xmlns:a16="http://schemas.microsoft.com/office/drawing/2014/main" id="{A3BEF128-CC57-4643-98A0-689FFE0AF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2040" name="Rectangle 373">
              <a:extLst>
                <a:ext uri="{FF2B5EF4-FFF2-40B4-BE49-F238E27FC236}">
                  <a16:creationId xmlns:a16="http://schemas.microsoft.com/office/drawing/2014/main" id="{FE9BBE13-550B-4F1E-AC79-980E6FCF8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41" name="Rectangle 374">
              <a:extLst>
                <a:ext uri="{FF2B5EF4-FFF2-40B4-BE49-F238E27FC236}">
                  <a16:creationId xmlns:a16="http://schemas.microsoft.com/office/drawing/2014/main" id="{8468DFE9-981B-4FC1-B8D0-6DB912EDA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42042" name="Group 375">
              <a:extLst>
                <a:ext uri="{FF2B5EF4-FFF2-40B4-BE49-F238E27FC236}">
                  <a16:creationId xmlns:a16="http://schemas.microsoft.com/office/drawing/2014/main" id="{5823BAF9-1F20-4FDA-BF51-5D4D7BD2F7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058" name="AutoShape 376">
                <a:extLst>
                  <a:ext uri="{FF2B5EF4-FFF2-40B4-BE49-F238E27FC236}">
                    <a16:creationId xmlns:a16="http://schemas.microsoft.com/office/drawing/2014/main" id="{ECA53042-C125-4DAF-A835-40D1C1645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2059" name="AutoShape 377">
                <a:extLst>
                  <a:ext uri="{FF2B5EF4-FFF2-40B4-BE49-F238E27FC236}">
                    <a16:creationId xmlns:a16="http://schemas.microsoft.com/office/drawing/2014/main" id="{15BE4E7C-B451-459F-BBDF-6E272100F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2043" name="Freeform 378">
              <a:extLst>
                <a:ext uri="{FF2B5EF4-FFF2-40B4-BE49-F238E27FC236}">
                  <a16:creationId xmlns:a16="http://schemas.microsoft.com/office/drawing/2014/main" id="{CCE5ACB7-7B05-4621-9639-87E803888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42044" name="Group 379">
              <a:extLst>
                <a:ext uri="{FF2B5EF4-FFF2-40B4-BE49-F238E27FC236}">
                  <a16:creationId xmlns:a16="http://schemas.microsoft.com/office/drawing/2014/main" id="{F4B65526-5107-4A8F-8F7F-A4BFE33B54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2056" name="AutoShape 380">
                <a:extLst>
                  <a:ext uri="{FF2B5EF4-FFF2-40B4-BE49-F238E27FC236}">
                    <a16:creationId xmlns:a16="http://schemas.microsoft.com/office/drawing/2014/main" id="{38BFCDA0-23B9-4298-A6C9-EC64ED465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2057" name="AutoShape 381">
                <a:extLst>
                  <a:ext uri="{FF2B5EF4-FFF2-40B4-BE49-F238E27FC236}">
                    <a16:creationId xmlns:a16="http://schemas.microsoft.com/office/drawing/2014/main" id="{A6BFCEB4-13DD-47AA-A172-2C43F7692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2045" name="Rectangle 382">
              <a:extLst>
                <a:ext uri="{FF2B5EF4-FFF2-40B4-BE49-F238E27FC236}">
                  <a16:creationId xmlns:a16="http://schemas.microsoft.com/office/drawing/2014/main" id="{43720A33-B32D-47DF-9E48-598CC1AD1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46" name="Freeform 383">
              <a:extLst>
                <a:ext uri="{FF2B5EF4-FFF2-40B4-BE49-F238E27FC236}">
                  <a16:creationId xmlns:a16="http://schemas.microsoft.com/office/drawing/2014/main" id="{5A7353EE-1FC7-4088-B70B-546306971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47" name="Freeform 384">
              <a:extLst>
                <a:ext uri="{FF2B5EF4-FFF2-40B4-BE49-F238E27FC236}">
                  <a16:creationId xmlns:a16="http://schemas.microsoft.com/office/drawing/2014/main" id="{D95511BC-6E5B-4BEE-96FC-0AE6B3F5B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48" name="Oval 385">
              <a:extLst>
                <a:ext uri="{FF2B5EF4-FFF2-40B4-BE49-F238E27FC236}">
                  <a16:creationId xmlns:a16="http://schemas.microsoft.com/office/drawing/2014/main" id="{A6B16385-8B14-4A95-A53B-BD0C1ECE8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49" name="Freeform 386">
              <a:extLst>
                <a:ext uri="{FF2B5EF4-FFF2-40B4-BE49-F238E27FC236}">
                  <a16:creationId xmlns:a16="http://schemas.microsoft.com/office/drawing/2014/main" id="{ED5B3B1E-F443-491F-A049-706F6EA04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2050" name="AutoShape 387">
              <a:extLst>
                <a:ext uri="{FF2B5EF4-FFF2-40B4-BE49-F238E27FC236}">
                  <a16:creationId xmlns:a16="http://schemas.microsoft.com/office/drawing/2014/main" id="{BA3D4CB0-FC40-4394-A6B5-9DE9C7C25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51" name="AutoShape 388">
              <a:extLst>
                <a:ext uri="{FF2B5EF4-FFF2-40B4-BE49-F238E27FC236}">
                  <a16:creationId xmlns:a16="http://schemas.microsoft.com/office/drawing/2014/main" id="{5B538654-CABE-4E27-BF64-16419CE71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52" name="Oval 389">
              <a:extLst>
                <a:ext uri="{FF2B5EF4-FFF2-40B4-BE49-F238E27FC236}">
                  <a16:creationId xmlns:a16="http://schemas.microsoft.com/office/drawing/2014/main" id="{F63CC568-33F4-4F20-B9A3-336964D4E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53" name="Oval 390">
              <a:extLst>
                <a:ext uri="{FF2B5EF4-FFF2-40B4-BE49-F238E27FC236}">
                  <a16:creationId xmlns:a16="http://schemas.microsoft.com/office/drawing/2014/main" id="{F5531BF6-F203-4F13-9136-9BAC92B32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54" name="Oval 391">
              <a:extLst>
                <a:ext uri="{FF2B5EF4-FFF2-40B4-BE49-F238E27FC236}">
                  <a16:creationId xmlns:a16="http://schemas.microsoft.com/office/drawing/2014/main" id="{268760B4-C609-42F7-B8C7-7B731ECD9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2055" name="Rectangle 392">
              <a:extLst>
                <a:ext uri="{FF2B5EF4-FFF2-40B4-BE49-F238E27FC236}">
                  <a16:creationId xmlns:a16="http://schemas.microsoft.com/office/drawing/2014/main" id="{1FF869B8-E4AE-4CE8-B5AB-C77FAE0AF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sp>
        <p:nvSpPr>
          <p:cNvPr id="42017" name="Line 393">
            <a:extLst>
              <a:ext uri="{FF2B5EF4-FFF2-40B4-BE49-F238E27FC236}">
                <a16:creationId xmlns:a16="http://schemas.microsoft.com/office/drawing/2014/main" id="{B628F95E-6478-47C7-A14F-288411B18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8550" y="3051175"/>
            <a:ext cx="788988" cy="50323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pic>
        <p:nvPicPr>
          <p:cNvPr id="42018" name="Picture 394" descr="underline_base">
            <a:extLst>
              <a:ext uri="{FF2B5EF4-FFF2-40B4-BE49-F238E27FC236}">
                <a16:creationId xmlns:a16="http://schemas.microsoft.com/office/drawing/2014/main" id="{A097D00B-84AD-45D4-987E-959764768CCC}"/>
              </a:ext>
            </a:extLst>
          </p:cNvPr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8223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2019" name="Group 395">
            <a:extLst>
              <a:ext uri="{FF2B5EF4-FFF2-40B4-BE49-F238E27FC236}">
                <a16:creationId xmlns:a16="http://schemas.microsoft.com/office/drawing/2014/main" id="{1A1768A2-9CDE-4CCC-AF96-AB591CD174A3}"/>
              </a:ext>
            </a:extLst>
          </p:cNvPr>
          <p:cNvGrpSpPr>
            <a:grpSpLocks/>
          </p:cNvGrpSpPr>
          <p:nvPr/>
        </p:nvGrpSpPr>
        <p:grpSpPr bwMode="auto">
          <a:xfrm>
            <a:off x="606425" y="2566988"/>
            <a:ext cx="723900" cy="665162"/>
            <a:chOff x="-44" y="1473"/>
            <a:chExt cx="981" cy="1105"/>
          </a:xfrm>
        </p:grpSpPr>
        <p:pic>
          <p:nvPicPr>
            <p:cNvPr id="42030" name="Picture 396" descr="desktop_computer_stylized_medium">
              <a:extLst>
                <a:ext uri="{FF2B5EF4-FFF2-40B4-BE49-F238E27FC236}">
                  <a16:creationId xmlns:a16="http://schemas.microsoft.com/office/drawing/2014/main" id="{345D60F6-2ACF-46E3-A659-B138CB79B8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31" name="Freeform 397">
              <a:extLst>
                <a:ext uri="{FF2B5EF4-FFF2-40B4-BE49-F238E27FC236}">
                  <a16:creationId xmlns:a16="http://schemas.microsoft.com/office/drawing/2014/main" id="{A916AD21-D81B-457D-BFAD-D0D718D34F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42020" name="Group 398">
            <a:extLst>
              <a:ext uri="{FF2B5EF4-FFF2-40B4-BE49-F238E27FC236}">
                <a16:creationId xmlns:a16="http://schemas.microsoft.com/office/drawing/2014/main" id="{CAC09F47-CA6F-4C91-9EB1-211C6C538DF3}"/>
              </a:ext>
            </a:extLst>
          </p:cNvPr>
          <p:cNvGrpSpPr>
            <a:grpSpLocks/>
          </p:cNvGrpSpPr>
          <p:nvPr/>
        </p:nvGrpSpPr>
        <p:grpSpPr bwMode="auto">
          <a:xfrm>
            <a:off x="1000125" y="3016250"/>
            <a:ext cx="723900" cy="665163"/>
            <a:chOff x="-44" y="1473"/>
            <a:chExt cx="981" cy="1105"/>
          </a:xfrm>
        </p:grpSpPr>
        <p:pic>
          <p:nvPicPr>
            <p:cNvPr id="42028" name="Picture 399" descr="desktop_computer_stylized_medium">
              <a:extLst>
                <a:ext uri="{FF2B5EF4-FFF2-40B4-BE49-F238E27FC236}">
                  <a16:creationId xmlns:a16="http://schemas.microsoft.com/office/drawing/2014/main" id="{233FAAD3-376F-4D89-BE5B-5BBB8F8D78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29" name="Freeform 400">
              <a:extLst>
                <a:ext uri="{FF2B5EF4-FFF2-40B4-BE49-F238E27FC236}">
                  <a16:creationId xmlns:a16="http://schemas.microsoft.com/office/drawing/2014/main" id="{C580011B-0809-4E6D-B8D5-CF7DF9F675F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42021" name="Group 401">
            <a:extLst>
              <a:ext uri="{FF2B5EF4-FFF2-40B4-BE49-F238E27FC236}">
                <a16:creationId xmlns:a16="http://schemas.microsoft.com/office/drawing/2014/main" id="{9E3AA5CA-46CF-4F63-AF01-2C5ECCFD536C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3592513"/>
            <a:ext cx="723900" cy="665162"/>
            <a:chOff x="-44" y="1473"/>
            <a:chExt cx="981" cy="1105"/>
          </a:xfrm>
        </p:grpSpPr>
        <p:pic>
          <p:nvPicPr>
            <p:cNvPr id="42026" name="Picture 402" descr="desktop_computer_stylized_medium">
              <a:extLst>
                <a:ext uri="{FF2B5EF4-FFF2-40B4-BE49-F238E27FC236}">
                  <a16:creationId xmlns:a16="http://schemas.microsoft.com/office/drawing/2014/main" id="{A42B4F58-65AA-4B2D-BDD3-72817391F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27" name="Freeform 403">
              <a:extLst>
                <a:ext uri="{FF2B5EF4-FFF2-40B4-BE49-F238E27FC236}">
                  <a16:creationId xmlns:a16="http://schemas.microsoft.com/office/drawing/2014/main" id="{6D4734C1-A442-4C38-9B08-89A2E42E113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42022" name="Group 404">
            <a:extLst>
              <a:ext uri="{FF2B5EF4-FFF2-40B4-BE49-F238E27FC236}">
                <a16:creationId xmlns:a16="http://schemas.microsoft.com/office/drawing/2014/main" id="{A19174B0-8C0A-4B18-8D8C-97833A80D65D}"/>
              </a:ext>
            </a:extLst>
          </p:cNvPr>
          <p:cNvGrpSpPr>
            <a:grpSpLocks/>
          </p:cNvGrpSpPr>
          <p:nvPr/>
        </p:nvGrpSpPr>
        <p:grpSpPr bwMode="auto">
          <a:xfrm>
            <a:off x="2184400" y="3606800"/>
            <a:ext cx="723900" cy="665163"/>
            <a:chOff x="-44" y="1473"/>
            <a:chExt cx="981" cy="1105"/>
          </a:xfrm>
        </p:grpSpPr>
        <p:pic>
          <p:nvPicPr>
            <p:cNvPr id="42024" name="Picture 405" descr="desktop_computer_stylized_medium">
              <a:extLst>
                <a:ext uri="{FF2B5EF4-FFF2-40B4-BE49-F238E27FC236}">
                  <a16:creationId xmlns:a16="http://schemas.microsoft.com/office/drawing/2014/main" id="{0346E03B-8CBD-4EC2-9C2C-925E9829A1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25" name="Freeform 406">
              <a:extLst>
                <a:ext uri="{FF2B5EF4-FFF2-40B4-BE49-F238E27FC236}">
                  <a16:creationId xmlns:a16="http://schemas.microsoft.com/office/drawing/2014/main" id="{46D62151-81AD-4C07-B985-C8F16CAC4C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42023" name="Slide Number Placeholder 3">
            <a:extLst>
              <a:ext uri="{FF2B5EF4-FFF2-40B4-BE49-F238E27FC236}">
                <a16:creationId xmlns:a16="http://schemas.microsoft.com/office/drawing/2014/main" id="{89F08503-B5A1-4945-9851-8258C89D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DE925BC4-F004-4FEF-BE10-A4D1B5F630A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2">
            <a:extLst>
              <a:ext uri="{FF2B5EF4-FFF2-40B4-BE49-F238E27FC236}">
                <a16:creationId xmlns:a16="http://schemas.microsoft.com/office/drawing/2014/main" id="{5BDAF941-A01C-44FC-A1E0-D9D5C8C32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DD21DAE2-37DF-4719-B85E-E6F30623B2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3688" y="169863"/>
            <a:ext cx="8382000" cy="984250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Wireless access networks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3B6DF896-C231-445A-8959-4248D9C6EC9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61938" y="1322388"/>
            <a:ext cx="8370887" cy="865187"/>
          </a:xfrm>
        </p:spPr>
        <p:txBody>
          <a:bodyPr/>
          <a:lstStyle/>
          <a:p>
            <a:pPr marL="287338" indent="-287338" eaLnBrk="1" hangingPunct="1"/>
            <a:r>
              <a:rPr lang="en-US" altLang="zh-TW" sz="2400">
                <a:ea typeface="ＭＳ Ｐゴシック" panose="020B0600070205080204" pitchFamily="34" charset="-128"/>
              </a:rPr>
              <a:t>shared </a:t>
            </a:r>
            <a:r>
              <a:rPr lang="en-US" altLang="zh-TW" sz="2400" i="1">
                <a:ea typeface="ＭＳ Ｐゴシック" panose="020B0600070205080204" pitchFamily="34" charset="-128"/>
              </a:rPr>
              <a:t>wireless</a:t>
            </a:r>
            <a:r>
              <a:rPr lang="en-US" altLang="zh-TW" sz="2400">
                <a:ea typeface="ＭＳ Ｐゴシック" panose="020B0600070205080204" pitchFamily="34" charset="-128"/>
              </a:rPr>
              <a:t> access network connects end system to router</a:t>
            </a:r>
          </a:p>
          <a:p>
            <a:pPr marL="682625" lvl="1" indent="-225425" eaLnBrk="1" hangingPunct="1"/>
            <a:r>
              <a:rPr lang="en-US" altLang="zh-TW" sz="2000">
                <a:ea typeface="新細明體" panose="02020500000000000000" pitchFamily="18" charset="-120"/>
              </a:rPr>
              <a:t>via base station aka </a:t>
            </a:r>
            <a:r>
              <a:rPr lang="ja-JP" altLang="en-US" sz="2000">
                <a:ea typeface="ＭＳ Ｐゴシック" panose="020B0600070205080204" pitchFamily="34" charset="-128"/>
              </a:rPr>
              <a:t>“</a:t>
            </a:r>
            <a:r>
              <a:rPr lang="en-US" altLang="ja-JP" sz="2000">
                <a:ea typeface="ＭＳ Ｐゴシック" panose="020B0600070205080204" pitchFamily="34" charset="-128"/>
              </a:rPr>
              <a:t>access point</a:t>
            </a:r>
            <a:r>
              <a:rPr lang="ja-JP" altLang="en-US" sz="2000">
                <a:ea typeface="ＭＳ Ｐゴシック" panose="020B0600070205080204" pitchFamily="34" charset="-128"/>
              </a:rPr>
              <a:t>”</a:t>
            </a:r>
            <a:endParaRPr lang="en-US" altLang="zh-TW" sz="2000">
              <a:ea typeface="新細明體" panose="02020500000000000000" pitchFamily="18" charset="-120"/>
            </a:endParaRPr>
          </a:p>
        </p:txBody>
      </p:sp>
      <p:pic>
        <p:nvPicPr>
          <p:cNvPr id="43013" name="Picture 77" descr="underline_base">
            <a:extLst>
              <a:ext uri="{FF2B5EF4-FFF2-40B4-BE49-F238E27FC236}">
                <a16:creationId xmlns:a16="http://schemas.microsoft.com/office/drawing/2014/main" id="{A44E3B6D-CDB7-4666-8A07-12E1AF0D9B0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90588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Rectangle 3">
            <a:extLst>
              <a:ext uri="{FF2B5EF4-FFF2-40B4-BE49-F238E27FC236}">
                <a16:creationId xmlns:a16="http://schemas.microsoft.com/office/drawing/2014/main" id="{85AEB5C6-FE9E-4E79-8BF0-74EAEBEBA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2214563"/>
            <a:ext cx="407987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682625" indent="-22542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>
                <a:solidFill>
                  <a:srgbClr val="CC0000"/>
                </a:solidFill>
              </a:rPr>
              <a:t>wireless LANs:</a:t>
            </a:r>
          </a:p>
          <a:p>
            <a:pPr lvl="1" eaLnBrk="1" hangingPunct="1"/>
            <a:r>
              <a:rPr lang="en-US" altLang="zh-TW" sz="2000">
                <a:ea typeface="ＭＳ Ｐゴシック" panose="020B0600070205080204" pitchFamily="34" charset="-128"/>
              </a:rPr>
              <a:t>within building (100 ft.)</a:t>
            </a:r>
          </a:p>
          <a:p>
            <a:pPr lvl="1" eaLnBrk="1" hangingPunct="1"/>
            <a:r>
              <a:rPr lang="en-US" altLang="zh-TW" sz="2000">
                <a:ea typeface="ＭＳ Ｐゴシック" panose="020B0600070205080204" pitchFamily="34" charset="-128"/>
              </a:rPr>
              <a:t>802.11b/g/n/ac (Wi-Fi): 11, 54, 450 Mbps, and around 1 Gbps transmission rate</a:t>
            </a:r>
          </a:p>
        </p:txBody>
      </p:sp>
      <p:sp>
        <p:nvSpPr>
          <p:cNvPr id="43015" name="Rectangle 3">
            <a:extLst>
              <a:ext uri="{FF2B5EF4-FFF2-40B4-BE49-F238E27FC236}">
                <a16:creationId xmlns:a16="http://schemas.microsoft.com/office/drawing/2014/main" id="{FA191A6D-2BCE-45DF-96D5-AD762B03A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1819275"/>
            <a:ext cx="3943350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682625" indent="-22542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zh-TW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0000"/>
                </a:solidFill>
              </a:rPr>
              <a:t>wide-area wireless access</a:t>
            </a:r>
          </a:p>
          <a:p>
            <a:pPr lvl="1" eaLnBrk="1" hangingPunct="1"/>
            <a:r>
              <a:rPr lang="en-US" altLang="zh-TW" sz="2000" dirty="0">
                <a:ea typeface="ＭＳ Ｐゴシック" panose="020B0600070205080204" pitchFamily="34" charset="-128"/>
              </a:rPr>
              <a:t>provided by telco (cellular) operator, 10</a:t>
            </a:r>
            <a:r>
              <a:rPr lang="ja-JP" altLang="en-US" sz="2000" dirty="0">
                <a:ea typeface="ＭＳ Ｐゴシック" panose="020B0600070205080204" pitchFamily="34" charset="-128"/>
              </a:rPr>
              <a:t>’</a:t>
            </a:r>
            <a:r>
              <a:rPr lang="en-US" altLang="ja-JP" sz="2000" dirty="0">
                <a:ea typeface="ＭＳ Ｐゴシック" panose="020B0600070205080204" pitchFamily="34" charset="-128"/>
              </a:rPr>
              <a:t>s km</a:t>
            </a:r>
          </a:p>
          <a:p>
            <a:pPr lvl="1" eaLnBrk="1" hangingPunct="1"/>
            <a:r>
              <a:rPr lang="en-US" altLang="zh-TW" sz="2000" dirty="0">
                <a:ea typeface="ＭＳ Ｐゴシック" panose="020B0600070205080204" pitchFamily="34" charset="-128"/>
              </a:rPr>
              <a:t>between 1 and 10 Mbps </a:t>
            </a:r>
          </a:p>
          <a:p>
            <a:pPr lvl="1" eaLnBrk="1" hangingPunct="1"/>
            <a:r>
              <a:rPr lang="en-US" altLang="zh-TW" sz="2000" dirty="0">
                <a:ea typeface="ＭＳ Ｐゴシック" panose="020B0600070205080204" pitchFamily="34" charset="-128"/>
              </a:rPr>
              <a:t>3G, 4G: LTE</a:t>
            </a:r>
          </a:p>
        </p:txBody>
      </p:sp>
      <p:grpSp>
        <p:nvGrpSpPr>
          <p:cNvPr id="43016" name="Group 85">
            <a:extLst>
              <a:ext uri="{FF2B5EF4-FFF2-40B4-BE49-F238E27FC236}">
                <a16:creationId xmlns:a16="http://schemas.microsoft.com/office/drawing/2014/main" id="{FEEA4E25-4887-4126-A971-FFA82897E06F}"/>
              </a:ext>
            </a:extLst>
          </p:cNvPr>
          <p:cNvGrpSpPr>
            <a:grpSpLocks/>
          </p:cNvGrpSpPr>
          <p:nvPr/>
        </p:nvGrpSpPr>
        <p:grpSpPr bwMode="auto">
          <a:xfrm>
            <a:off x="958850" y="4076700"/>
            <a:ext cx="2487613" cy="1562100"/>
            <a:chOff x="2889" y="1631"/>
            <a:chExt cx="980" cy="743"/>
          </a:xfrm>
        </p:grpSpPr>
        <p:sp>
          <p:nvSpPr>
            <p:cNvPr id="43141" name="Rectangle 86">
              <a:extLst>
                <a:ext uri="{FF2B5EF4-FFF2-40B4-BE49-F238E27FC236}">
                  <a16:creationId xmlns:a16="http://schemas.microsoft.com/office/drawing/2014/main" id="{54763B90-6085-4907-9E10-D056CB37F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43142" name="AutoShape 87">
              <a:extLst>
                <a:ext uri="{FF2B5EF4-FFF2-40B4-BE49-F238E27FC236}">
                  <a16:creationId xmlns:a16="http://schemas.microsoft.com/office/drawing/2014/main" id="{6A8E0808-77DF-471B-98CE-76831675A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00CC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3017" name="Line 110">
            <a:extLst>
              <a:ext uri="{FF2B5EF4-FFF2-40B4-BE49-F238E27FC236}">
                <a16:creationId xmlns:a16="http://schemas.microsoft.com/office/drawing/2014/main" id="{5A90135E-B930-4ED3-BFFB-A25A9B8FF9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500" y="5481638"/>
            <a:ext cx="0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3018" name="Line 116">
            <a:extLst>
              <a:ext uri="{FF2B5EF4-FFF2-40B4-BE49-F238E27FC236}">
                <a16:creationId xmlns:a16="http://schemas.microsoft.com/office/drawing/2014/main" id="{B303ABDB-81B8-4A16-8556-B63B07AA3B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3425" y="5346700"/>
            <a:ext cx="28733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43019" name="Group 228">
            <a:extLst>
              <a:ext uri="{FF2B5EF4-FFF2-40B4-BE49-F238E27FC236}">
                <a16:creationId xmlns:a16="http://schemas.microsoft.com/office/drawing/2014/main" id="{56F14065-C0F0-40A3-B9CF-1CE5EE53066A}"/>
              </a:ext>
            </a:extLst>
          </p:cNvPr>
          <p:cNvGrpSpPr>
            <a:grpSpLocks/>
          </p:cNvGrpSpPr>
          <p:nvPr/>
        </p:nvGrpSpPr>
        <p:grpSpPr bwMode="auto">
          <a:xfrm>
            <a:off x="2279650" y="5189538"/>
            <a:ext cx="666750" cy="284162"/>
            <a:chOff x="4650" y="1129"/>
            <a:chExt cx="246" cy="95"/>
          </a:xfrm>
        </p:grpSpPr>
        <p:sp>
          <p:nvSpPr>
            <p:cNvPr id="43133" name="Oval 407">
              <a:extLst>
                <a:ext uri="{FF2B5EF4-FFF2-40B4-BE49-F238E27FC236}">
                  <a16:creationId xmlns:a16="http://schemas.microsoft.com/office/drawing/2014/main" id="{D3404399-BBE7-4A79-8F60-32D6B0FB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43134" name="Rectangle 410">
              <a:extLst>
                <a:ext uri="{FF2B5EF4-FFF2-40B4-BE49-F238E27FC236}">
                  <a16:creationId xmlns:a16="http://schemas.microsoft.com/office/drawing/2014/main" id="{9BE36EE9-0888-4F31-97DD-7DFF5C2CD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43135" name="Oval 411">
              <a:extLst>
                <a:ext uri="{FF2B5EF4-FFF2-40B4-BE49-F238E27FC236}">
                  <a16:creationId xmlns:a16="http://schemas.microsoft.com/office/drawing/2014/main" id="{FAD9889B-14FC-4271-958F-094D3CC0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43136" name="Group 232">
              <a:extLst>
                <a:ext uri="{FF2B5EF4-FFF2-40B4-BE49-F238E27FC236}">
                  <a16:creationId xmlns:a16="http://schemas.microsoft.com/office/drawing/2014/main" id="{92574646-ED6F-48D4-96CD-8F67CA21BD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3139" name="Freeform 233">
                <a:extLst>
                  <a:ext uri="{FF2B5EF4-FFF2-40B4-BE49-F238E27FC236}">
                    <a16:creationId xmlns:a16="http://schemas.microsoft.com/office/drawing/2014/main" id="{9DB4247A-44F9-4A3E-8DCA-AE9E7D11D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140" name="Freeform 234">
                <a:extLst>
                  <a:ext uri="{FF2B5EF4-FFF2-40B4-BE49-F238E27FC236}">
                    <a16:creationId xmlns:a16="http://schemas.microsoft.com/office/drawing/2014/main" id="{50995A94-8FEF-4A53-917C-B79A871E3F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43137" name="Line 235">
              <a:extLst>
                <a:ext uri="{FF2B5EF4-FFF2-40B4-BE49-F238E27FC236}">
                  <a16:creationId xmlns:a16="http://schemas.microsoft.com/office/drawing/2014/main" id="{B5D86756-7792-4283-9662-28ABA18FD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38" name="Line 236">
              <a:extLst>
                <a:ext uri="{FF2B5EF4-FFF2-40B4-BE49-F238E27FC236}">
                  <a16:creationId xmlns:a16="http://schemas.microsoft.com/office/drawing/2014/main" id="{443404BE-2D77-41E8-A04E-98EC753F9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43020" name="Group 246">
            <a:extLst>
              <a:ext uri="{FF2B5EF4-FFF2-40B4-BE49-F238E27FC236}">
                <a16:creationId xmlns:a16="http://schemas.microsoft.com/office/drawing/2014/main" id="{E3695134-0FD7-4F42-A018-BB9BA6126C98}"/>
              </a:ext>
            </a:extLst>
          </p:cNvPr>
          <p:cNvGrpSpPr>
            <a:grpSpLocks/>
          </p:cNvGrpSpPr>
          <p:nvPr/>
        </p:nvGrpSpPr>
        <p:grpSpPr bwMode="auto">
          <a:xfrm>
            <a:off x="1527175" y="4956175"/>
            <a:ext cx="863600" cy="588963"/>
            <a:chOff x="2967" y="478"/>
            <a:chExt cx="788" cy="625"/>
          </a:xfrm>
        </p:grpSpPr>
        <p:pic>
          <p:nvPicPr>
            <p:cNvPr id="43131" name="Picture 247" descr="access_point_stylized_small">
              <a:extLst>
                <a:ext uri="{FF2B5EF4-FFF2-40B4-BE49-F238E27FC236}">
                  <a16:creationId xmlns:a16="http://schemas.microsoft.com/office/drawing/2014/main" id="{88AA1858-9A11-45BE-91AC-8AF3CA613C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132" name="Picture 248" descr="antenna_radiation_stylized">
              <a:extLst>
                <a:ext uri="{FF2B5EF4-FFF2-40B4-BE49-F238E27FC236}">
                  <a16:creationId xmlns:a16="http://schemas.microsoft.com/office/drawing/2014/main" id="{14C90F51-9095-4CD3-A79A-29D94CF209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3021" name="Group 390">
            <a:extLst>
              <a:ext uri="{FF2B5EF4-FFF2-40B4-BE49-F238E27FC236}">
                <a16:creationId xmlns:a16="http://schemas.microsoft.com/office/drawing/2014/main" id="{13794EEE-0401-4414-BD54-E230E6DC655A}"/>
              </a:ext>
            </a:extLst>
          </p:cNvPr>
          <p:cNvGrpSpPr>
            <a:grpSpLocks/>
          </p:cNvGrpSpPr>
          <p:nvPr/>
        </p:nvGrpSpPr>
        <p:grpSpPr bwMode="auto">
          <a:xfrm>
            <a:off x="1441450" y="4187825"/>
            <a:ext cx="757238" cy="682625"/>
            <a:chOff x="877" y="1008"/>
            <a:chExt cx="2747" cy="2591"/>
          </a:xfrm>
        </p:grpSpPr>
        <p:pic>
          <p:nvPicPr>
            <p:cNvPr id="43108" name="Picture 391" descr="antenna_stylized">
              <a:extLst>
                <a:ext uri="{FF2B5EF4-FFF2-40B4-BE49-F238E27FC236}">
                  <a16:creationId xmlns:a16="http://schemas.microsoft.com/office/drawing/2014/main" id="{7DB376A7-1296-4CC1-AB8A-E7D1C3B69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109" name="Picture 392" descr="laptop_keyboard">
              <a:extLst>
                <a:ext uri="{FF2B5EF4-FFF2-40B4-BE49-F238E27FC236}">
                  <a16:creationId xmlns:a16="http://schemas.microsoft.com/office/drawing/2014/main" id="{B98513E2-C946-4950-A259-4C81FEBA04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110" name="Freeform 393">
              <a:extLst>
                <a:ext uri="{FF2B5EF4-FFF2-40B4-BE49-F238E27FC236}">
                  <a16:creationId xmlns:a16="http://schemas.microsoft.com/office/drawing/2014/main" id="{F882CB8A-F1F8-4F0E-B747-CF19FF86D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1 w 2982"/>
                <a:gd name="T5" fmla="*/ 1 h 2442"/>
                <a:gd name="T6" fmla="*/ 1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43111" name="Picture 394" descr="screen">
              <a:extLst>
                <a:ext uri="{FF2B5EF4-FFF2-40B4-BE49-F238E27FC236}">
                  <a16:creationId xmlns:a16="http://schemas.microsoft.com/office/drawing/2014/main" id="{14D9ED95-45DC-43DA-9CEA-E7917BE55B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112" name="Freeform 395">
              <a:extLst>
                <a:ext uri="{FF2B5EF4-FFF2-40B4-BE49-F238E27FC236}">
                  <a16:creationId xmlns:a16="http://schemas.microsoft.com/office/drawing/2014/main" id="{01CBB6EE-036E-467E-8E8A-664E79C00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 w 2528"/>
                <a:gd name="T3" fmla="*/ 1 h 455"/>
                <a:gd name="T4" fmla="*/ 1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13" name="Freeform 396">
              <a:extLst>
                <a:ext uri="{FF2B5EF4-FFF2-40B4-BE49-F238E27FC236}">
                  <a16:creationId xmlns:a16="http://schemas.microsoft.com/office/drawing/2014/main" id="{EA9672B5-5D65-4DA2-8BE8-934C9462F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14" name="Freeform 397">
              <a:extLst>
                <a:ext uri="{FF2B5EF4-FFF2-40B4-BE49-F238E27FC236}">
                  <a16:creationId xmlns:a16="http://schemas.microsoft.com/office/drawing/2014/main" id="{53DC6C87-4E89-4070-A0DF-0D620275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15" name="Freeform 398">
              <a:extLst>
                <a:ext uri="{FF2B5EF4-FFF2-40B4-BE49-F238E27FC236}">
                  <a16:creationId xmlns:a16="http://schemas.microsoft.com/office/drawing/2014/main" id="{0CDAB123-BD79-473D-B2C1-0C8A783CD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 w 2773"/>
                <a:gd name="T5" fmla="*/ 1 h 738"/>
                <a:gd name="T6" fmla="*/ 1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16" name="Freeform 399">
              <a:extLst>
                <a:ext uri="{FF2B5EF4-FFF2-40B4-BE49-F238E27FC236}">
                  <a16:creationId xmlns:a16="http://schemas.microsoft.com/office/drawing/2014/main" id="{00114B53-1F39-4350-B5BF-34A0B5BA9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 w 637"/>
                <a:gd name="T1" fmla="*/ 0 h 1659"/>
                <a:gd name="T2" fmla="*/ 1 w 637"/>
                <a:gd name="T3" fmla="*/ 0 h 1659"/>
                <a:gd name="T4" fmla="*/ 1 w 637"/>
                <a:gd name="T5" fmla="*/ 3 h 1659"/>
                <a:gd name="T6" fmla="*/ 0 w 637"/>
                <a:gd name="T7" fmla="*/ 3 h 1659"/>
                <a:gd name="T8" fmla="*/ 1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17" name="Freeform 400">
              <a:extLst>
                <a:ext uri="{FF2B5EF4-FFF2-40B4-BE49-F238E27FC236}">
                  <a16:creationId xmlns:a16="http://schemas.microsoft.com/office/drawing/2014/main" id="{30C1550C-92F5-414F-9D6B-56EDF44EF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 w 2216"/>
                <a:gd name="T5" fmla="*/ 1 h 550"/>
                <a:gd name="T6" fmla="*/ 1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43118" name="Group 401">
              <a:extLst>
                <a:ext uri="{FF2B5EF4-FFF2-40B4-BE49-F238E27FC236}">
                  <a16:creationId xmlns:a16="http://schemas.microsoft.com/office/drawing/2014/main" id="{463629FA-01AD-49D7-9878-5335CFFEE5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3125" name="Freeform 402">
                <a:extLst>
                  <a:ext uri="{FF2B5EF4-FFF2-40B4-BE49-F238E27FC236}">
                    <a16:creationId xmlns:a16="http://schemas.microsoft.com/office/drawing/2014/main" id="{E7E52955-46FF-48DC-A9AA-13E84F6F5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126" name="Freeform 403">
                <a:extLst>
                  <a:ext uri="{FF2B5EF4-FFF2-40B4-BE49-F238E27FC236}">
                    <a16:creationId xmlns:a16="http://schemas.microsoft.com/office/drawing/2014/main" id="{DC405DA3-D332-41D9-95AD-D403AFBDA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127" name="Freeform 404">
                <a:extLst>
                  <a:ext uri="{FF2B5EF4-FFF2-40B4-BE49-F238E27FC236}">
                    <a16:creationId xmlns:a16="http://schemas.microsoft.com/office/drawing/2014/main" id="{5AF8307C-3297-4283-804C-0424E5888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128" name="Freeform 405">
                <a:extLst>
                  <a:ext uri="{FF2B5EF4-FFF2-40B4-BE49-F238E27FC236}">
                    <a16:creationId xmlns:a16="http://schemas.microsoft.com/office/drawing/2014/main" id="{067096BF-EBF1-4AD3-808C-C00EA5869B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129" name="Freeform 406">
                <a:extLst>
                  <a:ext uri="{FF2B5EF4-FFF2-40B4-BE49-F238E27FC236}">
                    <a16:creationId xmlns:a16="http://schemas.microsoft.com/office/drawing/2014/main" id="{ED754DFA-E4E3-4440-A57A-0AB90012C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130" name="Freeform 407">
                <a:extLst>
                  <a:ext uri="{FF2B5EF4-FFF2-40B4-BE49-F238E27FC236}">
                    <a16:creationId xmlns:a16="http://schemas.microsoft.com/office/drawing/2014/main" id="{4B0CFD7E-E55A-48CC-B67E-7CF1FA692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43119" name="Freeform 408">
              <a:extLst>
                <a:ext uri="{FF2B5EF4-FFF2-40B4-BE49-F238E27FC236}">
                  <a16:creationId xmlns:a16="http://schemas.microsoft.com/office/drawing/2014/main" id="{D804192C-814C-49A1-AC49-664100265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1 h 792"/>
                <a:gd name="T8" fmla="*/ 1 w 990"/>
                <a:gd name="T9" fmla="*/ 1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20" name="Freeform 409">
              <a:extLst>
                <a:ext uri="{FF2B5EF4-FFF2-40B4-BE49-F238E27FC236}">
                  <a16:creationId xmlns:a16="http://schemas.microsoft.com/office/drawing/2014/main" id="{B9C9D87A-C199-46E3-95B1-B2E91C000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21" name="Freeform 410">
              <a:extLst>
                <a:ext uri="{FF2B5EF4-FFF2-40B4-BE49-F238E27FC236}">
                  <a16:creationId xmlns:a16="http://schemas.microsoft.com/office/drawing/2014/main" id="{7A986E0D-83AB-484E-A5B9-BB99CE82C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22" name="Freeform 411">
              <a:extLst>
                <a:ext uri="{FF2B5EF4-FFF2-40B4-BE49-F238E27FC236}">
                  <a16:creationId xmlns:a16="http://schemas.microsoft.com/office/drawing/2014/main" id="{A362C8C6-288D-4E72-8DA5-4816B2508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23" name="Freeform 412">
              <a:extLst>
                <a:ext uri="{FF2B5EF4-FFF2-40B4-BE49-F238E27FC236}">
                  <a16:creationId xmlns:a16="http://schemas.microsoft.com/office/drawing/2014/main" id="{0B44F31B-BF05-439D-81E4-D51842F11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24" name="Freeform 413">
              <a:extLst>
                <a:ext uri="{FF2B5EF4-FFF2-40B4-BE49-F238E27FC236}">
                  <a16:creationId xmlns:a16="http://schemas.microsoft.com/office/drawing/2014/main" id="{93993189-EE95-4452-98E1-DB5636232E9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1 h 723"/>
                <a:gd name="T6" fmla="*/ 0 w 2532"/>
                <a:gd name="T7" fmla="*/ 1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43022" name="Group 445">
            <a:extLst>
              <a:ext uri="{FF2B5EF4-FFF2-40B4-BE49-F238E27FC236}">
                <a16:creationId xmlns:a16="http://schemas.microsoft.com/office/drawing/2014/main" id="{948ADE3E-EAEB-45F1-9399-9B9DF30BA98C}"/>
              </a:ext>
            </a:extLst>
          </p:cNvPr>
          <p:cNvGrpSpPr>
            <a:grpSpLocks/>
          </p:cNvGrpSpPr>
          <p:nvPr/>
        </p:nvGrpSpPr>
        <p:grpSpPr bwMode="auto">
          <a:xfrm>
            <a:off x="5146675" y="4071938"/>
            <a:ext cx="2709863" cy="1951037"/>
            <a:chOff x="3652" y="2846"/>
            <a:chExt cx="1253" cy="934"/>
          </a:xfrm>
        </p:grpSpPr>
        <p:sp>
          <p:nvSpPr>
            <p:cNvPr id="43049" name="Freeform 84">
              <a:extLst>
                <a:ext uri="{FF2B5EF4-FFF2-40B4-BE49-F238E27FC236}">
                  <a16:creationId xmlns:a16="http://schemas.microsoft.com/office/drawing/2014/main" id="{74D345DF-0A89-4E7A-ACDD-11F16CAE5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2949"/>
              <a:ext cx="1094" cy="675"/>
            </a:xfrm>
            <a:custGeom>
              <a:avLst/>
              <a:gdLst>
                <a:gd name="T0" fmla="*/ 1824 w 1036"/>
                <a:gd name="T1" fmla="*/ 11 h 675"/>
                <a:gd name="T2" fmla="*/ 1098 w 1036"/>
                <a:gd name="T3" fmla="*/ 53 h 675"/>
                <a:gd name="T4" fmla="*/ 581 w 1036"/>
                <a:gd name="T5" fmla="*/ 129 h 675"/>
                <a:gd name="T6" fmla="*/ 431 w 1036"/>
                <a:gd name="T7" fmla="*/ 229 h 675"/>
                <a:gd name="T8" fmla="*/ 60 w 1036"/>
                <a:gd name="T9" fmla="*/ 297 h 675"/>
                <a:gd name="T10" fmla="*/ 48 w 1036"/>
                <a:gd name="T11" fmla="*/ 459 h 675"/>
                <a:gd name="T12" fmla="*/ 372 w 1036"/>
                <a:gd name="T13" fmla="*/ 489 h 675"/>
                <a:gd name="T14" fmla="*/ 1291 w 1036"/>
                <a:gd name="T15" fmla="*/ 489 h 675"/>
                <a:gd name="T16" fmla="*/ 1682 w 1036"/>
                <a:gd name="T17" fmla="*/ 555 h 675"/>
                <a:gd name="T18" fmla="*/ 2116 w 1036"/>
                <a:gd name="T19" fmla="*/ 657 h 675"/>
                <a:gd name="T20" fmla="*/ 2448 w 1036"/>
                <a:gd name="T21" fmla="*/ 661 h 675"/>
                <a:gd name="T22" fmla="*/ 2677 w 1036"/>
                <a:gd name="T23" fmla="*/ 603 h 675"/>
                <a:gd name="T24" fmla="*/ 2794 w 1036"/>
                <a:gd name="T25" fmla="*/ 445 h 675"/>
                <a:gd name="T26" fmla="*/ 2866 w 1036"/>
                <a:gd name="T27" fmla="*/ 291 h 675"/>
                <a:gd name="T28" fmla="*/ 2874 w 1036"/>
                <a:gd name="T29" fmla="*/ 107 h 675"/>
                <a:gd name="T30" fmla="*/ 2627 w 1036"/>
                <a:gd name="T31" fmla="*/ 17 h 675"/>
                <a:gd name="T32" fmla="*/ 2183 w 1036"/>
                <a:gd name="T33" fmla="*/ 3 h 675"/>
                <a:gd name="T34" fmla="*/ 1824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050" name="Line 93">
              <a:extLst>
                <a:ext uri="{FF2B5EF4-FFF2-40B4-BE49-F238E27FC236}">
                  <a16:creationId xmlns:a16="http://schemas.microsoft.com/office/drawing/2014/main" id="{80ECDEC9-6514-47B1-8329-A787EB266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7" y="3386"/>
              <a:ext cx="96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43051" name="Picture 133" descr="car_icon_small">
              <a:extLst>
                <a:ext uri="{FF2B5EF4-FFF2-40B4-BE49-F238E27FC236}">
                  <a16:creationId xmlns:a16="http://schemas.microsoft.com/office/drawing/2014/main" id="{13508C9D-AF0B-40CE-B311-4E5AB474CF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0" y="2956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3052" name="Group 134">
              <a:extLst>
                <a:ext uri="{FF2B5EF4-FFF2-40B4-BE49-F238E27FC236}">
                  <a16:creationId xmlns:a16="http://schemas.microsoft.com/office/drawing/2014/main" id="{4A719B54-EF89-4E15-8DFC-85F1E0A5D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1" y="2846"/>
              <a:ext cx="262" cy="243"/>
              <a:chOff x="2751" y="1851"/>
              <a:chExt cx="462" cy="478"/>
            </a:xfrm>
          </p:grpSpPr>
          <p:pic>
            <p:nvPicPr>
              <p:cNvPr id="43106" name="Picture 135" descr="iphone_stylized_small">
                <a:extLst>
                  <a:ext uri="{FF2B5EF4-FFF2-40B4-BE49-F238E27FC236}">
                    <a16:creationId xmlns:a16="http://schemas.microsoft.com/office/drawing/2014/main" id="{C2478CC9-3EA3-449C-B82D-7578DDD3B0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107" name="Picture 136" descr="antenna_radiation_stylized">
                <a:extLst>
                  <a:ext uri="{FF2B5EF4-FFF2-40B4-BE49-F238E27FC236}">
                    <a16:creationId xmlns:a16="http://schemas.microsoft.com/office/drawing/2014/main" id="{9F14C2F0-0B51-4D18-9D10-F82FCF6B60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3053" name="Group 252">
              <a:extLst>
                <a:ext uri="{FF2B5EF4-FFF2-40B4-BE49-F238E27FC236}">
                  <a16:creationId xmlns:a16="http://schemas.microsoft.com/office/drawing/2014/main" id="{B70C4022-C66C-427E-8EA3-7016DF87DE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3" y="3034"/>
              <a:ext cx="288" cy="398"/>
              <a:chOff x="742" y="2409"/>
              <a:chExt cx="576" cy="881"/>
            </a:xfrm>
          </p:grpSpPr>
          <p:grpSp>
            <p:nvGrpSpPr>
              <p:cNvPr id="43088" name="Group 253">
                <a:extLst>
                  <a:ext uri="{FF2B5EF4-FFF2-40B4-BE49-F238E27FC236}">
                    <a16:creationId xmlns:a16="http://schemas.microsoft.com/office/drawing/2014/main" id="{DA0DCBB3-E649-4103-A152-8991DE1EF0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43091" name="Line 270">
                  <a:extLst>
                    <a:ext uri="{FF2B5EF4-FFF2-40B4-BE49-F238E27FC236}">
                      <a16:creationId xmlns:a16="http://schemas.microsoft.com/office/drawing/2014/main" id="{562D2663-367F-40AB-B7D0-AED0ABE5D0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092" name="Line 271">
                  <a:extLst>
                    <a:ext uri="{FF2B5EF4-FFF2-40B4-BE49-F238E27FC236}">
                      <a16:creationId xmlns:a16="http://schemas.microsoft.com/office/drawing/2014/main" id="{03C445DF-E3B0-434D-9562-5422DD05F0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093" name="Line 272">
                  <a:extLst>
                    <a:ext uri="{FF2B5EF4-FFF2-40B4-BE49-F238E27FC236}">
                      <a16:creationId xmlns:a16="http://schemas.microsoft.com/office/drawing/2014/main" id="{7D2FA19F-312C-46FA-B538-3063D9C45F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094" name="Line 273">
                  <a:extLst>
                    <a:ext uri="{FF2B5EF4-FFF2-40B4-BE49-F238E27FC236}">
                      <a16:creationId xmlns:a16="http://schemas.microsoft.com/office/drawing/2014/main" id="{E3AF7ED1-0811-494D-9AC8-62C8FDBCB9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095" name="Line 274">
                  <a:extLst>
                    <a:ext uri="{FF2B5EF4-FFF2-40B4-BE49-F238E27FC236}">
                      <a16:creationId xmlns:a16="http://schemas.microsoft.com/office/drawing/2014/main" id="{459B2EC4-817F-41FC-8308-09521B6250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096" name="Line 275">
                  <a:extLst>
                    <a:ext uri="{FF2B5EF4-FFF2-40B4-BE49-F238E27FC236}">
                      <a16:creationId xmlns:a16="http://schemas.microsoft.com/office/drawing/2014/main" id="{3C5E65C5-3B3B-42E2-BD3D-589B989615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097" name="Line 276">
                  <a:extLst>
                    <a:ext uri="{FF2B5EF4-FFF2-40B4-BE49-F238E27FC236}">
                      <a16:creationId xmlns:a16="http://schemas.microsoft.com/office/drawing/2014/main" id="{36484F9A-2924-4D81-93A2-8598B700D6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098" name="Line 277">
                  <a:extLst>
                    <a:ext uri="{FF2B5EF4-FFF2-40B4-BE49-F238E27FC236}">
                      <a16:creationId xmlns:a16="http://schemas.microsoft.com/office/drawing/2014/main" id="{7DF4C84E-C06E-46EB-8B25-970C9F070B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099" name="Line 278">
                  <a:extLst>
                    <a:ext uri="{FF2B5EF4-FFF2-40B4-BE49-F238E27FC236}">
                      <a16:creationId xmlns:a16="http://schemas.microsoft.com/office/drawing/2014/main" id="{956F4650-DAF5-40F6-961E-EAA3366125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100" name="Line 279">
                  <a:extLst>
                    <a:ext uri="{FF2B5EF4-FFF2-40B4-BE49-F238E27FC236}">
                      <a16:creationId xmlns:a16="http://schemas.microsoft.com/office/drawing/2014/main" id="{0107F7D5-5779-4476-AA3A-DAAF17D440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101" name="Line 280">
                  <a:extLst>
                    <a:ext uri="{FF2B5EF4-FFF2-40B4-BE49-F238E27FC236}">
                      <a16:creationId xmlns:a16="http://schemas.microsoft.com/office/drawing/2014/main" id="{37E3FA68-DF5C-4EC9-A816-5CDD4544C8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102" name="Line 281">
                  <a:extLst>
                    <a:ext uri="{FF2B5EF4-FFF2-40B4-BE49-F238E27FC236}">
                      <a16:creationId xmlns:a16="http://schemas.microsoft.com/office/drawing/2014/main" id="{9D3759A1-EFC6-477B-B5BD-C481B236F5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103" name="Line 282">
                  <a:extLst>
                    <a:ext uri="{FF2B5EF4-FFF2-40B4-BE49-F238E27FC236}">
                      <a16:creationId xmlns:a16="http://schemas.microsoft.com/office/drawing/2014/main" id="{E0544AE2-327C-4F81-8988-78CC5D35B3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104" name="Line 283">
                  <a:extLst>
                    <a:ext uri="{FF2B5EF4-FFF2-40B4-BE49-F238E27FC236}">
                      <a16:creationId xmlns:a16="http://schemas.microsoft.com/office/drawing/2014/main" id="{0CB78B04-1734-4C99-9768-18E2A360A3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  <p:sp>
              <p:nvSpPr>
                <p:cNvPr id="43105" name="Line 284">
                  <a:extLst>
                    <a:ext uri="{FF2B5EF4-FFF2-40B4-BE49-F238E27FC236}">
                      <a16:creationId xmlns:a16="http://schemas.microsoft.com/office/drawing/2014/main" id="{6D87F97A-9A99-4760-8368-4F69067809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</p:grpSp>
          <p:pic>
            <p:nvPicPr>
              <p:cNvPr id="43089" name="Picture 269" descr="cell_tower_radiation copy">
                <a:extLst>
                  <a:ext uri="{FF2B5EF4-FFF2-40B4-BE49-F238E27FC236}">
                    <a16:creationId xmlns:a16="http://schemas.microsoft.com/office/drawing/2014/main" id="{8A251FBE-EC2C-46F2-90C4-CEABFA3334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3090" name="Oval 270">
                <a:extLst>
                  <a:ext uri="{FF2B5EF4-FFF2-40B4-BE49-F238E27FC236}">
                    <a16:creationId xmlns:a16="http://schemas.microsoft.com/office/drawing/2014/main" id="{3348ADF3-F966-41F2-9D54-B112BA4A6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5" cy="67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3054" name="Group 342">
              <a:extLst>
                <a:ext uri="{FF2B5EF4-FFF2-40B4-BE49-F238E27FC236}">
                  <a16:creationId xmlns:a16="http://schemas.microsoft.com/office/drawing/2014/main" id="{7FF299B7-C8AF-4F17-8317-1944E33210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5" y="3159"/>
              <a:ext cx="337" cy="257"/>
              <a:chOff x="877" y="1008"/>
              <a:chExt cx="2747" cy="2591"/>
            </a:xfrm>
          </p:grpSpPr>
          <p:pic>
            <p:nvPicPr>
              <p:cNvPr id="43065" name="Picture 343" descr="antenna_stylized">
                <a:extLst>
                  <a:ext uri="{FF2B5EF4-FFF2-40B4-BE49-F238E27FC236}">
                    <a16:creationId xmlns:a16="http://schemas.microsoft.com/office/drawing/2014/main" id="{E2B5A230-D529-484F-BC70-AB0F6E27C3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066" name="Picture 344" descr="laptop_keyboard">
                <a:extLst>
                  <a:ext uri="{FF2B5EF4-FFF2-40B4-BE49-F238E27FC236}">
                    <a16:creationId xmlns:a16="http://schemas.microsoft.com/office/drawing/2014/main" id="{C142A7A0-8687-4F16-824F-A3FC4CE421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3067" name="Freeform 345">
                <a:extLst>
                  <a:ext uri="{FF2B5EF4-FFF2-40B4-BE49-F238E27FC236}">
                    <a16:creationId xmlns:a16="http://schemas.microsoft.com/office/drawing/2014/main" id="{479A237B-9837-4513-BC39-A21F3421E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43068" name="Picture 346" descr="screen">
                <a:extLst>
                  <a:ext uri="{FF2B5EF4-FFF2-40B4-BE49-F238E27FC236}">
                    <a16:creationId xmlns:a16="http://schemas.microsoft.com/office/drawing/2014/main" id="{D0B10ABE-67AC-46B8-9F90-C81E334D99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3069" name="Freeform 347">
                <a:extLst>
                  <a:ext uri="{FF2B5EF4-FFF2-40B4-BE49-F238E27FC236}">
                    <a16:creationId xmlns:a16="http://schemas.microsoft.com/office/drawing/2014/main" id="{46997C97-82F3-469F-97EE-81501A506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070" name="Freeform 348">
                <a:extLst>
                  <a:ext uri="{FF2B5EF4-FFF2-40B4-BE49-F238E27FC236}">
                    <a16:creationId xmlns:a16="http://schemas.microsoft.com/office/drawing/2014/main" id="{433703DB-51D2-465A-BDC4-F7C27348B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071" name="Freeform 349">
                <a:extLst>
                  <a:ext uri="{FF2B5EF4-FFF2-40B4-BE49-F238E27FC236}">
                    <a16:creationId xmlns:a16="http://schemas.microsoft.com/office/drawing/2014/main" id="{6CC40467-77C2-4A6F-AEBD-9D2D4E0E2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072" name="Freeform 350">
                <a:extLst>
                  <a:ext uri="{FF2B5EF4-FFF2-40B4-BE49-F238E27FC236}">
                    <a16:creationId xmlns:a16="http://schemas.microsoft.com/office/drawing/2014/main" id="{AEAD7A7E-8A12-49B0-B7F5-0A5932E0B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073" name="Freeform 351">
                <a:extLst>
                  <a:ext uri="{FF2B5EF4-FFF2-40B4-BE49-F238E27FC236}">
                    <a16:creationId xmlns:a16="http://schemas.microsoft.com/office/drawing/2014/main" id="{46522B3E-ED47-4ECA-A917-45BEEEC0C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3 h 1659"/>
                  <a:gd name="T6" fmla="*/ 0 w 637"/>
                  <a:gd name="T7" fmla="*/ 3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074" name="Freeform 352">
                <a:extLst>
                  <a:ext uri="{FF2B5EF4-FFF2-40B4-BE49-F238E27FC236}">
                    <a16:creationId xmlns:a16="http://schemas.microsoft.com/office/drawing/2014/main" id="{BA39BB23-E010-435F-B957-8D282D2FF1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43075" name="Group 353">
                <a:extLst>
                  <a:ext uri="{FF2B5EF4-FFF2-40B4-BE49-F238E27FC236}">
                    <a16:creationId xmlns:a16="http://schemas.microsoft.com/office/drawing/2014/main" id="{9C11C983-844A-449B-9D27-CA844E8BBD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3082" name="Freeform 354">
                  <a:extLst>
                    <a:ext uri="{FF2B5EF4-FFF2-40B4-BE49-F238E27FC236}">
                      <a16:creationId xmlns:a16="http://schemas.microsoft.com/office/drawing/2014/main" id="{13D8EC1D-C5B6-4C6F-A4E6-2EF496BE52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43083" name="Freeform 355">
                  <a:extLst>
                    <a:ext uri="{FF2B5EF4-FFF2-40B4-BE49-F238E27FC236}">
                      <a16:creationId xmlns:a16="http://schemas.microsoft.com/office/drawing/2014/main" id="{07305164-63C3-4C64-9787-C66646EC93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43084" name="Freeform 356">
                  <a:extLst>
                    <a:ext uri="{FF2B5EF4-FFF2-40B4-BE49-F238E27FC236}">
                      <a16:creationId xmlns:a16="http://schemas.microsoft.com/office/drawing/2014/main" id="{A66E3E8F-A21D-4623-BF61-E9B98C3A7A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43085" name="Freeform 357">
                  <a:extLst>
                    <a:ext uri="{FF2B5EF4-FFF2-40B4-BE49-F238E27FC236}">
                      <a16:creationId xmlns:a16="http://schemas.microsoft.com/office/drawing/2014/main" id="{63E1CD80-1B17-4A3D-883D-8E8C9C1E1F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43086" name="Freeform 358">
                  <a:extLst>
                    <a:ext uri="{FF2B5EF4-FFF2-40B4-BE49-F238E27FC236}">
                      <a16:creationId xmlns:a16="http://schemas.microsoft.com/office/drawing/2014/main" id="{D8786F95-6E56-4CE7-89D3-1F0FAB0513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43087" name="Freeform 359">
                  <a:extLst>
                    <a:ext uri="{FF2B5EF4-FFF2-40B4-BE49-F238E27FC236}">
                      <a16:creationId xmlns:a16="http://schemas.microsoft.com/office/drawing/2014/main" id="{07FAD170-4F4E-4C21-9BC4-FDA61D187F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43076" name="Freeform 360">
                <a:extLst>
                  <a:ext uri="{FF2B5EF4-FFF2-40B4-BE49-F238E27FC236}">
                    <a16:creationId xmlns:a16="http://schemas.microsoft.com/office/drawing/2014/main" id="{7935D705-9877-47A2-BC17-95258C8AA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077" name="Freeform 361">
                <a:extLst>
                  <a:ext uri="{FF2B5EF4-FFF2-40B4-BE49-F238E27FC236}">
                    <a16:creationId xmlns:a16="http://schemas.microsoft.com/office/drawing/2014/main" id="{6D19A2DB-3DE8-4009-A2B1-90610433B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078" name="Freeform 362">
                <a:extLst>
                  <a:ext uri="{FF2B5EF4-FFF2-40B4-BE49-F238E27FC236}">
                    <a16:creationId xmlns:a16="http://schemas.microsoft.com/office/drawing/2014/main" id="{2C335DD1-1C77-4419-A4CD-1C3D2D1CD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079" name="Freeform 363">
                <a:extLst>
                  <a:ext uri="{FF2B5EF4-FFF2-40B4-BE49-F238E27FC236}">
                    <a16:creationId xmlns:a16="http://schemas.microsoft.com/office/drawing/2014/main" id="{AEBABABF-1867-446B-9510-57EEAE3038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080" name="Freeform 364">
                <a:extLst>
                  <a:ext uri="{FF2B5EF4-FFF2-40B4-BE49-F238E27FC236}">
                    <a16:creationId xmlns:a16="http://schemas.microsoft.com/office/drawing/2014/main" id="{942AAE4B-560B-48B8-B879-19B7641FB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081" name="Freeform 365">
                <a:extLst>
                  <a:ext uri="{FF2B5EF4-FFF2-40B4-BE49-F238E27FC236}">
                    <a16:creationId xmlns:a16="http://schemas.microsoft.com/office/drawing/2014/main" id="{6687AD39-7FBE-49BA-AB74-17DBCF33525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43055" name="Group 237">
              <a:extLst>
                <a:ext uri="{FF2B5EF4-FFF2-40B4-BE49-F238E27FC236}">
                  <a16:creationId xmlns:a16="http://schemas.microsoft.com/office/drawing/2014/main" id="{959A86A0-D182-4E30-91C4-CCA2A9BE31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3439"/>
              <a:ext cx="246" cy="107"/>
              <a:chOff x="4650" y="1129"/>
              <a:chExt cx="246" cy="95"/>
            </a:xfrm>
          </p:grpSpPr>
          <p:sp>
            <p:nvSpPr>
              <p:cNvPr id="43057" name="Oval 407">
                <a:extLst>
                  <a:ext uri="{FF2B5EF4-FFF2-40B4-BE49-F238E27FC236}">
                    <a16:creationId xmlns:a16="http://schemas.microsoft.com/office/drawing/2014/main" id="{56DC2ADD-A16C-4164-8618-EC2B86E85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58" name="Rectangle 410">
                <a:extLst>
                  <a:ext uri="{FF2B5EF4-FFF2-40B4-BE49-F238E27FC236}">
                    <a16:creationId xmlns:a16="http://schemas.microsoft.com/office/drawing/2014/main" id="{9F0CF4C8-792B-4303-AE5C-922642906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59" name="Oval 411">
                <a:extLst>
                  <a:ext uri="{FF2B5EF4-FFF2-40B4-BE49-F238E27FC236}">
                    <a16:creationId xmlns:a16="http://schemas.microsoft.com/office/drawing/2014/main" id="{8629C62C-FA13-479D-A898-73BA1DF63A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3060" name="Group 241">
                <a:extLst>
                  <a:ext uri="{FF2B5EF4-FFF2-40B4-BE49-F238E27FC236}">
                    <a16:creationId xmlns:a16="http://schemas.microsoft.com/office/drawing/2014/main" id="{15FD10D0-4E8C-4E1C-A000-82BCB3C6BC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3063" name="Freeform 242">
                  <a:extLst>
                    <a:ext uri="{FF2B5EF4-FFF2-40B4-BE49-F238E27FC236}">
                      <a16:creationId xmlns:a16="http://schemas.microsoft.com/office/drawing/2014/main" id="{9DE351EC-2550-4791-8637-E3303ED9A3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43064" name="Freeform 243">
                  <a:extLst>
                    <a:ext uri="{FF2B5EF4-FFF2-40B4-BE49-F238E27FC236}">
                      <a16:creationId xmlns:a16="http://schemas.microsoft.com/office/drawing/2014/main" id="{6400CBFF-0427-4F31-AEBA-F3C877C686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43061" name="Line 244">
                <a:extLst>
                  <a:ext uri="{FF2B5EF4-FFF2-40B4-BE49-F238E27FC236}">
                    <a16:creationId xmlns:a16="http://schemas.microsoft.com/office/drawing/2014/main" id="{7CD9C7EE-FE25-46A4-BFD0-F24001893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43062" name="Line 245">
                <a:extLst>
                  <a:ext uri="{FF2B5EF4-FFF2-40B4-BE49-F238E27FC236}">
                    <a16:creationId xmlns:a16="http://schemas.microsoft.com/office/drawing/2014/main" id="{62BADDCE-5E50-4B09-AC22-2157F4C7C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43056" name="Line 444">
              <a:extLst>
                <a:ext uri="{FF2B5EF4-FFF2-40B4-BE49-F238E27FC236}">
                  <a16:creationId xmlns:a16="http://schemas.microsoft.com/office/drawing/2014/main" id="{ACD5CA76-AAC5-4EAB-84FA-B04EAEA0F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" y="3542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43023" name="Text Box 446">
            <a:extLst>
              <a:ext uri="{FF2B5EF4-FFF2-40B4-BE49-F238E27FC236}">
                <a16:creationId xmlns:a16="http://schemas.microsoft.com/office/drawing/2014/main" id="{478B2502-41E9-465F-B879-2AE870C98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700" y="572611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>
                <a:latin typeface="Arial" panose="020B0604020202020204" pitchFamily="34" charset="0"/>
              </a:rPr>
              <a:t>to Internet</a:t>
            </a:r>
          </a:p>
        </p:txBody>
      </p:sp>
      <p:sp>
        <p:nvSpPr>
          <p:cNvPr id="43024" name="Text Box 447">
            <a:extLst>
              <a:ext uri="{FF2B5EF4-FFF2-40B4-BE49-F238E27FC236}">
                <a16:creationId xmlns:a16="http://schemas.microsoft.com/office/drawing/2014/main" id="{E0880E06-ADAE-4EC1-8D34-9C7EADF52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950" y="588486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>
                <a:latin typeface="Arial" panose="020B0604020202020204" pitchFamily="34" charset="0"/>
              </a:rPr>
              <a:t>to Internet</a:t>
            </a:r>
          </a:p>
        </p:txBody>
      </p:sp>
      <p:sp>
        <p:nvSpPr>
          <p:cNvPr id="43025" name="Slide Number Placeholder 3">
            <a:extLst>
              <a:ext uri="{FF2B5EF4-FFF2-40B4-BE49-F238E27FC236}">
                <a16:creationId xmlns:a16="http://schemas.microsoft.com/office/drawing/2014/main" id="{391667A9-3B12-4E75-8E4C-F2BB800D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51CBBEBC-E9E0-4D99-8B29-1B904FBCE045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43026" name="Group 114">
            <a:extLst>
              <a:ext uri="{FF2B5EF4-FFF2-40B4-BE49-F238E27FC236}">
                <a16:creationId xmlns:a16="http://schemas.microsoft.com/office/drawing/2014/main" id="{19765189-9C1C-489B-B269-F17B2289C295}"/>
              </a:ext>
            </a:extLst>
          </p:cNvPr>
          <p:cNvGrpSpPr>
            <a:grpSpLocks/>
          </p:cNvGrpSpPr>
          <p:nvPr/>
        </p:nvGrpSpPr>
        <p:grpSpPr bwMode="auto">
          <a:xfrm>
            <a:off x="2330450" y="4248150"/>
            <a:ext cx="636588" cy="879475"/>
            <a:chOff x="5806938" y="3011924"/>
            <a:chExt cx="347997" cy="396620"/>
          </a:xfrm>
        </p:grpSpPr>
        <p:pic>
          <p:nvPicPr>
            <p:cNvPr id="43047" name="Picture 117" descr="fridge2.png">
              <a:extLst>
                <a:ext uri="{FF2B5EF4-FFF2-40B4-BE49-F238E27FC236}">
                  <a16:creationId xmlns:a16="http://schemas.microsoft.com/office/drawing/2014/main" id="{67AD07DE-44B0-4349-94CE-E01B21EF4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6702" y="307151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48" name="Picture 1115" descr="antenna_stylized">
              <a:extLst>
                <a:ext uri="{FF2B5EF4-FFF2-40B4-BE49-F238E27FC236}">
                  <a16:creationId xmlns:a16="http://schemas.microsoft.com/office/drawing/2014/main" id="{6AD89E20-76F4-411F-B36C-497EB13C9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6938" y="301192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3027" name="Group 347">
            <a:extLst>
              <a:ext uri="{FF2B5EF4-FFF2-40B4-BE49-F238E27FC236}">
                <a16:creationId xmlns:a16="http://schemas.microsoft.com/office/drawing/2014/main" id="{16451E98-0A28-49DE-812C-FFB1DCB9DE9F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5175250"/>
            <a:ext cx="692150" cy="331788"/>
            <a:chOff x="1871277" y="1576300"/>
            <a:chExt cx="1128371" cy="437861"/>
          </a:xfrm>
        </p:grpSpPr>
        <p:sp>
          <p:nvSpPr>
            <p:cNvPr id="43038" name="Oval 115">
              <a:extLst>
                <a:ext uri="{FF2B5EF4-FFF2-40B4-BE49-F238E27FC236}">
                  <a16:creationId xmlns:a16="http://schemas.microsoft.com/office/drawing/2014/main" id="{8C984193-3721-44F7-B9B9-8C762494C94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3864" y="1693621"/>
              <a:ext cx="1125784" cy="32054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TW" altLang="zh-TW">
                <a:solidFill>
                  <a:srgbClr val="FFFFFF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D1801FA-2003-487F-BD1E-013E7234B271}"/>
                </a:ext>
              </a:extLst>
            </p:cNvPr>
            <p:cNvSpPr/>
            <p:nvPr/>
          </p:nvSpPr>
          <p:spPr bwMode="auto">
            <a:xfrm>
              <a:off x="1871277" y="1739712"/>
              <a:ext cx="1128371" cy="115227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43040" name="Oval 117">
              <a:extLst>
                <a:ext uri="{FF2B5EF4-FFF2-40B4-BE49-F238E27FC236}">
                  <a16:creationId xmlns:a16="http://schemas.microsoft.com/office/drawing/2014/main" id="{C2427D97-8391-49CE-806F-560C498A9A4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782" cy="32054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TW" altLang="zh-TW">
                <a:solidFill>
                  <a:srgbClr val="FFFFFF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AC455D1F-2795-4202-BA3C-A613280726E1}"/>
                </a:ext>
              </a:extLst>
            </p:cNvPr>
            <p:cNvSpPr/>
            <p:nvPr/>
          </p:nvSpPr>
          <p:spPr bwMode="auto">
            <a:xfrm>
              <a:off x="2158545" y="1672671"/>
              <a:ext cx="548657" cy="16131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43042" name="Freeform 119">
              <a:extLst>
                <a:ext uri="{FF2B5EF4-FFF2-40B4-BE49-F238E27FC236}">
                  <a16:creationId xmlns:a16="http://schemas.microsoft.com/office/drawing/2014/main" id="{33B36C91-979A-4EBB-B54E-1FA5AA50E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609" y="1632866"/>
              <a:ext cx="662530" cy="111036"/>
            </a:xfrm>
            <a:custGeom>
              <a:avLst/>
              <a:gdLst>
                <a:gd name="T0" fmla="*/ 0 w 3723451"/>
                <a:gd name="T1" fmla="*/ 3239 h 932950"/>
                <a:gd name="T2" fmla="*/ 20740 w 3723451"/>
                <a:gd name="T3" fmla="*/ 38 h 932950"/>
                <a:gd name="T4" fmla="*/ 58748 w 3723451"/>
                <a:gd name="T5" fmla="*/ 7387 h 932950"/>
                <a:gd name="T6" fmla="*/ 95007 w 3723451"/>
                <a:gd name="T7" fmla="*/ 0 h 932950"/>
                <a:gd name="T8" fmla="*/ 117872 w 3723451"/>
                <a:gd name="T9" fmla="*/ 2940 h 932950"/>
                <a:gd name="T10" fmla="*/ 100860 w 3723451"/>
                <a:gd name="T11" fmla="*/ 6554 h 932950"/>
                <a:gd name="T12" fmla="*/ 95383 w 3723451"/>
                <a:gd name="T13" fmla="*/ 5580 h 932950"/>
                <a:gd name="T14" fmla="*/ 59415 w 3723451"/>
                <a:gd name="T15" fmla="*/ 13239 h 932950"/>
                <a:gd name="T16" fmla="*/ 22527 w 3723451"/>
                <a:gd name="T17" fmla="*/ 5862 h 932950"/>
                <a:gd name="T18" fmla="*/ 16563 w 3723451"/>
                <a:gd name="T19" fmla="*/ 6658 h 932950"/>
                <a:gd name="T20" fmla="*/ 0 w 3723451"/>
                <a:gd name="T21" fmla="*/ 3239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HK" altLang="en-US"/>
            </a:p>
          </p:txBody>
        </p:sp>
        <p:sp>
          <p:nvSpPr>
            <p:cNvPr id="43043" name="Freeform 120">
              <a:extLst>
                <a:ext uri="{FF2B5EF4-FFF2-40B4-BE49-F238E27FC236}">
                  <a16:creationId xmlns:a16="http://schemas.microsoft.com/office/drawing/2014/main" id="{E1FF425B-6ACF-4DA9-A330-17EF3929D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394" y="1727142"/>
              <a:ext cx="243273" cy="98467"/>
            </a:xfrm>
            <a:custGeom>
              <a:avLst/>
              <a:gdLst>
                <a:gd name="T0" fmla="*/ 0 w 1366596"/>
                <a:gd name="T1" fmla="*/ 0 h 809868"/>
                <a:gd name="T2" fmla="*/ 43446 w 1366596"/>
                <a:gd name="T3" fmla="*/ 9117 h 809868"/>
                <a:gd name="T4" fmla="*/ 27501 w 1366596"/>
                <a:gd name="T5" fmla="*/ 11799 h 809868"/>
                <a:gd name="T6" fmla="*/ 146 w 1366596"/>
                <a:gd name="T7" fmla="*/ 6234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HK" altLang="en-US"/>
            </a:p>
          </p:txBody>
        </p:sp>
        <p:sp>
          <p:nvSpPr>
            <p:cNvPr id="43044" name="Freeform 121">
              <a:extLst>
                <a:ext uri="{FF2B5EF4-FFF2-40B4-BE49-F238E27FC236}">
                  <a16:creationId xmlns:a16="http://schemas.microsoft.com/office/drawing/2014/main" id="{CECEE77C-731A-4C29-BBB9-576C00C8D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257" y="1729238"/>
              <a:ext cx="240685" cy="98466"/>
            </a:xfrm>
            <a:custGeom>
              <a:avLst/>
              <a:gdLst>
                <a:gd name="T0" fmla="*/ 42417 w 1348191"/>
                <a:gd name="T1" fmla="*/ 0 h 791462"/>
                <a:gd name="T2" fmla="*/ 43004 w 1348191"/>
                <a:gd name="T3" fmla="*/ 5826 h 791462"/>
                <a:gd name="T4" fmla="*/ 15558 w 1348191"/>
                <a:gd name="T5" fmla="*/ 12073 h 791462"/>
                <a:gd name="T6" fmla="*/ 0 w 1348191"/>
                <a:gd name="T7" fmla="*/ 9335 h 791462"/>
                <a:gd name="T8" fmla="*/ 42417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HK" altLang="en-US"/>
            </a:p>
          </p:txBody>
        </p:sp>
        <p:cxnSp>
          <p:nvCxnSpPr>
            <p:cNvPr id="43045" name="Straight Connector 122">
              <a:extLst>
                <a:ext uri="{FF2B5EF4-FFF2-40B4-BE49-F238E27FC236}">
                  <a16:creationId xmlns:a16="http://schemas.microsoft.com/office/drawing/2014/main" id="{39729276-61C9-48B6-9C21-A0CE4687E4B9}"/>
                </a:ext>
              </a:extLst>
            </p:cNvPr>
            <p:cNvCxnSpPr>
              <a:cxnSpLocks noChangeShapeType="1"/>
              <a:endCxn id="43040" idx="2"/>
            </p:cNvCxnSpPr>
            <p:nvPr/>
          </p:nvCxnSpPr>
          <p:spPr bwMode="auto">
            <a:xfrm flipH="1" flipV="1">
              <a:off x="1871277" y="1737618"/>
              <a:ext cx="2587" cy="12360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46" name="Straight Connector 123">
              <a:extLst>
                <a:ext uri="{FF2B5EF4-FFF2-40B4-BE49-F238E27FC236}">
                  <a16:creationId xmlns:a16="http://schemas.microsoft.com/office/drawing/2014/main" id="{E8337DE1-A66D-4E7D-8F04-3930881061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7059" y="1735522"/>
              <a:ext cx="2589" cy="12151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3028" name="Group 347">
            <a:extLst>
              <a:ext uri="{FF2B5EF4-FFF2-40B4-BE49-F238E27FC236}">
                <a16:creationId xmlns:a16="http://schemas.microsoft.com/office/drawing/2014/main" id="{F6A0DB2D-E9AE-4DA9-9C29-1BFB79D7DA0A}"/>
              </a:ext>
            </a:extLst>
          </p:cNvPr>
          <p:cNvGrpSpPr>
            <a:grpSpLocks/>
          </p:cNvGrpSpPr>
          <p:nvPr/>
        </p:nvGrpSpPr>
        <p:grpSpPr bwMode="auto">
          <a:xfrm>
            <a:off x="6681788" y="5286375"/>
            <a:ext cx="569912" cy="269875"/>
            <a:chOff x="1871277" y="1576300"/>
            <a:chExt cx="1128371" cy="437861"/>
          </a:xfrm>
        </p:grpSpPr>
        <p:sp>
          <p:nvSpPr>
            <p:cNvPr id="43029" name="Oval 125">
              <a:extLst>
                <a:ext uri="{FF2B5EF4-FFF2-40B4-BE49-F238E27FC236}">
                  <a16:creationId xmlns:a16="http://schemas.microsoft.com/office/drawing/2014/main" id="{F8F0B1A0-0D7E-4CE9-950F-B5EC4CBE747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19" y="1694780"/>
              <a:ext cx="1125229" cy="319381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TW" altLang="zh-TW">
                <a:solidFill>
                  <a:srgbClr val="FFFFFF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46EE48F1-FFBE-458B-9F3C-096AF0B769FC}"/>
                </a:ext>
              </a:extLst>
            </p:cNvPr>
            <p:cNvSpPr/>
            <p:nvPr/>
          </p:nvSpPr>
          <p:spPr bwMode="auto">
            <a:xfrm>
              <a:off x="1871277" y="1738567"/>
              <a:ext cx="1128371" cy="115904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43031" name="Oval 127">
              <a:extLst>
                <a:ext uri="{FF2B5EF4-FFF2-40B4-BE49-F238E27FC236}">
                  <a16:creationId xmlns:a16="http://schemas.microsoft.com/office/drawing/2014/main" id="{58DFEBA5-2FFA-4D25-9BBE-2FB062E2954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29" cy="319381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TW" altLang="zh-TW">
                <a:solidFill>
                  <a:srgbClr val="FFFFFF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8181C82D-1E34-486D-8935-A919A724ADFB}"/>
                </a:ext>
              </a:extLst>
            </p:cNvPr>
            <p:cNvSpPr/>
            <p:nvPr/>
          </p:nvSpPr>
          <p:spPr bwMode="auto">
            <a:xfrm>
              <a:off x="2160442" y="1674175"/>
              <a:ext cx="546899" cy="159690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43033" name="Freeform 129">
              <a:extLst>
                <a:ext uri="{FF2B5EF4-FFF2-40B4-BE49-F238E27FC236}">
                  <a16:creationId xmlns:a16="http://schemas.microsoft.com/office/drawing/2014/main" id="{99FEF37B-AFBB-48A3-AE29-8F3B3E15F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866" y="1632964"/>
              <a:ext cx="660050" cy="110754"/>
            </a:xfrm>
            <a:custGeom>
              <a:avLst/>
              <a:gdLst>
                <a:gd name="T0" fmla="*/ 0 w 3723451"/>
                <a:gd name="T1" fmla="*/ 3231 h 932950"/>
                <a:gd name="T2" fmla="*/ 20663 w 3723451"/>
                <a:gd name="T3" fmla="*/ 38 h 932950"/>
                <a:gd name="T4" fmla="*/ 58528 w 3723451"/>
                <a:gd name="T5" fmla="*/ 7369 h 932950"/>
                <a:gd name="T6" fmla="*/ 94651 w 3723451"/>
                <a:gd name="T7" fmla="*/ 0 h 932950"/>
                <a:gd name="T8" fmla="*/ 117430 w 3723451"/>
                <a:gd name="T9" fmla="*/ 2932 h 932950"/>
                <a:gd name="T10" fmla="*/ 100483 w 3723451"/>
                <a:gd name="T11" fmla="*/ 6538 h 932950"/>
                <a:gd name="T12" fmla="*/ 95026 w 3723451"/>
                <a:gd name="T13" fmla="*/ 5566 h 932950"/>
                <a:gd name="T14" fmla="*/ 59193 w 3723451"/>
                <a:gd name="T15" fmla="*/ 13206 h 932950"/>
                <a:gd name="T16" fmla="*/ 22443 w 3723451"/>
                <a:gd name="T17" fmla="*/ 5847 h 932950"/>
                <a:gd name="T18" fmla="*/ 16501 w 3723451"/>
                <a:gd name="T19" fmla="*/ 6641 h 932950"/>
                <a:gd name="T20" fmla="*/ 0 w 3723451"/>
                <a:gd name="T21" fmla="*/ 3231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HK" altLang="en-US"/>
            </a:p>
          </p:txBody>
        </p:sp>
        <p:sp>
          <p:nvSpPr>
            <p:cNvPr id="43034" name="Freeform 130">
              <a:extLst>
                <a:ext uri="{FF2B5EF4-FFF2-40B4-BE49-F238E27FC236}">
                  <a16:creationId xmlns:a16="http://schemas.microsoft.com/office/drawing/2014/main" id="{445094AD-70B7-4A63-95FD-91E20532F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614" y="1728264"/>
              <a:ext cx="242018" cy="95298"/>
            </a:xfrm>
            <a:custGeom>
              <a:avLst/>
              <a:gdLst>
                <a:gd name="T0" fmla="*/ 0 w 1366596"/>
                <a:gd name="T1" fmla="*/ 0 h 809868"/>
                <a:gd name="T2" fmla="*/ 43221 w 1366596"/>
                <a:gd name="T3" fmla="*/ 8824 h 809868"/>
                <a:gd name="T4" fmla="*/ 27359 w 1366596"/>
                <a:gd name="T5" fmla="*/ 11419 h 809868"/>
                <a:gd name="T6" fmla="*/ 146 w 1366596"/>
                <a:gd name="T7" fmla="*/ 6034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HK" altLang="en-US"/>
            </a:p>
          </p:txBody>
        </p:sp>
        <p:sp>
          <p:nvSpPr>
            <p:cNvPr id="43035" name="Freeform 131">
              <a:extLst>
                <a:ext uri="{FF2B5EF4-FFF2-40B4-BE49-F238E27FC236}">
                  <a16:creationId xmlns:a16="http://schemas.microsoft.com/office/drawing/2014/main" id="{E69B3D5B-094B-4D08-9A08-385EE6F32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294" y="1730839"/>
              <a:ext cx="238875" cy="95300"/>
            </a:xfrm>
            <a:custGeom>
              <a:avLst/>
              <a:gdLst>
                <a:gd name="T0" fmla="*/ 42098 w 1348191"/>
                <a:gd name="T1" fmla="*/ 0 h 791462"/>
                <a:gd name="T2" fmla="*/ 42681 w 1348191"/>
                <a:gd name="T3" fmla="*/ 5638 h 791462"/>
                <a:gd name="T4" fmla="*/ 15441 w 1348191"/>
                <a:gd name="T5" fmla="*/ 11684 h 791462"/>
                <a:gd name="T6" fmla="*/ 0 w 1348191"/>
                <a:gd name="T7" fmla="*/ 9035 h 791462"/>
                <a:gd name="T8" fmla="*/ 42098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HK" altLang="en-US"/>
            </a:p>
          </p:txBody>
        </p:sp>
        <p:cxnSp>
          <p:nvCxnSpPr>
            <p:cNvPr id="43036" name="Straight Connector 132">
              <a:extLst>
                <a:ext uri="{FF2B5EF4-FFF2-40B4-BE49-F238E27FC236}">
                  <a16:creationId xmlns:a16="http://schemas.microsoft.com/office/drawing/2014/main" id="{2F84F734-B5C6-44C3-A41A-6A9625475DC4}"/>
                </a:ext>
              </a:extLst>
            </p:cNvPr>
            <p:cNvCxnSpPr>
              <a:cxnSpLocks noChangeShapeType="1"/>
              <a:endCxn id="43031" idx="2"/>
            </p:cNvCxnSpPr>
            <p:nvPr/>
          </p:nvCxnSpPr>
          <p:spPr bwMode="auto">
            <a:xfrm flipH="1" flipV="1">
              <a:off x="1871277" y="1735990"/>
              <a:ext cx="3142" cy="12363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7" name="Straight Connector 133">
              <a:extLst>
                <a:ext uri="{FF2B5EF4-FFF2-40B4-BE49-F238E27FC236}">
                  <a16:creationId xmlns:a16="http://schemas.microsoft.com/office/drawing/2014/main" id="{E1915A9E-9904-4285-B809-5168303EE6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506" y="1735990"/>
              <a:ext cx="3142" cy="12105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2">
            <a:extLst>
              <a:ext uri="{FF2B5EF4-FFF2-40B4-BE49-F238E27FC236}">
                <a16:creationId xmlns:a16="http://schemas.microsoft.com/office/drawing/2014/main" id="{C9990D8A-5EA4-48AC-9301-E1A154486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46083" name="Picture 11" descr="underline_base">
            <a:extLst>
              <a:ext uri="{FF2B5EF4-FFF2-40B4-BE49-F238E27FC236}">
                <a16:creationId xmlns:a16="http://schemas.microsoft.com/office/drawing/2014/main" id="{03988F68-D267-4A9E-882A-B872BB79BF8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920750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Rectangle 2">
            <a:extLst>
              <a:ext uri="{FF2B5EF4-FFF2-40B4-BE49-F238E27FC236}">
                <a16:creationId xmlns:a16="http://schemas.microsoft.com/office/drawing/2014/main" id="{AE7B25EC-4E30-4636-8AE7-04D87813DFA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87363" y="296863"/>
            <a:ext cx="7772400" cy="879475"/>
          </a:xfrm>
        </p:spPr>
        <p:txBody>
          <a:bodyPr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Physical media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77BAE4DF-E9EF-42CE-8428-2D81B10D832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482725"/>
            <a:ext cx="4322763" cy="4648200"/>
          </a:xfrm>
        </p:spPr>
        <p:txBody>
          <a:bodyPr/>
          <a:lstStyle/>
          <a:p>
            <a:pPr eaLnBrk="1" hangingPunct="1">
              <a:buSzPct val="75000"/>
              <a:defRPr/>
            </a:pPr>
            <a:r>
              <a:rPr lang="en-US" altLang="zh-TW" sz="2400" dirty="0">
                <a:solidFill>
                  <a:srgbClr val="CC0000"/>
                </a:solidFill>
                <a:ea typeface="ＭＳ Ｐゴシック" pitchFamily="34" charset="-128"/>
              </a:rPr>
              <a:t>physical link:</a:t>
            </a:r>
            <a:r>
              <a:rPr lang="en-US" altLang="zh-TW" sz="2400" dirty="0">
                <a:ea typeface="ＭＳ Ｐゴシック" pitchFamily="34" charset="-128"/>
              </a:rPr>
              <a:t> what lies between transmitter &amp; receiver</a:t>
            </a:r>
          </a:p>
          <a:p>
            <a:pPr eaLnBrk="1" hangingPunct="1">
              <a:buSzPct val="75000"/>
              <a:defRPr/>
            </a:pPr>
            <a:r>
              <a:rPr lang="en-US" altLang="zh-TW" sz="2400" dirty="0">
                <a:ea typeface="ＭＳ Ｐゴシック" pitchFamily="34" charset="-128"/>
              </a:rPr>
              <a:t>Two categories of physical media:</a:t>
            </a:r>
          </a:p>
          <a:p>
            <a:pPr marL="457200" indent="-457200" eaLnBrk="1" hangingPunct="1">
              <a:buSzPct val="75000"/>
              <a:buFont typeface="+mj-lt"/>
              <a:buAutoNum type="arabicPeriod"/>
              <a:defRPr/>
            </a:pPr>
            <a:r>
              <a:rPr lang="en-US" altLang="zh-TW" sz="2400" dirty="0">
                <a:solidFill>
                  <a:srgbClr val="CC0000"/>
                </a:solidFill>
                <a:ea typeface="ＭＳ Ｐゴシック" pitchFamily="34" charset="-128"/>
              </a:rPr>
              <a:t>guided media: </a:t>
            </a:r>
          </a:p>
          <a:p>
            <a:pPr lvl="1" eaLnBrk="1" hangingPunct="1">
              <a:defRPr/>
            </a:pPr>
            <a:r>
              <a:rPr lang="en-US" altLang="zh-TW" dirty="0">
                <a:ea typeface="新細明體" pitchFamily="18" charset="-120"/>
              </a:rPr>
              <a:t>signals propagate in solid media: copper, fiber, coax</a:t>
            </a:r>
          </a:p>
          <a:p>
            <a:pPr marL="457200" indent="-457200" eaLnBrk="1" hangingPunct="1">
              <a:buSzPct val="75000"/>
              <a:buFont typeface="+mj-lt"/>
              <a:buAutoNum type="arabicPeriod"/>
              <a:defRPr/>
            </a:pPr>
            <a:r>
              <a:rPr lang="en-US" altLang="zh-TW" sz="2400" dirty="0">
                <a:solidFill>
                  <a:srgbClr val="CC0000"/>
                </a:solidFill>
                <a:ea typeface="ＭＳ Ｐゴシック" pitchFamily="34" charset="-128"/>
              </a:rPr>
              <a:t>unguided media:</a:t>
            </a:r>
            <a:r>
              <a:rPr lang="en-US" altLang="zh-TW" sz="2400" dirty="0">
                <a:ea typeface="ＭＳ Ｐゴシック" pitchFamily="34" charset="-128"/>
              </a:rPr>
              <a:t> </a:t>
            </a:r>
          </a:p>
          <a:p>
            <a:pPr lvl="1" eaLnBrk="1" hangingPunct="1">
              <a:defRPr/>
            </a:pPr>
            <a:r>
              <a:rPr lang="en-US" altLang="zh-TW" dirty="0">
                <a:ea typeface="新細明體" pitchFamily="18" charset="-120"/>
              </a:rPr>
              <a:t>signals propagate freely, e.g., radio</a:t>
            </a:r>
          </a:p>
        </p:txBody>
      </p:sp>
      <p:sp>
        <p:nvSpPr>
          <p:cNvPr id="46086" name="Rectangle 4">
            <a:extLst>
              <a:ext uri="{FF2B5EF4-FFF2-40B4-BE49-F238E27FC236}">
                <a16:creationId xmlns:a16="http://schemas.microsoft.com/office/drawing/2014/main" id="{ED26776A-BDA8-4DDA-8B5F-5AF949676BC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51413" y="1063625"/>
            <a:ext cx="3810000" cy="33464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twisted pair (TP</a:t>
            </a:r>
            <a:r>
              <a:rPr lang="en-US" altLang="zh-TW" sz="24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)</a:t>
            </a:r>
            <a:endParaRPr lang="en-US" altLang="zh-TW" sz="2400" i="1" dirty="0">
              <a:ea typeface="ＭＳ Ｐゴシック" panose="020B0600070205080204" pitchFamily="34" charset="-128"/>
            </a:endParaRPr>
          </a:p>
          <a:p>
            <a:pPr eaLnBrk="1" hangingPunct="1"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least expensive and most commonly used guided transmission medium</a:t>
            </a:r>
          </a:p>
          <a:p>
            <a:pPr eaLnBrk="1" hangingPunct="1"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two insulated copper wires</a:t>
            </a:r>
          </a:p>
          <a:p>
            <a:pPr lvl="1" eaLnBrk="1" hangingPunct="1">
              <a:buSzPct val="75000"/>
            </a:pPr>
            <a:r>
              <a:rPr lang="en-US" altLang="zh-TW" sz="2000" dirty="0">
                <a:ea typeface="新細明體" panose="02020500000000000000" pitchFamily="18" charset="-120"/>
              </a:rPr>
              <a:t>Category 5: 100 Mbps, 1 Gbps Ethernet</a:t>
            </a:r>
          </a:p>
          <a:p>
            <a:pPr lvl="1" eaLnBrk="1" hangingPunct="1">
              <a:buSzPct val="75000"/>
            </a:pPr>
            <a:r>
              <a:rPr lang="en-US" altLang="zh-TW" sz="2000" dirty="0">
                <a:ea typeface="新細明體" panose="02020500000000000000" pitchFamily="18" charset="-120"/>
              </a:rPr>
              <a:t>Category 6: 10Gbps</a:t>
            </a:r>
          </a:p>
        </p:txBody>
      </p:sp>
      <p:pic>
        <p:nvPicPr>
          <p:cNvPr id="46087" name="Picture 6">
            <a:extLst>
              <a:ext uri="{FF2B5EF4-FFF2-40B4-BE49-F238E27FC236}">
                <a16:creationId xmlns:a16="http://schemas.microsoft.com/office/drawing/2014/main" id="{3A79CC3D-B5CE-403C-AFB5-29BC44098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913" y="4187825"/>
            <a:ext cx="2276475" cy="170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8" name="Slide Number Placeholder 3">
            <a:extLst>
              <a:ext uri="{FF2B5EF4-FFF2-40B4-BE49-F238E27FC236}">
                <a16:creationId xmlns:a16="http://schemas.microsoft.com/office/drawing/2014/main" id="{700A6F30-4A9F-4415-9747-56AFB429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4D82F772-D73F-4895-9ABC-F3B8AAFCE2B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2">
            <a:extLst>
              <a:ext uri="{FF2B5EF4-FFF2-40B4-BE49-F238E27FC236}">
                <a16:creationId xmlns:a16="http://schemas.microsoft.com/office/drawing/2014/main" id="{145DAB0F-90EF-49EA-BDD4-3FC722FAA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48131" name="Picture 6" descr="f-pict">
            <a:extLst>
              <a:ext uri="{FF2B5EF4-FFF2-40B4-BE49-F238E27FC236}">
                <a16:creationId xmlns:a16="http://schemas.microsoft.com/office/drawing/2014/main" id="{25C145EE-AD39-4CB6-8149-4E2BC564E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950" y="4899025"/>
            <a:ext cx="23717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Picture 12" descr="underline_base">
            <a:extLst>
              <a:ext uri="{FF2B5EF4-FFF2-40B4-BE49-F238E27FC236}">
                <a16:creationId xmlns:a16="http://schemas.microsoft.com/office/drawing/2014/main" id="{9E304D0D-956D-4166-837A-AD27CF7565EB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857250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Rectangle 2">
            <a:extLst>
              <a:ext uri="{FF2B5EF4-FFF2-40B4-BE49-F238E27FC236}">
                <a16:creationId xmlns:a16="http://schemas.microsoft.com/office/drawing/2014/main" id="{71CF9DC8-D085-4EDA-8BA9-25DEDB5A13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3688" y="228600"/>
            <a:ext cx="8382000" cy="87947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Physical media: coax, fiber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48134" name="Rectangle 3">
            <a:extLst>
              <a:ext uri="{FF2B5EF4-FFF2-40B4-BE49-F238E27FC236}">
                <a16:creationId xmlns:a16="http://schemas.microsoft.com/office/drawing/2014/main" id="{35C25951-5325-4DC0-B378-A8584DDFEBE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962400" cy="43275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coaxial cable:</a:t>
            </a:r>
            <a:endParaRPr lang="en-US" altLang="zh-TW" sz="2400" i="1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two concentric copper conductors =&gt; achieve high data transmission rates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bidirectional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broadband:</a:t>
            </a:r>
          </a:p>
          <a:p>
            <a:pPr lvl="1" eaLnBrk="1" hangingPunct="1"/>
            <a:r>
              <a:rPr lang="en-US" altLang="zh-TW" sz="2000">
                <a:ea typeface="新細明體" panose="02020500000000000000" pitchFamily="18" charset="-120"/>
              </a:rPr>
              <a:t> multiple channels on cable</a:t>
            </a:r>
          </a:p>
          <a:p>
            <a:pPr lvl="1" eaLnBrk="1" hangingPunct="1"/>
            <a:r>
              <a:rPr lang="en-US" altLang="zh-TW" sz="2000">
                <a:ea typeface="新細明體" panose="02020500000000000000" pitchFamily="18" charset="-120"/>
              </a:rPr>
              <a:t> Hybrid fiber coax (HFC)</a:t>
            </a:r>
          </a:p>
        </p:txBody>
      </p:sp>
      <p:pic>
        <p:nvPicPr>
          <p:cNvPr id="48135" name="Picture 4" descr="coax">
            <a:extLst>
              <a:ext uri="{FF2B5EF4-FFF2-40B4-BE49-F238E27FC236}">
                <a16:creationId xmlns:a16="http://schemas.microsoft.com/office/drawing/2014/main" id="{C3629A4A-7DB4-4BE0-954D-E5067624E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4454525"/>
            <a:ext cx="25019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6" name="Rectangle 5">
            <a:extLst>
              <a:ext uri="{FF2B5EF4-FFF2-40B4-BE49-F238E27FC236}">
                <a16:creationId xmlns:a16="http://schemas.microsoft.com/office/drawing/2014/main" id="{F37C9140-0075-4C1B-8092-FB9FA2475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1317625"/>
            <a:ext cx="4230688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</a:rPr>
              <a:t>fiber optic cable:</a:t>
            </a:r>
            <a:endParaRPr lang="en-US" altLang="zh-TW" sz="2400" i="1">
              <a:solidFill>
                <a:srgbClr val="CC0000"/>
              </a:solidFill>
            </a:endParaRPr>
          </a:p>
          <a:p>
            <a:pPr>
              <a:buSzPct val="75000"/>
            </a:pPr>
            <a:r>
              <a:rPr lang="en-US" altLang="zh-TW" sz="2400"/>
              <a:t>glass fiber carrying light pulses, each pulse a bit</a:t>
            </a:r>
          </a:p>
          <a:p>
            <a:pPr>
              <a:buSzPct val="75000"/>
            </a:pPr>
            <a:r>
              <a:rPr lang="en-US" altLang="zh-TW" sz="2400"/>
              <a:t>high-speed operation:</a:t>
            </a:r>
          </a:p>
          <a:p>
            <a:pPr lvl="1"/>
            <a:r>
              <a:rPr lang="en-US" altLang="zh-TW" sz="2000">
                <a:ea typeface="ＭＳ Ｐゴシック" panose="020B0600070205080204" pitchFamily="34" charset="-128"/>
              </a:rPr>
              <a:t>high-speed point-to-point transmission (e.g., 10</a:t>
            </a:r>
            <a:r>
              <a:rPr lang="ja-JP" altLang="en-US" sz="2000">
                <a:ea typeface="ＭＳ Ｐゴシック" panose="020B0600070205080204" pitchFamily="34" charset="-128"/>
              </a:rPr>
              <a:t>’</a:t>
            </a:r>
            <a:r>
              <a:rPr lang="en-US" altLang="ja-JP" sz="2000">
                <a:ea typeface="ＭＳ Ｐゴシック" panose="020B0600070205080204" pitchFamily="34" charset="-128"/>
              </a:rPr>
              <a:t>s-100</a:t>
            </a:r>
            <a:r>
              <a:rPr lang="ja-JP" altLang="en-US" sz="2000">
                <a:ea typeface="ＭＳ Ｐゴシック" panose="020B0600070205080204" pitchFamily="34" charset="-128"/>
              </a:rPr>
              <a:t>’</a:t>
            </a:r>
            <a:r>
              <a:rPr lang="en-US" altLang="ja-JP" sz="2000">
                <a:ea typeface="ＭＳ Ｐゴシック" panose="020B0600070205080204" pitchFamily="34" charset="-128"/>
              </a:rPr>
              <a:t>s Gbps transmission rate)</a:t>
            </a:r>
          </a:p>
          <a:p>
            <a:pPr>
              <a:buSzPct val="75000"/>
            </a:pPr>
            <a:r>
              <a:rPr lang="en-US" altLang="zh-TW" sz="2400"/>
              <a:t>low error rate: </a:t>
            </a:r>
          </a:p>
          <a:p>
            <a:pPr lvl="1"/>
            <a:r>
              <a:rPr lang="en-US" altLang="zh-TW" sz="2000">
                <a:ea typeface="ＭＳ Ｐゴシック" panose="020B0600070205080204" pitchFamily="34" charset="-128"/>
              </a:rPr>
              <a:t>repeaters spaced far apart </a:t>
            </a:r>
          </a:p>
          <a:p>
            <a:pPr lvl="1"/>
            <a:r>
              <a:rPr lang="en-US" altLang="zh-TW" sz="2000">
                <a:ea typeface="ＭＳ Ｐゴシック" panose="020B0600070205080204" pitchFamily="34" charset="-128"/>
              </a:rPr>
              <a:t>immune to electromagnetic noise</a:t>
            </a:r>
          </a:p>
        </p:txBody>
      </p:sp>
      <p:sp>
        <p:nvSpPr>
          <p:cNvPr id="48137" name="Slide Number Placeholder 3">
            <a:extLst>
              <a:ext uri="{FF2B5EF4-FFF2-40B4-BE49-F238E27FC236}">
                <a16:creationId xmlns:a16="http://schemas.microsoft.com/office/drawing/2014/main" id="{C2A6E503-657D-4EAD-AF01-385619BF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5289D8E1-BCAD-4CBF-B3CD-68E0555F771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2">
            <a:extLst>
              <a:ext uri="{FF2B5EF4-FFF2-40B4-BE49-F238E27FC236}">
                <a16:creationId xmlns:a16="http://schemas.microsoft.com/office/drawing/2014/main" id="{AAD0A192-73CE-4C22-9571-D11311657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50179" name="Picture 11" descr="underline_base">
            <a:extLst>
              <a:ext uri="{FF2B5EF4-FFF2-40B4-BE49-F238E27FC236}">
                <a16:creationId xmlns:a16="http://schemas.microsoft.com/office/drawing/2014/main" id="{FE3AA3AD-D7C9-47CE-B87B-78474539079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800100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Rectangle 2">
            <a:extLst>
              <a:ext uri="{FF2B5EF4-FFF2-40B4-BE49-F238E27FC236}">
                <a16:creationId xmlns:a16="http://schemas.microsoft.com/office/drawing/2014/main" id="{3604B632-EBB8-470F-A669-24389ECD284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2863"/>
            <a:ext cx="8382000" cy="1143000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Physical media: radio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5C68BC65-FD81-4DA8-966A-CD05C76CABB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962400" cy="4876800"/>
          </a:xfrm>
        </p:spPr>
        <p:txBody>
          <a:bodyPr/>
          <a:lstStyle/>
          <a:p>
            <a:pPr marL="287338" indent="-287338" eaLnBrk="1" hangingPunct="1"/>
            <a:r>
              <a:rPr lang="en-US" altLang="zh-TW" sz="2400">
                <a:ea typeface="ＭＳ Ｐゴシック" panose="020B0600070205080204" pitchFamily="34" charset="-128"/>
              </a:rPr>
              <a:t>signal carried in electromagnetic spectrum</a:t>
            </a:r>
          </a:p>
          <a:p>
            <a:pPr marL="287338" indent="-287338" eaLnBrk="1" hangingPunct="1"/>
            <a:r>
              <a:rPr lang="en-US" altLang="zh-TW" sz="2400">
                <a:ea typeface="ＭＳ Ｐゴシック" panose="020B0600070205080204" pitchFamily="34" charset="-128"/>
              </a:rPr>
              <a:t>no physical </a:t>
            </a:r>
            <a:r>
              <a:rPr lang="ja-JP" altLang="en-US" sz="2400">
                <a:ea typeface="ＭＳ Ｐゴシック" panose="020B0600070205080204" pitchFamily="34" charset="-128"/>
              </a:rPr>
              <a:t>“</a:t>
            </a:r>
            <a:r>
              <a:rPr lang="en-US" altLang="ja-JP" sz="2400">
                <a:ea typeface="ＭＳ Ｐゴシック" panose="020B0600070205080204" pitchFamily="34" charset="-128"/>
              </a:rPr>
              <a:t>wire</a:t>
            </a:r>
            <a:r>
              <a:rPr lang="ja-JP" altLang="en-US" sz="2400">
                <a:ea typeface="ＭＳ Ｐゴシック" panose="020B0600070205080204" pitchFamily="34" charset="-128"/>
              </a:rPr>
              <a:t>”</a:t>
            </a:r>
            <a:endParaRPr lang="en-US" altLang="ja-JP" sz="2400">
              <a:ea typeface="ＭＳ Ｐゴシック" panose="020B0600070205080204" pitchFamily="34" charset="-128"/>
            </a:endParaRPr>
          </a:p>
          <a:p>
            <a:pPr marL="287338" indent="-287338" eaLnBrk="1" hangingPunct="1"/>
            <a:r>
              <a:rPr lang="en-US" altLang="zh-TW" sz="2400">
                <a:ea typeface="ＭＳ Ｐゴシック" panose="020B0600070205080204" pitchFamily="34" charset="-128"/>
              </a:rPr>
              <a:t>bidirectional</a:t>
            </a:r>
          </a:p>
          <a:p>
            <a:pPr marL="287338" indent="-287338" eaLnBrk="1" hangingPunct="1"/>
            <a:r>
              <a:rPr lang="en-US" altLang="zh-TW" sz="2400">
                <a:ea typeface="ＭＳ Ｐゴシック" panose="020B0600070205080204" pitchFamily="34" charset="-128"/>
              </a:rPr>
              <a:t>propagation environment effects:</a:t>
            </a:r>
          </a:p>
          <a:p>
            <a:pPr marL="682625" lvl="1" indent="-225425" eaLnBrk="1" hangingPunct="1"/>
            <a:r>
              <a:rPr lang="en-US" altLang="zh-TW">
                <a:ea typeface="新細明體" panose="02020500000000000000" pitchFamily="18" charset="-120"/>
              </a:rPr>
              <a:t>reflection </a:t>
            </a:r>
          </a:p>
          <a:p>
            <a:pPr marL="682625" lvl="1" indent="-225425" eaLnBrk="1" hangingPunct="1"/>
            <a:r>
              <a:rPr lang="en-US" altLang="zh-TW">
                <a:ea typeface="新細明體" panose="02020500000000000000" pitchFamily="18" charset="-120"/>
              </a:rPr>
              <a:t>obstruction by objects</a:t>
            </a:r>
          </a:p>
          <a:p>
            <a:pPr marL="682625" lvl="1" indent="-225425" eaLnBrk="1" hangingPunct="1"/>
            <a:r>
              <a:rPr lang="en-US" altLang="zh-TW">
                <a:ea typeface="新細明體" panose="02020500000000000000" pitchFamily="18" charset="-120"/>
              </a:rPr>
              <a:t>interference</a:t>
            </a:r>
          </a:p>
        </p:txBody>
      </p:sp>
      <p:sp>
        <p:nvSpPr>
          <p:cNvPr id="50182" name="Rectangle 4">
            <a:extLst>
              <a:ext uri="{FF2B5EF4-FFF2-40B4-BE49-F238E27FC236}">
                <a16:creationId xmlns:a16="http://schemas.microsoft.com/office/drawing/2014/main" id="{650906F1-F842-41B2-A5B0-2CD152FF4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0" y="1238250"/>
            <a:ext cx="445770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682625" indent="-22542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</a:rPr>
              <a:t>radio link types:</a:t>
            </a:r>
            <a:endParaRPr lang="en-US" altLang="zh-TW" sz="2400" i="1">
              <a:solidFill>
                <a:srgbClr val="CC0000"/>
              </a:solidFill>
            </a:endParaRP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altLang="zh-TW" sz="2400">
                <a:solidFill>
                  <a:srgbClr val="000099"/>
                </a:solidFill>
              </a:rPr>
              <a:t>LAN</a:t>
            </a:r>
            <a:r>
              <a:rPr lang="en-US" altLang="zh-TW" sz="2400"/>
              <a:t> (e.g., Wi-Fi)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>
                <a:ea typeface="ＭＳ Ｐゴシック" panose="020B0600070205080204" pitchFamily="34" charset="-128"/>
              </a:rPr>
              <a:t>54 Mbps</a:t>
            </a: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altLang="zh-TW" sz="2400">
                <a:solidFill>
                  <a:srgbClr val="000099"/>
                </a:solidFill>
              </a:rPr>
              <a:t>wide-area</a:t>
            </a:r>
            <a:r>
              <a:rPr lang="en-US" altLang="zh-TW" sz="2400"/>
              <a:t> (e.g., cellular)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>
                <a:ea typeface="ＭＳ Ｐゴシック" panose="020B0600070205080204" pitchFamily="34" charset="-128"/>
              </a:rPr>
              <a:t>4G cellular: ~ 10 Mbps</a:t>
            </a: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altLang="zh-TW" sz="2400">
                <a:solidFill>
                  <a:srgbClr val="000099"/>
                </a:solidFill>
              </a:rPr>
              <a:t>satellite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>
                <a:ea typeface="ＭＳ Ｐゴシック" panose="020B0600070205080204" pitchFamily="34" charset="-128"/>
              </a:rPr>
              <a:t>Kbps to 45Mbps channel (or multiple smaller channels)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>
                <a:ea typeface="ＭＳ Ｐゴシック" panose="020B0600070205080204" pitchFamily="34" charset="-128"/>
              </a:rPr>
              <a:t>270 msec end-end delay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>
                <a:ea typeface="ＭＳ Ｐゴシック" panose="020B0600070205080204" pitchFamily="34" charset="-128"/>
              </a:rPr>
              <a:t>geosynchronous versus low altitude</a:t>
            </a:r>
          </a:p>
        </p:txBody>
      </p:sp>
      <p:sp>
        <p:nvSpPr>
          <p:cNvPr id="50183" name="Slide Number Placeholder 3">
            <a:extLst>
              <a:ext uri="{FF2B5EF4-FFF2-40B4-BE49-F238E27FC236}">
                <a16:creationId xmlns:a16="http://schemas.microsoft.com/office/drawing/2014/main" id="{11382C9F-4ADB-4351-97C0-DE626E0A7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8DD30D4E-C020-401F-9227-24B706218E48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6">
            <a:extLst>
              <a:ext uri="{FF2B5EF4-FFF2-40B4-BE49-F238E27FC236}">
                <a16:creationId xmlns:a16="http://schemas.microsoft.com/office/drawing/2014/main" id="{FAD6F717-5C67-4165-996C-A045B45C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52227" name="Picture 2" descr="underline_base">
            <a:extLst>
              <a:ext uri="{FF2B5EF4-FFF2-40B4-BE49-F238E27FC236}">
                <a16:creationId xmlns:a16="http://schemas.microsoft.com/office/drawing/2014/main" id="{D857A85E-6274-4E25-8175-A806677A3AF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Rectangle 2">
            <a:extLst>
              <a:ext uri="{FF2B5EF4-FFF2-40B4-BE49-F238E27FC236}">
                <a16:creationId xmlns:a16="http://schemas.microsoft.com/office/drawing/2014/main" id="{9CE09381-C59C-468E-B3EC-AC552A390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Chapter 1: roadmap</a:t>
            </a:r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9865F740-A834-418E-965B-DFBF5612D1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30250" y="1406525"/>
            <a:ext cx="8207375" cy="4648200"/>
          </a:xfrm>
        </p:spPr>
        <p:txBody>
          <a:bodyPr/>
          <a:lstStyle/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1.1 what </a:t>
            </a:r>
            <a:r>
              <a:rPr lang="en-US" altLang="zh-TW" sz="2800" i="1">
                <a:solidFill>
                  <a:srgbClr val="000099"/>
                </a:solidFill>
                <a:ea typeface="新細明體" panose="02020500000000000000" pitchFamily="18" charset="-120"/>
              </a:rPr>
              <a:t>is</a:t>
            </a: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 the Internet?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1.2</a:t>
            </a:r>
            <a:r>
              <a:rPr lang="en-US" altLang="zh-TW" sz="2800">
                <a:ea typeface="新細明體" panose="02020500000000000000" pitchFamily="18" charset="-120"/>
              </a:rPr>
              <a:t> network edge</a:t>
            </a:r>
          </a:p>
          <a:p>
            <a:pPr lvl="2" eaLnBrk="1" hangingPunct="1">
              <a:lnSpc>
                <a:spcPct val="105000"/>
              </a:lnSpc>
              <a:spcBef>
                <a:spcPct val="5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800">
                <a:latin typeface="Gill Sans MT" panose="020B0502020104020203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end systems, access networks, links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CC0000"/>
                </a:solidFill>
                <a:ea typeface="新細明體" panose="02020500000000000000" pitchFamily="18" charset="-120"/>
              </a:rPr>
              <a:t>1.3 network core</a:t>
            </a:r>
          </a:p>
          <a:p>
            <a:pPr lvl="2" eaLnBrk="1" hangingPunct="1">
              <a:lnSpc>
                <a:spcPct val="105000"/>
              </a:lnSpc>
              <a:spcBef>
                <a:spcPct val="5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400">
                <a:solidFill>
                  <a:srgbClr val="CC0000"/>
                </a:solidFill>
                <a:latin typeface="Gill Sans MT" panose="020B0502020104020203" pitchFamily="34" charset="0"/>
                <a:ea typeface="新細明體" panose="02020500000000000000" pitchFamily="18" charset="-120"/>
              </a:rPr>
              <a:t>packet switching vs circuit switching</a:t>
            </a:r>
          </a:p>
          <a:p>
            <a:pPr lvl="2" eaLnBrk="1" hangingPunct="1">
              <a:lnSpc>
                <a:spcPct val="105000"/>
              </a:lnSpc>
              <a:spcBef>
                <a:spcPct val="5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400">
                <a:solidFill>
                  <a:srgbClr val="CC0000"/>
                </a:solidFill>
                <a:latin typeface="Gill Sans MT" panose="020B0502020104020203" pitchFamily="34" charset="0"/>
                <a:ea typeface="新細明體" panose="02020500000000000000" pitchFamily="18" charset="-120"/>
              </a:rPr>
              <a:t>network structure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1.4 </a:t>
            </a:r>
            <a:r>
              <a:rPr lang="en-US" altLang="zh-TW" sz="2800">
                <a:ea typeface="新細明體" panose="02020500000000000000" pitchFamily="18" charset="-120"/>
              </a:rPr>
              <a:t>delay, loss, throughput in networks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1.5</a:t>
            </a:r>
            <a:r>
              <a:rPr lang="en-US" altLang="zh-TW" sz="2800">
                <a:ea typeface="新細明體" panose="02020500000000000000" pitchFamily="18" charset="-120"/>
              </a:rPr>
              <a:t> protocol layers, service models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1.6</a:t>
            </a:r>
            <a:r>
              <a:rPr lang="en-US" altLang="zh-TW" sz="2800">
                <a:ea typeface="新細明體" panose="02020500000000000000" pitchFamily="18" charset="-120"/>
              </a:rPr>
              <a:t> networks under attack: security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1.7</a:t>
            </a:r>
            <a:r>
              <a:rPr lang="en-US" altLang="zh-TW" sz="2800">
                <a:ea typeface="新細明體" panose="02020500000000000000" pitchFamily="18" charset="-120"/>
              </a:rPr>
              <a:t> history</a:t>
            </a:r>
          </a:p>
          <a:p>
            <a:pPr eaLnBrk="1" hangingPunct="1"/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52230" name="Slide Number Placeholder 3">
            <a:extLst>
              <a:ext uri="{FF2B5EF4-FFF2-40B4-BE49-F238E27FC236}">
                <a16:creationId xmlns:a16="http://schemas.microsoft.com/office/drawing/2014/main" id="{B6112327-1F1B-4FD5-B07C-98107FD12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3B1445B7-90C4-417B-8B8F-258CAF7A21C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2">
            <a:extLst>
              <a:ext uri="{FF2B5EF4-FFF2-40B4-BE49-F238E27FC236}">
                <a16:creationId xmlns:a16="http://schemas.microsoft.com/office/drawing/2014/main" id="{B375F373-71D3-458A-86AC-6804572A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A1A96F37-0AFF-4641-ACC8-236EDBA3599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4271963" cy="46482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Two fundamental approaches to moving data through a network: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packet switching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circuit switching</a:t>
            </a:r>
            <a:r>
              <a:rPr lang="en-US" altLang="zh-TW" dirty="0">
                <a:ea typeface="ＭＳ Ｐゴシック" panose="020B0600070205080204" pitchFamily="34" charset="-128"/>
              </a:rPr>
              <a:t>. </a:t>
            </a:r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0282BEF1-3AFB-4AB0-BA4A-B562393A2A8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The network core</a:t>
            </a:r>
          </a:p>
        </p:txBody>
      </p:sp>
      <p:sp>
        <p:nvSpPr>
          <p:cNvPr id="54277" name="Freeform 637">
            <a:extLst>
              <a:ext uri="{FF2B5EF4-FFF2-40B4-BE49-F238E27FC236}">
                <a16:creationId xmlns:a16="http://schemas.microsoft.com/office/drawing/2014/main" id="{4BE81EED-7613-41EB-81B5-246DBEA47062}"/>
              </a:ext>
            </a:extLst>
          </p:cNvPr>
          <p:cNvSpPr>
            <a:spLocks/>
          </p:cNvSpPr>
          <p:nvPr/>
        </p:nvSpPr>
        <p:spPr bwMode="auto">
          <a:xfrm>
            <a:off x="5202238" y="1712913"/>
            <a:ext cx="1736725" cy="1071562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54278" name="Group 638">
            <a:extLst>
              <a:ext uri="{FF2B5EF4-FFF2-40B4-BE49-F238E27FC236}">
                <a16:creationId xmlns:a16="http://schemas.microsoft.com/office/drawing/2014/main" id="{33DC84B6-2252-4E9A-8B07-1378A2CD8F3E}"/>
              </a:ext>
            </a:extLst>
          </p:cNvPr>
          <p:cNvGrpSpPr>
            <a:grpSpLocks/>
          </p:cNvGrpSpPr>
          <p:nvPr/>
        </p:nvGrpSpPr>
        <p:grpSpPr bwMode="auto">
          <a:xfrm>
            <a:off x="5370513" y="3048000"/>
            <a:ext cx="1458912" cy="933450"/>
            <a:chOff x="2889" y="1631"/>
            <a:chExt cx="980" cy="743"/>
          </a:xfrm>
        </p:grpSpPr>
        <p:sp>
          <p:nvSpPr>
            <p:cNvPr id="54778" name="Rectangle 639">
              <a:extLst>
                <a:ext uri="{FF2B5EF4-FFF2-40B4-BE49-F238E27FC236}">
                  <a16:creationId xmlns:a16="http://schemas.microsoft.com/office/drawing/2014/main" id="{E2427E2A-F542-4736-B89A-31B165E83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779" name="AutoShape 640">
              <a:extLst>
                <a:ext uri="{FF2B5EF4-FFF2-40B4-BE49-F238E27FC236}">
                  <a16:creationId xmlns:a16="http://schemas.microsoft.com/office/drawing/2014/main" id="{B922C796-E830-4D61-8303-4A5B32AC7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00CC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4279" name="Freeform 641">
            <a:extLst>
              <a:ext uri="{FF2B5EF4-FFF2-40B4-BE49-F238E27FC236}">
                <a16:creationId xmlns:a16="http://schemas.microsoft.com/office/drawing/2014/main" id="{8B544A17-D6F6-45A4-AB6B-DC01E237D09B}"/>
              </a:ext>
            </a:extLst>
          </p:cNvPr>
          <p:cNvSpPr>
            <a:spLocks/>
          </p:cNvSpPr>
          <p:nvPr/>
        </p:nvSpPr>
        <p:spPr bwMode="auto">
          <a:xfrm>
            <a:off x="5364163" y="4425950"/>
            <a:ext cx="3225800" cy="1665288"/>
          </a:xfrm>
          <a:custGeom>
            <a:avLst/>
            <a:gdLst>
              <a:gd name="T0" fmla="*/ 2147483646 w 2032"/>
              <a:gd name="T1" fmla="*/ 2147483646 h 1049"/>
              <a:gd name="T2" fmla="*/ 2147483646 w 2032"/>
              <a:gd name="T3" fmla="*/ 2147483646 h 1049"/>
              <a:gd name="T4" fmla="*/ 2147483646 w 2032"/>
              <a:gd name="T5" fmla="*/ 2147483646 h 1049"/>
              <a:gd name="T6" fmla="*/ 2147483646 w 2032"/>
              <a:gd name="T7" fmla="*/ 2147483646 h 1049"/>
              <a:gd name="T8" fmla="*/ 2147483646 w 2032"/>
              <a:gd name="T9" fmla="*/ 2147483646 h 1049"/>
              <a:gd name="T10" fmla="*/ 2147483646 w 2032"/>
              <a:gd name="T11" fmla="*/ 2147483646 h 1049"/>
              <a:gd name="T12" fmla="*/ 2147483646 w 2032"/>
              <a:gd name="T13" fmla="*/ 2147483646 h 1049"/>
              <a:gd name="T14" fmla="*/ 2147483646 w 2032"/>
              <a:gd name="T15" fmla="*/ 2147483646 h 1049"/>
              <a:gd name="T16" fmla="*/ 2147483646 w 2032"/>
              <a:gd name="T17" fmla="*/ 2147483646 h 1049"/>
              <a:gd name="T18" fmla="*/ 2147483646 w 2032"/>
              <a:gd name="T19" fmla="*/ 2147483646 h 1049"/>
              <a:gd name="T20" fmla="*/ 2147483646 w 2032"/>
              <a:gd name="T21" fmla="*/ 2147483646 h 1049"/>
              <a:gd name="T22" fmla="*/ 2147483646 w 2032"/>
              <a:gd name="T23" fmla="*/ 2147483646 h 1049"/>
              <a:gd name="T24" fmla="*/ 2147483646 w 2032"/>
              <a:gd name="T25" fmla="*/ 2147483646 h 1049"/>
              <a:gd name="T26" fmla="*/ 2147483646 w 2032"/>
              <a:gd name="T27" fmla="*/ 2147483646 h 1049"/>
              <a:gd name="T28" fmla="*/ 2147483646 w 2032"/>
              <a:gd name="T29" fmla="*/ 2147483646 h 1049"/>
              <a:gd name="T30" fmla="*/ 2147483646 w 2032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032"/>
              <a:gd name="T49" fmla="*/ 0 h 1049"/>
              <a:gd name="T50" fmla="*/ 2032 w 2032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032" h="1049">
                <a:moveTo>
                  <a:pt x="1044" y="26"/>
                </a:moveTo>
                <a:cubicBezTo>
                  <a:pt x="959" y="45"/>
                  <a:pt x="924" y="118"/>
                  <a:pt x="847" y="125"/>
                </a:cubicBezTo>
                <a:cubicBezTo>
                  <a:pt x="770" y="132"/>
                  <a:pt x="697" y="61"/>
                  <a:pt x="580" y="68"/>
                </a:cubicBezTo>
                <a:cubicBezTo>
                  <a:pt x="463" y="75"/>
                  <a:pt x="232" y="119"/>
                  <a:pt x="143" y="170"/>
                </a:cubicBezTo>
                <a:cubicBezTo>
                  <a:pt x="54" y="221"/>
                  <a:pt x="65" y="289"/>
                  <a:pt x="48" y="374"/>
                </a:cubicBezTo>
                <a:cubicBezTo>
                  <a:pt x="31" y="459"/>
                  <a:pt x="0" y="618"/>
                  <a:pt x="41" y="680"/>
                </a:cubicBezTo>
                <a:cubicBezTo>
                  <a:pt x="82" y="742"/>
                  <a:pt x="191" y="709"/>
                  <a:pt x="294" y="744"/>
                </a:cubicBezTo>
                <a:cubicBezTo>
                  <a:pt x="397" y="779"/>
                  <a:pt x="527" y="849"/>
                  <a:pt x="660" y="893"/>
                </a:cubicBezTo>
                <a:cubicBezTo>
                  <a:pt x="793" y="938"/>
                  <a:pt x="944" y="991"/>
                  <a:pt x="1088" y="1014"/>
                </a:cubicBezTo>
                <a:cubicBezTo>
                  <a:pt x="1232" y="1036"/>
                  <a:pt x="1401" y="1049"/>
                  <a:pt x="1525" y="1031"/>
                </a:cubicBezTo>
                <a:cubicBezTo>
                  <a:pt x="1649" y="1012"/>
                  <a:pt x="1749" y="960"/>
                  <a:pt x="1831" y="907"/>
                </a:cubicBezTo>
                <a:cubicBezTo>
                  <a:pt x="1913" y="855"/>
                  <a:pt x="1998" y="824"/>
                  <a:pt x="2015" y="714"/>
                </a:cubicBezTo>
                <a:cubicBezTo>
                  <a:pt x="2032" y="604"/>
                  <a:pt x="1990" y="350"/>
                  <a:pt x="1931" y="251"/>
                </a:cubicBezTo>
                <a:cubicBezTo>
                  <a:pt x="1872" y="151"/>
                  <a:pt x="1754" y="153"/>
                  <a:pt x="1658" y="114"/>
                </a:cubicBezTo>
                <a:cubicBezTo>
                  <a:pt x="1562" y="76"/>
                  <a:pt x="1457" y="30"/>
                  <a:pt x="1355" y="15"/>
                </a:cubicBezTo>
                <a:cubicBezTo>
                  <a:pt x="1253" y="0"/>
                  <a:pt x="1129" y="8"/>
                  <a:pt x="1044" y="26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80" name="Line 642">
            <a:extLst>
              <a:ext uri="{FF2B5EF4-FFF2-40B4-BE49-F238E27FC236}">
                <a16:creationId xmlns:a16="http://schemas.microsoft.com/office/drawing/2014/main" id="{5342779A-17A1-4A5D-A572-9D097F15709F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845425" y="5162551"/>
            <a:ext cx="523875" cy="1397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4281" name="Line 643">
            <a:extLst>
              <a:ext uri="{FF2B5EF4-FFF2-40B4-BE49-F238E27FC236}">
                <a16:creationId xmlns:a16="http://schemas.microsoft.com/office/drawing/2014/main" id="{65215717-EC63-483C-BCAE-28A5674C66B5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7991475" y="5443538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4282" name="Line 644">
            <a:extLst>
              <a:ext uri="{FF2B5EF4-FFF2-40B4-BE49-F238E27FC236}">
                <a16:creationId xmlns:a16="http://schemas.microsoft.com/office/drawing/2014/main" id="{6E948438-FC09-4FD8-AB16-9C8A4EDAA3F8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8177213" y="5119688"/>
            <a:ext cx="0" cy="1143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4283" name="Line 646">
            <a:extLst>
              <a:ext uri="{FF2B5EF4-FFF2-40B4-BE49-F238E27FC236}">
                <a16:creationId xmlns:a16="http://schemas.microsoft.com/office/drawing/2014/main" id="{C6A78EFD-9294-4C89-A12A-A64C31658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0763" y="4776788"/>
            <a:ext cx="212725" cy="984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84" name="Line 647">
            <a:extLst>
              <a:ext uri="{FF2B5EF4-FFF2-40B4-BE49-F238E27FC236}">
                <a16:creationId xmlns:a16="http://schemas.microsoft.com/office/drawing/2014/main" id="{D4C3FE79-D46B-4C7D-AA78-66B447F60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42000" y="5040313"/>
            <a:ext cx="390525" cy="730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85" name="Line 650">
            <a:extLst>
              <a:ext uri="{FF2B5EF4-FFF2-40B4-BE49-F238E27FC236}">
                <a16:creationId xmlns:a16="http://schemas.microsoft.com/office/drawing/2014/main" id="{135740AA-6885-495B-85AA-E0700FA2A6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7450" y="5087938"/>
            <a:ext cx="103188" cy="184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86" name="Line 651">
            <a:extLst>
              <a:ext uri="{FF2B5EF4-FFF2-40B4-BE49-F238E27FC236}">
                <a16:creationId xmlns:a16="http://schemas.microsoft.com/office/drawing/2014/main" id="{753DCC4C-4D5E-4E71-B3FA-EF8554CF04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48438" y="5100638"/>
            <a:ext cx="114300" cy="1730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87" name="Line 652">
            <a:extLst>
              <a:ext uri="{FF2B5EF4-FFF2-40B4-BE49-F238E27FC236}">
                <a16:creationId xmlns:a16="http://schemas.microsoft.com/office/drawing/2014/main" id="{8AC04048-322C-4495-9E90-67F756295A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3700" y="5056188"/>
            <a:ext cx="503238" cy="2698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88" name="Line 654">
            <a:extLst>
              <a:ext uri="{FF2B5EF4-FFF2-40B4-BE49-F238E27FC236}">
                <a16:creationId xmlns:a16="http://schemas.microsoft.com/office/drawing/2014/main" id="{3C53DE38-1A42-4F4B-963D-5524993320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6788" y="3582988"/>
            <a:ext cx="234950" cy="7461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89" name="Line 655">
            <a:extLst>
              <a:ext uri="{FF2B5EF4-FFF2-40B4-BE49-F238E27FC236}">
                <a16:creationId xmlns:a16="http://schemas.microsoft.com/office/drawing/2014/main" id="{8A77F1EA-F924-4FA1-B5C1-9DE80A0A87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91213" y="3736975"/>
            <a:ext cx="168275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54290" name="Group 656">
            <a:extLst>
              <a:ext uri="{FF2B5EF4-FFF2-40B4-BE49-F238E27FC236}">
                <a16:creationId xmlns:a16="http://schemas.microsoft.com/office/drawing/2014/main" id="{7657DE70-0712-468B-BB20-B6BC48626934}"/>
              </a:ext>
            </a:extLst>
          </p:cNvPr>
          <p:cNvGrpSpPr>
            <a:grpSpLocks/>
          </p:cNvGrpSpPr>
          <p:nvPr/>
        </p:nvGrpSpPr>
        <p:grpSpPr bwMode="auto">
          <a:xfrm>
            <a:off x="5611813" y="3503613"/>
            <a:ext cx="506412" cy="352425"/>
            <a:chOff x="2967" y="478"/>
            <a:chExt cx="788" cy="625"/>
          </a:xfrm>
        </p:grpSpPr>
        <p:pic>
          <p:nvPicPr>
            <p:cNvPr id="54776" name="Picture 657" descr="access_point_stylized_small">
              <a:extLst>
                <a:ext uri="{FF2B5EF4-FFF2-40B4-BE49-F238E27FC236}">
                  <a16:creationId xmlns:a16="http://schemas.microsoft.com/office/drawing/2014/main" id="{5B6D271B-DD5E-49B0-995D-8DE460DC7D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777" name="Picture 658" descr="antenna_radiation_stylized">
              <a:extLst>
                <a:ext uri="{FF2B5EF4-FFF2-40B4-BE49-F238E27FC236}">
                  <a16:creationId xmlns:a16="http://schemas.microsoft.com/office/drawing/2014/main" id="{44E03608-5795-4C20-A875-6118442E55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4291" name="Freeform 659">
            <a:extLst>
              <a:ext uri="{FF2B5EF4-FFF2-40B4-BE49-F238E27FC236}">
                <a16:creationId xmlns:a16="http://schemas.microsoft.com/office/drawing/2014/main" id="{432378D0-2B31-4E76-9B59-7B2C25B4EA1B}"/>
              </a:ext>
            </a:extLst>
          </p:cNvPr>
          <p:cNvSpPr>
            <a:spLocks/>
          </p:cNvSpPr>
          <p:nvPr/>
        </p:nvSpPr>
        <p:spPr bwMode="auto">
          <a:xfrm>
            <a:off x="7015163" y="3530600"/>
            <a:ext cx="1314450" cy="674688"/>
          </a:xfrm>
          <a:custGeom>
            <a:avLst/>
            <a:gdLst>
              <a:gd name="T0" fmla="*/ 2147483646 w 828"/>
              <a:gd name="T1" fmla="*/ 2147483646 h 425"/>
              <a:gd name="T2" fmla="*/ 2147483646 w 828"/>
              <a:gd name="T3" fmla="*/ 2147483646 h 425"/>
              <a:gd name="T4" fmla="*/ 2147483646 w 828"/>
              <a:gd name="T5" fmla="*/ 2147483646 h 425"/>
              <a:gd name="T6" fmla="*/ 2147483646 w 828"/>
              <a:gd name="T7" fmla="*/ 2147483646 h 425"/>
              <a:gd name="T8" fmla="*/ 2147483646 w 828"/>
              <a:gd name="T9" fmla="*/ 2147483646 h 425"/>
              <a:gd name="T10" fmla="*/ 2147483646 w 828"/>
              <a:gd name="T11" fmla="*/ 2147483646 h 425"/>
              <a:gd name="T12" fmla="*/ 2147483646 w 828"/>
              <a:gd name="T13" fmla="*/ 2147483646 h 425"/>
              <a:gd name="T14" fmla="*/ 2147483646 w 828"/>
              <a:gd name="T15" fmla="*/ 2147483646 h 425"/>
              <a:gd name="T16" fmla="*/ 2147483646 w 828"/>
              <a:gd name="T17" fmla="*/ 2147483646 h 425"/>
              <a:gd name="T18" fmla="*/ 2147483646 w 828"/>
              <a:gd name="T19" fmla="*/ 2147483646 h 425"/>
              <a:gd name="T20" fmla="*/ 2147483646 w 828"/>
              <a:gd name="T21" fmla="*/ 2147483646 h 425"/>
              <a:gd name="T22" fmla="*/ 2147483646 w 828"/>
              <a:gd name="T23" fmla="*/ 2147483646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92" name="Freeform 660">
            <a:extLst>
              <a:ext uri="{FF2B5EF4-FFF2-40B4-BE49-F238E27FC236}">
                <a16:creationId xmlns:a16="http://schemas.microsoft.com/office/drawing/2014/main" id="{F863BBCD-9422-4364-8CCE-E89FD33467E0}"/>
              </a:ext>
            </a:extLst>
          </p:cNvPr>
          <p:cNvSpPr>
            <a:spLocks/>
          </p:cNvSpPr>
          <p:nvPr/>
        </p:nvSpPr>
        <p:spPr bwMode="auto">
          <a:xfrm>
            <a:off x="7011988" y="2005013"/>
            <a:ext cx="1730375" cy="1125537"/>
          </a:xfrm>
          <a:custGeom>
            <a:avLst/>
            <a:gdLst>
              <a:gd name="T0" fmla="*/ 2147483646 w 765"/>
              <a:gd name="T1" fmla="*/ 2147483646 h 459"/>
              <a:gd name="T2" fmla="*/ 2147483646 w 765"/>
              <a:gd name="T3" fmla="*/ 2147483646 h 459"/>
              <a:gd name="T4" fmla="*/ 2147483646 w 765"/>
              <a:gd name="T5" fmla="*/ 2147483646 h 459"/>
              <a:gd name="T6" fmla="*/ 2147483646 w 765"/>
              <a:gd name="T7" fmla="*/ 2147483646 h 459"/>
              <a:gd name="T8" fmla="*/ 2147483646 w 765"/>
              <a:gd name="T9" fmla="*/ 2147483646 h 459"/>
              <a:gd name="T10" fmla="*/ 2147483646 w 765"/>
              <a:gd name="T11" fmla="*/ 2147483646 h 459"/>
              <a:gd name="T12" fmla="*/ 2147483646 w 765"/>
              <a:gd name="T13" fmla="*/ 2147483646 h 459"/>
              <a:gd name="T14" fmla="*/ 2147483646 w 765"/>
              <a:gd name="T15" fmla="*/ 2147483646 h 459"/>
              <a:gd name="T16" fmla="*/ 2147483646 w 765"/>
              <a:gd name="T17" fmla="*/ 2147483646 h 459"/>
              <a:gd name="T18" fmla="*/ 2147483646 w 765"/>
              <a:gd name="T19" fmla="*/ 2147483646 h 459"/>
              <a:gd name="T20" fmla="*/ 2147483646 w 765"/>
              <a:gd name="T21" fmla="*/ 2147483646 h 459"/>
              <a:gd name="T22" fmla="*/ 2147483646 w 765"/>
              <a:gd name="T23" fmla="*/ 2147483646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93" name="Line 661">
            <a:extLst>
              <a:ext uri="{FF2B5EF4-FFF2-40B4-BE49-F238E27FC236}">
                <a16:creationId xmlns:a16="http://schemas.microsoft.com/office/drawing/2014/main" id="{DEC8622B-7ED1-4FA7-B58A-CF93FA485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6163" y="3816350"/>
            <a:ext cx="163512" cy="1206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94" name="Line 662">
            <a:extLst>
              <a:ext uri="{FF2B5EF4-FFF2-40B4-BE49-F238E27FC236}">
                <a16:creationId xmlns:a16="http://schemas.microsoft.com/office/drawing/2014/main" id="{EB1B0C25-86C8-48C4-BD6A-CC5FE108C7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000" y="3736975"/>
            <a:ext cx="279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95" name="Line 663">
            <a:extLst>
              <a:ext uri="{FF2B5EF4-FFF2-40B4-BE49-F238E27FC236}">
                <a16:creationId xmlns:a16="http://schemas.microsoft.com/office/drawing/2014/main" id="{BB48165C-857E-4F1D-B973-DEFA747A82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29538" y="3822700"/>
            <a:ext cx="134937" cy="1047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96" name="Line 664">
            <a:extLst>
              <a:ext uri="{FF2B5EF4-FFF2-40B4-BE49-F238E27FC236}">
                <a16:creationId xmlns:a16="http://schemas.microsoft.com/office/drawing/2014/main" id="{FBE35C54-BB32-43D7-8355-64F9626BD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3063" y="2590800"/>
            <a:ext cx="509587" cy="3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97" name="Line 665">
            <a:extLst>
              <a:ext uri="{FF2B5EF4-FFF2-40B4-BE49-F238E27FC236}">
                <a16:creationId xmlns:a16="http://schemas.microsoft.com/office/drawing/2014/main" id="{AA68AD7D-C728-4ABF-9508-B96B971AE9C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8063" y="4700588"/>
            <a:ext cx="390525" cy="184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98" name="Line 666">
            <a:extLst>
              <a:ext uri="{FF2B5EF4-FFF2-40B4-BE49-F238E27FC236}">
                <a16:creationId xmlns:a16="http://schemas.microsoft.com/office/drawing/2014/main" id="{CD0340F0-4537-481C-821F-7732294004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7350" y="4687888"/>
            <a:ext cx="322263" cy="1984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299" name="Line 667">
            <a:extLst>
              <a:ext uri="{FF2B5EF4-FFF2-40B4-BE49-F238E27FC236}">
                <a16:creationId xmlns:a16="http://schemas.microsoft.com/office/drawing/2014/main" id="{9145FA93-773D-4E44-9690-AFBF2A2390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0213" y="4979988"/>
            <a:ext cx="9715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300" name="Line 668">
            <a:extLst>
              <a:ext uri="{FF2B5EF4-FFF2-40B4-BE49-F238E27FC236}">
                <a16:creationId xmlns:a16="http://schemas.microsoft.com/office/drawing/2014/main" id="{BA911153-E71E-4BD7-A7DA-F9F170F4E1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138" y="2495550"/>
            <a:ext cx="123825" cy="873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301" name="Line 669">
            <a:extLst>
              <a:ext uri="{FF2B5EF4-FFF2-40B4-BE49-F238E27FC236}">
                <a16:creationId xmlns:a16="http://schemas.microsoft.com/office/drawing/2014/main" id="{EB414186-AF0C-493B-A2B3-041E35BF4A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5688" y="2668588"/>
            <a:ext cx="0" cy="825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302" name="Line 670">
            <a:extLst>
              <a:ext uri="{FF2B5EF4-FFF2-40B4-BE49-F238E27FC236}">
                <a16:creationId xmlns:a16="http://schemas.microsoft.com/office/drawing/2014/main" id="{EF08F3EA-1DE1-469A-811D-D696078F4F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80313" y="2562225"/>
            <a:ext cx="263525" cy="2889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303" name="Line 671">
            <a:extLst>
              <a:ext uri="{FF2B5EF4-FFF2-40B4-BE49-F238E27FC236}">
                <a16:creationId xmlns:a16="http://schemas.microsoft.com/office/drawing/2014/main" id="{606A05BE-6F4C-4DB7-991E-32E9DD06E7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2263" y="2563813"/>
            <a:ext cx="0" cy="1968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304" name="Line 672">
            <a:extLst>
              <a:ext uri="{FF2B5EF4-FFF2-40B4-BE49-F238E27FC236}">
                <a16:creationId xmlns:a16="http://schemas.microsoft.com/office/drawing/2014/main" id="{EC7D4250-3D37-4AA7-BC74-C7770C0E42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2870200"/>
            <a:ext cx="18891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305" name="Line 673">
            <a:extLst>
              <a:ext uri="{FF2B5EF4-FFF2-40B4-BE49-F238E27FC236}">
                <a16:creationId xmlns:a16="http://schemas.microsoft.com/office/drawing/2014/main" id="{5E545DE5-7724-4722-9F82-125BA1E14D7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0225" y="2860675"/>
            <a:ext cx="177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306" name="Line 674">
            <a:extLst>
              <a:ext uri="{FF2B5EF4-FFF2-40B4-BE49-F238E27FC236}">
                <a16:creationId xmlns:a16="http://schemas.microsoft.com/office/drawing/2014/main" id="{44A65A92-D0ED-4D09-B4BD-EDDFCF6BB8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99325" y="2936875"/>
            <a:ext cx="98425" cy="7048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307" name="Line 675">
            <a:extLst>
              <a:ext uri="{FF2B5EF4-FFF2-40B4-BE49-F238E27FC236}">
                <a16:creationId xmlns:a16="http://schemas.microsoft.com/office/drawing/2014/main" id="{07D11CCB-B747-4F87-94AE-B92FB94BFE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8288" y="2936875"/>
            <a:ext cx="111125" cy="7270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308" name="Line 676">
            <a:extLst>
              <a:ext uri="{FF2B5EF4-FFF2-40B4-BE49-F238E27FC236}">
                <a16:creationId xmlns:a16="http://schemas.microsoft.com/office/drawing/2014/main" id="{0565EBC4-1FAD-4687-96EE-07F9AD3B40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72338" y="4078288"/>
            <a:ext cx="227012" cy="4365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54309" name="Line 677">
            <a:extLst>
              <a:ext uri="{FF2B5EF4-FFF2-40B4-BE49-F238E27FC236}">
                <a16:creationId xmlns:a16="http://schemas.microsoft.com/office/drawing/2014/main" id="{5BCBCD6C-F827-4804-8EF1-390B8A51A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45488" y="2859088"/>
            <a:ext cx="177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54310" name="Group 678">
            <a:extLst>
              <a:ext uri="{FF2B5EF4-FFF2-40B4-BE49-F238E27FC236}">
                <a16:creationId xmlns:a16="http://schemas.microsoft.com/office/drawing/2014/main" id="{E0E7BC3D-C068-4993-8CF2-C325E05894C1}"/>
              </a:ext>
            </a:extLst>
          </p:cNvPr>
          <p:cNvGrpSpPr>
            <a:grpSpLocks/>
          </p:cNvGrpSpPr>
          <p:nvPr/>
        </p:nvGrpSpPr>
        <p:grpSpPr bwMode="auto">
          <a:xfrm>
            <a:off x="6053138" y="1846263"/>
            <a:ext cx="468312" cy="620712"/>
            <a:chOff x="1653" y="3023"/>
            <a:chExt cx="622" cy="911"/>
          </a:xfrm>
        </p:grpSpPr>
        <p:sp>
          <p:nvSpPr>
            <p:cNvPr id="54759" name="Line 270">
              <a:extLst>
                <a:ext uri="{FF2B5EF4-FFF2-40B4-BE49-F238E27FC236}">
                  <a16:creationId xmlns:a16="http://schemas.microsoft.com/office/drawing/2014/main" id="{CF34759A-1A5D-43A8-805F-1539CC06A4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6" y="3287"/>
              <a:ext cx="188" cy="586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60" name="Line 271">
              <a:extLst>
                <a:ext uri="{FF2B5EF4-FFF2-40B4-BE49-F238E27FC236}">
                  <a16:creationId xmlns:a16="http://schemas.microsoft.com/office/drawing/2014/main" id="{19E8A926-B9B3-4B5C-A95A-3B1F96464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4" y="3287"/>
              <a:ext cx="188" cy="583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61" name="Line 272">
              <a:extLst>
                <a:ext uri="{FF2B5EF4-FFF2-40B4-BE49-F238E27FC236}">
                  <a16:creationId xmlns:a16="http://schemas.microsoft.com/office/drawing/2014/main" id="{53072D09-A234-4AB6-87D5-0012C91D4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6" y="3870"/>
              <a:ext cx="188" cy="6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62" name="Line 273">
              <a:extLst>
                <a:ext uri="{FF2B5EF4-FFF2-40B4-BE49-F238E27FC236}">
                  <a16:creationId xmlns:a16="http://schemas.microsoft.com/office/drawing/2014/main" id="{893529B6-DD61-415B-A4FE-373DC24299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4" y="3870"/>
              <a:ext cx="188" cy="6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63" name="Line 274">
              <a:extLst>
                <a:ext uri="{FF2B5EF4-FFF2-40B4-BE49-F238E27FC236}">
                  <a16:creationId xmlns:a16="http://schemas.microsoft.com/office/drawing/2014/main" id="{965500AA-EFAF-4165-8CD6-99BD37822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4" y="3300"/>
              <a:ext cx="0" cy="63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64" name="Line 275">
              <a:extLst>
                <a:ext uri="{FF2B5EF4-FFF2-40B4-BE49-F238E27FC236}">
                  <a16:creationId xmlns:a16="http://schemas.microsoft.com/office/drawing/2014/main" id="{029916E6-77F6-4464-9C16-969F3A790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6" y="3810"/>
              <a:ext cx="188" cy="63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65" name="Line 276">
              <a:extLst>
                <a:ext uri="{FF2B5EF4-FFF2-40B4-BE49-F238E27FC236}">
                  <a16:creationId xmlns:a16="http://schemas.microsoft.com/office/drawing/2014/main" id="{2DC15929-8B4A-4480-B240-6BFB6260E0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54" y="3810"/>
              <a:ext cx="188" cy="6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66" name="Line 277">
              <a:extLst>
                <a:ext uri="{FF2B5EF4-FFF2-40B4-BE49-F238E27FC236}">
                  <a16:creationId xmlns:a16="http://schemas.microsoft.com/office/drawing/2014/main" id="{72B47C3D-41A6-4C2E-BB12-EEEB322A4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6" y="3618"/>
              <a:ext cx="108" cy="4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67" name="Line 278">
              <a:extLst>
                <a:ext uri="{FF2B5EF4-FFF2-40B4-BE49-F238E27FC236}">
                  <a16:creationId xmlns:a16="http://schemas.microsoft.com/office/drawing/2014/main" id="{89904AAF-EB2C-460D-BF74-1F4F142AA1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4" y="3618"/>
              <a:ext cx="114" cy="4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68" name="Line 279">
              <a:extLst>
                <a:ext uri="{FF2B5EF4-FFF2-40B4-BE49-F238E27FC236}">
                  <a16:creationId xmlns:a16="http://schemas.microsoft.com/office/drawing/2014/main" id="{DEC2F5E3-87F6-4839-92CE-500E4F7D6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0" y="3704"/>
              <a:ext cx="139" cy="65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69" name="Line 280">
              <a:extLst>
                <a:ext uri="{FF2B5EF4-FFF2-40B4-BE49-F238E27FC236}">
                  <a16:creationId xmlns:a16="http://schemas.microsoft.com/office/drawing/2014/main" id="{9AA6133B-0C17-4C2F-A6C5-7AA0BE61B6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4" y="3717"/>
              <a:ext cx="140" cy="57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70" name="Line 281">
              <a:extLst>
                <a:ext uri="{FF2B5EF4-FFF2-40B4-BE49-F238E27FC236}">
                  <a16:creationId xmlns:a16="http://schemas.microsoft.com/office/drawing/2014/main" id="{C3EA29F4-0B2A-49CF-B4F9-9CCF6174F1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4" y="3530"/>
              <a:ext cx="72" cy="2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71" name="Line 282">
              <a:extLst>
                <a:ext uri="{FF2B5EF4-FFF2-40B4-BE49-F238E27FC236}">
                  <a16:creationId xmlns:a16="http://schemas.microsoft.com/office/drawing/2014/main" id="{596B17A3-F18B-4DB1-B9E4-DA34F7684C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4" y="3409"/>
              <a:ext cx="45" cy="1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72" name="Line 283">
              <a:extLst>
                <a:ext uri="{FF2B5EF4-FFF2-40B4-BE49-F238E27FC236}">
                  <a16:creationId xmlns:a16="http://schemas.microsoft.com/office/drawing/2014/main" id="{99272A6B-A438-4746-9BA7-E879A5F48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3" y="3522"/>
              <a:ext cx="87" cy="32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73" name="Line 284">
              <a:extLst>
                <a:ext uri="{FF2B5EF4-FFF2-40B4-BE49-F238E27FC236}">
                  <a16:creationId xmlns:a16="http://schemas.microsoft.com/office/drawing/2014/main" id="{413BDDAC-E4F0-4D80-8714-1FA6833EA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2" y="3404"/>
              <a:ext cx="50" cy="31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54774" name="Oval 694">
              <a:extLst>
                <a:ext uri="{FF2B5EF4-FFF2-40B4-BE49-F238E27FC236}">
                  <a16:creationId xmlns:a16="http://schemas.microsoft.com/office/drawing/2014/main" id="{FFB74C27-E80A-4C01-AADF-30CE6C40E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" y="3233"/>
              <a:ext cx="63" cy="68"/>
            </a:xfrm>
            <a:prstGeom prst="ellipse">
              <a:avLst/>
            </a:prstGeom>
            <a:solidFill>
              <a:srgbClr val="808080"/>
            </a:soli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pic>
          <p:nvPicPr>
            <p:cNvPr id="54775" name="Picture 695" descr="cell_tower_radiation_gray">
              <a:extLst>
                <a:ext uri="{FF2B5EF4-FFF2-40B4-BE49-F238E27FC236}">
                  <a16:creationId xmlns:a16="http://schemas.microsoft.com/office/drawing/2014/main" id="{1DE17E99-9DE1-48C3-B56D-A957DBD59A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3" y="3023"/>
              <a:ext cx="622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4311" name="Group 696">
            <a:extLst>
              <a:ext uri="{FF2B5EF4-FFF2-40B4-BE49-F238E27FC236}">
                <a16:creationId xmlns:a16="http://schemas.microsoft.com/office/drawing/2014/main" id="{2F92E9FD-416A-4149-B781-E92554B01456}"/>
              </a:ext>
            </a:extLst>
          </p:cNvPr>
          <p:cNvGrpSpPr>
            <a:grpSpLocks/>
          </p:cNvGrpSpPr>
          <p:nvPr/>
        </p:nvGrpSpPr>
        <p:grpSpPr bwMode="auto">
          <a:xfrm>
            <a:off x="6289675" y="2406650"/>
            <a:ext cx="454025" cy="254000"/>
            <a:chOff x="3843" y="1516"/>
            <a:chExt cx="286" cy="160"/>
          </a:xfrm>
        </p:grpSpPr>
        <p:sp>
          <p:nvSpPr>
            <p:cNvPr id="54750" name="Line 697">
              <a:extLst>
                <a:ext uri="{FF2B5EF4-FFF2-40B4-BE49-F238E27FC236}">
                  <a16:creationId xmlns:a16="http://schemas.microsoft.com/office/drawing/2014/main" id="{94E48902-9F3B-467E-BF42-A9BE18FF2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1516"/>
              <a:ext cx="96" cy="6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751" name="Oval 407">
              <a:extLst>
                <a:ext uri="{FF2B5EF4-FFF2-40B4-BE49-F238E27FC236}">
                  <a16:creationId xmlns:a16="http://schemas.microsoft.com/office/drawing/2014/main" id="{30E02A8E-2568-4C3F-AD5A-B479603C1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1616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52" name="Rectangle 410">
              <a:extLst>
                <a:ext uri="{FF2B5EF4-FFF2-40B4-BE49-F238E27FC236}">
                  <a16:creationId xmlns:a16="http://schemas.microsoft.com/office/drawing/2014/main" id="{E1111307-FA04-4768-B6F7-4F29F69E8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1610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53" name="Oval 411">
              <a:extLst>
                <a:ext uri="{FF2B5EF4-FFF2-40B4-BE49-F238E27FC236}">
                  <a16:creationId xmlns:a16="http://schemas.microsoft.com/office/drawing/2014/main" id="{238257E5-80D7-4B95-93CC-68285DE3F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3" y="1569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754" name="Group 701">
              <a:extLst>
                <a:ext uri="{FF2B5EF4-FFF2-40B4-BE49-F238E27FC236}">
                  <a16:creationId xmlns:a16="http://schemas.microsoft.com/office/drawing/2014/main" id="{9C2DB77F-FC78-4E96-B6B4-50440AB950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" y="1587"/>
              <a:ext cx="138" cy="33"/>
              <a:chOff x="2468" y="1332"/>
              <a:chExt cx="310" cy="60"/>
            </a:xfrm>
          </p:grpSpPr>
          <p:sp>
            <p:nvSpPr>
              <p:cNvPr id="54757" name="Freeform 702">
                <a:extLst>
                  <a:ext uri="{FF2B5EF4-FFF2-40B4-BE49-F238E27FC236}">
                    <a16:creationId xmlns:a16="http://schemas.microsoft.com/office/drawing/2014/main" id="{51AD6006-EED0-497A-B5E2-40F00F59F2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758" name="Freeform 703">
                <a:extLst>
                  <a:ext uri="{FF2B5EF4-FFF2-40B4-BE49-F238E27FC236}">
                    <a16:creationId xmlns:a16="http://schemas.microsoft.com/office/drawing/2014/main" id="{CAA941FE-81AF-4437-BE61-BFE3B0F57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755" name="Line 704">
              <a:extLst>
                <a:ext uri="{FF2B5EF4-FFF2-40B4-BE49-F238E27FC236}">
                  <a16:creationId xmlns:a16="http://schemas.microsoft.com/office/drawing/2014/main" id="{461EEC71-818C-4C9E-AB83-706EB3BF86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4" y="1602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756" name="Line 705">
              <a:extLst>
                <a:ext uri="{FF2B5EF4-FFF2-40B4-BE49-F238E27FC236}">
                  <a16:creationId xmlns:a16="http://schemas.microsoft.com/office/drawing/2014/main" id="{DE86697A-C464-40D0-9BC6-5B51C3A82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1604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12" name="Group 706">
            <a:extLst>
              <a:ext uri="{FF2B5EF4-FFF2-40B4-BE49-F238E27FC236}">
                <a16:creationId xmlns:a16="http://schemas.microsoft.com/office/drawing/2014/main" id="{B282FC50-94C4-4407-8531-245FC8F9E5B3}"/>
              </a:ext>
            </a:extLst>
          </p:cNvPr>
          <p:cNvGrpSpPr>
            <a:grpSpLocks/>
          </p:cNvGrpSpPr>
          <p:nvPr/>
        </p:nvGrpSpPr>
        <p:grpSpPr bwMode="auto">
          <a:xfrm>
            <a:off x="7202488" y="2493963"/>
            <a:ext cx="390525" cy="174625"/>
            <a:chOff x="4334" y="1470"/>
            <a:chExt cx="246" cy="107"/>
          </a:xfrm>
        </p:grpSpPr>
        <p:sp>
          <p:nvSpPr>
            <p:cNvPr id="54742" name="Oval 407">
              <a:extLst>
                <a:ext uri="{FF2B5EF4-FFF2-40B4-BE49-F238E27FC236}">
                  <a16:creationId xmlns:a16="http://schemas.microsoft.com/office/drawing/2014/main" id="{468C4896-937A-4942-B49A-53AD0AF54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43" name="Rectangle 410">
              <a:extLst>
                <a:ext uri="{FF2B5EF4-FFF2-40B4-BE49-F238E27FC236}">
                  <a16:creationId xmlns:a16="http://schemas.microsoft.com/office/drawing/2014/main" id="{91E9BC4E-A20B-4C51-8DC9-E8B7F28FA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44" name="Oval 411">
              <a:extLst>
                <a:ext uri="{FF2B5EF4-FFF2-40B4-BE49-F238E27FC236}">
                  <a16:creationId xmlns:a16="http://schemas.microsoft.com/office/drawing/2014/main" id="{A45A1B58-5F38-4108-8416-37B46B91D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745" name="Group 710">
              <a:extLst>
                <a:ext uri="{FF2B5EF4-FFF2-40B4-BE49-F238E27FC236}">
                  <a16:creationId xmlns:a16="http://schemas.microsoft.com/office/drawing/2014/main" id="{1B6E1852-A450-4F2A-9DA6-9C21F4814D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4748" name="Freeform 711">
                <a:extLst>
                  <a:ext uri="{FF2B5EF4-FFF2-40B4-BE49-F238E27FC236}">
                    <a16:creationId xmlns:a16="http://schemas.microsoft.com/office/drawing/2014/main" id="{FFF930BF-6538-4454-8139-DD8BCDC07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749" name="Freeform 712">
                <a:extLst>
                  <a:ext uri="{FF2B5EF4-FFF2-40B4-BE49-F238E27FC236}">
                    <a16:creationId xmlns:a16="http://schemas.microsoft.com/office/drawing/2014/main" id="{C8EAD8E5-A6C9-4468-BEA4-A7CCA3888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746" name="Line 713">
              <a:extLst>
                <a:ext uri="{FF2B5EF4-FFF2-40B4-BE49-F238E27FC236}">
                  <a16:creationId xmlns:a16="http://schemas.microsoft.com/office/drawing/2014/main" id="{3F29DB37-902B-45D9-810A-4694AB03D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747" name="Line 714">
              <a:extLst>
                <a:ext uri="{FF2B5EF4-FFF2-40B4-BE49-F238E27FC236}">
                  <a16:creationId xmlns:a16="http://schemas.microsoft.com/office/drawing/2014/main" id="{53F7B694-0BA4-4016-8F77-82A246E70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13" name="Group 715">
            <a:extLst>
              <a:ext uri="{FF2B5EF4-FFF2-40B4-BE49-F238E27FC236}">
                <a16:creationId xmlns:a16="http://schemas.microsoft.com/office/drawing/2014/main" id="{C4B1A10F-BD03-41D8-B722-C85522210359}"/>
              </a:ext>
            </a:extLst>
          </p:cNvPr>
          <p:cNvGrpSpPr>
            <a:grpSpLocks/>
          </p:cNvGrpSpPr>
          <p:nvPr/>
        </p:nvGrpSpPr>
        <p:grpSpPr bwMode="auto">
          <a:xfrm>
            <a:off x="7213600" y="2757488"/>
            <a:ext cx="390525" cy="174625"/>
            <a:chOff x="4334" y="1470"/>
            <a:chExt cx="246" cy="107"/>
          </a:xfrm>
        </p:grpSpPr>
        <p:sp>
          <p:nvSpPr>
            <p:cNvPr id="54734" name="Oval 407">
              <a:extLst>
                <a:ext uri="{FF2B5EF4-FFF2-40B4-BE49-F238E27FC236}">
                  <a16:creationId xmlns:a16="http://schemas.microsoft.com/office/drawing/2014/main" id="{190E7CFF-CB7B-4B72-A206-A99463AE2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35" name="Rectangle 410">
              <a:extLst>
                <a:ext uri="{FF2B5EF4-FFF2-40B4-BE49-F238E27FC236}">
                  <a16:creationId xmlns:a16="http://schemas.microsoft.com/office/drawing/2014/main" id="{6A43689B-E1CE-4151-8711-EE9EBDA16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36" name="Oval 411">
              <a:extLst>
                <a:ext uri="{FF2B5EF4-FFF2-40B4-BE49-F238E27FC236}">
                  <a16:creationId xmlns:a16="http://schemas.microsoft.com/office/drawing/2014/main" id="{CBD83DAC-65B4-46D8-9A8E-4C72484D1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737" name="Group 719">
              <a:extLst>
                <a:ext uri="{FF2B5EF4-FFF2-40B4-BE49-F238E27FC236}">
                  <a16:creationId xmlns:a16="http://schemas.microsoft.com/office/drawing/2014/main" id="{67193025-6D8D-4477-AD31-43165542C9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4740" name="Freeform 720">
                <a:extLst>
                  <a:ext uri="{FF2B5EF4-FFF2-40B4-BE49-F238E27FC236}">
                    <a16:creationId xmlns:a16="http://schemas.microsoft.com/office/drawing/2014/main" id="{B1B40AED-FB1F-403C-9A2A-80FEE43E47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741" name="Freeform 721">
                <a:extLst>
                  <a:ext uri="{FF2B5EF4-FFF2-40B4-BE49-F238E27FC236}">
                    <a16:creationId xmlns:a16="http://schemas.microsoft.com/office/drawing/2014/main" id="{AD428E6E-DDCC-424B-8136-5D223F19F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738" name="Line 722">
              <a:extLst>
                <a:ext uri="{FF2B5EF4-FFF2-40B4-BE49-F238E27FC236}">
                  <a16:creationId xmlns:a16="http://schemas.microsoft.com/office/drawing/2014/main" id="{1F6F9506-4727-4D98-828B-F94073EA1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739" name="Line 723">
              <a:extLst>
                <a:ext uri="{FF2B5EF4-FFF2-40B4-BE49-F238E27FC236}">
                  <a16:creationId xmlns:a16="http://schemas.microsoft.com/office/drawing/2014/main" id="{C5117E6A-3217-4E07-B345-364326746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14" name="Group 724">
            <a:extLst>
              <a:ext uri="{FF2B5EF4-FFF2-40B4-BE49-F238E27FC236}">
                <a16:creationId xmlns:a16="http://schemas.microsoft.com/office/drawing/2014/main" id="{949654CC-1CC3-4C16-991A-488609C7176F}"/>
              </a:ext>
            </a:extLst>
          </p:cNvPr>
          <p:cNvGrpSpPr>
            <a:grpSpLocks/>
          </p:cNvGrpSpPr>
          <p:nvPr/>
        </p:nvGrpSpPr>
        <p:grpSpPr bwMode="auto">
          <a:xfrm>
            <a:off x="7762875" y="2759075"/>
            <a:ext cx="390525" cy="174625"/>
            <a:chOff x="4334" y="1470"/>
            <a:chExt cx="246" cy="107"/>
          </a:xfrm>
        </p:grpSpPr>
        <p:sp>
          <p:nvSpPr>
            <p:cNvPr id="54726" name="Oval 407">
              <a:extLst>
                <a:ext uri="{FF2B5EF4-FFF2-40B4-BE49-F238E27FC236}">
                  <a16:creationId xmlns:a16="http://schemas.microsoft.com/office/drawing/2014/main" id="{BAEC0611-AD8F-420B-95A0-AF2ADF007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27" name="Rectangle 410">
              <a:extLst>
                <a:ext uri="{FF2B5EF4-FFF2-40B4-BE49-F238E27FC236}">
                  <a16:creationId xmlns:a16="http://schemas.microsoft.com/office/drawing/2014/main" id="{D0A1745F-3DC4-4196-8D41-5584F1E3F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28" name="Oval 411">
              <a:extLst>
                <a:ext uri="{FF2B5EF4-FFF2-40B4-BE49-F238E27FC236}">
                  <a16:creationId xmlns:a16="http://schemas.microsoft.com/office/drawing/2014/main" id="{4F4B9A60-19D0-4E05-919A-F1F161BA7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729" name="Group 728">
              <a:extLst>
                <a:ext uri="{FF2B5EF4-FFF2-40B4-BE49-F238E27FC236}">
                  <a16:creationId xmlns:a16="http://schemas.microsoft.com/office/drawing/2014/main" id="{F28DDA46-7913-4C8B-96EC-9C0B0456CA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4732" name="Freeform 729">
                <a:extLst>
                  <a:ext uri="{FF2B5EF4-FFF2-40B4-BE49-F238E27FC236}">
                    <a16:creationId xmlns:a16="http://schemas.microsoft.com/office/drawing/2014/main" id="{77E214F3-A167-4B52-945B-6AAF7A83B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733" name="Freeform 730">
                <a:extLst>
                  <a:ext uri="{FF2B5EF4-FFF2-40B4-BE49-F238E27FC236}">
                    <a16:creationId xmlns:a16="http://schemas.microsoft.com/office/drawing/2014/main" id="{29B7FE6C-258A-43B5-AC72-8FB0FAB1E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730" name="Line 731">
              <a:extLst>
                <a:ext uri="{FF2B5EF4-FFF2-40B4-BE49-F238E27FC236}">
                  <a16:creationId xmlns:a16="http://schemas.microsoft.com/office/drawing/2014/main" id="{C671A871-A178-4F83-82A1-90833C106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731" name="Line 732">
              <a:extLst>
                <a:ext uri="{FF2B5EF4-FFF2-40B4-BE49-F238E27FC236}">
                  <a16:creationId xmlns:a16="http://schemas.microsoft.com/office/drawing/2014/main" id="{A12CE8C7-7347-4B47-8A25-9339DA476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15" name="Group 733">
            <a:extLst>
              <a:ext uri="{FF2B5EF4-FFF2-40B4-BE49-F238E27FC236}">
                <a16:creationId xmlns:a16="http://schemas.microsoft.com/office/drawing/2014/main" id="{F5EEEA30-DFDB-4FDC-B096-4080753D9A1B}"/>
              </a:ext>
            </a:extLst>
          </p:cNvPr>
          <p:cNvGrpSpPr>
            <a:grpSpLocks/>
          </p:cNvGrpSpPr>
          <p:nvPr/>
        </p:nvGrpSpPr>
        <p:grpSpPr bwMode="auto">
          <a:xfrm>
            <a:off x="7689850" y="2393950"/>
            <a:ext cx="390525" cy="174625"/>
            <a:chOff x="4334" y="1470"/>
            <a:chExt cx="246" cy="107"/>
          </a:xfrm>
        </p:grpSpPr>
        <p:sp>
          <p:nvSpPr>
            <p:cNvPr id="54718" name="Oval 407">
              <a:extLst>
                <a:ext uri="{FF2B5EF4-FFF2-40B4-BE49-F238E27FC236}">
                  <a16:creationId xmlns:a16="http://schemas.microsoft.com/office/drawing/2014/main" id="{D6655E3E-BB6B-4935-BA3C-BD883B3A7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19" name="Rectangle 410">
              <a:extLst>
                <a:ext uri="{FF2B5EF4-FFF2-40B4-BE49-F238E27FC236}">
                  <a16:creationId xmlns:a16="http://schemas.microsoft.com/office/drawing/2014/main" id="{F848FE3B-3628-4B97-9E91-02D3A17FA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20" name="Oval 411">
              <a:extLst>
                <a:ext uri="{FF2B5EF4-FFF2-40B4-BE49-F238E27FC236}">
                  <a16:creationId xmlns:a16="http://schemas.microsoft.com/office/drawing/2014/main" id="{56070F90-DCDD-481F-9251-08C086872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721" name="Group 737">
              <a:extLst>
                <a:ext uri="{FF2B5EF4-FFF2-40B4-BE49-F238E27FC236}">
                  <a16:creationId xmlns:a16="http://schemas.microsoft.com/office/drawing/2014/main" id="{ADE3188F-82A3-4256-B5AE-FE44B289C9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4724" name="Freeform 738">
                <a:extLst>
                  <a:ext uri="{FF2B5EF4-FFF2-40B4-BE49-F238E27FC236}">
                    <a16:creationId xmlns:a16="http://schemas.microsoft.com/office/drawing/2014/main" id="{BE3BC823-D88C-4B5C-9F84-C55D52052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725" name="Freeform 739">
                <a:extLst>
                  <a:ext uri="{FF2B5EF4-FFF2-40B4-BE49-F238E27FC236}">
                    <a16:creationId xmlns:a16="http://schemas.microsoft.com/office/drawing/2014/main" id="{CC864426-F949-427D-BD0C-B6E7E3F3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722" name="Line 740">
              <a:extLst>
                <a:ext uri="{FF2B5EF4-FFF2-40B4-BE49-F238E27FC236}">
                  <a16:creationId xmlns:a16="http://schemas.microsoft.com/office/drawing/2014/main" id="{19865CF3-E3DC-40A3-B57F-4DA904F41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723" name="Line 741">
              <a:extLst>
                <a:ext uri="{FF2B5EF4-FFF2-40B4-BE49-F238E27FC236}">
                  <a16:creationId xmlns:a16="http://schemas.microsoft.com/office/drawing/2014/main" id="{F58FCC9D-ECB7-429E-87B2-CEDBAEC52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16" name="Group 742">
            <a:extLst>
              <a:ext uri="{FF2B5EF4-FFF2-40B4-BE49-F238E27FC236}">
                <a16:creationId xmlns:a16="http://schemas.microsoft.com/office/drawing/2014/main" id="{7F34CFD3-826C-4757-B617-80663337EA4A}"/>
              </a:ext>
            </a:extLst>
          </p:cNvPr>
          <p:cNvGrpSpPr>
            <a:grpSpLocks/>
          </p:cNvGrpSpPr>
          <p:nvPr/>
        </p:nvGrpSpPr>
        <p:grpSpPr bwMode="auto">
          <a:xfrm>
            <a:off x="7737475" y="3644900"/>
            <a:ext cx="492125" cy="206375"/>
            <a:chOff x="4334" y="1470"/>
            <a:chExt cx="246" cy="107"/>
          </a:xfrm>
        </p:grpSpPr>
        <p:sp>
          <p:nvSpPr>
            <p:cNvPr id="54710" name="Oval 407">
              <a:extLst>
                <a:ext uri="{FF2B5EF4-FFF2-40B4-BE49-F238E27FC236}">
                  <a16:creationId xmlns:a16="http://schemas.microsoft.com/office/drawing/2014/main" id="{D070C9F4-E5E2-4571-A8C3-77FC20710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11" name="Rectangle 410">
              <a:extLst>
                <a:ext uri="{FF2B5EF4-FFF2-40B4-BE49-F238E27FC236}">
                  <a16:creationId xmlns:a16="http://schemas.microsoft.com/office/drawing/2014/main" id="{D685242B-CFD7-4599-8F65-4040F88CC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12" name="Oval 411">
              <a:extLst>
                <a:ext uri="{FF2B5EF4-FFF2-40B4-BE49-F238E27FC236}">
                  <a16:creationId xmlns:a16="http://schemas.microsoft.com/office/drawing/2014/main" id="{A1CC0309-7A63-4ECD-8931-44BEEC007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713" name="Group 746">
              <a:extLst>
                <a:ext uri="{FF2B5EF4-FFF2-40B4-BE49-F238E27FC236}">
                  <a16:creationId xmlns:a16="http://schemas.microsoft.com/office/drawing/2014/main" id="{9410AC47-55C1-42C3-B369-A2B142D028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4716" name="Freeform 747">
                <a:extLst>
                  <a:ext uri="{FF2B5EF4-FFF2-40B4-BE49-F238E27FC236}">
                    <a16:creationId xmlns:a16="http://schemas.microsoft.com/office/drawing/2014/main" id="{E809DD85-9E81-4819-B071-EB265359EF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717" name="Freeform 748">
                <a:extLst>
                  <a:ext uri="{FF2B5EF4-FFF2-40B4-BE49-F238E27FC236}">
                    <a16:creationId xmlns:a16="http://schemas.microsoft.com/office/drawing/2014/main" id="{55656365-4ABE-472F-BC60-6E3CF824D2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714" name="Line 749">
              <a:extLst>
                <a:ext uri="{FF2B5EF4-FFF2-40B4-BE49-F238E27FC236}">
                  <a16:creationId xmlns:a16="http://schemas.microsoft.com/office/drawing/2014/main" id="{835EF0EB-4714-4353-B170-4DC2BC953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715" name="Line 750">
              <a:extLst>
                <a:ext uri="{FF2B5EF4-FFF2-40B4-BE49-F238E27FC236}">
                  <a16:creationId xmlns:a16="http://schemas.microsoft.com/office/drawing/2014/main" id="{8397F5A3-F1D1-4C67-99E3-229A5FD98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54317" name="Line 751">
            <a:extLst>
              <a:ext uri="{FF2B5EF4-FFF2-40B4-BE49-F238E27FC236}">
                <a16:creationId xmlns:a16="http://schemas.microsoft.com/office/drawing/2014/main" id="{1A1C0C06-D9DA-4363-9271-D2407A7F6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7788" y="3743325"/>
            <a:ext cx="6794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54318" name="Group 752">
            <a:extLst>
              <a:ext uri="{FF2B5EF4-FFF2-40B4-BE49-F238E27FC236}">
                <a16:creationId xmlns:a16="http://schemas.microsoft.com/office/drawing/2014/main" id="{16D2DEAF-8A04-4E0C-A15B-BB5400A232D7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3632200"/>
            <a:ext cx="492125" cy="206375"/>
            <a:chOff x="4334" y="1470"/>
            <a:chExt cx="246" cy="107"/>
          </a:xfrm>
        </p:grpSpPr>
        <p:sp>
          <p:nvSpPr>
            <p:cNvPr id="54702" name="Oval 407">
              <a:extLst>
                <a:ext uri="{FF2B5EF4-FFF2-40B4-BE49-F238E27FC236}">
                  <a16:creationId xmlns:a16="http://schemas.microsoft.com/office/drawing/2014/main" id="{06389962-ECC0-4294-8145-37EB005A5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03" name="Rectangle 410">
              <a:extLst>
                <a:ext uri="{FF2B5EF4-FFF2-40B4-BE49-F238E27FC236}">
                  <a16:creationId xmlns:a16="http://schemas.microsoft.com/office/drawing/2014/main" id="{CAE457E4-EC96-4D2F-98C6-030457B4C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704" name="Oval 411">
              <a:extLst>
                <a:ext uri="{FF2B5EF4-FFF2-40B4-BE49-F238E27FC236}">
                  <a16:creationId xmlns:a16="http://schemas.microsoft.com/office/drawing/2014/main" id="{A6C01F62-9323-4FA7-AC38-3BD0250C7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705" name="Group 756">
              <a:extLst>
                <a:ext uri="{FF2B5EF4-FFF2-40B4-BE49-F238E27FC236}">
                  <a16:creationId xmlns:a16="http://schemas.microsoft.com/office/drawing/2014/main" id="{C1EBAB4C-BC39-479C-8D45-A182D7DC0B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4708" name="Freeform 757">
                <a:extLst>
                  <a:ext uri="{FF2B5EF4-FFF2-40B4-BE49-F238E27FC236}">
                    <a16:creationId xmlns:a16="http://schemas.microsoft.com/office/drawing/2014/main" id="{DC7E422F-519B-46A8-98B3-39E43A9BC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709" name="Freeform 758">
                <a:extLst>
                  <a:ext uri="{FF2B5EF4-FFF2-40B4-BE49-F238E27FC236}">
                    <a16:creationId xmlns:a16="http://schemas.microsoft.com/office/drawing/2014/main" id="{C884C9A3-7489-470A-B5F0-89B7B651F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706" name="Line 759">
              <a:extLst>
                <a:ext uri="{FF2B5EF4-FFF2-40B4-BE49-F238E27FC236}">
                  <a16:creationId xmlns:a16="http://schemas.microsoft.com/office/drawing/2014/main" id="{EB7FA655-5E6D-4BE2-9A65-DCF1FD831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707" name="Line 760">
              <a:extLst>
                <a:ext uri="{FF2B5EF4-FFF2-40B4-BE49-F238E27FC236}">
                  <a16:creationId xmlns:a16="http://schemas.microsoft.com/office/drawing/2014/main" id="{E0B74595-2BA0-4B35-A3CB-C294AA5F2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19" name="Group 761">
            <a:extLst>
              <a:ext uri="{FF2B5EF4-FFF2-40B4-BE49-F238E27FC236}">
                <a16:creationId xmlns:a16="http://schemas.microsoft.com/office/drawing/2014/main" id="{B89EAE60-46AA-44BA-8E0A-9E953F7BABB0}"/>
              </a:ext>
            </a:extLst>
          </p:cNvPr>
          <p:cNvGrpSpPr>
            <a:grpSpLocks/>
          </p:cNvGrpSpPr>
          <p:nvPr/>
        </p:nvGrpSpPr>
        <p:grpSpPr bwMode="auto">
          <a:xfrm>
            <a:off x="7591425" y="4806950"/>
            <a:ext cx="622300" cy="244475"/>
            <a:chOff x="4334" y="1470"/>
            <a:chExt cx="246" cy="107"/>
          </a:xfrm>
        </p:grpSpPr>
        <p:sp>
          <p:nvSpPr>
            <p:cNvPr id="54694" name="Oval 407">
              <a:extLst>
                <a:ext uri="{FF2B5EF4-FFF2-40B4-BE49-F238E27FC236}">
                  <a16:creationId xmlns:a16="http://schemas.microsoft.com/office/drawing/2014/main" id="{34D38C34-78FF-46F8-A0CB-68F35453E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695" name="Rectangle 410">
              <a:extLst>
                <a:ext uri="{FF2B5EF4-FFF2-40B4-BE49-F238E27FC236}">
                  <a16:creationId xmlns:a16="http://schemas.microsoft.com/office/drawing/2014/main" id="{36833B12-150C-411D-8431-4B69152AF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696" name="Oval 411">
              <a:extLst>
                <a:ext uri="{FF2B5EF4-FFF2-40B4-BE49-F238E27FC236}">
                  <a16:creationId xmlns:a16="http://schemas.microsoft.com/office/drawing/2014/main" id="{2DAFCE14-B90C-47A1-AF18-7EF483ADE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697" name="Group 765">
              <a:extLst>
                <a:ext uri="{FF2B5EF4-FFF2-40B4-BE49-F238E27FC236}">
                  <a16:creationId xmlns:a16="http://schemas.microsoft.com/office/drawing/2014/main" id="{D055C6E1-258A-4685-8EA5-D9AF7566F5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4700" name="Freeform 766">
                <a:extLst>
                  <a:ext uri="{FF2B5EF4-FFF2-40B4-BE49-F238E27FC236}">
                    <a16:creationId xmlns:a16="http://schemas.microsoft.com/office/drawing/2014/main" id="{EB42E80A-2433-4AEB-93E1-397D975D6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701" name="Freeform 767">
                <a:extLst>
                  <a:ext uri="{FF2B5EF4-FFF2-40B4-BE49-F238E27FC236}">
                    <a16:creationId xmlns:a16="http://schemas.microsoft.com/office/drawing/2014/main" id="{A3D870B9-579A-4D91-A020-4C773A005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698" name="Line 768">
              <a:extLst>
                <a:ext uri="{FF2B5EF4-FFF2-40B4-BE49-F238E27FC236}">
                  <a16:creationId xmlns:a16="http://schemas.microsoft.com/office/drawing/2014/main" id="{BA43CE86-0A8D-40FD-9416-50769FE55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99" name="Line 769">
              <a:extLst>
                <a:ext uri="{FF2B5EF4-FFF2-40B4-BE49-F238E27FC236}">
                  <a16:creationId xmlns:a16="http://schemas.microsoft.com/office/drawing/2014/main" id="{1E6C4F9A-A01E-4B8E-A020-3AB6FFCBD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20" name="Group 770">
            <a:extLst>
              <a:ext uri="{FF2B5EF4-FFF2-40B4-BE49-F238E27FC236}">
                <a16:creationId xmlns:a16="http://schemas.microsoft.com/office/drawing/2014/main" id="{FC890D76-2F77-4509-B193-16C26BD1F028}"/>
              </a:ext>
            </a:extLst>
          </p:cNvPr>
          <p:cNvGrpSpPr>
            <a:grpSpLocks/>
          </p:cNvGrpSpPr>
          <p:nvPr/>
        </p:nvGrpSpPr>
        <p:grpSpPr bwMode="auto">
          <a:xfrm>
            <a:off x="6965950" y="4508500"/>
            <a:ext cx="622300" cy="244475"/>
            <a:chOff x="4334" y="1470"/>
            <a:chExt cx="246" cy="107"/>
          </a:xfrm>
        </p:grpSpPr>
        <p:sp>
          <p:nvSpPr>
            <p:cNvPr id="54686" name="Oval 407">
              <a:extLst>
                <a:ext uri="{FF2B5EF4-FFF2-40B4-BE49-F238E27FC236}">
                  <a16:creationId xmlns:a16="http://schemas.microsoft.com/office/drawing/2014/main" id="{6E6F0A16-859F-471A-9B50-411074EA9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687" name="Rectangle 410">
              <a:extLst>
                <a:ext uri="{FF2B5EF4-FFF2-40B4-BE49-F238E27FC236}">
                  <a16:creationId xmlns:a16="http://schemas.microsoft.com/office/drawing/2014/main" id="{1CBCEFC9-BCFC-4B89-8A0D-7BB04FE9D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688" name="Oval 411">
              <a:extLst>
                <a:ext uri="{FF2B5EF4-FFF2-40B4-BE49-F238E27FC236}">
                  <a16:creationId xmlns:a16="http://schemas.microsoft.com/office/drawing/2014/main" id="{E13436F5-BA53-4190-932B-A1886D922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689" name="Group 774">
              <a:extLst>
                <a:ext uri="{FF2B5EF4-FFF2-40B4-BE49-F238E27FC236}">
                  <a16:creationId xmlns:a16="http://schemas.microsoft.com/office/drawing/2014/main" id="{01144610-14C4-4CC8-B326-AD0D648591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4692" name="Freeform 775">
                <a:extLst>
                  <a:ext uri="{FF2B5EF4-FFF2-40B4-BE49-F238E27FC236}">
                    <a16:creationId xmlns:a16="http://schemas.microsoft.com/office/drawing/2014/main" id="{EF84782E-7DAE-4C15-9B58-B9049230C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93" name="Freeform 776">
                <a:extLst>
                  <a:ext uri="{FF2B5EF4-FFF2-40B4-BE49-F238E27FC236}">
                    <a16:creationId xmlns:a16="http://schemas.microsoft.com/office/drawing/2014/main" id="{40C8A7A6-9A74-43C8-9AB1-48F3ACA02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690" name="Line 777">
              <a:extLst>
                <a:ext uri="{FF2B5EF4-FFF2-40B4-BE49-F238E27FC236}">
                  <a16:creationId xmlns:a16="http://schemas.microsoft.com/office/drawing/2014/main" id="{0017E1DD-0F98-49C6-8E25-F5EF84D36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91" name="Line 778">
              <a:extLst>
                <a:ext uri="{FF2B5EF4-FFF2-40B4-BE49-F238E27FC236}">
                  <a16:creationId xmlns:a16="http://schemas.microsoft.com/office/drawing/2014/main" id="{C5C701FB-9A05-4D09-8597-F99DF714A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21" name="Group 779">
            <a:extLst>
              <a:ext uri="{FF2B5EF4-FFF2-40B4-BE49-F238E27FC236}">
                <a16:creationId xmlns:a16="http://schemas.microsoft.com/office/drawing/2014/main" id="{EE3D20F8-AF48-4DA7-AA94-D991A67AAAAF}"/>
              </a:ext>
            </a:extLst>
          </p:cNvPr>
          <p:cNvGrpSpPr>
            <a:grpSpLocks/>
          </p:cNvGrpSpPr>
          <p:nvPr/>
        </p:nvGrpSpPr>
        <p:grpSpPr bwMode="auto">
          <a:xfrm>
            <a:off x="6242050" y="4851400"/>
            <a:ext cx="622300" cy="244475"/>
            <a:chOff x="4334" y="1470"/>
            <a:chExt cx="246" cy="107"/>
          </a:xfrm>
        </p:grpSpPr>
        <p:sp>
          <p:nvSpPr>
            <p:cNvPr id="54678" name="Oval 407">
              <a:extLst>
                <a:ext uri="{FF2B5EF4-FFF2-40B4-BE49-F238E27FC236}">
                  <a16:creationId xmlns:a16="http://schemas.microsoft.com/office/drawing/2014/main" id="{FCF8A5CA-A232-437C-9E63-182FD11C2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679" name="Rectangle 410">
              <a:extLst>
                <a:ext uri="{FF2B5EF4-FFF2-40B4-BE49-F238E27FC236}">
                  <a16:creationId xmlns:a16="http://schemas.microsoft.com/office/drawing/2014/main" id="{39F00BD3-6A14-4B54-9582-8CA3892A0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680" name="Oval 411">
              <a:extLst>
                <a:ext uri="{FF2B5EF4-FFF2-40B4-BE49-F238E27FC236}">
                  <a16:creationId xmlns:a16="http://schemas.microsoft.com/office/drawing/2014/main" id="{29589FB3-110C-4EB0-821F-5CA43C9BA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681" name="Group 783">
              <a:extLst>
                <a:ext uri="{FF2B5EF4-FFF2-40B4-BE49-F238E27FC236}">
                  <a16:creationId xmlns:a16="http://schemas.microsoft.com/office/drawing/2014/main" id="{BE8B392C-A6E2-4B9C-A21E-4F54DF90B7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4684" name="Freeform 784">
                <a:extLst>
                  <a:ext uri="{FF2B5EF4-FFF2-40B4-BE49-F238E27FC236}">
                    <a16:creationId xmlns:a16="http://schemas.microsoft.com/office/drawing/2014/main" id="{ECFC9688-20BB-4952-9B03-235CEC30A3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85" name="Freeform 785">
                <a:extLst>
                  <a:ext uri="{FF2B5EF4-FFF2-40B4-BE49-F238E27FC236}">
                    <a16:creationId xmlns:a16="http://schemas.microsoft.com/office/drawing/2014/main" id="{4C04B63E-32F1-4C52-B339-8D277AD41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682" name="Line 786">
              <a:extLst>
                <a:ext uri="{FF2B5EF4-FFF2-40B4-BE49-F238E27FC236}">
                  <a16:creationId xmlns:a16="http://schemas.microsoft.com/office/drawing/2014/main" id="{FEF8B7D4-1AA9-4FF1-870C-793267D35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83" name="Line 787">
              <a:extLst>
                <a:ext uri="{FF2B5EF4-FFF2-40B4-BE49-F238E27FC236}">
                  <a16:creationId xmlns:a16="http://schemas.microsoft.com/office/drawing/2014/main" id="{922A6022-30AD-4E58-B00D-840A4B095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22" name="Group 788">
            <a:extLst>
              <a:ext uri="{FF2B5EF4-FFF2-40B4-BE49-F238E27FC236}">
                <a16:creationId xmlns:a16="http://schemas.microsoft.com/office/drawing/2014/main" id="{FE32EC8D-0D6A-4422-85AA-9162A4526E90}"/>
              </a:ext>
            </a:extLst>
          </p:cNvPr>
          <p:cNvGrpSpPr>
            <a:grpSpLocks/>
          </p:cNvGrpSpPr>
          <p:nvPr/>
        </p:nvGrpSpPr>
        <p:grpSpPr bwMode="auto">
          <a:xfrm>
            <a:off x="6051550" y="3644900"/>
            <a:ext cx="390525" cy="171450"/>
            <a:chOff x="4334" y="1470"/>
            <a:chExt cx="246" cy="107"/>
          </a:xfrm>
        </p:grpSpPr>
        <p:sp>
          <p:nvSpPr>
            <p:cNvPr id="54670" name="Oval 407">
              <a:extLst>
                <a:ext uri="{FF2B5EF4-FFF2-40B4-BE49-F238E27FC236}">
                  <a16:creationId xmlns:a16="http://schemas.microsoft.com/office/drawing/2014/main" id="{4D039F46-7419-4397-9A33-2C840EA27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671" name="Rectangle 410">
              <a:extLst>
                <a:ext uri="{FF2B5EF4-FFF2-40B4-BE49-F238E27FC236}">
                  <a16:creationId xmlns:a16="http://schemas.microsoft.com/office/drawing/2014/main" id="{9510DCB6-8CCA-4207-8880-122268CAA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672" name="Oval 411">
              <a:extLst>
                <a:ext uri="{FF2B5EF4-FFF2-40B4-BE49-F238E27FC236}">
                  <a16:creationId xmlns:a16="http://schemas.microsoft.com/office/drawing/2014/main" id="{2798ED39-951B-447D-9C12-E5FB3FCEF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673" name="Group 792">
              <a:extLst>
                <a:ext uri="{FF2B5EF4-FFF2-40B4-BE49-F238E27FC236}">
                  <a16:creationId xmlns:a16="http://schemas.microsoft.com/office/drawing/2014/main" id="{19D588E5-3ADB-4F4B-8DDA-1988D0274E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4676" name="Freeform 793">
                <a:extLst>
                  <a:ext uri="{FF2B5EF4-FFF2-40B4-BE49-F238E27FC236}">
                    <a16:creationId xmlns:a16="http://schemas.microsoft.com/office/drawing/2014/main" id="{7AE2AB13-0500-47C9-97C6-35AAB8571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77" name="Freeform 794">
                <a:extLst>
                  <a:ext uri="{FF2B5EF4-FFF2-40B4-BE49-F238E27FC236}">
                    <a16:creationId xmlns:a16="http://schemas.microsoft.com/office/drawing/2014/main" id="{0EC4B68F-D437-4952-BAF8-96D2434BE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674" name="Line 795">
              <a:extLst>
                <a:ext uri="{FF2B5EF4-FFF2-40B4-BE49-F238E27FC236}">
                  <a16:creationId xmlns:a16="http://schemas.microsoft.com/office/drawing/2014/main" id="{2D7D23BA-CBD9-4E49-8A2E-46BDB99472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" y="1503"/>
              <a:ext cx="0" cy="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75" name="Line 796">
              <a:extLst>
                <a:ext uri="{FF2B5EF4-FFF2-40B4-BE49-F238E27FC236}">
                  <a16:creationId xmlns:a16="http://schemas.microsoft.com/office/drawing/2014/main" id="{FCC50DD8-248E-4ACA-A9FA-33FE78C1ED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505"/>
              <a:ext cx="0" cy="4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23" name="Group 797">
            <a:extLst>
              <a:ext uri="{FF2B5EF4-FFF2-40B4-BE49-F238E27FC236}">
                <a16:creationId xmlns:a16="http://schemas.microsoft.com/office/drawing/2014/main" id="{A747CA22-CE10-4DDE-A9B7-4ED381F6284A}"/>
              </a:ext>
            </a:extLst>
          </p:cNvPr>
          <p:cNvGrpSpPr>
            <a:grpSpLocks/>
          </p:cNvGrpSpPr>
          <p:nvPr/>
        </p:nvGrpSpPr>
        <p:grpSpPr bwMode="auto">
          <a:xfrm>
            <a:off x="7161213" y="5005388"/>
            <a:ext cx="446087" cy="422275"/>
            <a:chOff x="5072" y="3611"/>
            <a:chExt cx="459" cy="380"/>
          </a:xfrm>
        </p:grpSpPr>
        <p:grpSp>
          <p:nvGrpSpPr>
            <p:cNvPr id="54656" name="Group 798">
              <a:extLst>
                <a:ext uri="{FF2B5EF4-FFF2-40B4-BE49-F238E27FC236}">
                  <a16:creationId xmlns:a16="http://schemas.microsoft.com/office/drawing/2014/main" id="{4958896D-86E6-4250-A8DB-FD89F5DB17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4" y="3611"/>
              <a:ext cx="387" cy="99"/>
              <a:chOff x="5030" y="2639"/>
              <a:chExt cx="387" cy="99"/>
            </a:xfrm>
          </p:grpSpPr>
          <p:sp>
            <p:nvSpPr>
              <p:cNvPr id="54658" name="Freeform 799">
                <a:extLst>
                  <a:ext uri="{FF2B5EF4-FFF2-40B4-BE49-F238E27FC236}">
                    <a16:creationId xmlns:a16="http://schemas.microsoft.com/office/drawing/2014/main" id="{04A8FAFE-13D4-4B6D-B1EF-1FB2E9EB0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4" y="2657"/>
                <a:ext cx="69" cy="55"/>
              </a:xfrm>
              <a:custGeom>
                <a:avLst/>
                <a:gdLst>
                  <a:gd name="T0" fmla="*/ 0 w 199"/>
                  <a:gd name="T1" fmla="*/ 0 h 232"/>
                  <a:gd name="T2" fmla="*/ 0 w 199"/>
                  <a:gd name="T3" fmla="*/ 0 h 232"/>
                  <a:gd name="T4" fmla="*/ 0 w 199"/>
                  <a:gd name="T5" fmla="*/ 0 h 232"/>
                  <a:gd name="T6" fmla="*/ 0 w 199"/>
                  <a:gd name="T7" fmla="*/ 0 h 232"/>
                  <a:gd name="T8" fmla="*/ 0 w 199"/>
                  <a:gd name="T9" fmla="*/ 0 h 232"/>
                  <a:gd name="T10" fmla="*/ 0 w 199"/>
                  <a:gd name="T11" fmla="*/ 0 h 232"/>
                  <a:gd name="T12" fmla="*/ 0 w 199"/>
                  <a:gd name="T13" fmla="*/ 0 h 232"/>
                  <a:gd name="T14" fmla="*/ 0 w 199"/>
                  <a:gd name="T15" fmla="*/ 0 h 232"/>
                  <a:gd name="T16" fmla="*/ 0 w 199"/>
                  <a:gd name="T17" fmla="*/ 0 h 232"/>
                  <a:gd name="T18" fmla="*/ 0 w 199"/>
                  <a:gd name="T19" fmla="*/ 0 h 232"/>
                  <a:gd name="T20" fmla="*/ 0 w 199"/>
                  <a:gd name="T21" fmla="*/ 0 h 232"/>
                  <a:gd name="T22" fmla="*/ 0 w 199"/>
                  <a:gd name="T23" fmla="*/ 0 h 232"/>
                  <a:gd name="T24" fmla="*/ 0 w 199"/>
                  <a:gd name="T25" fmla="*/ 0 h 232"/>
                  <a:gd name="T26" fmla="*/ 0 w 199"/>
                  <a:gd name="T27" fmla="*/ 0 h 232"/>
                  <a:gd name="T28" fmla="*/ 0 w 199"/>
                  <a:gd name="T29" fmla="*/ 0 h 232"/>
                  <a:gd name="T30" fmla="*/ 0 w 199"/>
                  <a:gd name="T31" fmla="*/ 0 h 232"/>
                  <a:gd name="T32" fmla="*/ 0 w 199"/>
                  <a:gd name="T33" fmla="*/ 0 h 232"/>
                  <a:gd name="T34" fmla="*/ 0 w 199"/>
                  <a:gd name="T35" fmla="*/ 0 h 232"/>
                  <a:gd name="T36" fmla="*/ 0 w 199"/>
                  <a:gd name="T37" fmla="*/ 0 h 232"/>
                  <a:gd name="T38" fmla="*/ 0 w 199"/>
                  <a:gd name="T39" fmla="*/ 0 h 232"/>
                  <a:gd name="T40" fmla="*/ 0 w 199"/>
                  <a:gd name="T41" fmla="*/ 0 h 232"/>
                  <a:gd name="T42" fmla="*/ 0 w 199"/>
                  <a:gd name="T43" fmla="*/ 0 h 232"/>
                  <a:gd name="T44" fmla="*/ 0 w 199"/>
                  <a:gd name="T45" fmla="*/ 0 h 232"/>
                  <a:gd name="T46" fmla="*/ 0 w 199"/>
                  <a:gd name="T47" fmla="*/ 0 h 232"/>
                  <a:gd name="T48" fmla="*/ 0 w 199"/>
                  <a:gd name="T49" fmla="*/ 0 h 232"/>
                  <a:gd name="T50" fmla="*/ 0 w 199"/>
                  <a:gd name="T51" fmla="*/ 0 h 232"/>
                  <a:gd name="T52" fmla="*/ 0 w 199"/>
                  <a:gd name="T53" fmla="*/ 0 h 232"/>
                  <a:gd name="T54" fmla="*/ 0 w 199"/>
                  <a:gd name="T55" fmla="*/ 0 h 232"/>
                  <a:gd name="T56" fmla="*/ 0 w 199"/>
                  <a:gd name="T57" fmla="*/ 0 h 232"/>
                  <a:gd name="T58" fmla="*/ 0 w 199"/>
                  <a:gd name="T59" fmla="*/ 0 h 232"/>
                  <a:gd name="T60" fmla="*/ 0 w 199"/>
                  <a:gd name="T61" fmla="*/ 0 h 232"/>
                  <a:gd name="T62" fmla="*/ 0 w 199"/>
                  <a:gd name="T63" fmla="*/ 0 h 232"/>
                  <a:gd name="T64" fmla="*/ 0 w 199"/>
                  <a:gd name="T65" fmla="*/ 0 h 232"/>
                  <a:gd name="T66" fmla="*/ 0 w 199"/>
                  <a:gd name="T67" fmla="*/ 0 h 232"/>
                  <a:gd name="T68" fmla="*/ 0 w 199"/>
                  <a:gd name="T69" fmla="*/ 0 h 232"/>
                  <a:gd name="T70" fmla="*/ 0 w 199"/>
                  <a:gd name="T71" fmla="*/ 0 h 232"/>
                  <a:gd name="T72" fmla="*/ 0 w 199"/>
                  <a:gd name="T73" fmla="*/ 0 h 232"/>
                  <a:gd name="T74" fmla="*/ 0 w 199"/>
                  <a:gd name="T75" fmla="*/ 0 h 232"/>
                  <a:gd name="T76" fmla="*/ 0 w 199"/>
                  <a:gd name="T77" fmla="*/ 0 h 232"/>
                  <a:gd name="T78" fmla="*/ 0 w 199"/>
                  <a:gd name="T79" fmla="*/ 0 h 232"/>
                  <a:gd name="T80" fmla="*/ 0 w 199"/>
                  <a:gd name="T81" fmla="*/ 0 h 232"/>
                  <a:gd name="T82" fmla="*/ 0 w 199"/>
                  <a:gd name="T83" fmla="*/ 0 h 232"/>
                  <a:gd name="T84" fmla="*/ 0 w 199"/>
                  <a:gd name="T85" fmla="*/ 0 h 232"/>
                  <a:gd name="T86" fmla="*/ 0 w 199"/>
                  <a:gd name="T87" fmla="*/ 0 h 232"/>
                  <a:gd name="T88" fmla="*/ 0 w 199"/>
                  <a:gd name="T89" fmla="*/ 0 h 232"/>
                  <a:gd name="T90" fmla="*/ 0 w 199"/>
                  <a:gd name="T91" fmla="*/ 0 h 232"/>
                  <a:gd name="T92" fmla="*/ 0 w 199"/>
                  <a:gd name="T93" fmla="*/ 0 h 232"/>
                  <a:gd name="T94" fmla="*/ 0 w 199"/>
                  <a:gd name="T95" fmla="*/ 0 h 232"/>
                  <a:gd name="T96" fmla="*/ 0 w 199"/>
                  <a:gd name="T97" fmla="*/ 0 h 23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"/>
                  <a:gd name="T148" fmla="*/ 0 h 232"/>
                  <a:gd name="T149" fmla="*/ 199 w 199"/>
                  <a:gd name="T150" fmla="*/ 232 h 23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" h="232">
                    <a:moveTo>
                      <a:pt x="70" y="29"/>
                    </a:moveTo>
                    <a:lnTo>
                      <a:pt x="55" y="39"/>
                    </a:lnTo>
                    <a:lnTo>
                      <a:pt x="42" y="50"/>
                    </a:lnTo>
                    <a:lnTo>
                      <a:pt x="30" y="63"/>
                    </a:lnTo>
                    <a:lnTo>
                      <a:pt x="20" y="77"/>
                    </a:lnTo>
                    <a:lnTo>
                      <a:pt x="12" y="91"/>
                    </a:lnTo>
                    <a:lnTo>
                      <a:pt x="6" y="108"/>
                    </a:lnTo>
                    <a:lnTo>
                      <a:pt x="2" y="125"/>
                    </a:lnTo>
                    <a:lnTo>
                      <a:pt x="0" y="142"/>
                    </a:lnTo>
                    <a:lnTo>
                      <a:pt x="2" y="166"/>
                    </a:lnTo>
                    <a:lnTo>
                      <a:pt x="12" y="186"/>
                    </a:lnTo>
                    <a:lnTo>
                      <a:pt x="26" y="203"/>
                    </a:lnTo>
                    <a:lnTo>
                      <a:pt x="45" y="216"/>
                    </a:lnTo>
                    <a:lnTo>
                      <a:pt x="66" y="226"/>
                    </a:lnTo>
                    <a:lnTo>
                      <a:pt x="88" y="230"/>
                    </a:lnTo>
                    <a:lnTo>
                      <a:pt x="111" y="232"/>
                    </a:lnTo>
                    <a:lnTo>
                      <a:pt x="134" y="228"/>
                    </a:lnTo>
                    <a:lnTo>
                      <a:pt x="138" y="228"/>
                    </a:lnTo>
                    <a:lnTo>
                      <a:pt x="143" y="226"/>
                    </a:lnTo>
                    <a:lnTo>
                      <a:pt x="147" y="222"/>
                    </a:lnTo>
                    <a:lnTo>
                      <a:pt x="148" y="218"/>
                    </a:lnTo>
                    <a:lnTo>
                      <a:pt x="145" y="212"/>
                    </a:lnTo>
                    <a:lnTo>
                      <a:pt x="141" y="207"/>
                    </a:lnTo>
                    <a:lnTo>
                      <a:pt x="135" y="203"/>
                    </a:lnTo>
                    <a:lnTo>
                      <a:pt x="129" y="201"/>
                    </a:lnTo>
                    <a:lnTo>
                      <a:pt x="117" y="197"/>
                    </a:lnTo>
                    <a:lnTo>
                      <a:pt x="105" y="195"/>
                    </a:lnTo>
                    <a:lnTo>
                      <a:pt x="94" y="193"/>
                    </a:lnTo>
                    <a:lnTo>
                      <a:pt x="83" y="190"/>
                    </a:lnTo>
                    <a:lnTo>
                      <a:pt x="73" y="187"/>
                    </a:lnTo>
                    <a:lnTo>
                      <a:pt x="62" y="182"/>
                    </a:lnTo>
                    <a:lnTo>
                      <a:pt x="53" y="176"/>
                    </a:lnTo>
                    <a:lnTo>
                      <a:pt x="43" y="167"/>
                    </a:lnTo>
                    <a:lnTo>
                      <a:pt x="40" y="128"/>
                    </a:lnTo>
                    <a:lnTo>
                      <a:pt x="49" y="96"/>
                    </a:lnTo>
                    <a:lnTo>
                      <a:pt x="68" y="71"/>
                    </a:lnTo>
                    <a:lnTo>
                      <a:pt x="94" y="50"/>
                    </a:lnTo>
                    <a:lnTo>
                      <a:pt x="122" y="34"/>
                    </a:lnTo>
                    <a:lnTo>
                      <a:pt x="151" y="21"/>
                    </a:lnTo>
                    <a:lnTo>
                      <a:pt x="178" y="12"/>
                    </a:lnTo>
                    <a:lnTo>
                      <a:pt x="199" y="4"/>
                    </a:lnTo>
                    <a:lnTo>
                      <a:pt x="186" y="1"/>
                    </a:lnTo>
                    <a:lnTo>
                      <a:pt x="172" y="0"/>
                    </a:lnTo>
                    <a:lnTo>
                      <a:pt x="156" y="2"/>
                    </a:lnTo>
                    <a:lnTo>
                      <a:pt x="138" y="4"/>
                    </a:lnTo>
                    <a:lnTo>
                      <a:pt x="121" y="10"/>
                    </a:lnTo>
                    <a:lnTo>
                      <a:pt x="103" y="16"/>
                    </a:lnTo>
                    <a:lnTo>
                      <a:pt x="86" y="23"/>
                    </a:lnTo>
                    <a:lnTo>
                      <a:pt x="70" y="2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59" name="Freeform 800">
                <a:extLst>
                  <a:ext uri="{FF2B5EF4-FFF2-40B4-BE49-F238E27FC236}">
                    <a16:creationId xmlns:a16="http://schemas.microsoft.com/office/drawing/2014/main" id="{0C989C40-6E60-4BD8-8EC4-702D5F84A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2" y="2656"/>
                <a:ext cx="47" cy="42"/>
              </a:xfrm>
              <a:custGeom>
                <a:avLst/>
                <a:gdLst>
                  <a:gd name="T0" fmla="*/ 0 w 128"/>
                  <a:gd name="T1" fmla="*/ 0 h 180"/>
                  <a:gd name="T2" fmla="*/ 0 w 128"/>
                  <a:gd name="T3" fmla="*/ 0 h 180"/>
                  <a:gd name="T4" fmla="*/ 0 w 128"/>
                  <a:gd name="T5" fmla="*/ 0 h 180"/>
                  <a:gd name="T6" fmla="*/ 0 w 128"/>
                  <a:gd name="T7" fmla="*/ 0 h 180"/>
                  <a:gd name="T8" fmla="*/ 0 w 128"/>
                  <a:gd name="T9" fmla="*/ 0 h 180"/>
                  <a:gd name="T10" fmla="*/ 0 w 128"/>
                  <a:gd name="T11" fmla="*/ 0 h 180"/>
                  <a:gd name="T12" fmla="*/ 0 w 128"/>
                  <a:gd name="T13" fmla="*/ 0 h 180"/>
                  <a:gd name="T14" fmla="*/ 0 w 128"/>
                  <a:gd name="T15" fmla="*/ 0 h 180"/>
                  <a:gd name="T16" fmla="*/ 0 w 128"/>
                  <a:gd name="T17" fmla="*/ 0 h 180"/>
                  <a:gd name="T18" fmla="*/ 0 w 128"/>
                  <a:gd name="T19" fmla="*/ 0 h 180"/>
                  <a:gd name="T20" fmla="*/ 0 w 128"/>
                  <a:gd name="T21" fmla="*/ 0 h 180"/>
                  <a:gd name="T22" fmla="*/ 0 w 128"/>
                  <a:gd name="T23" fmla="*/ 0 h 180"/>
                  <a:gd name="T24" fmla="*/ 0 w 128"/>
                  <a:gd name="T25" fmla="*/ 0 h 180"/>
                  <a:gd name="T26" fmla="*/ 0 w 128"/>
                  <a:gd name="T27" fmla="*/ 0 h 180"/>
                  <a:gd name="T28" fmla="*/ 0 w 128"/>
                  <a:gd name="T29" fmla="*/ 0 h 180"/>
                  <a:gd name="T30" fmla="*/ 0 w 128"/>
                  <a:gd name="T31" fmla="*/ 0 h 180"/>
                  <a:gd name="T32" fmla="*/ 0 w 128"/>
                  <a:gd name="T33" fmla="*/ 0 h 180"/>
                  <a:gd name="T34" fmla="*/ 0 w 128"/>
                  <a:gd name="T35" fmla="*/ 0 h 180"/>
                  <a:gd name="T36" fmla="*/ 0 w 128"/>
                  <a:gd name="T37" fmla="*/ 0 h 180"/>
                  <a:gd name="T38" fmla="*/ 0 w 128"/>
                  <a:gd name="T39" fmla="*/ 0 h 180"/>
                  <a:gd name="T40" fmla="*/ 0 w 128"/>
                  <a:gd name="T41" fmla="*/ 0 h 180"/>
                  <a:gd name="T42" fmla="*/ 0 w 128"/>
                  <a:gd name="T43" fmla="*/ 0 h 180"/>
                  <a:gd name="T44" fmla="*/ 0 w 128"/>
                  <a:gd name="T45" fmla="*/ 0 h 180"/>
                  <a:gd name="T46" fmla="*/ 0 w 128"/>
                  <a:gd name="T47" fmla="*/ 0 h 180"/>
                  <a:gd name="T48" fmla="*/ 0 w 128"/>
                  <a:gd name="T49" fmla="*/ 0 h 180"/>
                  <a:gd name="T50" fmla="*/ 0 w 128"/>
                  <a:gd name="T51" fmla="*/ 0 h 180"/>
                  <a:gd name="T52" fmla="*/ 0 w 128"/>
                  <a:gd name="T53" fmla="*/ 0 h 180"/>
                  <a:gd name="T54" fmla="*/ 0 w 128"/>
                  <a:gd name="T55" fmla="*/ 0 h 180"/>
                  <a:gd name="T56" fmla="*/ 0 w 128"/>
                  <a:gd name="T57" fmla="*/ 0 h 180"/>
                  <a:gd name="T58" fmla="*/ 0 w 128"/>
                  <a:gd name="T59" fmla="*/ 0 h 180"/>
                  <a:gd name="T60" fmla="*/ 0 w 128"/>
                  <a:gd name="T61" fmla="*/ 0 h 180"/>
                  <a:gd name="T62" fmla="*/ 0 w 128"/>
                  <a:gd name="T63" fmla="*/ 0 h 180"/>
                  <a:gd name="T64" fmla="*/ 0 w 128"/>
                  <a:gd name="T65" fmla="*/ 0 h 180"/>
                  <a:gd name="T66" fmla="*/ 0 w 128"/>
                  <a:gd name="T67" fmla="*/ 0 h 180"/>
                  <a:gd name="T68" fmla="*/ 0 w 128"/>
                  <a:gd name="T69" fmla="*/ 0 h 180"/>
                  <a:gd name="T70" fmla="*/ 0 w 128"/>
                  <a:gd name="T71" fmla="*/ 0 h 180"/>
                  <a:gd name="T72" fmla="*/ 0 w 128"/>
                  <a:gd name="T73" fmla="*/ 0 h 180"/>
                  <a:gd name="T74" fmla="*/ 0 w 128"/>
                  <a:gd name="T75" fmla="*/ 0 h 180"/>
                  <a:gd name="T76" fmla="*/ 0 w 128"/>
                  <a:gd name="T77" fmla="*/ 0 h 180"/>
                  <a:gd name="T78" fmla="*/ 0 w 128"/>
                  <a:gd name="T79" fmla="*/ 0 h 180"/>
                  <a:gd name="T80" fmla="*/ 0 w 128"/>
                  <a:gd name="T81" fmla="*/ 0 h 1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0"/>
                  <a:gd name="T125" fmla="*/ 128 w 128"/>
                  <a:gd name="T126" fmla="*/ 180 h 1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0">
                    <a:moveTo>
                      <a:pt x="108" y="59"/>
                    </a:moveTo>
                    <a:lnTo>
                      <a:pt x="113" y="77"/>
                    </a:lnTo>
                    <a:lnTo>
                      <a:pt x="111" y="94"/>
                    </a:lnTo>
                    <a:lnTo>
                      <a:pt x="103" y="108"/>
                    </a:lnTo>
                    <a:lnTo>
                      <a:pt x="91" y="121"/>
                    </a:lnTo>
                    <a:lnTo>
                      <a:pt x="77" y="132"/>
                    </a:lnTo>
                    <a:lnTo>
                      <a:pt x="61" y="144"/>
                    </a:lnTo>
                    <a:lnTo>
                      <a:pt x="45" y="154"/>
                    </a:lnTo>
                    <a:lnTo>
                      <a:pt x="30" y="164"/>
                    </a:lnTo>
                    <a:lnTo>
                      <a:pt x="28" y="168"/>
                    </a:lnTo>
                    <a:lnTo>
                      <a:pt x="27" y="170"/>
                    </a:lnTo>
                    <a:lnTo>
                      <a:pt x="27" y="174"/>
                    </a:lnTo>
                    <a:lnTo>
                      <a:pt x="28" y="177"/>
                    </a:lnTo>
                    <a:lnTo>
                      <a:pt x="32" y="179"/>
                    </a:lnTo>
                    <a:lnTo>
                      <a:pt x="35" y="180"/>
                    </a:lnTo>
                    <a:lnTo>
                      <a:pt x="37" y="180"/>
                    </a:lnTo>
                    <a:lnTo>
                      <a:pt x="41" y="179"/>
                    </a:lnTo>
                    <a:lnTo>
                      <a:pt x="60" y="169"/>
                    </a:lnTo>
                    <a:lnTo>
                      <a:pt x="77" y="158"/>
                    </a:lnTo>
                    <a:lnTo>
                      <a:pt x="94" y="145"/>
                    </a:lnTo>
                    <a:lnTo>
                      <a:pt x="109" y="130"/>
                    </a:lnTo>
                    <a:lnTo>
                      <a:pt x="120" y="114"/>
                    </a:lnTo>
                    <a:lnTo>
                      <a:pt x="127" y="95"/>
                    </a:lnTo>
                    <a:lnTo>
                      <a:pt x="128" y="76"/>
                    </a:lnTo>
                    <a:lnTo>
                      <a:pt x="123" y="55"/>
                    </a:lnTo>
                    <a:lnTo>
                      <a:pt x="113" y="39"/>
                    </a:lnTo>
                    <a:lnTo>
                      <a:pt x="97" y="25"/>
                    </a:lnTo>
                    <a:lnTo>
                      <a:pt x="79" y="15"/>
                    </a:lnTo>
                    <a:lnTo>
                      <a:pt x="57" y="7"/>
                    </a:lnTo>
                    <a:lnTo>
                      <a:pt x="36" y="2"/>
                    </a:lnTo>
                    <a:lnTo>
                      <a:pt x="19" y="0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14" y="9"/>
                    </a:lnTo>
                    <a:lnTo>
                      <a:pt x="29" y="14"/>
                    </a:lnTo>
                    <a:lnTo>
                      <a:pt x="46" y="19"/>
                    </a:lnTo>
                    <a:lnTo>
                      <a:pt x="61" y="23"/>
                    </a:lnTo>
                    <a:lnTo>
                      <a:pt x="76" y="29"/>
                    </a:lnTo>
                    <a:lnTo>
                      <a:pt x="89" y="37"/>
                    </a:lnTo>
                    <a:lnTo>
                      <a:pt x="100" y="46"/>
                    </a:lnTo>
                    <a:lnTo>
                      <a:pt x="108" y="5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60" name="Freeform 801">
                <a:extLst>
                  <a:ext uri="{FF2B5EF4-FFF2-40B4-BE49-F238E27FC236}">
                    <a16:creationId xmlns:a16="http://schemas.microsoft.com/office/drawing/2014/main" id="{6E0D2608-D6E9-4E1D-90C7-FD170390C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9" y="2646"/>
                <a:ext cx="114" cy="88"/>
              </a:xfrm>
              <a:custGeom>
                <a:avLst/>
                <a:gdLst>
                  <a:gd name="T0" fmla="*/ 0 w 322"/>
                  <a:gd name="T1" fmla="*/ 0 h 378"/>
                  <a:gd name="T2" fmla="*/ 0 w 322"/>
                  <a:gd name="T3" fmla="*/ 0 h 378"/>
                  <a:gd name="T4" fmla="*/ 0 w 322"/>
                  <a:gd name="T5" fmla="*/ 0 h 378"/>
                  <a:gd name="T6" fmla="*/ 0 w 322"/>
                  <a:gd name="T7" fmla="*/ 0 h 378"/>
                  <a:gd name="T8" fmla="*/ 0 w 322"/>
                  <a:gd name="T9" fmla="*/ 0 h 378"/>
                  <a:gd name="T10" fmla="*/ 0 w 322"/>
                  <a:gd name="T11" fmla="*/ 0 h 378"/>
                  <a:gd name="T12" fmla="*/ 0 w 322"/>
                  <a:gd name="T13" fmla="*/ 0 h 378"/>
                  <a:gd name="T14" fmla="*/ 0 w 322"/>
                  <a:gd name="T15" fmla="*/ 0 h 378"/>
                  <a:gd name="T16" fmla="*/ 0 w 322"/>
                  <a:gd name="T17" fmla="*/ 0 h 378"/>
                  <a:gd name="T18" fmla="*/ 0 w 322"/>
                  <a:gd name="T19" fmla="*/ 0 h 378"/>
                  <a:gd name="T20" fmla="*/ 0 w 322"/>
                  <a:gd name="T21" fmla="*/ 0 h 378"/>
                  <a:gd name="T22" fmla="*/ 0 w 322"/>
                  <a:gd name="T23" fmla="*/ 0 h 378"/>
                  <a:gd name="T24" fmla="*/ 0 w 322"/>
                  <a:gd name="T25" fmla="*/ 0 h 378"/>
                  <a:gd name="T26" fmla="*/ 0 w 322"/>
                  <a:gd name="T27" fmla="*/ 0 h 378"/>
                  <a:gd name="T28" fmla="*/ 0 w 322"/>
                  <a:gd name="T29" fmla="*/ 0 h 378"/>
                  <a:gd name="T30" fmla="*/ 0 w 322"/>
                  <a:gd name="T31" fmla="*/ 0 h 378"/>
                  <a:gd name="T32" fmla="*/ 0 w 322"/>
                  <a:gd name="T33" fmla="*/ 0 h 378"/>
                  <a:gd name="T34" fmla="*/ 0 w 322"/>
                  <a:gd name="T35" fmla="*/ 0 h 378"/>
                  <a:gd name="T36" fmla="*/ 0 w 322"/>
                  <a:gd name="T37" fmla="*/ 0 h 378"/>
                  <a:gd name="T38" fmla="*/ 0 w 322"/>
                  <a:gd name="T39" fmla="*/ 0 h 378"/>
                  <a:gd name="T40" fmla="*/ 0 w 322"/>
                  <a:gd name="T41" fmla="*/ 0 h 378"/>
                  <a:gd name="T42" fmla="*/ 0 w 322"/>
                  <a:gd name="T43" fmla="*/ 0 h 378"/>
                  <a:gd name="T44" fmla="*/ 0 w 322"/>
                  <a:gd name="T45" fmla="*/ 0 h 378"/>
                  <a:gd name="T46" fmla="*/ 0 w 322"/>
                  <a:gd name="T47" fmla="*/ 0 h 378"/>
                  <a:gd name="T48" fmla="*/ 0 w 322"/>
                  <a:gd name="T49" fmla="*/ 0 h 378"/>
                  <a:gd name="T50" fmla="*/ 0 w 322"/>
                  <a:gd name="T51" fmla="*/ 0 h 378"/>
                  <a:gd name="T52" fmla="*/ 0 w 322"/>
                  <a:gd name="T53" fmla="*/ 0 h 378"/>
                  <a:gd name="T54" fmla="*/ 0 w 322"/>
                  <a:gd name="T55" fmla="*/ 0 h 378"/>
                  <a:gd name="T56" fmla="*/ 0 w 322"/>
                  <a:gd name="T57" fmla="*/ 0 h 378"/>
                  <a:gd name="T58" fmla="*/ 0 w 322"/>
                  <a:gd name="T59" fmla="*/ 0 h 378"/>
                  <a:gd name="T60" fmla="*/ 0 w 322"/>
                  <a:gd name="T61" fmla="*/ 0 h 378"/>
                  <a:gd name="T62" fmla="*/ 0 w 322"/>
                  <a:gd name="T63" fmla="*/ 0 h 378"/>
                  <a:gd name="T64" fmla="*/ 0 w 322"/>
                  <a:gd name="T65" fmla="*/ 0 h 378"/>
                  <a:gd name="T66" fmla="*/ 0 w 322"/>
                  <a:gd name="T67" fmla="*/ 0 h 378"/>
                  <a:gd name="T68" fmla="*/ 0 w 322"/>
                  <a:gd name="T69" fmla="*/ 0 h 378"/>
                  <a:gd name="T70" fmla="*/ 0 w 322"/>
                  <a:gd name="T71" fmla="*/ 0 h 378"/>
                  <a:gd name="T72" fmla="*/ 0 w 322"/>
                  <a:gd name="T73" fmla="*/ 0 h 378"/>
                  <a:gd name="T74" fmla="*/ 0 w 322"/>
                  <a:gd name="T75" fmla="*/ 0 h 378"/>
                  <a:gd name="T76" fmla="*/ 0 w 322"/>
                  <a:gd name="T77" fmla="*/ 0 h 378"/>
                  <a:gd name="T78" fmla="*/ 0 w 322"/>
                  <a:gd name="T79" fmla="*/ 0 h 378"/>
                  <a:gd name="T80" fmla="*/ 0 w 322"/>
                  <a:gd name="T81" fmla="*/ 0 h 378"/>
                  <a:gd name="T82" fmla="*/ 0 w 322"/>
                  <a:gd name="T83" fmla="*/ 0 h 378"/>
                  <a:gd name="T84" fmla="*/ 0 w 322"/>
                  <a:gd name="T85" fmla="*/ 0 h 378"/>
                  <a:gd name="T86" fmla="*/ 0 w 322"/>
                  <a:gd name="T87" fmla="*/ 0 h 37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2"/>
                  <a:gd name="T133" fmla="*/ 0 h 378"/>
                  <a:gd name="T134" fmla="*/ 322 w 322"/>
                  <a:gd name="T135" fmla="*/ 378 h 37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2" h="378">
                    <a:moveTo>
                      <a:pt x="125" y="49"/>
                    </a:moveTo>
                    <a:lnTo>
                      <a:pt x="100" y="70"/>
                    </a:lnTo>
                    <a:lnTo>
                      <a:pt x="76" y="90"/>
                    </a:lnTo>
                    <a:lnTo>
                      <a:pt x="53" y="115"/>
                    </a:lnTo>
                    <a:lnTo>
                      <a:pt x="34" y="140"/>
                    </a:lnTo>
                    <a:lnTo>
                      <a:pt x="17" y="166"/>
                    </a:lnTo>
                    <a:lnTo>
                      <a:pt x="5" y="195"/>
                    </a:lnTo>
                    <a:lnTo>
                      <a:pt x="0" y="226"/>
                    </a:lnTo>
                    <a:lnTo>
                      <a:pt x="1" y="258"/>
                    </a:lnTo>
                    <a:lnTo>
                      <a:pt x="3" y="266"/>
                    </a:lnTo>
                    <a:lnTo>
                      <a:pt x="5" y="275"/>
                    </a:lnTo>
                    <a:lnTo>
                      <a:pt x="9" y="282"/>
                    </a:lnTo>
                    <a:lnTo>
                      <a:pt x="14" y="290"/>
                    </a:lnTo>
                    <a:lnTo>
                      <a:pt x="19" y="297"/>
                    </a:lnTo>
                    <a:lnTo>
                      <a:pt x="26" y="304"/>
                    </a:lnTo>
                    <a:lnTo>
                      <a:pt x="32" y="310"/>
                    </a:lnTo>
                    <a:lnTo>
                      <a:pt x="41" y="314"/>
                    </a:lnTo>
                    <a:lnTo>
                      <a:pt x="56" y="324"/>
                    </a:lnTo>
                    <a:lnTo>
                      <a:pt x="71" y="332"/>
                    </a:lnTo>
                    <a:lnTo>
                      <a:pt x="86" y="338"/>
                    </a:lnTo>
                    <a:lnTo>
                      <a:pt x="103" y="344"/>
                    </a:lnTo>
                    <a:lnTo>
                      <a:pt x="119" y="350"/>
                    </a:lnTo>
                    <a:lnTo>
                      <a:pt x="136" y="355"/>
                    </a:lnTo>
                    <a:lnTo>
                      <a:pt x="152" y="359"/>
                    </a:lnTo>
                    <a:lnTo>
                      <a:pt x="168" y="363"/>
                    </a:lnTo>
                    <a:lnTo>
                      <a:pt x="186" y="366"/>
                    </a:lnTo>
                    <a:lnTo>
                      <a:pt x="202" y="368"/>
                    </a:lnTo>
                    <a:lnTo>
                      <a:pt x="220" y="371"/>
                    </a:lnTo>
                    <a:lnTo>
                      <a:pt x="238" y="373"/>
                    </a:lnTo>
                    <a:lnTo>
                      <a:pt x="254" y="374"/>
                    </a:lnTo>
                    <a:lnTo>
                      <a:pt x="272" y="375"/>
                    </a:lnTo>
                    <a:lnTo>
                      <a:pt x="289" y="376"/>
                    </a:lnTo>
                    <a:lnTo>
                      <a:pt x="306" y="378"/>
                    </a:lnTo>
                    <a:lnTo>
                      <a:pt x="311" y="378"/>
                    </a:lnTo>
                    <a:lnTo>
                      <a:pt x="316" y="375"/>
                    </a:lnTo>
                    <a:lnTo>
                      <a:pt x="320" y="371"/>
                    </a:lnTo>
                    <a:lnTo>
                      <a:pt x="322" y="366"/>
                    </a:lnTo>
                    <a:lnTo>
                      <a:pt x="322" y="360"/>
                    </a:lnTo>
                    <a:lnTo>
                      <a:pt x="320" y="356"/>
                    </a:lnTo>
                    <a:lnTo>
                      <a:pt x="315" y="352"/>
                    </a:lnTo>
                    <a:lnTo>
                      <a:pt x="309" y="350"/>
                    </a:lnTo>
                    <a:lnTo>
                      <a:pt x="294" y="347"/>
                    </a:lnTo>
                    <a:lnTo>
                      <a:pt x="279" y="344"/>
                    </a:lnTo>
                    <a:lnTo>
                      <a:pt x="263" y="341"/>
                    </a:lnTo>
                    <a:lnTo>
                      <a:pt x="247" y="338"/>
                    </a:lnTo>
                    <a:lnTo>
                      <a:pt x="232" y="336"/>
                    </a:lnTo>
                    <a:lnTo>
                      <a:pt x="216" y="334"/>
                    </a:lnTo>
                    <a:lnTo>
                      <a:pt x="200" y="332"/>
                    </a:lnTo>
                    <a:lnTo>
                      <a:pt x="185" y="328"/>
                    </a:lnTo>
                    <a:lnTo>
                      <a:pt x="170" y="326"/>
                    </a:lnTo>
                    <a:lnTo>
                      <a:pt x="154" y="322"/>
                    </a:lnTo>
                    <a:lnTo>
                      <a:pt x="139" y="318"/>
                    </a:lnTo>
                    <a:lnTo>
                      <a:pt x="124" y="314"/>
                    </a:lnTo>
                    <a:lnTo>
                      <a:pt x="110" y="309"/>
                    </a:lnTo>
                    <a:lnTo>
                      <a:pt x="94" y="303"/>
                    </a:lnTo>
                    <a:lnTo>
                      <a:pt x="80" y="297"/>
                    </a:lnTo>
                    <a:lnTo>
                      <a:pt x="66" y="289"/>
                    </a:lnTo>
                    <a:lnTo>
                      <a:pt x="55" y="281"/>
                    </a:lnTo>
                    <a:lnTo>
                      <a:pt x="45" y="271"/>
                    </a:lnTo>
                    <a:lnTo>
                      <a:pt x="38" y="259"/>
                    </a:lnTo>
                    <a:lnTo>
                      <a:pt x="35" y="245"/>
                    </a:lnTo>
                    <a:lnTo>
                      <a:pt x="34" y="232"/>
                    </a:lnTo>
                    <a:lnTo>
                      <a:pt x="35" y="216"/>
                    </a:lnTo>
                    <a:lnTo>
                      <a:pt x="38" y="200"/>
                    </a:lnTo>
                    <a:lnTo>
                      <a:pt x="43" y="187"/>
                    </a:lnTo>
                    <a:lnTo>
                      <a:pt x="51" y="170"/>
                    </a:lnTo>
                    <a:lnTo>
                      <a:pt x="60" y="152"/>
                    </a:lnTo>
                    <a:lnTo>
                      <a:pt x="71" y="137"/>
                    </a:lnTo>
                    <a:lnTo>
                      <a:pt x="83" y="124"/>
                    </a:lnTo>
                    <a:lnTo>
                      <a:pt x="94" y="110"/>
                    </a:lnTo>
                    <a:lnTo>
                      <a:pt x="107" y="96"/>
                    </a:lnTo>
                    <a:lnTo>
                      <a:pt x="123" y="82"/>
                    </a:lnTo>
                    <a:lnTo>
                      <a:pt x="138" y="69"/>
                    </a:lnTo>
                    <a:lnTo>
                      <a:pt x="153" y="57"/>
                    </a:lnTo>
                    <a:lnTo>
                      <a:pt x="173" y="47"/>
                    </a:lnTo>
                    <a:lnTo>
                      <a:pt x="195" y="38"/>
                    </a:lnTo>
                    <a:lnTo>
                      <a:pt x="218" y="28"/>
                    </a:lnTo>
                    <a:lnTo>
                      <a:pt x="238" y="20"/>
                    </a:lnTo>
                    <a:lnTo>
                      <a:pt x="254" y="13"/>
                    </a:lnTo>
                    <a:lnTo>
                      <a:pt x="264" y="7"/>
                    </a:lnTo>
                    <a:lnTo>
                      <a:pt x="268" y="2"/>
                    </a:lnTo>
                    <a:lnTo>
                      <a:pt x="256" y="0"/>
                    </a:lnTo>
                    <a:lnTo>
                      <a:pt x="240" y="1"/>
                    </a:lnTo>
                    <a:lnTo>
                      <a:pt x="221" y="4"/>
                    </a:lnTo>
                    <a:lnTo>
                      <a:pt x="201" y="10"/>
                    </a:lnTo>
                    <a:lnTo>
                      <a:pt x="180" y="18"/>
                    </a:lnTo>
                    <a:lnTo>
                      <a:pt x="160" y="27"/>
                    </a:lnTo>
                    <a:lnTo>
                      <a:pt x="141" y="38"/>
                    </a:lnTo>
                    <a:lnTo>
                      <a:pt x="125" y="4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61" name="Freeform 802">
                <a:extLst>
                  <a:ext uri="{FF2B5EF4-FFF2-40B4-BE49-F238E27FC236}">
                    <a16:creationId xmlns:a16="http://schemas.microsoft.com/office/drawing/2014/main" id="{2DE0BAFA-C75C-4AD5-944A-0FA9DA3F22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0" y="2643"/>
                <a:ext cx="99" cy="59"/>
              </a:xfrm>
              <a:custGeom>
                <a:avLst/>
                <a:gdLst>
                  <a:gd name="T0" fmla="*/ 0 w 283"/>
                  <a:gd name="T1" fmla="*/ 0 h 252"/>
                  <a:gd name="T2" fmla="*/ 0 w 283"/>
                  <a:gd name="T3" fmla="*/ 0 h 252"/>
                  <a:gd name="T4" fmla="*/ 0 w 283"/>
                  <a:gd name="T5" fmla="*/ 0 h 252"/>
                  <a:gd name="T6" fmla="*/ 0 w 283"/>
                  <a:gd name="T7" fmla="*/ 0 h 252"/>
                  <a:gd name="T8" fmla="*/ 0 w 283"/>
                  <a:gd name="T9" fmla="*/ 0 h 252"/>
                  <a:gd name="T10" fmla="*/ 0 w 283"/>
                  <a:gd name="T11" fmla="*/ 0 h 252"/>
                  <a:gd name="T12" fmla="*/ 0 w 283"/>
                  <a:gd name="T13" fmla="*/ 0 h 252"/>
                  <a:gd name="T14" fmla="*/ 0 w 283"/>
                  <a:gd name="T15" fmla="*/ 0 h 252"/>
                  <a:gd name="T16" fmla="*/ 0 w 283"/>
                  <a:gd name="T17" fmla="*/ 0 h 252"/>
                  <a:gd name="T18" fmla="*/ 0 w 283"/>
                  <a:gd name="T19" fmla="*/ 0 h 252"/>
                  <a:gd name="T20" fmla="*/ 0 w 283"/>
                  <a:gd name="T21" fmla="*/ 0 h 252"/>
                  <a:gd name="T22" fmla="*/ 0 w 283"/>
                  <a:gd name="T23" fmla="*/ 0 h 252"/>
                  <a:gd name="T24" fmla="*/ 0 w 283"/>
                  <a:gd name="T25" fmla="*/ 0 h 252"/>
                  <a:gd name="T26" fmla="*/ 0 w 283"/>
                  <a:gd name="T27" fmla="*/ 0 h 252"/>
                  <a:gd name="T28" fmla="*/ 0 w 283"/>
                  <a:gd name="T29" fmla="*/ 0 h 252"/>
                  <a:gd name="T30" fmla="*/ 0 w 283"/>
                  <a:gd name="T31" fmla="*/ 0 h 252"/>
                  <a:gd name="T32" fmla="*/ 0 w 283"/>
                  <a:gd name="T33" fmla="*/ 0 h 252"/>
                  <a:gd name="T34" fmla="*/ 0 w 283"/>
                  <a:gd name="T35" fmla="*/ 0 h 252"/>
                  <a:gd name="T36" fmla="*/ 0 w 283"/>
                  <a:gd name="T37" fmla="*/ 0 h 252"/>
                  <a:gd name="T38" fmla="*/ 0 w 283"/>
                  <a:gd name="T39" fmla="*/ 0 h 252"/>
                  <a:gd name="T40" fmla="*/ 0 w 283"/>
                  <a:gd name="T41" fmla="*/ 0 h 252"/>
                  <a:gd name="T42" fmla="*/ 0 w 283"/>
                  <a:gd name="T43" fmla="*/ 0 h 252"/>
                  <a:gd name="T44" fmla="*/ 0 w 283"/>
                  <a:gd name="T45" fmla="*/ 0 h 252"/>
                  <a:gd name="T46" fmla="*/ 0 w 283"/>
                  <a:gd name="T47" fmla="*/ 0 h 252"/>
                  <a:gd name="T48" fmla="*/ 0 w 283"/>
                  <a:gd name="T49" fmla="*/ 0 h 252"/>
                  <a:gd name="T50" fmla="*/ 0 w 283"/>
                  <a:gd name="T51" fmla="*/ 0 h 252"/>
                  <a:gd name="T52" fmla="*/ 0 w 283"/>
                  <a:gd name="T53" fmla="*/ 0 h 252"/>
                  <a:gd name="T54" fmla="*/ 0 w 283"/>
                  <a:gd name="T55" fmla="*/ 0 h 252"/>
                  <a:gd name="T56" fmla="*/ 0 w 283"/>
                  <a:gd name="T57" fmla="*/ 0 h 252"/>
                  <a:gd name="T58" fmla="*/ 0 w 283"/>
                  <a:gd name="T59" fmla="*/ 0 h 252"/>
                  <a:gd name="T60" fmla="*/ 0 w 283"/>
                  <a:gd name="T61" fmla="*/ 0 h 252"/>
                  <a:gd name="T62" fmla="*/ 0 w 283"/>
                  <a:gd name="T63" fmla="*/ 0 h 252"/>
                  <a:gd name="T64" fmla="*/ 0 w 283"/>
                  <a:gd name="T65" fmla="*/ 0 h 252"/>
                  <a:gd name="T66" fmla="*/ 0 w 283"/>
                  <a:gd name="T67" fmla="*/ 0 h 252"/>
                  <a:gd name="T68" fmla="*/ 0 w 283"/>
                  <a:gd name="T69" fmla="*/ 0 h 252"/>
                  <a:gd name="T70" fmla="*/ 0 w 283"/>
                  <a:gd name="T71" fmla="*/ 0 h 252"/>
                  <a:gd name="T72" fmla="*/ 0 w 283"/>
                  <a:gd name="T73" fmla="*/ 0 h 252"/>
                  <a:gd name="T74" fmla="*/ 0 w 283"/>
                  <a:gd name="T75" fmla="*/ 0 h 252"/>
                  <a:gd name="T76" fmla="*/ 0 w 283"/>
                  <a:gd name="T77" fmla="*/ 0 h 252"/>
                  <a:gd name="T78" fmla="*/ 0 w 283"/>
                  <a:gd name="T79" fmla="*/ 0 h 252"/>
                  <a:gd name="T80" fmla="*/ 0 w 283"/>
                  <a:gd name="T81" fmla="*/ 0 h 252"/>
                  <a:gd name="T82" fmla="*/ 0 w 283"/>
                  <a:gd name="T83" fmla="*/ 0 h 252"/>
                  <a:gd name="T84" fmla="*/ 0 w 283"/>
                  <a:gd name="T85" fmla="*/ 0 h 252"/>
                  <a:gd name="T86" fmla="*/ 0 w 283"/>
                  <a:gd name="T87" fmla="*/ 0 h 252"/>
                  <a:gd name="T88" fmla="*/ 0 w 283"/>
                  <a:gd name="T89" fmla="*/ 0 h 252"/>
                  <a:gd name="T90" fmla="*/ 0 w 283"/>
                  <a:gd name="T91" fmla="*/ 0 h 252"/>
                  <a:gd name="T92" fmla="*/ 0 w 283"/>
                  <a:gd name="T93" fmla="*/ 0 h 252"/>
                  <a:gd name="T94" fmla="*/ 0 w 283"/>
                  <a:gd name="T95" fmla="*/ 0 h 252"/>
                  <a:gd name="T96" fmla="*/ 0 w 283"/>
                  <a:gd name="T97" fmla="*/ 0 h 252"/>
                  <a:gd name="T98" fmla="*/ 0 w 283"/>
                  <a:gd name="T99" fmla="*/ 0 h 252"/>
                  <a:gd name="T100" fmla="*/ 0 w 283"/>
                  <a:gd name="T101" fmla="*/ 0 h 252"/>
                  <a:gd name="T102" fmla="*/ 0 w 283"/>
                  <a:gd name="T103" fmla="*/ 0 h 252"/>
                  <a:gd name="T104" fmla="*/ 0 w 283"/>
                  <a:gd name="T105" fmla="*/ 0 h 252"/>
                  <a:gd name="T106" fmla="*/ 0 w 283"/>
                  <a:gd name="T107" fmla="*/ 0 h 252"/>
                  <a:gd name="T108" fmla="*/ 0 w 283"/>
                  <a:gd name="T109" fmla="*/ 0 h 252"/>
                  <a:gd name="T110" fmla="*/ 0 w 283"/>
                  <a:gd name="T111" fmla="*/ 0 h 252"/>
                  <a:gd name="T112" fmla="*/ 0 w 283"/>
                  <a:gd name="T113" fmla="*/ 0 h 252"/>
                  <a:gd name="T114" fmla="*/ 0 w 283"/>
                  <a:gd name="T115" fmla="*/ 0 h 252"/>
                  <a:gd name="T116" fmla="*/ 0 w 283"/>
                  <a:gd name="T117" fmla="*/ 0 h 252"/>
                  <a:gd name="T118" fmla="*/ 0 w 283"/>
                  <a:gd name="T119" fmla="*/ 0 h 252"/>
                  <a:gd name="T120" fmla="*/ 0 w 283"/>
                  <a:gd name="T121" fmla="*/ 0 h 25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3"/>
                  <a:gd name="T184" fmla="*/ 0 h 252"/>
                  <a:gd name="T185" fmla="*/ 283 w 283"/>
                  <a:gd name="T186" fmla="*/ 252 h 25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3" h="252">
                    <a:moveTo>
                      <a:pt x="235" y="77"/>
                    </a:moveTo>
                    <a:lnTo>
                      <a:pt x="248" y="91"/>
                    </a:lnTo>
                    <a:lnTo>
                      <a:pt x="256" y="107"/>
                    </a:lnTo>
                    <a:lnTo>
                      <a:pt x="259" y="124"/>
                    </a:lnTo>
                    <a:lnTo>
                      <a:pt x="259" y="142"/>
                    </a:lnTo>
                    <a:lnTo>
                      <a:pt x="257" y="157"/>
                    </a:lnTo>
                    <a:lnTo>
                      <a:pt x="252" y="170"/>
                    </a:lnTo>
                    <a:lnTo>
                      <a:pt x="244" y="183"/>
                    </a:lnTo>
                    <a:lnTo>
                      <a:pt x="236" y="193"/>
                    </a:lnTo>
                    <a:lnTo>
                      <a:pt x="225" y="204"/>
                    </a:lnTo>
                    <a:lnTo>
                      <a:pt x="215" y="214"/>
                    </a:lnTo>
                    <a:lnTo>
                      <a:pt x="204" y="224"/>
                    </a:lnTo>
                    <a:lnTo>
                      <a:pt x="194" y="234"/>
                    </a:lnTo>
                    <a:lnTo>
                      <a:pt x="191" y="238"/>
                    </a:lnTo>
                    <a:lnTo>
                      <a:pt x="191" y="241"/>
                    </a:lnTo>
                    <a:lnTo>
                      <a:pt x="191" y="245"/>
                    </a:lnTo>
                    <a:lnTo>
                      <a:pt x="194" y="248"/>
                    </a:lnTo>
                    <a:lnTo>
                      <a:pt x="197" y="250"/>
                    </a:lnTo>
                    <a:lnTo>
                      <a:pt x="202" y="252"/>
                    </a:lnTo>
                    <a:lnTo>
                      <a:pt x="205" y="250"/>
                    </a:lnTo>
                    <a:lnTo>
                      <a:pt x="209" y="248"/>
                    </a:lnTo>
                    <a:lnTo>
                      <a:pt x="232" y="233"/>
                    </a:lnTo>
                    <a:lnTo>
                      <a:pt x="252" y="214"/>
                    </a:lnTo>
                    <a:lnTo>
                      <a:pt x="268" y="192"/>
                    </a:lnTo>
                    <a:lnTo>
                      <a:pt x="278" y="167"/>
                    </a:lnTo>
                    <a:lnTo>
                      <a:pt x="283" y="141"/>
                    </a:lnTo>
                    <a:lnTo>
                      <a:pt x="280" y="115"/>
                    </a:lnTo>
                    <a:lnTo>
                      <a:pt x="271" y="91"/>
                    </a:lnTo>
                    <a:lnTo>
                      <a:pt x="252" y="69"/>
                    </a:lnTo>
                    <a:lnTo>
                      <a:pt x="238" y="57"/>
                    </a:lnTo>
                    <a:lnTo>
                      <a:pt x="222" y="48"/>
                    </a:lnTo>
                    <a:lnTo>
                      <a:pt x="204" y="39"/>
                    </a:lnTo>
                    <a:lnTo>
                      <a:pt x="184" y="31"/>
                    </a:lnTo>
                    <a:lnTo>
                      <a:pt x="164" y="23"/>
                    </a:lnTo>
                    <a:lnTo>
                      <a:pt x="144" y="17"/>
                    </a:lnTo>
                    <a:lnTo>
                      <a:pt x="123" y="13"/>
                    </a:lnTo>
                    <a:lnTo>
                      <a:pt x="103" y="8"/>
                    </a:lnTo>
                    <a:lnTo>
                      <a:pt x="83" y="5"/>
                    </a:lnTo>
                    <a:lnTo>
                      <a:pt x="66" y="2"/>
                    </a:lnTo>
                    <a:lnTo>
                      <a:pt x="48" y="0"/>
                    </a:lnTo>
                    <a:lnTo>
                      <a:pt x="34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4" y="2"/>
                    </a:lnTo>
                    <a:lnTo>
                      <a:pt x="0" y="5"/>
                    </a:lnTo>
                    <a:lnTo>
                      <a:pt x="12" y="7"/>
                    </a:lnTo>
                    <a:lnTo>
                      <a:pt x="24" y="8"/>
                    </a:lnTo>
                    <a:lnTo>
                      <a:pt x="38" y="10"/>
                    </a:lnTo>
                    <a:lnTo>
                      <a:pt x="52" y="13"/>
                    </a:lnTo>
                    <a:lnTo>
                      <a:pt x="66" y="16"/>
                    </a:lnTo>
                    <a:lnTo>
                      <a:pt x="82" y="18"/>
                    </a:lnTo>
                    <a:lnTo>
                      <a:pt x="98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4"/>
                    </a:lnTo>
                    <a:lnTo>
                      <a:pt x="162" y="39"/>
                    </a:lnTo>
                    <a:lnTo>
                      <a:pt x="177" y="45"/>
                    </a:lnTo>
                    <a:lnTo>
                      <a:pt x="193" y="52"/>
                    </a:lnTo>
                    <a:lnTo>
                      <a:pt x="208" y="60"/>
                    </a:lnTo>
                    <a:lnTo>
                      <a:pt x="222" y="68"/>
                    </a:lnTo>
                    <a:lnTo>
                      <a:pt x="235" y="7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62" name="Freeform 803">
                <a:extLst>
                  <a:ext uri="{FF2B5EF4-FFF2-40B4-BE49-F238E27FC236}">
                    <a16:creationId xmlns:a16="http://schemas.microsoft.com/office/drawing/2014/main" id="{9FE2DB5F-ED8D-4954-85B4-544F7F063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7" y="2671"/>
                <a:ext cx="40" cy="55"/>
              </a:xfrm>
              <a:custGeom>
                <a:avLst/>
                <a:gdLst>
                  <a:gd name="T0" fmla="*/ 0 w 114"/>
                  <a:gd name="T1" fmla="*/ 0 h 238"/>
                  <a:gd name="T2" fmla="*/ 0 w 114"/>
                  <a:gd name="T3" fmla="*/ 0 h 238"/>
                  <a:gd name="T4" fmla="*/ 0 w 114"/>
                  <a:gd name="T5" fmla="*/ 0 h 238"/>
                  <a:gd name="T6" fmla="*/ 0 w 114"/>
                  <a:gd name="T7" fmla="*/ 0 h 238"/>
                  <a:gd name="T8" fmla="*/ 0 w 114"/>
                  <a:gd name="T9" fmla="*/ 0 h 238"/>
                  <a:gd name="T10" fmla="*/ 0 w 114"/>
                  <a:gd name="T11" fmla="*/ 0 h 238"/>
                  <a:gd name="T12" fmla="*/ 0 w 114"/>
                  <a:gd name="T13" fmla="*/ 0 h 238"/>
                  <a:gd name="T14" fmla="*/ 0 w 114"/>
                  <a:gd name="T15" fmla="*/ 0 h 238"/>
                  <a:gd name="T16" fmla="*/ 0 w 114"/>
                  <a:gd name="T17" fmla="*/ 0 h 238"/>
                  <a:gd name="T18" fmla="*/ 0 w 114"/>
                  <a:gd name="T19" fmla="*/ 0 h 238"/>
                  <a:gd name="T20" fmla="*/ 0 w 114"/>
                  <a:gd name="T21" fmla="*/ 0 h 238"/>
                  <a:gd name="T22" fmla="*/ 0 w 114"/>
                  <a:gd name="T23" fmla="*/ 0 h 238"/>
                  <a:gd name="T24" fmla="*/ 0 w 114"/>
                  <a:gd name="T25" fmla="*/ 0 h 238"/>
                  <a:gd name="T26" fmla="*/ 0 w 114"/>
                  <a:gd name="T27" fmla="*/ 0 h 238"/>
                  <a:gd name="T28" fmla="*/ 0 w 114"/>
                  <a:gd name="T29" fmla="*/ 0 h 238"/>
                  <a:gd name="T30" fmla="*/ 0 w 114"/>
                  <a:gd name="T31" fmla="*/ 0 h 238"/>
                  <a:gd name="T32" fmla="*/ 0 w 114"/>
                  <a:gd name="T33" fmla="*/ 0 h 238"/>
                  <a:gd name="T34" fmla="*/ 0 w 114"/>
                  <a:gd name="T35" fmla="*/ 0 h 238"/>
                  <a:gd name="T36" fmla="*/ 0 w 114"/>
                  <a:gd name="T37" fmla="*/ 0 h 238"/>
                  <a:gd name="T38" fmla="*/ 0 w 114"/>
                  <a:gd name="T39" fmla="*/ 0 h 238"/>
                  <a:gd name="T40" fmla="*/ 0 w 114"/>
                  <a:gd name="T41" fmla="*/ 0 h 238"/>
                  <a:gd name="T42" fmla="*/ 0 w 114"/>
                  <a:gd name="T43" fmla="*/ 0 h 238"/>
                  <a:gd name="T44" fmla="*/ 0 w 114"/>
                  <a:gd name="T45" fmla="*/ 0 h 238"/>
                  <a:gd name="T46" fmla="*/ 0 w 114"/>
                  <a:gd name="T47" fmla="*/ 0 h 238"/>
                  <a:gd name="T48" fmla="*/ 0 w 114"/>
                  <a:gd name="T49" fmla="*/ 0 h 238"/>
                  <a:gd name="T50" fmla="*/ 0 w 114"/>
                  <a:gd name="T51" fmla="*/ 0 h 238"/>
                  <a:gd name="T52" fmla="*/ 0 w 114"/>
                  <a:gd name="T53" fmla="*/ 0 h 238"/>
                  <a:gd name="T54" fmla="*/ 0 w 114"/>
                  <a:gd name="T55" fmla="*/ 0 h 238"/>
                  <a:gd name="T56" fmla="*/ 0 w 114"/>
                  <a:gd name="T57" fmla="*/ 0 h 238"/>
                  <a:gd name="T58" fmla="*/ 0 w 114"/>
                  <a:gd name="T59" fmla="*/ 0 h 238"/>
                  <a:gd name="T60" fmla="*/ 0 w 114"/>
                  <a:gd name="T61" fmla="*/ 0 h 238"/>
                  <a:gd name="T62" fmla="*/ 0 w 114"/>
                  <a:gd name="T63" fmla="*/ 0 h 238"/>
                  <a:gd name="T64" fmla="*/ 0 w 114"/>
                  <a:gd name="T65" fmla="*/ 0 h 238"/>
                  <a:gd name="T66" fmla="*/ 0 w 114"/>
                  <a:gd name="T67" fmla="*/ 0 h 238"/>
                  <a:gd name="T68" fmla="*/ 0 w 114"/>
                  <a:gd name="T69" fmla="*/ 0 h 238"/>
                  <a:gd name="T70" fmla="*/ 0 w 114"/>
                  <a:gd name="T71" fmla="*/ 0 h 238"/>
                  <a:gd name="T72" fmla="*/ 0 w 114"/>
                  <a:gd name="T73" fmla="*/ 0 h 238"/>
                  <a:gd name="T74" fmla="*/ 0 w 114"/>
                  <a:gd name="T75" fmla="*/ 0 h 238"/>
                  <a:gd name="T76" fmla="*/ 0 w 114"/>
                  <a:gd name="T77" fmla="*/ 0 h 238"/>
                  <a:gd name="T78" fmla="*/ 0 w 114"/>
                  <a:gd name="T79" fmla="*/ 0 h 238"/>
                  <a:gd name="T80" fmla="*/ 0 w 114"/>
                  <a:gd name="T81" fmla="*/ 0 h 23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4"/>
                  <a:gd name="T124" fmla="*/ 0 h 238"/>
                  <a:gd name="T125" fmla="*/ 114 w 114"/>
                  <a:gd name="T126" fmla="*/ 238 h 23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4" h="238">
                    <a:moveTo>
                      <a:pt x="0" y="130"/>
                    </a:moveTo>
                    <a:lnTo>
                      <a:pt x="0" y="149"/>
                    </a:lnTo>
                    <a:lnTo>
                      <a:pt x="4" y="168"/>
                    </a:lnTo>
                    <a:lnTo>
                      <a:pt x="12" y="185"/>
                    </a:lnTo>
                    <a:lnTo>
                      <a:pt x="24" y="200"/>
                    </a:lnTo>
                    <a:lnTo>
                      <a:pt x="38" y="213"/>
                    </a:lnTo>
                    <a:lnTo>
                      <a:pt x="55" y="224"/>
                    </a:lnTo>
                    <a:lnTo>
                      <a:pt x="73" y="232"/>
                    </a:lnTo>
                    <a:lnTo>
                      <a:pt x="92" y="237"/>
                    </a:lnTo>
                    <a:lnTo>
                      <a:pt x="98" y="238"/>
                    </a:lnTo>
                    <a:lnTo>
                      <a:pt x="104" y="235"/>
                    </a:lnTo>
                    <a:lnTo>
                      <a:pt x="109" y="232"/>
                    </a:lnTo>
                    <a:lnTo>
                      <a:pt x="111" y="227"/>
                    </a:lnTo>
                    <a:lnTo>
                      <a:pt x="111" y="222"/>
                    </a:lnTo>
                    <a:lnTo>
                      <a:pt x="110" y="216"/>
                    </a:lnTo>
                    <a:lnTo>
                      <a:pt x="106" y="211"/>
                    </a:lnTo>
                    <a:lnTo>
                      <a:pt x="100" y="209"/>
                    </a:lnTo>
                    <a:lnTo>
                      <a:pt x="82" y="202"/>
                    </a:lnTo>
                    <a:lnTo>
                      <a:pt x="64" y="193"/>
                    </a:lnTo>
                    <a:lnTo>
                      <a:pt x="50" y="180"/>
                    </a:lnTo>
                    <a:lnTo>
                      <a:pt x="39" y="167"/>
                    </a:lnTo>
                    <a:lnTo>
                      <a:pt x="32" y="149"/>
                    </a:lnTo>
                    <a:lnTo>
                      <a:pt x="29" y="131"/>
                    </a:lnTo>
                    <a:lnTo>
                      <a:pt x="29" y="111"/>
                    </a:lnTo>
                    <a:lnTo>
                      <a:pt x="35" y="91"/>
                    </a:lnTo>
                    <a:lnTo>
                      <a:pt x="42" y="76"/>
                    </a:lnTo>
                    <a:lnTo>
                      <a:pt x="51" y="62"/>
                    </a:lnTo>
                    <a:lnTo>
                      <a:pt x="62" y="49"/>
                    </a:lnTo>
                    <a:lnTo>
                      <a:pt x="73" y="38"/>
                    </a:lnTo>
                    <a:lnTo>
                      <a:pt x="84" y="28"/>
                    </a:lnTo>
                    <a:lnTo>
                      <a:pt x="96" y="18"/>
                    </a:lnTo>
                    <a:lnTo>
                      <a:pt x="106" y="9"/>
                    </a:lnTo>
                    <a:lnTo>
                      <a:pt x="114" y="1"/>
                    </a:lnTo>
                    <a:lnTo>
                      <a:pt x="106" y="0"/>
                    </a:lnTo>
                    <a:lnTo>
                      <a:pt x="93" y="6"/>
                    </a:lnTo>
                    <a:lnTo>
                      <a:pt x="76" y="18"/>
                    </a:lnTo>
                    <a:lnTo>
                      <a:pt x="56" y="36"/>
                    </a:lnTo>
                    <a:lnTo>
                      <a:pt x="37" y="57"/>
                    </a:lnTo>
                    <a:lnTo>
                      <a:pt x="20" y="80"/>
                    </a:lnTo>
                    <a:lnTo>
                      <a:pt x="7" y="106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63" name="Freeform 804">
                <a:extLst>
                  <a:ext uri="{FF2B5EF4-FFF2-40B4-BE49-F238E27FC236}">
                    <a16:creationId xmlns:a16="http://schemas.microsoft.com/office/drawing/2014/main" id="{FD195C31-464A-492C-9E01-E5B569A68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0" y="2639"/>
                <a:ext cx="87" cy="73"/>
              </a:xfrm>
              <a:custGeom>
                <a:avLst/>
                <a:gdLst>
                  <a:gd name="T0" fmla="*/ 0 w 246"/>
                  <a:gd name="T1" fmla="*/ 0 h 310"/>
                  <a:gd name="T2" fmla="*/ 0 w 246"/>
                  <a:gd name="T3" fmla="*/ 0 h 310"/>
                  <a:gd name="T4" fmla="*/ 0 w 246"/>
                  <a:gd name="T5" fmla="*/ 0 h 310"/>
                  <a:gd name="T6" fmla="*/ 0 w 246"/>
                  <a:gd name="T7" fmla="*/ 0 h 310"/>
                  <a:gd name="T8" fmla="*/ 0 w 246"/>
                  <a:gd name="T9" fmla="*/ 0 h 310"/>
                  <a:gd name="T10" fmla="*/ 0 w 246"/>
                  <a:gd name="T11" fmla="*/ 0 h 310"/>
                  <a:gd name="T12" fmla="*/ 0 w 246"/>
                  <a:gd name="T13" fmla="*/ 0 h 310"/>
                  <a:gd name="T14" fmla="*/ 0 w 246"/>
                  <a:gd name="T15" fmla="*/ 0 h 310"/>
                  <a:gd name="T16" fmla="*/ 0 w 246"/>
                  <a:gd name="T17" fmla="*/ 0 h 310"/>
                  <a:gd name="T18" fmla="*/ 0 w 246"/>
                  <a:gd name="T19" fmla="*/ 0 h 310"/>
                  <a:gd name="T20" fmla="*/ 0 w 246"/>
                  <a:gd name="T21" fmla="*/ 0 h 310"/>
                  <a:gd name="T22" fmla="*/ 0 w 246"/>
                  <a:gd name="T23" fmla="*/ 0 h 310"/>
                  <a:gd name="T24" fmla="*/ 0 w 246"/>
                  <a:gd name="T25" fmla="*/ 0 h 310"/>
                  <a:gd name="T26" fmla="*/ 0 w 246"/>
                  <a:gd name="T27" fmla="*/ 0 h 310"/>
                  <a:gd name="T28" fmla="*/ 0 w 246"/>
                  <a:gd name="T29" fmla="*/ 0 h 310"/>
                  <a:gd name="T30" fmla="*/ 0 w 246"/>
                  <a:gd name="T31" fmla="*/ 0 h 310"/>
                  <a:gd name="T32" fmla="*/ 0 w 246"/>
                  <a:gd name="T33" fmla="*/ 0 h 310"/>
                  <a:gd name="T34" fmla="*/ 0 w 246"/>
                  <a:gd name="T35" fmla="*/ 0 h 310"/>
                  <a:gd name="T36" fmla="*/ 0 w 246"/>
                  <a:gd name="T37" fmla="*/ 0 h 310"/>
                  <a:gd name="T38" fmla="*/ 0 w 246"/>
                  <a:gd name="T39" fmla="*/ 0 h 310"/>
                  <a:gd name="T40" fmla="*/ 0 w 246"/>
                  <a:gd name="T41" fmla="*/ 0 h 310"/>
                  <a:gd name="T42" fmla="*/ 0 w 246"/>
                  <a:gd name="T43" fmla="*/ 0 h 310"/>
                  <a:gd name="T44" fmla="*/ 0 w 246"/>
                  <a:gd name="T45" fmla="*/ 0 h 310"/>
                  <a:gd name="T46" fmla="*/ 0 w 246"/>
                  <a:gd name="T47" fmla="*/ 0 h 310"/>
                  <a:gd name="T48" fmla="*/ 0 w 246"/>
                  <a:gd name="T49" fmla="*/ 0 h 310"/>
                  <a:gd name="T50" fmla="*/ 0 w 246"/>
                  <a:gd name="T51" fmla="*/ 0 h 310"/>
                  <a:gd name="T52" fmla="*/ 0 w 246"/>
                  <a:gd name="T53" fmla="*/ 0 h 310"/>
                  <a:gd name="T54" fmla="*/ 0 w 246"/>
                  <a:gd name="T55" fmla="*/ 0 h 310"/>
                  <a:gd name="T56" fmla="*/ 0 w 246"/>
                  <a:gd name="T57" fmla="*/ 0 h 310"/>
                  <a:gd name="T58" fmla="*/ 0 w 246"/>
                  <a:gd name="T59" fmla="*/ 0 h 310"/>
                  <a:gd name="T60" fmla="*/ 0 w 246"/>
                  <a:gd name="T61" fmla="*/ 0 h 310"/>
                  <a:gd name="T62" fmla="*/ 0 w 246"/>
                  <a:gd name="T63" fmla="*/ 0 h 310"/>
                  <a:gd name="T64" fmla="*/ 0 w 246"/>
                  <a:gd name="T65" fmla="*/ 0 h 310"/>
                  <a:gd name="T66" fmla="*/ 0 w 246"/>
                  <a:gd name="T67" fmla="*/ 0 h 310"/>
                  <a:gd name="T68" fmla="*/ 0 w 246"/>
                  <a:gd name="T69" fmla="*/ 0 h 310"/>
                  <a:gd name="T70" fmla="*/ 0 w 246"/>
                  <a:gd name="T71" fmla="*/ 0 h 310"/>
                  <a:gd name="T72" fmla="*/ 0 w 246"/>
                  <a:gd name="T73" fmla="*/ 0 h 310"/>
                  <a:gd name="T74" fmla="*/ 0 w 246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6"/>
                  <a:gd name="T115" fmla="*/ 0 h 310"/>
                  <a:gd name="T116" fmla="*/ 246 w 246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6" h="310">
                    <a:moveTo>
                      <a:pt x="199" y="116"/>
                    </a:moveTo>
                    <a:lnTo>
                      <a:pt x="207" y="124"/>
                    </a:lnTo>
                    <a:lnTo>
                      <a:pt x="214" y="133"/>
                    </a:lnTo>
                    <a:lnTo>
                      <a:pt x="219" y="143"/>
                    </a:lnTo>
                    <a:lnTo>
                      <a:pt x="223" y="154"/>
                    </a:lnTo>
                    <a:lnTo>
                      <a:pt x="225" y="164"/>
                    </a:lnTo>
                    <a:lnTo>
                      <a:pt x="225" y="176"/>
                    </a:lnTo>
                    <a:lnTo>
                      <a:pt x="221" y="187"/>
                    </a:lnTo>
                    <a:lnTo>
                      <a:pt x="216" y="197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8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3" y="264"/>
                    </a:lnTo>
                    <a:lnTo>
                      <a:pt x="132" y="274"/>
                    </a:lnTo>
                    <a:lnTo>
                      <a:pt x="129" y="278"/>
                    </a:lnTo>
                    <a:lnTo>
                      <a:pt x="126" y="282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1" y="305"/>
                    </a:lnTo>
                    <a:lnTo>
                      <a:pt x="125" y="309"/>
                    </a:lnTo>
                    <a:lnTo>
                      <a:pt x="130" y="310"/>
                    </a:lnTo>
                    <a:lnTo>
                      <a:pt x="134" y="310"/>
                    </a:lnTo>
                    <a:lnTo>
                      <a:pt x="139" y="309"/>
                    </a:lnTo>
                    <a:lnTo>
                      <a:pt x="143" y="305"/>
                    </a:lnTo>
                    <a:lnTo>
                      <a:pt x="154" y="293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19" y="233"/>
                    </a:lnTo>
                    <a:lnTo>
                      <a:pt x="231" y="219"/>
                    </a:lnTo>
                    <a:lnTo>
                      <a:pt x="239" y="204"/>
                    </a:lnTo>
                    <a:lnTo>
                      <a:pt x="245" y="187"/>
                    </a:lnTo>
                    <a:lnTo>
                      <a:pt x="246" y="170"/>
                    </a:lnTo>
                    <a:lnTo>
                      <a:pt x="242" y="153"/>
                    </a:lnTo>
                    <a:lnTo>
                      <a:pt x="236" y="136"/>
                    </a:lnTo>
                    <a:lnTo>
                      <a:pt x="227" y="120"/>
                    </a:lnTo>
                    <a:lnTo>
                      <a:pt x="215" y="107"/>
                    </a:lnTo>
                    <a:lnTo>
                      <a:pt x="201" y="94"/>
                    </a:lnTo>
                    <a:lnTo>
                      <a:pt x="187" y="82"/>
                    </a:lnTo>
                    <a:lnTo>
                      <a:pt x="177" y="74"/>
                    </a:lnTo>
                    <a:lnTo>
                      <a:pt x="165" y="68"/>
                    </a:lnTo>
                    <a:lnTo>
                      <a:pt x="152" y="60"/>
                    </a:lnTo>
                    <a:lnTo>
                      <a:pt x="139" y="51"/>
                    </a:lnTo>
                    <a:lnTo>
                      <a:pt x="126" y="43"/>
                    </a:lnTo>
                    <a:lnTo>
                      <a:pt x="112" y="35"/>
                    </a:lnTo>
                    <a:lnTo>
                      <a:pt x="98" y="28"/>
                    </a:lnTo>
                    <a:lnTo>
                      <a:pt x="85" y="22"/>
                    </a:lnTo>
                    <a:lnTo>
                      <a:pt x="72" y="16"/>
                    </a:lnTo>
                    <a:lnTo>
                      <a:pt x="59" y="10"/>
                    </a:lnTo>
                    <a:lnTo>
                      <a:pt x="46" y="7"/>
                    </a:lnTo>
                    <a:lnTo>
                      <a:pt x="35" y="3"/>
                    </a:lnTo>
                    <a:lnTo>
                      <a:pt x="24" y="1"/>
                    </a:lnTo>
                    <a:lnTo>
                      <a:pt x="15" y="0"/>
                    </a:lnTo>
                    <a:lnTo>
                      <a:pt x="7" y="1"/>
                    </a:lnTo>
                    <a:lnTo>
                      <a:pt x="0" y="3"/>
                    </a:lnTo>
                    <a:lnTo>
                      <a:pt x="8" y="6"/>
                    </a:lnTo>
                    <a:lnTo>
                      <a:pt x="17" y="9"/>
                    </a:lnTo>
                    <a:lnTo>
                      <a:pt x="28" y="14"/>
                    </a:lnTo>
                    <a:lnTo>
                      <a:pt x="38" y="18"/>
                    </a:lnTo>
                    <a:lnTo>
                      <a:pt x="51" y="24"/>
                    </a:lnTo>
                    <a:lnTo>
                      <a:pt x="64" y="30"/>
                    </a:lnTo>
                    <a:lnTo>
                      <a:pt x="78" y="37"/>
                    </a:lnTo>
                    <a:lnTo>
                      <a:pt x="92" y="43"/>
                    </a:lnTo>
                    <a:lnTo>
                      <a:pt x="106" y="51"/>
                    </a:lnTo>
                    <a:lnTo>
                      <a:pt x="120" y="60"/>
                    </a:lnTo>
                    <a:lnTo>
                      <a:pt x="134" y="69"/>
                    </a:lnTo>
                    <a:lnTo>
                      <a:pt x="148" y="78"/>
                    </a:lnTo>
                    <a:lnTo>
                      <a:pt x="163" y="87"/>
                    </a:lnTo>
                    <a:lnTo>
                      <a:pt x="175" y="96"/>
                    </a:lnTo>
                    <a:lnTo>
                      <a:pt x="187" y="105"/>
                    </a:lnTo>
                    <a:lnTo>
                      <a:pt x="199" y="11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64" name="Freeform 805">
                <a:extLst>
                  <a:ext uri="{FF2B5EF4-FFF2-40B4-BE49-F238E27FC236}">
                    <a16:creationId xmlns:a16="http://schemas.microsoft.com/office/drawing/2014/main" id="{45D41207-C24B-44D2-988B-EB5286E21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5" y="2660"/>
                <a:ext cx="69" cy="55"/>
              </a:xfrm>
              <a:custGeom>
                <a:avLst/>
                <a:gdLst>
                  <a:gd name="T0" fmla="*/ 0 w 198"/>
                  <a:gd name="T1" fmla="*/ 0 h 236"/>
                  <a:gd name="T2" fmla="*/ 0 w 198"/>
                  <a:gd name="T3" fmla="*/ 0 h 236"/>
                  <a:gd name="T4" fmla="*/ 0 w 198"/>
                  <a:gd name="T5" fmla="*/ 0 h 236"/>
                  <a:gd name="T6" fmla="*/ 0 w 198"/>
                  <a:gd name="T7" fmla="*/ 0 h 236"/>
                  <a:gd name="T8" fmla="*/ 0 w 198"/>
                  <a:gd name="T9" fmla="*/ 0 h 236"/>
                  <a:gd name="T10" fmla="*/ 0 w 198"/>
                  <a:gd name="T11" fmla="*/ 0 h 236"/>
                  <a:gd name="T12" fmla="*/ 0 w 198"/>
                  <a:gd name="T13" fmla="*/ 0 h 236"/>
                  <a:gd name="T14" fmla="*/ 0 w 198"/>
                  <a:gd name="T15" fmla="*/ 0 h 236"/>
                  <a:gd name="T16" fmla="*/ 0 w 198"/>
                  <a:gd name="T17" fmla="*/ 0 h 236"/>
                  <a:gd name="T18" fmla="*/ 0 w 198"/>
                  <a:gd name="T19" fmla="*/ 0 h 236"/>
                  <a:gd name="T20" fmla="*/ 0 w 198"/>
                  <a:gd name="T21" fmla="*/ 0 h 236"/>
                  <a:gd name="T22" fmla="*/ 0 w 198"/>
                  <a:gd name="T23" fmla="*/ 0 h 236"/>
                  <a:gd name="T24" fmla="*/ 0 w 198"/>
                  <a:gd name="T25" fmla="*/ 0 h 236"/>
                  <a:gd name="T26" fmla="*/ 0 w 198"/>
                  <a:gd name="T27" fmla="*/ 0 h 236"/>
                  <a:gd name="T28" fmla="*/ 0 w 198"/>
                  <a:gd name="T29" fmla="*/ 0 h 236"/>
                  <a:gd name="T30" fmla="*/ 0 w 198"/>
                  <a:gd name="T31" fmla="*/ 0 h 236"/>
                  <a:gd name="T32" fmla="*/ 0 w 198"/>
                  <a:gd name="T33" fmla="*/ 0 h 236"/>
                  <a:gd name="T34" fmla="*/ 0 w 198"/>
                  <a:gd name="T35" fmla="*/ 0 h 236"/>
                  <a:gd name="T36" fmla="*/ 0 w 198"/>
                  <a:gd name="T37" fmla="*/ 0 h 236"/>
                  <a:gd name="T38" fmla="*/ 0 w 198"/>
                  <a:gd name="T39" fmla="*/ 0 h 236"/>
                  <a:gd name="T40" fmla="*/ 0 w 198"/>
                  <a:gd name="T41" fmla="*/ 0 h 236"/>
                  <a:gd name="T42" fmla="*/ 0 w 198"/>
                  <a:gd name="T43" fmla="*/ 0 h 236"/>
                  <a:gd name="T44" fmla="*/ 0 w 198"/>
                  <a:gd name="T45" fmla="*/ 0 h 236"/>
                  <a:gd name="T46" fmla="*/ 0 w 198"/>
                  <a:gd name="T47" fmla="*/ 0 h 236"/>
                  <a:gd name="T48" fmla="*/ 0 w 198"/>
                  <a:gd name="T49" fmla="*/ 0 h 236"/>
                  <a:gd name="T50" fmla="*/ 0 w 198"/>
                  <a:gd name="T51" fmla="*/ 0 h 236"/>
                  <a:gd name="T52" fmla="*/ 0 w 198"/>
                  <a:gd name="T53" fmla="*/ 0 h 236"/>
                  <a:gd name="T54" fmla="*/ 0 w 198"/>
                  <a:gd name="T55" fmla="*/ 0 h 236"/>
                  <a:gd name="T56" fmla="*/ 0 w 198"/>
                  <a:gd name="T57" fmla="*/ 0 h 236"/>
                  <a:gd name="T58" fmla="*/ 0 w 198"/>
                  <a:gd name="T59" fmla="*/ 0 h 236"/>
                  <a:gd name="T60" fmla="*/ 0 w 198"/>
                  <a:gd name="T61" fmla="*/ 0 h 236"/>
                  <a:gd name="T62" fmla="*/ 0 w 198"/>
                  <a:gd name="T63" fmla="*/ 0 h 236"/>
                  <a:gd name="T64" fmla="*/ 0 w 198"/>
                  <a:gd name="T65" fmla="*/ 0 h 236"/>
                  <a:gd name="T66" fmla="*/ 0 w 198"/>
                  <a:gd name="T67" fmla="*/ 0 h 236"/>
                  <a:gd name="T68" fmla="*/ 0 w 198"/>
                  <a:gd name="T69" fmla="*/ 0 h 236"/>
                  <a:gd name="T70" fmla="*/ 0 w 198"/>
                  <a:gd name="T71" fmla="*/ 0 h 236"/>
                  <a:gd name="T72" fmla="*/ 0 w 198"/>
                  <a:gd name="T73" fmla="*/ 0 h 236"/>
                  <a:gd name="T74" fmla="*/ 0 w 198"/>
                  <a:gd name="T75" fmla="*/ 0 h 236"/>
                  <a:gd name="T76" fmla="*/ 0 w 198"/>
                  <a:gd name="T77" fmla="*/ 0 h 236"/>
                  <a:gd name="T78" fmla="*/ 0 w 198"/>
                  <a:gd name="T79" fmla="*/ 0 h 236"/>
                  <a:gd name="T80" fmla="*/ 0 w 198"/>
                  <a:gd name="T81" fmla="*/ 0 h 236"/>
                  <a:gd name="T82" fmla="*/ 0 w 198"/>
                  <a:gd name="T83" fmla="*/ 0 h 236"/>
                  <a:gd name="T84" fmla="*/ 0 w 198"/>
                  <a:gd name="T85" fmla="*/ 0 h 236"/>
                  <a:gd name="T86" fmla="*/ 0 w 198"/>
                  <a:gd name="T87" fmla="*/ 0 h 236"/>
                  <a:gd name="T88" fmla="*/ 0 w 198"/>
                  <a:gd name="T89" fmla="*/ 0 h 236"/>
                  <a:gd name="T90" fmla="*/ 0 w 198"/>
                  <a:gd name="T91" fmla="*/ 0 h 236"/>
                  <a:gd name="T92" fmla="*/ 0 w 198"/>
                  <a:gd name="T93" fmla="*/ 0 h 236"/>
                  <a:gd name="T94" fmla="*/ 0 w 198"/>
                  <a:gd name="T95" fmla="*/ 0 h 236"/>
                  <a:gd name="T96" fmla="*/ 0 w 198"/>
                  <a:gd name="T97" fmla="*/ 0 h 236"/>
                  <a:gd name="T98" fmla="*/ 0 w 198"/>
                  <a:gd name="T99" fmla="*/ 0 h 236"/>
                  <a:gd name="T100" fmla="*/ 0 w 198"/>
                  <a:gd name="T101" fmla="*/ 0 h 236"/>
                  <a:gd name="T102" fmla="*/ 0 w 198"/>
                  <a:gd name="T103" fmla="*/ 0 h 236"/>
                  <a:gd name="T104" fmla="*/ 0 w 198"/>
                  <a:gd name="T105" fmla="*/ 0 h 236"/>
                  <a:gd name="T106" fmla="*/ 0 w 198"/>
                  <a:gd name="T107" fmla="*/ 0 h 236"/>
                  <a:gd name="T108" fmla="*/ 0 w 198"/>
                  <a:gd name="T109" fmla="*/ 0 h 236"/>
                  <a:gd name="T110" fmla="*/ 0 w 198"/>
                  <a:gd name="T111" fmla="*/ 0 h 236"/>
                  <a:gd name="T112" fmla="*/ 0 w 198"/>
                  <a:gd name="T113" fmla="*/ 0 h 236"/>
                  <a:gd name="T114" fmla="*/ 0 w 198"/>
                  <a:gd name="T115" fmla="*/ 0 h 236"/>
                  <a:gd name="T116" fmla="*/ 0 w 198"/>
                  <a:gd name="T117" fmla="*/ 0 h 236"/>
                  <a:gd name="T118" fmla="*/ 0 w 198"/>
                  <a:gd name="T119" fmla="*/ 0 h 236"/>
                  <a:gd name="T120" fmla="*/ 0 w 198"/>
                  <a:gd name="T121" fmla="*/ 0 h 2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98"/>
                  <a:gd name="T184" fmla="*/ 0 h 236"/>
                  <a:gd name="T185" fmla="*/ 198 w 198"/>
                  <a:gd name="T186" fmla="*/ 236 h 2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98" h="236">
                    <a:moveTo>
                      <a:pt x="73" y="36"/>
                    </a:moveTo>
                    <a:lnTo>
                      <a:pt x="58" y="46"/>
                    </a:lnTo>
                    <a:lnTo>
                      <a:pt x="46" y="58"/>
                    </a:lnTo>
                    <a:lnTo>
                      <a:pt x="33" y="72"/>
                    </a:lnTo>
                    <a:lnTo>
                      <a:pt x="22" y="85"/>
                    </a:lnTo>
                    <a:lnTo>
                      <a:pt x="14" y="100"/>
                    </a:lnTo>
                    <a:lnTo>
                      <a:pt x="7" y="115"/>
                    </a:lnTo>
                    <a:lnTo>
                      <a:pt x="2" y="130"/>
                    </a:lnTo>
                    <a:lnTo>
                      <a:pt x="0" y="146"/>
                    </a:lnTo>
                    <a:lnTo>
                      <a:pt x="2" y="170"/>
                    </a:lnTo>
                    <a:lnTo>
                      <a:pt x="12" y="190"/>
                    </a:lnTo>
                    <a:lnTo>
                      <a:pt x="26" y="207"/>
                    </a:lnTo>
                    <a:lnTo>
                      <a:pt x="43" y="220"/>
                    </a:lnTo>
                    <a:lnTo>
                      <a:pt x="64" y="229"/>
                    </a:lnTo>
                    <a:lnTo>
                      <a:pt x="88" y="235"/>
                    </a:lnTo>
                    <a:lnTo>
                      <a:pt x="110" y="236"/>
                    </a:lnTo>
                    <a:lnTo>
                      <a:pt x="132" y="232"/>
                    </a:lnTo>
                    <a:lnTo>
                      <a:pt x="137" y="232"/>
                    </a:lnTo>
                    <a:lnTo>
                      <a:pt x="142" y="230"/>
                    </a:lnTo>
                    <a:lnTo>
                      <a:pt x="145" y="226"/>
                    </a:lnTo>
                    <a:lnTo>
                      <a:pt x="146" y="221"/>
                    </a:lnTo>
                    <a:lnTo>
                      <a:pt x="145" y="219"/>
                    </a:lnTo>
                    <a:lnTo>
                      <a:pt x="142" y="219"/>
                    </a:lnTo>
                    <a:lnTo>
                      <a:pt x="137" y="217"/>
                    </a:lnTo>
                    <a:lnTo>
                      <a:pt x="131" y="217"/>
                    </a:lnTo>
                    <a:lnTo>
                      <a:pt x="124" y="217"/>
                    </a:lnTo>
                    <a:lnTo>
                      <a:pt x="118" y="217"/>
                    </a:lnTo>
                    <a:lnTo>
                      <a:pt x="112" y="217"/>
                    </a:lnTo>
                    <a:lnTo>
                      <a:pt x="109" y="217"/>
                    </a:lnTo>
                    <a:lnTo>
                      <a:pt x="97" y="216"/>
                    </a:lnTo>
                    <a:lnTo>
                      <a:pt x="87" y="215"/>
                    </a:lnTo>
                    <a:lnTo>
                      <a:pt x="75" y="214"/>
                    </a:lnTo>
                    <a:lnTo>
                      <a:pt x="63" y="211"/>
                    </a:lnTo>
                    <a:lnTo>
                      <a:pt x="51" y="207"/>
                    </a:lnTo>
                    <a:lnTo>
                      <a:pt x="40" y="199"/>
                    </a:lnTo>
                    <a:lnTo>
                      <a:pt x="29" y="189"/>
                    </a:lnTo>
                    <a:lnTo>
                      <a:pt x="17" y="174"/>
                    </a:lnTo>
                    <a:lnTo>
                      <a:pt x="15" y="157"/>
                    </a:lnTo>
                    <a:lnTo>
                      <a:pt x="16" y="141"/>
                    </a:lnTo>
                    <a:lnTo>
                      <a:pt x="21" y="124"/>
                    </a:lnTo>
                    <a:lnTo>
                      <a:pt x="28" y="109"/>
                    </a:lnTo>
                    <a:lnTo>
                      <a:pt x="39" y="96"/>
                    </a:lnTo>
                    <a:lnTo>
                      <a:pt x="50" y="82"/>
                    </a:lnTo>
                    <a:lnTo>
                      <a:pt x="63" y="70"/>
                    </a:lnTo>
                    <a:lnTo>
                      <a:pt x="78" y="59"/>
                    </a:lnTo>
                    <a:lnTo>
                      <a:pt x="94" y="49"/>
                    </a:lnTo>
                    <a:lnTo>
                      <a:pt x="110" y="39"/>
                    </a:lnTo>
                    <a:lnTo>
                      <a:pt x="126" y="31"/>
                    </a:lnTo>
                    <a:lnTo>
                      <a:pt x="142" y="24"/>
                    </a:lnTo>
                    <a:lnTo>
                      <a:pt x="158" y="19"/>
                    </a:lnTo>
                    <a:lnTo>
                      <a:pt x="172" y="13"/>
                    </a:lnTo>
                    <a:lnTo>
                      <a:pt x="186" y="10"/>
                    </a:lnTo>
                    <a:lnTo>
                      <a:pt x="198" y="7"/>
                    </a:lnTo>
                    <a:lnTo>
                      <a:pt x="190" y="3"/>
                    </a:lnTo>
                    <a:lnTo>
                      <a:pt x="177" y="0"/>
                    </a:lnTo>
                    <a:lnTo>
                      <a:pt x="162" y="3"/>
                    </a:lnTo>
                    <a:lnTo>
                      <a:pt x="144" y="6"/>
                    </a:lnTo>
                    <a:lnTo>
                      <a:pt x="124" y="12"/>
                    </a:lnTo>
                    <a:lnTo>
                      <a:pt x="105" y="19"/>
                    </a:lnTo>
                    <a:lnTo>
                      <a:pt x="88" y="28"/>
                    </a:lnTo>
                    <a:lnTo>
                      <a:pt x="7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65" name="Freeform 806">
                <a:extLst>
                  <a:ext uri="{FF2B5EF4-FFF2-40B4-BE49-F238E27FC236}">
                    <a16:creationId xmlns:a16="http://schemas.microsoft.com/office/drawing/2014/main" id="{A9A9FC2F-405B-4FDC-A269-EEC1408A1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3" y="2660"/>
                <a:ext cx="47" cy="42"/>
              </a:xfrm>
              <a:custGeom>
                <a:avLst/>
                <a:gdLst>
                  <a:gd name="T0" fmla="*/ 0 w 128"/>
                  <a:gd name="T1" fmla="*/ 0 h 183"/>
                  <a:gd name="T2" fmla="*/ 0 w 128"/>
                  <a:gd name="T3" fmla="*/ 0 h 183"/>
                  <a:gd name="T4" fmla="*/ 0 w 128"/>
                  <a:gd name="T5" fmla="*/ 0 h 183"/>
                  <a:gd name="T6" fmla="*/ 0 w 128"/>
                  <a:gd name="T7" fmla="*/ 0 h 183"/>
                  <a:gd name="T8" fmla="*/ 0 w 128"/>
                  <a:gd name="T9" fmla="*/ 0 h 183"/>
                  <a:gd name="T10" fmla="*/ 0 w 128"/>
                  <a:gd name="T11" fmla="*/ 0 h 183"/>
                  <a:gd name="T12" fmla="*/ 0 w 128"/>
                  <a:gd name="T13" fmla="*/ 0 h 183"/>
                  <a:gd name="T14" fmla="*/ 0 w 128"/>
                  <a:gd name="T15" fmla="*/ 0 h 183"/>
                  <a:gd name="T16" fmla="*/ 0 w 128"/>
                  <a:gd name="T17" fmla="*/ 0 h 183"/>
                  <a:gd name="T18" fmla="*/ 0 w 128"/>
                  <a:gd name="T19" fmla="*/ 0 h 183"/>
                  <a:gd name="T20" fmla="*/ 0 w 128"/>
                  <a:gd name="T21" fmla="*/ 0 h 183"/>
                  <a:gd name="T22" fmla="*/ 0 w 128"/>
                  <a:gd name="T23" fmla="*/ 0 h 183"/>
                  <a:gd name="T24" fmla="*/ 0 w 128"/>
                  <a:gd name="T25" fmla="*/ 0 h 183"/>
                  <a:gd name="T26" fmla="*/ 0 w 128"/>
                  <a:gd name="T27" fmla="*/ 0 h 183"/>
                  <a:gd name="T28" fmla="*/ 0 w 128"/>
                  <a:gd name="T29" fmla="*/ 0 h 183"/>
                  <a:gd name="T30" fmla="*/ 0 w 128"/>
                  <a:gd name="T31" fmla="*/ 0 h 183"/>
                  <a:gd name="T32" fmla="*/ 0 w 128"/>
                  <a:gd name="T33" fmla="*/ 0 h 183"/>
                  <a:gd name="T34" fmla="*/ 0 w 128"/>
                  <a:gd name="T35" fmla="*/ 0 h 183"/>
                  <a:gd name="T36" fmla="*/ 0 w 128"/>
                  <a:gd name="T37" fmla="*/ 0 h 183"/>
                  <a:gd name="T38" fmla="*/ 0 w 128"/>
                  <a:gd name="T39" fmla="*/ 0 h 183"/>
                  <a:gd name="T40" fmla="*/ 0 w 128"/>
                  <a:gd name="T41" fmla="*/ 0 h 183"/>
                  <a:gd name="T42" fmla="*/ 0 w 128"/>
                  <a:gd name="T43" fmla="*/ 0 h 183"/>
                  <a:gd name="T44" fmla="*/ 0 w 128"/>
                  <a:gd name="T45" fmla="*/ 0 h 183"/>
                  <a:gd name="T46" fmla="*/ 0 w 128"/>
                  <a:gd name="T47" fmla="*/ 0 h 183"/>
                  <a:gd name="T48" fmla="*/ 0 w 128"/>
                  <a:gd name="T49" fmla="*/ 0 h 183"/>
                  <a:gd name="T50" fmla="*/ 0 w 128"/>
                  <a:gd name="T51" fmla="*/ 0 h 183"/>
                  <a:gd name="T52" fmla="*/ 0 w 128"/>
                  <a:gd name="T53" fmla="*/ 0 h 183"/>
                  <a:gd name="T54" fmla="*/ 0 w 128"/>
                  <a:gd name="T55" fmla="*/ 0 h 183"/>
                  <a:gd name="T56" fmla="*/ 0 w 128"/>
                  <a:gd name="T57" fmla="*/ 0 h 183"/>
                  <a:gd name="T58" fmla="*/ 0 w 128"/>
                  <a:gd name="T59" fmla="*/ 0 h 183"/>
                  <a:gd name="T60" fmla="*/ 0 w 128"/>
                  <a:gd name="T61" fmla="*/ 0 h 183"/>
                  <a:gd name="T62" fmla="*/ 0 w 128"/>
                  <a:gd name="T63" fmla="*/ 0 h 183"/>
                  <a:gd name="T64" fmla="*/ 0 w 128"/>
                  <a:gd name="T65" fmla="*/ 0 h 183"/>
                  <a:gd name="T66" fmla="*/ 0 w 128"/>
                  <a:gd name="T67" fmla="*/ 0 h 183"/>
                  <a:gd name="T68" fmla="*/ 0 w 128"/>
                  <a:gd name="T69" fmla="*/ 0 h 183"/>
                  <a:gd name="T70" fmla="*/ 0 w 128"/>
                  <a:gd name="T71" fmla="*/ 0 h 183"/>
                  <a:gd name="T72" fmla="*/ 0 w 128"/>
                  <a:gd name="T73" fmla="*/ 0 h 183"/>
                  <a:gd name="T74" fmla="*/ 0 w 128"/>
                  <a:gd name="T75" fmla="*/ 0 h 183"/>
                  <a:gd name="T76" fmla="*/ 0 w 128"/>
                  <a:gd name="T77" fmla="*/ 0 h 183"/>
                  <a:gd name="T78" fmla="*/ 0 w 128"/>
                  <a:gd name="T79" fmla="*/ 0 h 183"/>
                  <a:gd name="T80" fmla="*/ 0 w 128"/>
                  <a:gd name="T81" fmla="*/ 0 h 18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3"/>
                  <a:gd name="T125" fmla="*/ 128 w 128"/>
                  <a:gd name="T126" fmla="*/ 183 h 18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3">
                    <a:moveTo>
                      <a:pt x="108" y="61"/>
                    </a:moveTo>
                    <a:lnTo>
                      <a:pt x="111" y="80"/>
                    </a:lnTo>
                    <a:lnTo>
                      <a:pt x="109" y="97"/>
                    </a:lnTo>
                    <a:lnTo>
                      <a:pt x="101" y="110"/>
                    </a:lnTo>
                    <a:lnTo>
                      <a:pt x="89" y="123"/>
                    </a:lnTo>
                    <a:lnTo>
                      <a:pt x="75" y="134"/>
                    </a:lnTo>
                    <a:lnTo>
                      <a:pt x="60" y="145"/>
                    </a:lnTo>
                    <a:lnTo>
                      <a:pt x="43" y="156"/>
                    </a:lnTo>
                    <a:lnTo>
                      <a:pt x="29" y="167"/>
                    </a:lnTo>
                    <a:lnTo>
                      <a:pt x="27" y="170"/>
                    </a:lnTo>
                    <a:lnTo>
                      <a:pt x="26" y="172"/>
                    </a:lnTo>
                    <a:lnTo>
                      <a:pt x="26" y="176"/>
                    </a:lnTo>
                    <a:lnTo>
                      <a:pt x="28" y="179"/>
                    </a:lnTo>
                    <a:lnTo>
                      <a:pt x="30" y="182"/>
                    </a:lnTo>
                    <a:lnTo>
                      <a:pt x="34" y="183"/>
                    </a:lnTo>
                    <a:lnTo>
                      <a:pt x="37" y="183"/>
                    </a:lnTo>
                    <a:lnTo>
                      <a:pt x="41" y="182"/>
                    </a:lnTo>
                    <a:lnTo>
                      <a:pt x="58" y="171"/>
                    </a:lnTo>
                    <a:lnTo>
                      <a:pt x="76" y="160"/>
                    </a:lnTo>
                    <a:lnTo>
                      <a:pt x="92" y="147"/>
                    </a:lnTo>
                    <a:lnTo>
                      <a:pt x="108" y="132"/>
                    </a:lnTo>
                    <a:lnTo>
                      <a:pt x="118" y="116"/>
                    </a:lnTo>
                    <a:lnTo>
                      <a:pt x="125" y="98"/>
                    </a:lnTo>
                    <a:lnTo>
                      <a:pt x="128" y="78"/>
                    </a:lnTo>
                    <a:lnTo>
                      <a:pt x="123" y="58"/>
                    </a:lnTo>
                    <a:lnTo>
                      <a:pt x="112" y="41"/>
                    </a:lnTo>
                    <a:lnTo>
                      <a:pt x="98" y="28"/>
                    </a:lnTo>
                    <a:lnTo>
                      <a:pt x="80" y="16"/>
                    </a:lnTo>
                    <a:lnTo>
                      <a:pt x="61" y="8"/>
                    </a:lnTo>
                    <a:lnTo>
                      <a:pt x="41" y="2"/>
                    </a:lnTo>
                    <a:lnTo>
                      <a:pt x="23" y="0"/>
                    </a:lnTo>
                    <a:lnTo>
                      <a:pt x="9" y="1"/>
                    </a:lnTo>
                    <a:lnTo>
                      <a:pt x="0" y="6"/>
                    </a:lnTo>
                    <a:lnTo>
                      <a:pt x="16" y="10"/>
                    </a:lnTo>
                    <a:lnTo>
                      <a:pt x="33" y="14"/>
                    </a:lnTo>
                    <a:lnTo>
                      <a:pt x="48" y="17"/>
                    </a:lnTo>
                    <a:lnTo>
                      <a:pt x="63" y="22"/>
                    </a:lnTo>
                    <a:lnTo>
                      <a:pt x="77" y="28"/>
                    </a:lnTo>
                    <a:lnTo>
                      <a:pt x="90" y="36"/>
                    </a:lnTo>
                    <a:lnTo>
                      <a:pt x="101" y="46"/>
                    </a:lnTo>
                    <a:lnTo>
                      <a:pt x="108" y="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66" name="Freeform 807">
                <a:extLst>
                  <a:ext uri="{FF2B5EF4-FFF2-40B4-BE49-F238E27FC236}">
                    <a16:creationId xmlns:a16="http://schemas.microsoft.com/office/drawing/2014/main" id="{80CE49CD-71E5-445A-B040-7F82DD1CE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0" y="2650"/>
                <a:ext cx="112" cy="88"/>
              </a:xfrm>
              <a:custGeom>
                <a:avLst/>
                <a:gdLst>
                  <a:gd name="T0" fmla="*/ 0 w 323"/>
                  <a:gd name="T1" fmla="*/ 0 h 379"/>
                  <a:gd name="T2" fmla="*/ 0 w 323"/>
                  <a:gd name="T3" fmla="*/ 0 h 379"/>
                  <a:gd name="T4" fmla="*/ 0 w 323"/>
                  <a:gd name="T5" fmla="*/ 0 h 379"/>
                  <a:gd name="T6" fmla="*/ 0 w 323"/>
                  <a:gd name="T7" fmla="*/ 0 h 379"/>
                  <a:gd name="T8" fmla="*/ 0 w 323"/>
                  <a:gd name="T9" fmla="*/ 0 h 379"/>
                  <a:gd name="T10" fmla="*/ 0 w 323"/>
                  <a:gd name="T11" fmla="*/ 0 h 379"/>
                  <a:gd name="T12" fmla="*/ 0 w 323"/>
                  <a:gd name="T13" fmla="*/ 0 h 379"/>
                  <a:gd name="T14" fmla="*/ 0 w 323"/>
                  <a:gd name="T15" fmla="*/ 0 h 379"/>
                  <a:gd name="T16" fmla="*/ 0 w 323"/>
                  <a:gd name="T17" fmla="*/ 0 h 379"/>
                  <a:gd name="T18" fmla="*/ 0 w 323"/>
                  <a:gd name="T19" fmla="*/ 0 h 379"/>
                  <a:gd name="T20" fmla="*/ 0 w 323"/>
                  <a:gd name="T21" fmla="*/ 0 h 379"/>
                  <a:gd name="T22" fmla="*/ 0 w 323"/>
                  <a:gd name="T23" fmla="*/ 0 h 379"/>
                  <a:gd name="T24" fmla="*/ 0 w 323"/>
                  <a:gd name="T25" fmla="*/ 0 h 379"/>
                  <a:gd name="T26" fmla="*/ 0 w 323"/>
                  <a:gd name="T27" fmla="*/ 0 h 379"/>
                  <a:gd name="T28" fmla="*/ 0 w 323"/>
                  <a:gd name="T29" fmla="*/ 0 h 379"/>
                  <a:gd name="T30" fmla="*/ 0 w 323"/>
                  <a:gd name="T31" fmla="*/ 0 h 379"/>
                  <a:gd name="T32" fmla="*/ 0 w 323"/>
                  <a:gd name="T33" fmla="*/ 0 h 379"/>
                  <a:gd name="T34" fmla="*/ 0 w 323"/>
                  <a:gd name="T35" fmla="*/ 0 h 379"/>
                  <a:gd name="T36" fmla="*/ 0 w 323"/>
                  <a:gd name="T37" fmla="*/ 0 h 379"/>
                  <a:gd name="T38" fmla="*/ 0 w 323"/>
                  <a:gd name="T39" fmla="*/ 0 h 379"/>
                  <a:gd name="T40" fmla="*/ 0 w 323"/>
                  <a:gd name="T41" fmla="*/ 0 h 379"/>
                  <a:gd name="T42" fmla="*/ 0 w 323"/>
                  <a:gd name="T43" fmla="*/ 0 h 379"/>
                  <a:gd name="T44" fmla="*/ 0 w 323"/>
                  <a:gd name="T45" fmla="*/ 0 h 379"/>
                  <a:gd name="T46" fmla="*/ 0 w 323"/>
                  <a:gd name="T47" fmla="*/ 0 h 379"/>
                  <a:gd name="T48" fmla="*/ 0 w 323"/>
                  <a:gd name="T49" fmla="*/ 0 h 379"/>
                  <a:gd name="T50" fmla="*/ 0 w 323"/>
                  <a:gd name="T51" fmla="*/ 0 h 379"/>
                  <a:gd name="T52" fmla="*/ 0 w 323"/>
                  <a:gd name="T53" fmla="*/ 0 h 379"/>
                  <a:gd name="T54" fmla="*/ 0 w 323"/>
                  <a:gd name="T55" fmla="*/ 0 h 379"/>
                  <a:gd name="T56" fmla="*/ 0 w 323"/>
                  <a:gd name="T57" fmla="*/ 0 h 379"/>
                  <a:gd name="T58" fmla="*/ 0 w 323"/>
                  <a:gd name="T59" fmla="*/ 0 h 379"/>
                  <a:gd name="T60" fmla="*/ 0 w 323"/>
                  <a:gd name="T61" fmla="*/ 0 h 379"/>
                  <a:gd name="T62" fmla="*/ 0 w 323"/>
                  <a:gd name="T63" fmla="*/ 0 h 379"/>
                  <a:gd name="T64" fmla="*/ 0 w 323"/>
                  <a:gd name="T65" fmla="*/ 0 h 379"/>
                  <a:gd name="T66" fmla="*/ 0 w 323"/>
                  <a:gd name="T67" fmla="*/ 0 h 379"/>
                  <a:gd name="T68" fmla="*/ 0 w 323"/>
                  <a:gd name="T69" fmla="*/ 0 h 379"/>
                  <a:gd name="T70" fmla="*/ 0 w 323"/>
                  <a:gd name="T71" fmla="*/ 0 h 379"/>
                  <a:gd name="T72" fmla="*/ 0 w 323"/>
                  <a:gd name="T73" fmla="*/ 0 h 379"/>
                  <a:gd name="T74" fmla="*/ 0 w 323"/>
                  <a:gd name="T75" fmla="*/ 0 h 379"/>
                  <a:gd name="T76" fmla="*/ 0 w 323"/>
                  <a:gd name="T77" fmla="*/ 0 h 379"/>
                  <a:gd name="T78" fmla="*/ 0 w 323"/>
                  <a:gd name="T79" fmla="*/ 0 h 379"/>
                  <a:gd name="T80" fmla="*/ 0 w 323"/>
                  <a:gd name="T81" fmla="*/ 0 h 379"/>
                  <a:gd name="T82" fmla="*/ 0 w 323"/>
                  <a:gd name="T83" fmla="*/ 0 h 379"/>
                  <a:gd name="T84" fmla="*/ 0 w 323"/>
                  <a:gd name="T85" fmla="*/ 0 h 379"/>
                  <a:gd name="T86" fmla="*/ 0 w 323"/>
                  <a:gd name="T87" fmla="*/ 0 h 37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3"/>
                  <a:gd name="T133" fmla="*/ 0 h 379"/>
                  <a:gd name="T134" fmla="*/ 323 w 323"/>
                  <a:gd name="T135" fmla="*/ 379 h 37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3" h="379">
                    <a:moveTo>
                      <a:pt x="126" y="50"/>
                    </a:moveTo>
                    <a:lnTo>
                      <a:pt x="101" y="70"/>
                    </a:lnTo>
                    <a:lnTo>
                      <a:pt x="76" y="92"/>
                    </a:lnTo>
                    <a:lnTo>
                      <a:pt x="54" y="115"/>
                    </a:lnTo>
                    <a:lnTo>
                      <a:pt x="34" y="140"/>
                    </a:lnTo>
                    <a:lnTo>
                      <a:pt x="18" y="167"/>
                    </a:lnTo>
                    <a:lnTo>
                      <a:pt x="6" y="196"/>
                    </a:lnTo>
                    <a:lnTo>
                      <a:pt x="0" y="227"/>
                    </a:lnTo>
                    <a:lnTo>
                      <a:pt x="1" y="259"/>
                    </a:lnTo>
                    <a:lnTo>
                      <a:pt x="4" y="267"/>
                    </a:lnTo>
                    <a:lnTo>
                      <a:pt x="7" y="277"/>
                    </a:lnTo>
                    <a:lnTo>
                      <a:pt x="11" y="283"/>
                    </a:lnTo>
                    <a:lnTo>
                      <a:pt x="15" y="291"/>
                    </a:lnTo>
                    <a:lnTo>
                      <a:pt x="21" y="298"/>
                    </a:lnTo>
                    <a:lnTo>
                      <a:pt x="27" y="305"/>
                    </a:lnTo>
                    <a:lnTo>
                      <a:pt x="34" y="311"/>
                    </a:lnTo>
                    <a:lnTo>
                      <a:pt x="41" y="316"/>
                    </a:lnTo>
                    <a:lnTo>
                      <a:pt x="57" y="325"/>
                    </a:lnTo>
                    <a:lnTo>
                      <a:pt x="72" y="333"/>
                    </a:lnTo>
                    <a:lnTo>
                      <a:pt x="87" y="340"/>
                    </a:lnTo>
                    <a:lnTo>
                      <a:pt x="103" y="345"/>
                    </a:lnTo>
                    <a:lnTo>
                      <a:pt x="120" y="351"/>
                    </a:lnTo>
                    <a:lnTo>
                      <a:pt x="136" y="356"/>
                    </a:lnTo>
                    <a:lnTo>
                      <a:pt x="153" y="360"/>
                    </a:lnTo>
                    <a:lnTo>
                      <a:pt x="169" y="364"/>
                    </a:lnTo>
                    <a:lnTo>
                      <a:pt x="187" y="367"/>
                    </a:lnTo>
                    <a:lnTo>
                      <a:pt x="204" y="370"/>
                    </a:lnTo>
                    <a:lnTo>
                      <a:pt x="221" y="372"/>
                    </a:lnTo>
                    <a:lnTo>
                      <a:pt x="238" y="374"/>
                    </a:lnTo>
                    <a:lnTo>
                      <a:pt x="256" y="375"/>
                    </a:lnTo>
                    <a:lnTo>
                      <a:pt x="273" y="376"/>
                    </a:lnTo>
                    <a:lnTo>
                      <a:pt x="290" y="378"/>
                    </a:lnTo>
                    <a:lnTo>
                      <a:pt x="307" y="379"/>
                    </a:lnTo>
                    <a:lnTo>
                      <a:pt x="312" y="379"/>
                    </a:lnTo>
                    <a:lnTo>
                      <a:pt x="317" y="375"/>
                    </a:lnTo>
                    <a:lnTo>
                      <a:pt x="320" y="372"/>
                    </a:lnTo>
                    <a:lnTo>
                      <a:pt x="323" y="366"/>
                    </a:lnTo>
                    <a:lnTo>
                      <a:pt x="323" y="360"/>
                    </a:lnTo>
                    <a:lnTo>
                      <a:pt x="320" y="356"/>
                    </a:lnTo>
                    <a:lnTo>
                      <a:pt x="316" y="352"/>
                    </a:lnTo>
                    <a:lnTo>
                      <a:pt x="311" y="351"/>
                    </a:lnTo>
                    <a:lnTo>
                      <a:pt x="295" y="351"/>
                    </a:lnTo>
                    <a:lnTo>
                      <a:pt x="279" y="351"/>
                    </a:lnTo>
                    <a:lnTo>
                      <a:pt x="263" y="350"/>
                    </a:lnTo>
                    <a:lnTo>
                      <a:pt x="248" y="349"/>
                    </a:lnTo>
                    <a:lnTo>
                      <a:pt x="231" y="348"/>
                    </a:lnTo>
                    <a:lnTo>
                      <a:pt x="215" y="345"/>
                    </a:lnTo>
                    <a:lnTo>
                      <a:pt x="200" y="343"/>
                    </a:lnTo>
                    <a:lnTo>
                      <a:pt x="183" y="341"/>
                    </a:lnTo>
                    <a:lnTo>
                      <a:pt x="168" y="337"/>
                    </a:lnTo>
                    <a:lnTo>
                      <a:pt x="151" y="334"/>
                    </a:lnTo>
                    <a:lnTo>
                      <a:pt x="136" y="329"/>
                    </a:lnTo>
                    <a:lnTo>
                      <a:pt x="121" y="325"/>
                    </a:lnTo>
                    <a:lnTo>
                      <a:pt x="106" y="320"/>
                    </a:lnTo>
                    <a:lnTo>
                      <a:pt x="92" y="313"/>
                    </a:lnTo>
                    <a:lnTo>
                      <a:pt x="76" y="306"/>
                    </a:lnTo>
                    <a:lnTo>
                      <a:pt x="62" y="300"/>
                    </a:lnTo>
                    <a:lnTo>
                      <a:pt x="51" y="291"/>
                    </a:lnTo>
                    <a:lnTo>
                      <a:pt x="41" y="280"/>
                    </a:lnTo>
                    <a:lnTo>
                      <a:pt x="35" y="269"/>
                    </a:lnTo>
                    <a:lnTo>
                      <a:pt x="31" y="255"/>
                    </a:lnTo>
                    <a:lnTo>
                      <a:pt x="31" y="239"/>
                    </a:lnTo>
                    <a:lnTo>
                      <a:pt x="33" y="218"/>
                    </a:lnTo>
                    <a:lnTo>
                      <a:pt x="38" y="197"/>
                    </a:lnTo>
                    <a:lnTo>
                      <a:pt x="42" y="182"/>
                    </a:lnTo>
                    <a:lnTo>
                      <a:pt x="51" y="165"/>
                    </a:lnTo>
                    <a:lnTo>
                      <a:pt x="60" y="150"/>
                    </a:lnTo>
                    <a:lnTo>
                      <a:pt x="68" y="136"/>
                    </a:lnTo>
                    <a:lnTo>
                      <a:pt x="79" y="124"/>
                    </a:lnTo>
                    <a:lnTo>
                      <a:pt x="89" y="111"/>
                    </a:lnTo>
                    <a:lnTo>
                      <a:pt x="101" y="100"/>
                    </a:lnTo>
                    <a:lnTo>
                      <a:pt x="114" y="88"/>
                    </a:lnTo>
                    <a:lnTo>
                      <a:pt x="129" y="76"/>
                    </a:lnTo>
                    <a:lnTo>
                      <a:pt x="144" y="64"/>
                    </a:lnTo>
                    <a:lnTo>
                      <a:pt x="162" y="53"/>
                    </a:lnTo>
                    <a:lnTo>
                      <a:pt x="181" y="41"/>
                    </a:lnTo>
                    <a:lnTo>
                      <a:pt x="201" y="31"/>
                    </a:lnTo>
                    <a:lnTo>
                      <a:pt x="219" y="22"/>
                    </a:lnTo>
                    <a:lnTo>
                      <a:pt x="237" y="14"/>
                    </a:lnTo>
                    <a:lnTo>
                      <a:pt x="253" y="7"/>
                    </a:lnTo>
                    <a:lnTo>
                      <a:pt x="268" y="1"/>
                    </a:lnTo>
                    <a:lnTo>
                      <a:pt x="255" y="0"/>
                    </a:lnTo>
                    <a:lnTo>
                      <a:pt x="238" y="1"/>
                    </a:lnTo>
                    <a:lnTo>
                      <a:pt x="221" y="5"/>
                    </a:lnTo>
                    <a:lnTo>
                      <a:pt x="201" y="11"/>
                    </a:lnTo>
                    <a:lnTo>
                      <a:pt x="181" y="19"/>
                    </a:lnTo>
                    <a:lnTo>
                      <a:pt x="161" y="28"/>
                    </a:lnTo>
                    <a:lnTo>
                      <a:pt x="142" y="39"/>
                    </a:lnTo>
                    <a:lnTo>
                      <a:pt x="126" y="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67" name="Freeform 808">
                <a:extLst>
                  <a:ext uri="{FF2B5EF4-FFF2-40B4-BE49-F238E27FC236}">
                    <a16:creationId xmlns:a16="http://schemas.microsoft.com/office/drawing/2014/main" id="{B8A80FFA-EAEC-448C-BF82-F7ECEDBD75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9" y="2647"/>
                <a:ext cx="99" cy="59"/>
              </a:xfrm>
              <a:custGeom>
                <a:avLst/>
                <a:gdLst>
                  <a:gd name="T0" fmla="*/ 0 w 282"/>
                  <a:gd name="T1" fmla="*/ 0 h 253"/>
                  <a:gd name="T2" fmla="*/ 0 w 282"/>
                  <a:gd name="T3" fmla="*/ 0 h 253"/>
                  <a:gd name="T4" fmla="*/ 0 w 282"/>
                  <a:gd name="T5" fmla="*/ 0 h 253"/>
                  <a:gd name="T6" fmla="*/ 0 w 282"/>
                  <a:gd name="T7" fmla="*/ 0 h 253"/>
                  <a:gd name="T8" fmla="*/ 0 w 282"/>
                  <a:gd name="T9" fmla="*/ 0 h 253"/>
                  <a:gd name="T10" fmla="*/ 0 w 282"/>
                  <a:gd name="T11" fmla="*/ 0 h 253"/>
                  <a:gd name="T12" fmla="*/ 0 w 282"/>
                  <a:gd name="T13" fmla="*/ 0 h 253"/>
                  <a:gd name="T14" fmla="*/ 0 w 282"/>
                  <a:gd name="T15" fmla="*/ 0 h 253"/>
                  <a:gd name="T16" fmla="*/ 0 w 282"/>
                  <a:gd name="T17" fmla="*/ 0 h 253"/>
                  <a:gd name="T18" fmla="*/ 0 w 282"/>
                  <a:gd name="T19" fmla="*/ 0 h 253"/>
                  <a:gd name="T20" fmla="*/ 0 w 282"/>
                  <a:gd name="T21" fmla="*/ 0 h 253"/>
                  <a:gd name="T22" fmla="*/ 0 w 282"/>
                  <a:gd name="T23" fmla="*/ 0 h 253"/>
                  <a:gd name="T24" fmla="*/ 0 w 282"/>
                  <a:gd name="T25" fmla="*/ 0 h 253"/>
                  <a:gd name="T26" fmla="*/ 0 w 282"/>
                  <a:gd name="T27" fmla="*/ 0 h 253"/>
                  <a:gd name="T28" fmla="*/ 0 w 282"/>
                  <a:gd name="T29" fmla="*/ 0 h 253"/>
                  <a:gd name="T30" fmla="*/ 0 w 282"/>
                  <a:gd name="T31" fmla="*/ 0 h 253"/>
                  <a:gd name="T32" fmla="*/ 0 w 282"/>
                  <a:gd name="T33" fmla="*/ 0 h 253"/>
                  <a:gd name="T34" fmla="*/ 0 w 282"/>
                  <a:gd name="T35" fmla="*/ 0 h 253"/>
                  <a:gd name="T36" fmla="*/ 0 w 282"/>
                  <a:gd name="T37" fmla="*/ 0 h 253"/>
                  <a:gd name="T38" fmla="*/ 0 w 282"/>
                  <a:gd name="T39" fmla="*/ 0 h 253"/>
                  <a:gd name="T40" fmla="*/ 0 w 282"/>
                  <a:gd name="T41" fmla="*/ 0 h 253"/>
                  <a:gd name="T42" fmla="*/ 0 w 282"/>
                  <a:gd name="T43" fmla="*/ 0 h 253"/>
                  <a:gd name="T44" fmla="*/ 0 w 282"/>
                  <a:gd name="T45" fmla="*/ 0 h 253"/>
                  <a:gd name="T46" fmla="*/ 0 w 282"/>
                  <a:gd name="T47" fmla="*/ 0 h 253"/>
                  <a:gd name="T48" fmla="*/ 0 w 282"/>
                  <a:gd name="T49" fmla="*/ 0 h 253"/>
                  <a:gd name="T50" fmla="*/ 0 w 282"/>
                  <a:gd name="T51" fmla="*/ 0 h 253"/>
                  <a:gd name="T52" fmla="*/ 0 w 282"/>
                  <a:gd name="T53" fmla="*/ 0 h 253"/>
                  <a:gd name="T54" fmla="*/ 0 w 282"/>
                  <a:gd name="T55" fmla="*/ 0 h 253"/>
                  <a:gd name="T56" fmla="*/ 0 w 282"/>
                  <a:gd name="T57" fmla="*/ 0 h 253"/>
                  <a:gd name="T58" fmla="*/ 0 w 282"/>
                  <a:gd name="T59" fmla="*/ 0 h 253"/>
                  <a:gd name="T60" fmla="*/ 0 w 282"/>
                  <a:gd name="T61" fmla="*/ 0 h 253"/>
                  <a:gd name="T62" fmla="*/ 0 w 282"/>
                  <a:gd name="T63" fmla="*/ 0 h 253"/>
                  <a:gd name="T64" fmla="*/ 0 w 282"/>
                  <a:gd name="T65" fmla="*/ 0 h 253"/>
                  <a:gd name="T66" fmla="*/ 0 w 282"/>
                  <a:gd name="T67" fmla="*/ 0 h 253"/>
                  <a:gd name="T68" fmla="*/ 0 w 282"/>
                  <a:gd name="T69" fmla="*/ 0 h 253"/>
                  <a:gd name="T70" fmla="*/ 0 w 282"/>
                  <a:gd name="T71" fmla="*/ 0 h 253"/>
                  <a:gd name="T72" fmla="*/ 0 w 282"/>
                  <a:gd name="T73" fmla="*/ 0 h 253"/>
                  <a:gd name="T74" fmla="*/ 0 w 282"/>
                  <a:gd name="T75" fmla="*/ 0 h 253"/>
                  <a:gd name="T76" fmla="*/ 0 w 282"/>
                  <a:gd name="T77" fmla="*/ 0 h 253"/>
                  <a:gd name="T78" fmla="*/ 0 w 282"/>
                  <a:gd name="T79" fmla="*/ 0 h 253"/>
                  <a:gd name="T80" fmla="*/ 0 w 282"/>
                  <a:gd name="T81" fmla="*/ 0 h 253"/>
                  <a:gd name="T82" fmla="*/ 0 w 282"/>
                  <a:gd name="T83" fmla="*/ 0 h 253"/>
                  <a:gd name="T84" fmla="*/ 0 w 282"/>
                  <a:gd name="T85" fmla="*/ 0 h 253"/>
                  <a:gd name="T86" fmla="*/ 0 w 282"/>
                  <a:gd name="T87" fmla="*/ 0 h 253"/>
                  <a:gd name="T88" fmla="*/ 0 w 282"/>
                  <a:gd name="T89" fmla="*/ 0 h 253"/>
                  <a:gd name="T90" fmla="*/ 0 w 282"/>
                  <a:gd name="T91" fmla="*/ 0 h 253"/>
                  <a:gd name="T92" fmla="*/ 0 w 282"/>
                  <a:gd name="T93" fmla="*/ 0 h 253"/>
                  <a:gd name="T94" fmla="*/ 0 w 282"/>
                  <a:gd name="T95" fmla="*/ 0 h 253"/>
                  <a:gd name="T96" fmla="*/ 0 w 282"/>
                  <a:gd name="T97" fmla="*/ 0 h 253"/>
                  <a:gd name="T98" fmla="*/ 0 w 282"/>
                  <a:gd name="T99" fmla="*/ 0 h 253"/>
                  <a:gd name="T100" fmla="*/ 0 w 282"/>
                  <a:gd name="T101" fmla="*/ 0 h 253"/>
                  <a:gd name="T102" fmla="*/ 0 w 282"/>
                  <a:gd name="T103" fmla="*/ 0 h 253"/>
                  <a:gd name="T104" fmla="*/ 0 w 282"/>
                  <a:gd name="T105" fmla="*/ 0 h 253"/>
                  <a:gd name="T106" fmla="*/ 0 w 282"/>
                  <a:gd name="T107" fmla="*/ 0 h 253"/>
                  <a:gd name="T108" fmla="*/ 0 w 282"/>
                  <a:gd name="T109" fmla="*/ 0 h 253"/>
                  <a:gd name="T110" fmla="*/ 0 w 282"/>
                  <a:gd name="T111" fmla="*/ 0 h 253"/>
                  <a:gd name="T112" fmla="*/ 0 w 282"/>
                  <a:gd name="T113" fmla="*/ 0 h 253"/>
                  <a:gd name="T114" fmla="*/ 0 w 282"/>
                  <a:gd name="T115" fmla="*/ 0 h 253"/>
                  <a:gd name="T116" fmla="*/ 0 w 282"/>
                  <a:gd name="T117" fmla="*/ 0 h 253"/>
                  <a:gd name="T118" fmla="*/ 0 w 282"/>
                  <a:gd name="T119" fmla="*/ 0 h 253"/>
                  <a:gd name="T120" fmla="*/ 0 w 282"/>
                  <a:gd name="T121" fmla="*/ 0 h 2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2"/>
                  <a:gd name="T184" fmla="*/ 0 h 253"/>
                  <a:gd name="T185" fmla="*/ 282 w 282"/>
                  <a:gd name="T186" fmla="*/ 253 h 2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2" h="253">
                    <a:moveTo>
                      <a:pt x="235" y="78"/>
                    </a:moveTo>
                    <a:lnTo>
                      <a:pt x="248" y="92"/>
                    </a:lnTo>
                    <a:lnTo>
                      <a:pt x="255" y="108"/>
                    </a:lnTo>
                    <a:lnTo>
                      <a:pt x="259" y="125"/>
                    </a:lnTo>
                    <a:lnTo>
                      <a:pt x="259" y="144"/>
                    </a:lnTo>
                    <a:lnTo>
                      <a:pt x="257" y="159"/>
                    </a:lnTo>
                    <a:lnTo>
                      <a:pt x="252" y="171"/>
                    </a:lnTo>
                    <a:lnTo>
                      <a:pt x="244" y="184"/>
                    </a:lnTo>
                    <a:lnTo>
                      <a:pt x="236" y="194"/>
                    </a:lnTo>
                    <a:lnTo>
                      <a:pt x="225" y="206"/>
                    </a:lnTo>
                    <a:lnTo>
                      <a:pt x="215" y="215"/>
                    </a:lnTo>
                    <a:lnTo>
                      <a:pt x="204" y="225"/>
                    </a:lnTo>
                    <a:lnTo>
                      <a:pt x="194" y="236"/>
                    </a:lnTo>
                    <a:lnTo>
                      <a:pt x="191" y="239"/>
                    </a:lnTo>
                    <a:lnTo>
                      <a:pt x="190" y="242"/>
                    </a:lnTo>
                    <a:lnTo>
                      <a:pt x="191" y="246"/>
                    </a:lnTo>
                    <a:lnTo>
                      <a:pt x="194" y="249"/>
                    </a:lnTo>
                    <a:lnTo>
                      <a:pt x="197" y="252"/>
                    </a:lnTo>
                    <a:lnTo>
                      <a:pt x="201" y="253"/>
                    </a:lnTo>
                    <a:lnTo>
                      <a:pt x="205" y="252"/>
                    </a:lnTo>
                    <a:lnTo>
                      <a:pt x="209" y="249"/>
                    </a:lnTo>
                    <a:lnTo>
                      <a:pt x="232" y="234"/>
                    </a:lnTo>
                    <a:lnTo>
                      <a:pt x="251" y="215"/>
                    </a:lnTo>
                    <a:lnTo>
                      <a:pt x="267" y="192"/>
                    </a:lnTo>
                    <a:lnTo>
                      <a:pt x="278" y="168"/>
                    </a:lnTo>
                    <a:lnTo>
                      <a:pt x="282" y="141"/>
                    </a:lnTo>
                    <a:lnTo>
                      <a:pt x="279" y="116"/>
                    </a:lnTo>
                    <a:lnTo>
                      <a:pt x="270" y="92"/>
                    </a:lnTo>
                    <a:lnTo>
                      <a:pt x="251" y="70"/>
                    </a:lnTo>
                    <a:lnTo>
                      <a:pt x="237" y="59"/>
                    </a:lnTo>
                    <a:lnTo>
                      <a:pt x="221" y="48"/>
                    </a:lnTo>
                    <a:lnTo>
                      <a:pt x="202" y="39"/>
                    </a:lnTo>
                    <a:lnTo>
                      <a:pt x="183" y="31"/>
                    </a:lnTo>
                    <a:lnTo>
                      <a:pt x="163" y="24"/>
                    </a:lnTo>
                    <a:lnTo>
                      <a:pt x="142" y="18"/>
                    </a:lnTo>
                    <a:lnTo>
                      <a:pt x="122" y="13"/>
                    </a:lnTo>
                    <a:lnTo>
                      <a:pt x="101" y="8"/>
                    </a:lnTo>
                    <a:lnTo>
                      <a:pt x="82" y="5"/>
                    </a:lnTo>
                    <a:lnTo>
                      <a:pt x="63" y="2"/>
                    </a:lnTo>
                    <a:lnTo>
                      <a:pt x="47" y="0"/>
                    </a:lnTo>
                    <a:lnTo>
                      <a:pt x="32" y="0"/>
                    </a:lnTo>
                    <a:lnTo>
                      <a:pt x="19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12" y="8"/>
                    </a:lnTo>
                    <a:lnTo>
                      <a:pt x="25" y="9"/>
                    </a:lnTo>
                    <a:lnTo>
                      <a:pt x="38" y="12"/>
                    </a:lnTo>
                    <a:lnTo>
                      <a:pt x="52" y="14"/>
                    </a:lnTo>
                    <a:lnTo>
                      <a:pt x="67" y="16"/>
                    </a:lnTo>
                    <a:lnTo>
                      <a:pt x="82" y="18"/>
                    </a:lnTo>
                    <a:lnTo>
                      <a:pt x="97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5"/>
                    </a:lnTo>
                    <a:lnTo>
                      <a:pt x="162" y="40"/>
                    </a:lnTo>
                    <a:lnTo>
                      <a:pt x="177" y="46"/>
                    </a:lnTo>
                    <a:lnTo>
                      <a:pt x="192" y="53"/>
                    </a:lnTo>
                    <a:lnTo>
                      <a:pt x="208" y="60"/>
                    </a:lnTo>
                    <a:lnTo>
                      <a:pt x="222" y="69"/>
                    </a:lnTo>
                    <a:lnTo>
                      <a:pt x="235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68" name="Freeform 809">
                <a:extLst>
                  <a:ext uri="{FF2B5EF4-FFF2-40B4-BE49-F238E27FC236}">
                    <a16:creationId xmlns:a16="http://schemas.microsoft.com/office/drawing/2014/main" id="{A5EF3165-50A4-48E9-86C7-2D1E8980B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0" y="2680"/>
                <a:ext cx="40" cy="54"/>
              </a:xfrm>
              <a:custGeom>
                <a:avLst/>
                <a:gdLst>
                  <a:gd name="T0" fmla="*/ 0 w 115"/>
                  <a:gd name="T1" fmla="*/ 0 h 236"/>
                  <a:gd name="T2" fmla="*/ 0 w 115"/>
                  <a:gd name="T3" fmla="*/ 0 h 236"/>
                  <a:gd name="T4" fmla="*/ 0 w 115"/>
                  <a:gd name="T5" fmla="*/ 0 h 236"/>
                  <a:gd name="T6" fmla="*/ 0 w 115"/>
                  <a:gd name="T7" fmla="*/ 0 h 236"/>
                  <a:gd name="T8" fmla="*/ 0 w 115"/>
                  <a:gd name="T9" fmla="*/ 0 h 236"/>
                  <a:gd name="T10" fmla="*/ 0 w 115"/>
                  <a:gd name="T11" fmla="*/ 0 h 236"/>
                  <a:gd name="T12" fmla="*/ 0 w 115"/>
                  <a:gd name="T13" fmla="*/ 0 h 236"/>
                  <a:gd name="T14" fmla="*/ 0 w 115"/>
                  <a:gd name="T15" fmla="*/ 0 h 236"/>
                  <a:gd name="T16" fmla="*/ 0 w 115"/>
                  <a:gd name="T17" fmla="*/ 0 h 236"/>
                  <a:gd name="T18" fmla="*/ 0 w 115"/>
                  <a:gd name="T19" fmla="*/ 0 h 236"/>
                  <a:gd name="T20" fmla="*/ 0 w 115"/>
                  <a:gd name="T21" fmla="*/ 0 h 236"/>
                  <a:gd name="T22" fmla="*/ 0 w 115"/>
                  <a:gd name="T23" fmla="*/ 0 h 236"/>
                  <a:gd name="T24" fmla="*/ 0 w 115"/>
                  <a:gd name="T25" fmla="*/ 0 h 236"/>
                  <a:gd name="T26" fmla="*/ 0 w 115"/>
                  <a:gd name="T27" fmla="*/ 0 h 236"/>
                  <a:gd name="T28" fmla="*/ 0 w 115"/>
                  <a:gd name="T29" fmla="*/ 0 h 236"/>
                  <a:gd name="T30" fmla="*/ 0 w 115"/>
                  <a:gd name="T31" fmla="*/ 0 h 236"/>
                  <a:gd name="T32" fmla="*/ 0 w 115"/>
                  <a:gd name="T33" fmla="*/ 0 h 236"/>
                  <a:gd name="T34" fmla="*/ 0 w 115"/>
                  <a:gd name="T35" fmla="*/ 0 h 236"/>
                  <a:gd name="T36" fmla="*/ 0 w 115"/>
                  <a:gd name="T37" fmla="*/ 0 h 236"/>
                  <a:gd name="T38" fmla="*/ 0 w 115"/>
                  <a:gd name="T39" fmla="*/ 0 h 236"/>
                  <a:gd name="T40" fmla="*/ 0 w 115"/>
                  <a:gd name="T41" fmla="*/ 0 h 236"/>
                  <a:gd name="T42" fmla="*/ 0 w 115"/>
                  <a:gd name="T43" fmla="*/ 0 h 236"/>
                  <a:gd name="T44" fmla="*/ 0 w 115"/>
                  <a:gd name="T45" fmla="*/ 0 h 236"/>
                  <a:gd name="T46" fmla="*/ 0 w 115"/>
                  <a:gd name="T47" fmla="*/ 0 h 236"/>
                  <a:gd name="T48" fmla="*/ 0 w 115"/>
                  <a:gd name="T49" fmla="*/ 0 h 236"/>
                  <a:gd name="T50" fmla="*/ 0 w 115"/>
                  <a:gd name="T51" fmla="*/ 0 h 236"/>
                  <a:gd name="T52" fmla="*/ 0 w 115"/>
                  <a:gd name="T53" fmla="*/ 0 h 236"/>
                  <a:gd name="T54" fmla="*/ 0 w 115"/>
                  <a:gd name="T55" fmla="*/ 0 h 236"/>
                  <a:gd name="T56" fmla="*/ 0 w 115"/>
                  <a:gd name="T57" fmla="*/ 0 h 236"/>
                  <a:gd name="T58" fmla="*/ 0 w 115"/>
                  <a:gd name="T59" fmla="*/ 0 h 236"/>
                  <a:gd name="T60" fmla="*/ 0 w 115"/>
                  <a:gd name="T61" fmla="*/ 0 h 236"/>
                  <a:gd name="T62" fmla="*/ 0 w 115"/>
                  <a:gd name="T63" fmla="*/ 0 h 236"/>
                  <a:gd name="T64" fmla="*/ 0 w 115"/>
                  <a:gd name="T65" fmla="*/ 0 h 236"/>
                  <a:gd name="T66" fmla="*/ 0 w 115"/>
                  <a:gd name="T67" fmla="*/ 0 h 236"/>
                  <a:gd name="T68" fmla="*/ 0 w 115"/>
                  <a:gd name="T69" fmla="*/ 0 h 236"/>
                  <a:gd name="T70" fmla="*/ 0 w 115"/>
                  <a:gd name="T71" fmla="*/ 0 h 236"/>
                  <a:gd name="T72" fmla="*/ 0 w 115"/>
                  <a:gd name="T73" fmla="*/ 0 h 236"/>
                  <a:gd name="T74" fmla="*/ 0 w 115"/>
                  <a:gd name="T75" fmla="*/ 0 h 236"/>
                  <a:gd name="T76" fmla="*/ 0 w 115"/>
                  <a:gd name="T77" fmla="*/ 0 h 236"/>
                  <a:gd name="T78" fmla="*/ 0 w 115"/>
                  <a:gd name="T79" fmla="*/ 0 h 236"/>
                  <a:gd name="T80" fmla="*/ 0 w 115"/>
                  <a:gd name="T81" fmla="*/ 0 h 2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5"/>
                  <a:gd name="T124" fmla="*/ 0 h 236"/>
                  <a:gd name="T125" fmla="*/ 115 w 115"/>
                  <a:gd name="T126" fmla="*/ 236 h 2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5" h="236">
                    <a:moveTo>
                      <a:pt x="0" y="128"/>
                    </a:moveTo>
                    <a:lnTo>
                      <a:pt x="0" y="148"/>
                    </a:lnTo>
                    <a:lnTo>
                      <a:pt x="5" y="166"/>
                    </a:lnTo>
                    <a:lnTo>
                      <a:pt x="13" y="184"/>
                    </a:lnTo>
                    <a:lnTo>
                      <a:pt x="24" y="198"/>
                    </a:lnTo>
                    <a:lnTo>
                      <a:pt x="39" y="211"/>
                    </a:lnTo>
                    <a:lnTo>
                      <a:pt x="55" y="223"/>
                    </a:lnTo>
                    <a:lnTo>
                      <a:pt x="74" y="231"/>
                    </a:lnTo>
                    <a:lnTo>
                      <a:pt x="92" y="235"/>
                    </a:lnTo>
                    <a:lnTo>
                      <a:pt x="98" y="236"/>
                    </a:lnTo>
                    <a:lnTo>
                      <a:pt x="104" y="234"/>
                    </a:lnTo>
                    <a:lnTo>
                      <a:pt x="109" y="231"/>
                    </a:lnTo>
                    <a:lnTo>
                      <a:pt x="111" y="226"/>
                    </a:lnTo>
                    <a:lnTo>
                      <a:pt x="111" y="220"/>
                    </a:lnTo>
                    <a:lnTo>
                      <a:pt x="110" y="215"/>
                    </a:lnTo>
                    <a:lnTo>
                      <a:pt x="107" y="210"/>
                    </a:lnTo>
                    <a:lnTo>
                      <a:pt x="101" y="208"/>
                    </a:lnTo>
                    <a:lnTo>
                      <a:pt x="82" y="201"/>
                    </a:lnTo>
                    <a:lnTo>
                      <a:pt x="64" y="192"/>
                    </a:lnTo>
                    <a:lnTo>
                      <a:pt x="50" y="179"/>
                    </a:lnTo>
                    <a:lnTo>
                      <a:pt x="40" y="165"/>
                    </a:lnTo>
                    <a:lnTo>
                      <a:pt x="33" y="148"/>
                    </a:lnTo>
                    <a:lnTo>
                      <a:pt x="29" y="130"/>
                    </a:lnTo>
                    <a:lnTo>
                      <a:pt x="29" y="110"/>
                    </a:lnTo>
                    <a:lnTo>
                      <a:pt x="35" y="89"/>
                    </a:lnTo>
                    <a:lnTo>
                      <a:pt x="43" y="74"/>
                    </a:lnTo>
                    <a:lnTo>
                      <a:pt x="56" y="60"/>
                    </a:lnTo>
                    <a:lnTo>
                      <a:pt x="70" y="46"/>
                    </a:lnTo>
                    <a:lnTo>
                      <a:pt x="85" y="33"/>
                    </a:lnTo>
                    <a:lnTo>
                      <a:pt x="98" y="23"/>
                    </a:lnTo>
                    <a:lnTo>
                      <a:pt x="109" y="12"/>
                    </a:lnTo>
                    <a:lnTo>
                      <a:pt x="115" y="6"/>
                    </a:lnTo>
                    <a:lnTo>
                      <a:pt x="115" y="0"/>
                    </a:lnTo>
                    <a:lnTo>
                      <a:pt x="102" y="4"/>
                    </a:lnTo>
                    <a:lnTo>
                      <a:pt x="85" y="12"/>
                    </a:lnTo>
                    <a:lnTo>
                      <a:pt x="68" y="26"/>
                    </a:lnTo>
                    <a:lnTo>
                      <a:pt x="49" y="42"/>
                    </a:lnTo>
                    <a:lnTo>
                      <a:pt x="32" y="61"/>
                    </a:lnTo>
                    <a:lnTo>
                      <a:pt x="17" y="82"/>
                    </a:lnTo>
                    <a:lnTo>
                      <a:pt x="6" y="105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69" name="Freeform 810">
                <a:extLst>
                  <a:ext uri="{FF2B5EF4-FFF2-40B4-BE49-F238E27FC236}">
                    <a16:creationId xmlns:a16="http://schemas.microsoft.com/office/drawing/2014/main" id="{AECD6B4B-8EF2-4762-B5F2-F6EE2A808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1" y="2643"/>
                <a:ext cx="87" cy="73"/>
              </a:xfrm>
              <a:custGeom>
                <a:avLst/>
                <a:gdLst>
                  <a:gd name="T0" fmla="*/ 0 w 245"/>
                  <a:gd name="T1" fmla="*/ 0 h 310"/>
                  <a:gd name="T2" fmla="*/ 0 w 245"/>
                  <a:gd name="T3" fmla="*/ 0 h 310"/>
                  <a:gd name="T4" fmla="*/ 0 w 245"/>
                  <a:gd name="T5" fmla="*/ 0 h 310"/>
                  <a:gd name="T6" fmla="*/ 0 w 245"/>
                  <a:gd name="T7" fmla="*/ 0 h 310"/>
                  <a:gd name="T8" fmla="*/ 0 w 245"/>
                  <a:gd name="T9" fmla="*/ 0 h 310"/>
                  <a:gd name="T10" fmla="*/ 0 w 245"/>
                  <a:gd name="T11" fmla="*/ 0 h 310"/>
                  <a:gd name="T12" fmla="*/ 0 w 245"/>
                  <a:gd name="T13" fmla="*/ 0 h 310"/>
                  <a:gd name="T14" fmla="*/ 0 w 245"/>
                  <a:gd name="T15" fmla="*/ 0 h 310"/>
                  <a:gd name="T16" fmla="*/ 0 w 245"/>
                  <a:gd name="T17" fmla="*/ 0 h 310"/>
                  <a:gd name="T18" fmla="*/ 0 w 245"/>
                  <a:gd name="T19" fmla="*/ 0 h 310"/>
                  <a:gd name="T20" fmla="*/ 0 w 245"/>
                  <a:gd name="T21" fmla="*/ 0 h 310"/>
                  <a:gd name="T22" fmla="*/ 0 w 245"/>
                  <a:gd name="T23" fmla="*/ 0 h 310"/>
                  <a:gd name="T24" fmla="*/ 0 w 245"/>
                  <a:gd name="T25" fmla="*/ 0 h 310"/>
                  <a:gd name="T26" fmla="*/ 0 w 245"/>
                  <a:gd name="T27" fmla="*/ 0 h 310"/>
                  <a:gd name="T28" fmla="*/ 0 w 245"/>
                  <a:gd name="T29" fmla="*/ 0 h 310"/>
                  <a:gd name="T30" fmla="*/ 0 w 245"/>
                  <a:gd name="T31" fmla="*/ 0 h 310"/>
                  <a:gd name="T32" fmla="*/ 0 w 245"/>
                  <a:gd name="T33" fmla="*/ 0 h 310"/>
                  <a:gd name="T34" fmla="*/ 0 w 245"/>
                  <a:gd name="T35" fmla="*/ 0 h 310"/>
                  <a:gd name="T36" fmla="*/ 0 w 245"/>
                  <a:gd name="T37" fmla="*/ 0 h 310"/>
                  <a:gd name="T38" fmla="*/ 0 w 245"/>
                  <a:gd name="T39" fmla="*/ 0 h 310"/>
                  <a:gd name="T40" fmla="*/ 0 w 245"/>
                  <a:gd name="T41" fmla="*/ 0 h 310"/>
                  <a:gd name="T42" fmla="*/ 0 w 245"/>
                  <a:gd name="T43" fmla="*/ 0 h 310"/>
                  <a:gd name="T44" fmla="*/ 0 w 245"/>
                  <a:gd name="T45" fmla="*/ 0 h 310"/>
                  <a:gd name="T46" fmla="*/ 0 w 245"/>
                  <a:gd name="T47" fmla="*/ 0 h 310"/>
                  <a:gd name="T48" fmla="*/ 0 w 245"/>
                  <a:gd name="T49" fmla="*/ 0 h 310"/>
                  <a:gd name="T50" fmla="*/ 0 w 245"/>
                  <a:gd name="T51" fmla="*/ 0 h 310"/>
                  <a:gd name="T52" fmla="*/ 0 w 245"/>
                  <a:gd name="T53" fmla="*/ 0 h 310"/>
                  <a:gd name="T54" fmla="*/ 0 w 245"/>
                  <a:gd name="T55" fmla="*/ 0 h 310"/>
                  <a:gd name="T56" fmla="*/ 0 w 245"/>
                  <a:gd name="T57" fmla="*/ 0 h 310"/>
                  <a:gd name="T58" fmla="*/ 0 w 245"/>
                  <a:gd name="T59" fmla="*/ 0 h 310"/>
                  <a:gd name="T60" fmla="*/ 0 w 245"/>
                  <a:gd name="T61" fmla="*/ 0 h 310"/>
                  <a:gd name="T62" fmla="*/ 0 w 245"/>
                  <a:gd name="T63" fmla="*/ 0 h 310"/>
                  <a:gd name="T64" fmla="*/ 0 w 245"/>
                  <a:gd name="T65" fmla="*/ 0 h 310"/>
                  <a:gd name="T66" fmla="*/ 0 w 245"/>
                  <a:gd name="T67" fmla="*/ 0 h 310"/>
                  <a:gd name="T68" fmla="*/ 0 w 245"/>
                  <a:gd name="T69" fmla="*/ 0 h 310"/>
                  <a:gd name="T70" fmla="*/ 0 w 245"/>
                  <a:gd name="T71" fmla="*/ 0 h 310"/>
                  <a:gd name="T72" fmla="*/ 0 w 245"/>
                  <a:gd name="T73" fmla="*/ 0 h 310"/>
                  <a:gd name="T74" fmla="*/ 0 w 245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5"/>
                  <a:gd name="T115" fmla="*/ 0 h 310"/>
                  <a:gd name="T116" fmla="*/ 245 w 245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5" h="310">
                    <a:moveTo>
                      <a:pt x="200" y="116"/>
                    </a:moveTo>
                    <a:lnTo>
                      <a:pt x="208" y="124"/>
                    </a:lnTo>
                    <a:lnTo>
                      <a:pt x="214" y="133"/>
                    </a:lnTo>
                    <a:lnTo>
                      <a:pt x="220" y="144"/>
                    </a:lnTo>
                    <a:lnTo>
                      <a:pt x="223" y="154"/>
                    </a:lnTo>
                    <a:lnTo>
                      <a:pt x="226" y="164"/>
                    </a:lnTo>
                    <a:lnTo>
                      <a:pt x="224" y="176"/>
                    </a:lnTo>
                    <a:lnTo>
                      <a:pt x="222" y="187"/>
                    </a:lnTo>
                    <a:lnTo>
                      <a:pt x="216" y="198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9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2" y="264"/>
                    </a:lnTo>
                    <a:lnTo>
                      <a:pt x="132" y="275"/>
                    </a:lnTo>
                    <a:lnTo>
                      <a:pt x="128" y="278"/>
                    </a:lnTo>
                    <a:lnTo>
                      <a:pt x="126" y="283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2" y="306"/>
                    </a:lnTo>
                    <a:lnTo>
                      <a:pt x="126" y="309"/>
                    </a:lnTo>
                    <a:lnTo>
                      <a:pt x="131" y="310"/>
                    </a:lnTo>
                    <a:lnTo>
                      <a:pt x="135" y="310"/>
                    </a:lnTo>
                    <a:lnTo>
                      <a:pt x="139" y="309"/>
                    </a:lnTo>
                    <a:lnTo>
                      <a:pt x="142" y="306"/>
                    </a:lnTo>
                    <a:lnTo>
                      <a:pt x="154" y="292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20" y="233"/>
                    </a:lnTo>
                    <a:lnTo>
                      <a:pt x="230" y="219"/>
                    </a:lnTo>
                    <a:lnTo>
                      <a:pt x="238" y="204"/>
                    </a:lnTo>
                    <a:lnTo>
                      <a:pt x="244" y="186"/>
                    </a:lnTo>
                    <a:lnTo>
                      <a:pt x="245" y="169"/>
                    </a:lnTo>
                    <a:lnTo>
                      <a:pt x="243" y="152"/>
                    </a:lnTo>
                    <a:lnTo>
                      <a:pt x="237" y="134"/>
                    </a:lnTo>
                    <a:lnTo>
                      <a:pt x="228" y="119"/>
                    </a:lnTo>
                    <a:lnTo>
                      <a:pt x="217" y="105"/>
                    </a:lnTo>
                    <a:lnTo>
                      <a:pt x="203" y="93"/>
                    </a:lnTo>
                    <a:lnTo>
                      <a:pt x="188" y="83"/>
                    </a:lnTo>
                    <a:lnTo>
                      <a:pt x="176" y="76"/>
                    </a:lnTo>
                    <a:lnTo>
                      <a:pt x="163" y="69"/>
                    </a:lnTo>
                    <a:lnTo>
                      <a:pt x="151" y="61"/>
                    </a:lnTo>
                    <a:lnTo>
                      <a:pt x="136" y="54"/>
                    </a:lnTo>
                    <a:lnTo>
                      <a:pt x="122" y="46"/>
                    </a:lnTo>
                    <a:lnTo>
                      <a:pt x="107" y="39"/>
                    </a:lnTo>
                    <a:lnTo>
                      <a:pt x="93" y="31"/>
                    </a:lnTo>
                    <a:lnTo>
                      <a:pt x="79" y="24"/>
                    </a:lnTo>
                    <a:lnTo>
                      <a:pt x="66" y="18"/>
                    </a:lnTo>
                    <a:lnTo>
                      <a:pt x="53" y="13"/>
                    </a:lnTo>
                    <a:lnTo>
                      <a:pt x="40" y="8"/>
                    </a:lnTo>
                    <a:lnTo>
                      <a:pt x="30" y="5"/>
                    </a:lnTo>
                    <a:lnTo>
                      <a:pt x="20" y="1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1" y="8"/>
                    </a:lnTo>
                    <a:lnTo>
                      <a:pt x="23" y="14"/>
                    </a:lnTo>
                    <a:lnTo>
                      <a:pt x="36" y="20"/>
                    </a:lnTo>
                    <a:lnTo>
                      <a:pt x="47" y="25"/>
                    </a:lnTo>
                    <a:lnTo>
                      <a:pt x="60" y="31"/>
                    </a:lnTo>
                    <a:lnTo>
                      <a:pt x="73" y="37"/>
                    </a:lnTo>
                    <a:lnTo>
                      <a:pt x="86" y="44"/>
                    </a:lnTo>
                    <a:lnTo>
                      <a:pt x="99" y="51"/>
                    </a:lnTo>
                    <a:lnTo>
                      <a:pt x="113" y="57"/>
                    </a:lnTo>
                    <a:lnTo>
                      <a:pt x="126" y="64"/>
                    </a:lnTo>
                    <a:lnTo>
                      <a:pt x="139" y="71"/>
                    </a:lnTo>
                    <a:lnTo>
                      <a:pt x="152" y="79"/>
                    </a:lnTo>
                    <a:lnTo>
                      <a:pt x="165" y="88"/>
                    </a:lnTo>
                    <a:lnTo>
                      <a:pt x="176" y="96"/>
                    </a:lnTo>
                    <a:lnTo>
                      <a:pt x="188" y="106"/>
                    </a:lnTo>
                    <a:lnTo>
                      <a:pt x="200" y="1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pic>
          <p:nvPicPr>
            <p:cNvPr id="54657" name="Picture 811" descr="access_point_stylized_gray_small">
              <a:extLst>
                <a:ext uri="{FF2B5EF4-FFF2-40B4-BE49-F238E27FC236}">
                  <a16:creationId xmlns:a16="http://schemas.microsoft.com/office/drawing/2014/main" id="{37BA1D49-37FE-41C3-B373-E06A7544DC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" y="3642"/>
              <a:ext cx="43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4324" name="Group 812">
            <a:extLst>
              <a:ext uri="{FF2B5EF4-FFF2-40B4-BE49-F238E27FC236}">
                <a16:creationId xmlns:a16="http://schemas.microsoft.com/office/drawing/2014/main" id="{55134BFA-7494-4DC1-9714-14C7F40017E4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509963"/>
            <a:ext cx="398463" cy="358775"/>
            <a:chOff x="5072" y="3611"/>
            <a:chExt cx="459" cy="380"/>
          </a:xfrm>
        </p:grpSpPr>
        <p:grpSp>
          <p:nvGrpSpPr>
            <p:cNvPr id="54642" name="Group 813">
              <a:extLst>
                <a:ext uri="{FF2B5EF4-FFF2-40B4-BE49-F238E27FC236}">
                  <a16:creationId xmlns:a16="http://schemas.microsoft.com/office/drawing/2014/main" id="{71767753-2055-4D54-8AFE-A300EE7158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4" y="3611"/>
              <a:ext cx="387" cy="99"/>
              <a:chOff x="5030" y="2639"/>
              <a:chExt cx="387" cy="99"/>
            </a:xfrm>
          </p:grpSpPr>
          <p:sp>
            <p:nvSpPr>
              <p:cNvPr id="54644" name="Freeform 814">
                <a:extLst>
                  <a:ext uri="{FF2B5EF4-FFF2-40B4-BE49-F238E27FC236}">
                    <a16:creationId xmlns:a16="http://schemas.microsoft.com/office/drawing/2014/main" id="{5BA3FED8-ED6F-482A-974B-7B5E8B354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4" y="2657"/>
                <a:ext cx="69" cy="55"/>
              </a:xfrm>
              <a:custGeom>
                <a:avLst/>
                <a:gdLst>
                  <a:gd name="T0" fmla="*/ 0 w 199"/>
                  <a:gd name="T1" fmla="*/ 0 h 232"/>
                  <a:gd name="T2" fmla="*/ 0 w 199"/>
                  <a:gd name="T3" fmla="*/ 0 h 232"/>
                  <a:gd name="T4" fmla="*/ 0 w 199"/>
                  <a:gd name="T5" fmla="*/ 0 h 232"/>
                  <a:gd name="T6" fmla="*/ 0 w 199"/>
                  <a:gd name="T7" fmla="*/ 0 h 232"/>
                  <a:gd name="T8" fmla="*/ 0 w 199"/>
                  <a:gd name="T9" fmla="*/ 0 h 232"/>
                  <a:gd name="T10" fmla="*/ 0 w 199"/>
                  <a:gd name="T11" fmla="*/ 0 h 232"/>
                  <a:gd name="T12" fmla="*/ 0 w 199"/>
                  <a:gd name="T13" fmla="*/ 0 h 232"/>
                  <a:gd name="T14" fmla="*/ 0 w 199"/>
                  <a:gd name="T15" fmla="*/ 0 h 232"/>
                  <a:gd name="T16" fmla="*/ 0 w 199"/>
                  <a:gd name="T17" fmla="*/ 0 h 232"/>
                  <a:gd name="T18" fmla="*/ 0 w 199"/>
                  <a:gd name="T19" fmla="*/ 0 h 232"/>
                  <a:gd name="T20" fmla="*/ 0 w 199"/>
                  <a:gd name="T21" fmla="*/ 0 h 232"/>
                  <a:gd name="T22" fmla="*/ 0 w 199"/>
                  <a:gd name="T23" fmla="*/ 0 h 232"/>
                  <a:gd name="T24" fmla="*/ 0 w 199"/>
                  <a:gd name="T25" fmla="*/ 0 h 232"/>
                  <a:gd name="T26" fmla="*/ 0 w 199"/>
                  <a:gd name="T27" fmla="*/ 0 h 232"/>
                  <a:gd name="T28" fmla="*/ 0 w 199"/>
                  <a:gd name="T29" fmla="*/ 0 h 232"/>
                  <a:gd name="T30" fmla="*/ 0 w 199"/>
                  <a:gd name="T31" fmla="*/ 0 h 232"/>
                  <a:gd name="T32" fmla="*/ 0 w 199"/>
                  <a:gd name="T33" fmla="*/ 0 h 232"/>
                  <a:gd name="T34" fmla="*/ 0 w 199"/>
                  <a:gd name="T35" fmla="*/ 0 h 232"/>
                  <a:gd name="T36" fmla="*/ 0 w 199"/>
                  <a:gd name="T37" fmla="*/ 0 h 232"/>
                  <a:gd name="T38" fmla="*/ 0 w 199"/>
                  <a:gd name="T39" fmla="*/ 0 h 232"/>
                  <a:gd name="T40" fmla="*/ 0 w 199"/>
                  <a:gd name="T41" fmla="*/ 0 h 232"/>
                  <a:gd name="T42" fmla="*/ 0 w 199"/>
                  <a:gd name="T43" fmla="*/ 0 h 232"/>
                  <a:gd name="T44" fmla="*/ 0 w 199"/>
                  <a:gd name="T45" fmla="*/ 0 h 232"/>
                  <a:gd name="T46" fmla="*/ 0 w 199"/>
                  <a:gd name="T47" fmla="*/ 0 h 232"/>
                  <a:gd name="T48" fmla="*/ 0 w 199"/>
                  <a:gd name="T49" fmla="*/ 0 h 232"/>
                  <a:gd name="T50" fmla="*/ 0 w 199"/>
                  <a:gd name="T51" fmla="*/ 0 h 232"/>
                  <a:gd name="T52" fmla="*/ 0 w 199"/>
                  <a:gd name="T53" fmla="*/ 0 h 232"/>
                  <a:gd name="T54" fmla="*/ 0 w 199"/>
                  <a:gd name="T55" fmla="*/ 0 h 232"/>
                  <a:gd name="T56" fmla="*/ 0 w 199"/>
                  <a:gd name="T57" fmla="*/ 0 h 232"/>
                  <a:gd name="T58" fmla="*/ 0 w 199"/>
                  <a:gd name="T59" fmla="*/ 0 h 232"/>
                  <a:gd name="T60" fmla="*/ 0 w 199"/>
                  <a:gd name="T61" fmla="*/ 0 h 232"/>
                  <a:gd name="T62" fmla="*/ 0 w 199"/>
                  <a:gd name="T63" fmla="*/ 0 h 232"/>
                  <a:gd name="T64" fmla="*/ 0 w 199"/>
                  <a:gd name="T65" fmla="*/ 0 h 232"/>
                  <a:gd name="T66" fmla="*/ 0 w 199"/>
                  <a:gd name="T67" fmla="*/ 0 h 232"/>
                  <a:gd name="T68" fmla="*/ 0 w 199"/>
                  <a:gd name="T69" fmla="*/ 0 h 232"/>
                  <a:gd name="T70" fmla="*/ 0 w 199"/>
                  <a:gd name="T71" fmla="*/ 0 h 232"/>
                  <a:gd name="T72" fmla="*/ 0 w 199"/>
                  <a:gd name="T73" fmla="*/ 0 h 232"/>
                  <a:gd name="T74" fmla="*/ 0 w 199"/>
                  <a:gd name="T75" fmla="*/ 0 h 232"/>
                  <a:gd name="T76" fmla="*/ 0 w 199"/>
                  <a:gd name="T77" fmla="*/ 0 h 232"/>
                  <a:gd name="T78" fmla="*/ 0 w 199"/>
                  <a:gd name="T79" fmla="*/ 0 h 232"/>
                  <a:gd name="T80" fmla="*/ 0 w 199"/>
                  <a:gd name="T81" fmla="*/ 0 h 232"/>
                  <a:gd name="T82" fmla="*/ 0 w 199"/>
                  <a:gd name="T83" fmla="*/ 0 h 232"/>
                  <a:gd name="T84" fmla="*/ 0 w 199"/>
                  <a:gd name="T85" fmla="*/ 0 h 232"/>
                  <a:gd name="T86" fmla="*/ 0 w 199"/>
                  <a:gd name="T87" fmla="*/ 0 h 232"/>
                  <a:gd name="T88" fmla="*/ 0 w 199"/>
                  <a:gd name="T89" fmla="*/ 0 h 232"/>
                  <a:gd name="T90" fmla="*/ 0 w 199"/>
                  <a:gd name="T91" fmla="*/ 0 h 232"/>
                  <a:gd name="T92" fmla="*/ 0 w 199"/>
                  <a:gd name="T93" fmla="*/ 0 h 232"/>
                  <a:gd name="T94" fmla="*/ 0 w 199"/>
                  <a:gd name="T95" fmla="*/ 0 h 232"/>
                  <a:gd name="T96" fmla="*/ 0 w 199"/>
                  <a:gd name="T97" fmla="*/ 0 h 23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"/>
                  <a:gd name="T148" fmla="*/ 0 h 232"/>
                  <a:gd name="T149" fmla="*/ 199 w 199"/>
                  <a:gd name="T150" fmla="*/ 232 h 23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" h="232">
                    <a:moveTo>
                      <a:pt x="70" y="29"/>
                    </a:moveTo>
                    <a:lnTo>
                      <a:pt x="55" y="39"/>
                    </a:lnTo>
                    <a:lnTo>
                      <a:pt x="42" y="50"/>
                    </a:lnTo>
                    <a:lnTo>
                      <a:pt x="30" y="63"/>
                    </a:lnTo>
                    <a:lnTo>
                      <a:pt x="20" y="77"/>
                    </a:lnTo>
                    <a:lnTo>
                      <a:pt x="12" y="91"/>
                    </a:lnTo>
                    <a:lnTo>
                      <a:pt x="6" y="108"/>
                    </a:lnTo>
                    <a:lnTo>
                      <a:pt x="2" y="125"/>
                    </a:lnTo>
                    <a:lnTo>
                      <a:pt x="0" y="142"/>
                    </a:lnTo>
                    <a:lnTo>
                      <a:pt x="2" y="166"/>
                    </a:lnTo>
                    <a:lnTo>
                      <a:pt x="12" y="186"/>
                    </a:lnTo>
                    <a:lnTo>
                      <a:pt x="26" y="203"/>
                    </a:lnTo>
                    <a:lnTo>
                      <a:pt x="45" y="216"/>
                    </a:lnTo>
                    <a:lnTo>
                      <a:pt x="66" y="226"/>
                    </a:lnTo>
                    <a:lnTo>
                      <a:pt x="88" y="230"/>
                    </a:lnTo>
                    <a:lnTo>
                      <a:pt x="111" y="232"/>
                    </a:lnTo>
                    <a:lnTo>
                      <a:pt x="134" y="228"/>
                    </a:lnTo>
                    <a:lnTo>
                      <a:pt x="138" y="228"/>
                    </a:lnTo>
                    <a:lnTo>
                      <a:pt x="143" y="226"/>
                    </a:lnTo>
                    <a:lnTo>
                      <a:pt x="147" y="222"/>
                    </a:lnTo>
                    <a:lnTo>
                      <a:pt x="148" y="218"/>
                    </a:lnTo>
                    <a:lnTo>
                      <a:pt x="145" y="212"/>
                    </a:lnTo>
                    <a:lnTo>
                      <a:pt x="141" y="207"/>
                    </a:lnTo>
                    <a:lnTo>
                      <a:pt x="135" y="203"/>
                    </a:lnTo>
                    <a:lnTo>
                      <a:pt x="129" y="201"/>
                    </a:lnTo>
                    <a:lnTo>
                      <a:pt x="117" y="197"/>
                    </a:lnTo>
                    <a:lnTo>
                      <a:pt x="105" y="195"/>
                    </a:lnTo>
                    <a:lnTo>
                      <a:pt x="94" y="193"/>
                    </a:lnTo>
                    <a:lnTo>
                      <a:pt x="83" y="190"/>
                    </a:lnTo>
                    <a:lnTo>
                      <a:pt x="73" y="187"/>
                    </a:lnTo>
                    <a:lnTo>
                      <a:pt x="62" y="182"/>
                    </a:lnTo>
                    <a:lnTo>
                      <a:pt x="53" y="176"/>
                    </a:lnTo>
                    <a:lnTo>
                      <a:pt x="43" y="167"/>
                    </a:lnTo>
                    <a:lnTo>
                      <a:pt x="40" y="128"/>
                    </a:lnTo>
                    <a:lnTo>
                      <a:pt x="49" y="96"/>
                    </a:lnTo>
                    <a:lnTo>
                      <a:pt x="68" y="71"/>
                    </a:lnTo>
                    <a:lnTo>
                      <a:pt x="94" y="50"/>
                    </a:lnTo>
                    <a:lnTo>
                      <a:pt x="122" y="34"/>
                    </a:lnTo>
                    <a:lnTo>
                      <a:pt x="151" y="21"/>
                    </a:lnTo>
                    <a:lnTo>
                      <a:pt x="178" y="12"/>
                    </a:lnTo>
                    <a:lnTo>
                      <a:pt x="199" y="4"/>
                    </a:lnTo>
                    <a:lnTo>
                      <a:pt x="186" y="1"/>
                    </a:lnTo>
                    <a:lnTo>
                      <a:pt x="172" y="0"/>
                    </a:lnTo>
                    <a:lnTo>
                      <a:pt x="156" y="2"/>
                    </a:lnTo>
                    <a:lnTo>
                      <a:pt x="138" y="4"/>
                    </a:lnTo>
                    <a:lnTo>
                      <a:pt x="121" y="10"/>
                    </a:lnTo>
                    <a:lnTo>
                      <a:pt x="103" y="16"/>
                    </a:lnTo>
                    <a:lnTo>
                      <a:pt x="86" y="23"/>
                    </a:lnTo>
                    <a:lnTo>
                      <a:pt x="70" y="2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45" name="Freeform 815">
                <a:extLst>
                  <a:ext uri="{FF2B5EF4-FFF2-40B4-BE49-F238E27FC236}">
                    <a16:creationId xmlns:a16="http://schemas.microsoft.com/office/drawing/2014/main" id="{CAD3E637-442E-46B4-8707-B56DF4010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2" y="2656"/>
                <a:ext cx="47" cy="42"/>
              </a:xfrm>
              <a:custGeom>
                <a:avLst/>
                <a:gdLst>
                  <a:gd name="T0" fmla="*/ 0 w 128"/>
                  <a:gd name="T1" fmla="*/ 0 h 180"/>
                  <a:gd name="T2" fmla="*/ 0 w 128"/>
                  <a:gd name="T3" fmla="*/ 0 h 180"/>
                  <a:gd name="T4" fmla="*/ 0 w 128"/>
                  <a:gd name="T5" fmla="*/ 0 h 180"/>
                  <a:gd name="T6" fmla="*/ 0 w 128"/>
                  <a:gd name="T7" fmla="*/ 0 h 180"/>
                  <a:gd name="T8" fmla="*/ 0 w 128"/>
                  <a:gd name="T9" fmla="*/ 0 h 180"/>
                  <a:gd name="T10" fmla="*/ 0 w 128"/>
                  <a:gd name="T11" fmla="*/ 0 h 180"/>
                  <a:gd name="T12" fmla="*/ 0 w 128"/>
                  <a:gd name="T13" fmla="*/ 0 h 180"/>
                  <a:gd name="T14" fmla="*/ 0 w 128"/>
                  <a:gd name="T15" fmla="*/ 0 h 180"/>
                  <a:gd name="T16" fmla="*/ 0 w 128"/>
                  <a:gd name="T17" fmla="*/ 0 h 180"/>
                  <a:gd name="T18" fmla="*/ 0 w 128"/>
                  <a:gd name="T19" fmla="*/ 0 h 180"/>
                  <a:gd name="T20" fmla="*/ 0 w 128"/>
                  <a:gd name="T21" fmla="*/ 0 h 180"/>
                  <a:gd name="T22" fmla="*/ 0 w 128"/>
                  <a:gd name="T23" fmla="*/ 0 h 180"/>
                  <a:gd name="T24" fmla="*/ 0 w 128"/>
                  <a:gd name="T25" fmla="*/ 0 h 180"/>
                  <a:gd name="T26" fmla="*/ 0 w 128"/>
                  <a:gd name="T27" fmla="*/ 0 h 180"/>
                  <a:gd name="T28" fmla="*/ 0 w 128"/>
                  <a:gd name="T29" fmla="*/ 0 h 180"/>
                  <a:gd name="T30" fmla="*/ 0 w 128"/>
                  <a:gd name="T31" fmla="*/ 0 h 180"/>
                  <a:gd name="T32" fmla="*/ 0 w 128"/>
                  <a:gd name="T33" fmla="*/ 0 h 180"/>
                  <a:gd name="T34" fmla="*/ 0 w 128"/>
                  <a:gd name="T35" fmla="*/ 0 h 180"/>
                  <a:gd name="T36" fmla="*/ 0 w 128"/>
                  <a:gd name="T37" fmla="*/ 0 h 180"/>
                  <a:gd name="T38" fmla="*/ 0 w 128"/>
                  <a:gd name="T39" fmla="*/ 0 h 180"/>
                  <a:gd name="T40" fmla="*/ 0 w 128"/>
                  <a:gd name="T41" fmla="*/ 0 h 180"/>
                  <a:gd name="T42" fmla="*/ 0 w 128"/>
                  <a:gd name="T43" fmla="*/ 0 h 180"/>
                  <a:gd name="T44" fmla="*/ 0 w 128"/>
                  <a:gd name="T45" fmla="*/ 0 h 180"/>
                  <a:gd name="T46" fmla="*/ 0 w 128"/>
                  <a:gd name="T47" fmla="*/ 0 h 180"/>
                  <a:gd name="T48" fmla="*/ 0 w 128"/>
                  <a:gd name="T49" fmla="*/ 0 h 180"/>
                  <a:gd name="T50" fmla="*/ 0 w 128"/>
                  <a:gd name="T51" fmla="*/ 0 h 180"/>
                  <a:gd name="T52" fmla="*/ 0 w 128"/>
                  <a:gd name="T53" fmla="*/ 0 h 180"/>
                  <a:gd name="T54" fmla="*/ 0 w 128"/>
                  <a:gd name="T55" fmla="*/ 0 h 180"/>
                  <a:gd name="T56" fmla="*/ 0 w 128"/>
                  <a:gd name="T57" fmla="*/ 0 h 180"/>
                  <a:gd name="T58" fmla="*/ 0 w 128"/>
                  <a:gd name="T59" fmla="*/ 0 h 180"/>
                  <a:gd name="T60" fmla="*/ 0 w 128"/>
                  <a:gd name="T61" fmla="*/ 0 h 180"/>
                  <a:gd name="T62" fmla="*/ 0 w 128"/>
                  <a:gd name="T63" fmla="*/ 0 h 180"/>
                  <a:gd name="T64" fmla="*/ 0 w 128"/>
                  <a:gd name="T65" fmla="*/ 0 h 180"/>
                  <a:gd name="T66" fmla="*/ 0 w 128"/>
                  <a:gd name="T67" fmla="*/ 0 h 180"/>
                  <a:gd name="T68" fmla="*/ 0 w 128"/>
                  <a:gd name="T69" fmla="*/ 0 h 180"/>
                  <a:gd name="T70" fmla="*/ 0 w 128"/>
                  <a:gd name="T71" fmla="*/ 0 h 180"/>
                  <a:gd name="T72" fmla="*/ 0 w 128"/>
                  <a:gd name="T73" fmla="*/ 0 h 180"/>
                  <a:gd name="T74" fmla="*/ 0 w 128"/>
                  <a:gd name="T75" fmla="*/ 0 h 180"/>
                  <a:gd name="T76" fmla="*/ 0 w 128"/>
                  <a:gd name="T77" fmla="*/ 0 h 180"/>
                  <a:gd name="T78" fmla="*/ 0 w 128"/>
                  <a:gd name="T79" fmla="*/ 0 h 180"/>
                  <a:gd name="T80" fmla="*/ 0 w 128"/>
                  <a:gd name="T81" fmla="*/ 0 h 1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0"/>
                  <a:gd name="T125" fmla="*/ 128 w 128"/>
                  <a:gd name="T126" fmla="*/ 180 h 1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0">
                    <a:moveTo>
                      <a:pt x="108" y="59"/>
                    </a:moveTo>
                    <a:lnTo>
                      <a:pt x="113" y="77"/>
                    </a:lnTo>
                    <a:lnTo>
                      <a:pt x="111" y="94"/>
                    </a:lnTo>
                    <a:lnTo>
                      <a:pt x="103" y="108"/>
                    </a:lnTo>
                    <a:lnTo>
                      <a:pt x="91" y="121"/>
                    </a:lnTo>
                    <a:lnTo>
                      <a:pt x="77" y="132"/>
                    </a:lnTo>
                    <a:lnTo>
                      <a:pt x="61" y="144"/>
                    </a:lnTo>
                    <a:lnTo>
                      <a:pt x="45" y="154"/>
                    </a:lnTo>
                    <a:lnTo>
                      <a:pt x="30" y="164"/>
                    </a:lnTo>
                    <a:lnTo>
                      <a:pt x="28" y="168"/>
                    </a:lnTo>
                    <a:lnTo>
                      <a:pt x="27" y="170"/>
                    </a:lnTo>
                    <a:lnTo>
                      <a:pt x="27" y="174"/>
                    </a:lnTo>
                    <a:lnTo>
                      <a:pt x="28" y="177"/>
                    </a:lnTo>
                    <a:lnTo>
                      <a:pt x="32" y="179"/>
                    </a:lnTo>
                    <a:lnTo>
                      <a:pt x="35" y="180"/>
                    </a:lnTo>
                    <a:lnTo>
                      <a:pt x="37" y="180"/>
                    </a:lnTo>
                    <a:lnTo>
                      <a:pt x="41" y="179"/>
                    </a:lnTo>
                    <a:lnTo>
                      <a:pt x="60" y="169"/>
                    </a:lnTo>
                    <a:lnTo>
                      <a:pt x="77" y="158"/>
                    </a:lnTo>
                    <a:lnTo>
                      <a:pt x="94" y="145"/>
                    </a:lnTo>
                    <a:lnTo>
                      <a:pt x="109" y="130"/>
                    </a:lnTo>
                    <a:lnTo>
                      <a:pt x="120" y="114"/>
                    </a:lnTo>
                    <a:lnTo>
                      <a:pt x="127" y="95"/>
                    </a:lnTo>
                    <a:lnTo>
                      <a:pt x="128" y="76"/>
                    </a:lnTo>
                    <a:lnTo>
                      <a:pt x="123" y="55"/>
                    </a:lnTo>
                    <a:lnTo>
                      <a:pt x="113" y="39"/>
                    </a:lnTo>
                    <a:lnTo>
                      <a:pt x="97" y="25"/>
                    </a:lnTo>
                    <a:lnTo>
                      <a:pt x="79" y="15"/>
                    </a:lnTo>
                    <a:lnTo>
                      <a:pt x="57" y="7"/>
                    </a:lnTo>
                    <a:lnTo>
                      <a:pt x="36" y="2"/>
                    </a:lnTo>
                    <a:lnTo>
                      <a:pt x="19" y="0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14" y="9"/>
                    </a:lnTo>
                    <a:lnTo>
                      <a:pt x="29" y="14"/>
                    </a:lnTo>
                    <a:lnTo>
                      <a:pt x="46" y="19"/>
                    </a:lnTo>
                    <a:lnTo>
                      <a:pt x="61" y="23"/>
                    </a:lnTo>
                    <a:lnTo>
                      <a:pt x="76" y="29"/>
                    </a:lnTo>
                    <a:lnTo>
                      <a:pt x="89" y="37"/>
                    </a:lnTo>
                    <a:lnTo>
                      <a:pt x="100" y="46"/>
                    </a:lnTo>
                    <a:lnTo>
                      <a:pt x="108" y="5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46" name="Freeform 816">
                <a:extLst>
                  <a:ext uri="{FF2B5EF4-FFF2-40B4-BE49-F238E27FC236}">
                    <a16:creationId xmlns:a16="http://schemas.microsoft.com/office/drawing/2014/main" id="{01E30378-DACE-405E-B5BA-ECA42A1A9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9" y="2646"/>
                <a:ext cx="114" cy="88"/>
              </a:xfrm>
              <a:custGeom>
                <a:avLst/>
                <a:gdLst>
                  <a:gd name="T0" fmla="*/ 0 w 322"/>
                  <a:gd name="T1" fmla="*/ 0 h 378"/>
                  <a:gd name="T2" fmla="*/ 0 w 322"/>
                  <a:gd name="T3" fmla="*/ 0 h 378"/>
                  <a:gd name="T4" fmla="*/ 0 w 322"/>
                  <a:gd name="T5" fmla="*/ 0 h 378"/>
                  <a:gd name="T6" fmla="*/ 0 w 322"/>
                  <a:gd name="T7" fmla="*/ 0 h 378"/>
                  <a:gd name="T8" fmla="*/ 0 w 322"/>
                  <a:gd name="T9" fmla="*/ 0 h 378"/>
                  <a:gd name="T10" fmla="*/ 0 w 322"/>
                  <a:gd name="T11" fmla="*/ 0 h 378"/>
                  <a:gd name="T12" fmla="*/ 0 w 322"/>
                  <a:gd name="T13" fmla="*/ 0 h 378"/>
                  <a:gd name="T14" fmla="*/ 0 w 322"/>
                  <a:gd name="T15" fmla="*/ 0 h 378"/>
                  <a:gd name="T16" fmla="*/ 0 w 322"/>
                  <a:gd name="T17" fmla="*/ 0 h 378"/>
                  <a:gd name="T18" fmla="*/ 0 w 322"/>
                  <a:gd name="T19" fmla="*/ 0 h 378"/>
                  <a:gd name="T20" fmla="*/ 0 w 322"/>
                  <a:gd name="T21" fmla="*/ 0 h 378"/>
                  <a:gd name="T22" fmla="*/ 0 w 322"/>
                  <a:gd name="T23" fmla="*/ 0 h 378"/>
                  <a:gd name="T24" fmla="*/ 0 w 322"/>
                  <a:gd name="T25" fmla="*/ 0 h 378"/>
                  <a:gd name="T26" fmla="*/ 0 w 322"/>
                  <a:gd name="T27" fmla="*/ 0 h 378"/>
                  <a:gd name="T28" fmla="*/ 0 w 322"/>
                  <a:gd name="T29" fmla="*/ 0 h 378"/>
                  <a:gd name="T30" fmla="*/ 0 w 322"/>
                  <a:gd name="T31" fmla="*/ 0 h 378"/>
                  <a:gd name="T32" fmla="*/ 0 w 322"/>
                  <a:gd name="T33" fmla="*/ 0 h 378"/>
                  <a:gd name="T34" fmla="*/ 0 w 322"/>
                  <a:gd name="T35" fmla="*/ 0 h 378"/>
                  <a:gd name="T36" fmla="*/ 0 w 322"/>
                  <a:gd name="T37" fmla="*/ 0 h 378"/>
                  <a:gd name="T38" fmla="*/ 0 w 322"/>
                  <a:gd name="T39" fmla="*/ 0 h 378"/>
                  <a:gd name="T40" fmla="*/ 0 w 322"/>
                  <a:gd name="T41" fmla="*/ 0 h 378"/>
                  <a:gd name="T42" fmla="*/ 0 w 322"/>
                  <a:gd name="T43" fmla="*/ 0 h 378"/>
                  <a:gd name="T44" fmla="*/ 0 w 322"/>
                  <a:gd name="T45" fmla="*/ 0 h 378"/>
                  <a:gd name="T46" fmla="*/ 0 w 322"/>
                  <a:gd name="T47" fmla="*/ 0 h 378"/>
                  <a:gd name="T48" fmla="*/ 0 w 322"/>
                  <a:gd name="T49" fmla="*/ 0 h 378"/>
                  <a:gd name="T50" fmla="*/ 0 w 322"/>
                  <a:gd name="T51" fmla="*/ 0 h 378"/>
                  <a:gd name="T52" fmla="*/ 0 w 322"/>
                  <a:gd name="T53" fmla="*/ 0 h 378"/>
                  <a:gd name="T54" fmla="*/ 0 w 322"/>
                  <a:gd name="T55" fmla="*/ 0 h 378"/>
                  <a:gd name="T56" fmla="*/ 0 w 322"/>
                  <a:gd name="T57" fmla="*/ 0 h 378"/>
                  <a:gd name="T58" fmla="*/ 0 w 322"/>
                  <a:gd name="T59" fmla="*/ 0 h 378"/>
                  <a:gd name="T60" fmla="*/ 0 w 322"/>
                  <a:gd name="T61" fmla="*/ 0 h 378"/>
                  <a:gd name="T62" fmla="*/ 0 w 322"/>
                  <a:gd name="T63" fmla="*/ 0 h 378"/>
                  <a:gd name="T64" fmla="*/ 0 w 322"/>
                  <a:gd name="T65" fmla="*/ 0 h 378"/>
                  <a:gd name="T66" fmla="*/ 0 w 322"/>
                  <a:gd name="T67" fmla="*/ 0 h 378"/>
                  <a:gd name="T68" fmla="*/ 0 w 322"/>
                  <a:gd name="T69" fmla="*/ 0 h 378"/>
                  <a:gd name="T70" fmla="*/ 0 w 322"/>
                  <a:gd name="T71" fmla="*/ 0 h 378"/>
                  <a:gd name="T72" fmla="*/ 0 w 322"/>
                  <a:gd name="T73" fmla="*/ 0 h 378"/>
                  <a:gd name="T74" fmla="*/ 0 w 322"/>
                  <a:gd name="T75" fmla="*/ 0 h 378"/>
                  <a:gd name="T76" fmla="*/ 0 w 322"/>
                  <a:gd name="T77" fmla="*/ 0 h 378"/>
                  <a:gd name="T78" fmla="*/ 0 w 322"/>
                  <a:gd name="T79" fmla="*/ 0 h 378"/>
                  <a:gd name="T80" fmla="*/ 0 w 322"/>
                  <a:gd name="T81" fmla="*/ 0 h 378"/>
                  <a:gd name="T82" fmla="*/ 0 w 322"/>
                  <a:gd name="T83" fmla="*/ 0 h 378"/>
                  <a:gd name="T84" fmla="*/ 0 w 322"/>
                  <a:gd name="T85" fmla="*/ 0 h 378"/>
                  <a:gd name="T86" fmla="*/ 0 w 322"/>
                  <a:gd name="T87" fmla="*/ 0 h 37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2"/>
                  <a:gd name="T133" fmla="*/ 0 h 378"/>
                  <a:gd name="T134" fmla="*/ 322 w 322"/>
                  <a:gd name="T135" fmla="*/ 378 h 37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2" h="378">
                    <a:moveTo>
                      <a:pt x="125" y="49"/>
                    </a:moveTo>
                    <a:lnTo>
                      <a:pt x="100" y="70"/>
                    </a:lnTo>
                    <a:lnTo>
                      <a:pt x="76" y="90"/>
                    </a:lnTo>
                    <a:lnTo>
                      <a:pt x="53" y="115"/>
                    </a:lnTo>
                    <a:lnTo>
                      <a:pt x="34" y="140"/>
                    </a:lnTo>
                    <a:lnTo>
                      <a:pt x="17" y="166"/>
                    </a:lnTo>
                    <a:lnTo>
                      <a:pt x="5" y="195"/>
                    </a:lnTo>
                    <a:lnTo>
                      <a:pt x="0" y="226"/>
                    </a:lnTo>
                    <a:lnTo>
                      <a:pt x="1" y="258"/>
                    </a:lnTo>
                    <a:lnTo>
                      <a:pt x="3" y="266"/>
                    </a:lnTo>
                    <a:lnTo>
                      <a:pt x="5" y="275"/>
                    </a:lnTo>
                    <a:lnTo>
                      <a:pt x="9" y="282"/>
                    </a:lnTo>
                    <a:lnTo>
                      <a:pt x="14" y="290"/>
                    </a:lnTo>
                    <a:lnTo>
                      <a:pt x="19" y="297"/>
                    </a:lnTo>
                    <a:lnTo>
                      <a:pt x="26" y="304"/>
                    </a:lnTo>
                    <a:lnTo>
                      <a:pt x="32" y="310"/>
                    </a:lnTo>
                    <a:lnTo>
                      <a:pt x="41" y="314"/>
                    </a:lnTo>
                    <a:lnTo>
                      <a:pt x="56" y="324"/>
                    </a:lnTo>
                    <a:lnTo>
                      <a:pt x="71" y="332"/>
                    </a:lnTo>
                    <a:lnTo>
                      <a:pt x="86" y="338"/>
                    </a:lnTo>
                    <a:lnTo>
                      <a:pt x="103" y="344"/>
                    </a:lnTo>
                    <a:lnTo>
                      <a:pt x="119" y="350"/>
                    </a:lnTo>
                    <a:lnTo>
                      <a:pt x="136" y="355"/>
                    </a:lnTo>
                    <a:lnTo>
                      <a:pt x="152" y="359"/>
                    </a:lnTo>
                    <a:lnTo>
                      <a:pt x="168" y="363"/>
                    </a:lnTo>
                    <a:lnTo>
                      <a:pt x="186" y="366"/>
                    </a:lnTo>
                    <a:lnTo>
                      <a:pt x="202" y="368"/>
                    </a:lnTo>
                    <a:lnTo>
                      <a:pt x="220" y="371"/>
                    </a:lnTo>
                    <a:lnTo>
                      <a:pt x="238" y="373"/>
                    </a:lnTo>
                    <a:lnTo>
                      <a:pt x="254" y="374"/>
                    </a:lnTo>
                    <a:lnTo>
                      <a:pt x="272" y="375"/>
                    </a:lnTo>
                    <a:lnTo>
                      <a:pt x="289" y="376"/>
                    </a:lnTo>
                    <a:lnTo>
                      <a:pt x="306" y="378"/>
                    </a:lnTo>
                    <a:lnTo>
                      <a:pt x="311" y="378"/>
                    </a:lnTo>
                    <a:lnTo>
                      <a:pt x="316" y="375"/>
                    </a:lnTo>
                    <a:lnTo>
                      <a:pt x="320" y="371"/>
                    </a:lnTo>
                    <a:lnTo>
                      <a:pt x="322" y="366"/>
                    </a:lnTo>
                    <a:lnTo>
                      <a:pt x="322" y="360"/>
                    </a:lnTo>
                    <a:lnTo>
                      <a:pt x="320" y="356"/>
                    </a:lnTo>
                    <a:lnTo>
                      <a:pt x="315" y="352"/>
                    </a:lnTo>
                    <a:lnTo>
                      <a:pt x="309" y="350"/>
                    </a:lnTo>
                    <a:lnTo>
                      <a:pt x="294" y="347"/>
                    </a:lnTo>
                    <a:lnTo>
                      <a:pt x="279" y="344"/>
                    </a:lnTo>
                    <a:lnTo>
                      <a:pt x="263" y="341"/>
                    </a:lnTo>
                    <a:lnTo>
                      <a:pt x="247" y="338"/>
                    </a:lnTo>
                    <a:lnTo>
                      <a:pt x="232" y="336"/>
                    </a:lnTo>
                    <a:lnTo>
                      <a:pt x="216" y="334"/>
                    </a:lnTo>
                    <a:lnTo>
                      <a:pt x="200" y="332"/>
                    </a:lnTo>
                    <a:lnTo>
                      <a:pt x="185" y="328"/>
                    </a:lnTo>
                    <a:lnTo>
                      <a:pt x="170" y="326"/>
                    </a:lnTo>
                    <a:lnTo>
                      <a:pt x="154" y="322"/>
                    </a:lnTo>
                    <a:lnTo>
                      <a:pt x="139" y="318"/>
                    </a:lnTo>
                    <a:lnTo>
                      <a:pt x="124" y="314"/>
                    </a:lnTo>
                    <a:lnTo>
                      <a:pt x="110" y="309"/>
                    </a:lnTo>
                    <a:lnTo>
                      <a:pt x="94" y="303"/>
                    </a:lnTo>
                    <a:lnTo>
                      <a:pt x="80" y="297"/>
                    </a:lnTo>
                    <a:lnTo>
                      <a:pt x="66" y="289"/>
                    </a:lnTo>
                    <a:lnTo>
                      <a:pt x="55" y="281"/>
                    </a:lnTo>
                    <a:lnTo>
                      <a:pt x="45" y="271"/>
                    </a:lnTo>
                    <a:lnTo>
                      <a:pt x="38" y="259"/>
                    </a:lnTo>
                    <a:lnTo>
                      <a:pt x="35" y="245"/>
                    </a:lnTo>
                    <a:lnTo>
                      <a:pt x="34" y="232"/>
                    </a:lnTo>
                    <a:lnTo>
                      <a:pt x="35" y="216"/>
                    </a:lnTo>
                    <a:lnTo>
                      <a:pt x="38" y="200"/>
                    </a:lnTo>
                    <a:lnTo>
                      <a:pt x="43" y="187"/>
                    </a:lnTo>
                    <a:lnTo>
                      <a:pt x="51" y="170"/>
                    </a:lnTo>
                    <a:lnTo>
                      <a:pt x="60" y="152"/>
                    </a:lnTo>
                    <a:lnTo>
                      <a:pt x="71" y="137"/>
                    </a:lnTo>
                    <a:lnTo>
                      <a:pt x="83" y="124"/>
                    </a:lnTo>
                    <a:lnTo>
                      <a:pt x="94" y="110"/>
                    </a:lnTo>
                    <a:lnTo>
                      <a:pt x="107" y="96"/>
                    </a:lnTo>
                    <a:lnTo>
                      <a:pt x="123" y="82"/>
                    </a:lnTo>
                    <a:lnTo>
                      <a:pt x="138" y="69"/>
                    </a:lnTo>
                    <a:lnTo>
                      <a:pt x="153" y="57"/>
                    </a:lnTo>
                    <a:lnTo>
                      <a:pt x="173" y="47"/>
                    </a:lnTo>
                    <a:lnTo>
                      <a:pt x="195" y="38"/>
                    </a:lnTo>
                    <a:lnTo>
                      <a:pt x="218" y="28"/>
                    </a:lnTo>
                    <a:lnTo>
                      <a:pt x="238" y="20"/>
                    </a:lnTo>
                    <a:lnTo>
                      <a:pt x="254" y="13"/>
                    </a:lnTo>
                    <a:lnTo>
                      <a:pt x="264" y="7"/>
                    </a:lnTo>
                    <a:lnTo>
                      <a:pt x="268" y="2"/>
                    </a:lnTo>
                    <a:lnTo>
                      <a:pt x="256" y="0"/>
                    </a:lnTo>
                    <a:lnTo>
                      <a:pt x="240" y="1"/>
                    </a:lnTo>
                    <a:lnTo>
                      <a:pt x="221" y="4"/>
                    </a:lnTo>
                    <a:lnTo>
                      <a:pt x="201" y="10"/>
                    </a:lnTo>
                    <a:lnTo>
                      <a:pt x="180" y="18"/>
                    </a:lnTo>
                    <a:lnTo>
                      <a:pt x="160" y="27"/>
                    </a:lnTo>
                    <a:lnTo>
                      <a:pt x="141" y="38"/>
                    </a:lnTo>
                    <a:lnTo>
                      <a:pt x="125" y="4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47" name="Freeform 817">
                <a:extLst>
                  <a:ext uri="{FF2B5EF4-FFF2-40B4-BE49-F238E27FC236}">
                    <a16:creationId xmlns:a16="http://schemas.microsoft.com/office/drawing/2014/main" id="{077B480C-14E3-498F-B271-5EE9E151CD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0" y="2643"/>
                <a:ext cx="99" cy="59"/>
              </a:xfrm>
              <a:custGeom>
                <a:avLst/>
                <a:gdLst>
                  <a:gd name="T0" fmla="*/ 0 w 283"/>
                  <a:gd name="T1" fmla="*/ 0 h 252"/>
                  <a:gd name="T2" fmla="*/ 0 w 283"/>
                  <a:gd name="T3" fmla="*/ 0 h 252"/>
                  <a:gd name="T4" fmla="*/ 0 w 283"/>
                  <a:gd name="T5" fmla="*/ 0 h 252"/>
                  <a:gd name="T6" fmla="*/ 0 w 283"/>
                  <a:gd name="T7" fmla="*/ 0 h 252"/>
                  <a:gd name="T8" fmla="*/ 0 w 283"/>
                  <a:gd name="T9" fmla="*/ 0 h 252"/>
                  <a:gd name="T10" fmla="*/ 0 w 283"/>
                  <a:gd name="T11" fmla="*/ 0 h 252"/>
                  <a:gd name="T12" fmla="*/ 0 w 283"/>
                  <a:gd name="T13" fmla="*/ 0 h 252"/>
                  <a:gd name="T14" fmla="*/ 0 w 283"/>
                  <a:gd name="T15" fmla="*/ 0 h 252"/>
                  <a:gd name="T16" fmla="*/ 0 w 283"/>
                  <a:gd name="T17" fmla="*/ 0 h 252"/>
                  <a:gd name="T18" fmla="*/ 0 w 283"/>
                  <a:gd name="T19" fmla="*/ 0 h 252"/>
                  <a:gd name="T20" fmla="*/ 0 w 283"/>
                  <a:gd name="T21" fmla="*/ 0 h 252"/>
                  <a:gd name="T22" fmla="*/ 0 w 283"/>
                  <a:gd name="T23" fmla="*/ 0 h 252"/>
                  <a:gd name="T24" fmla="*/ 0 w 283"/>
                  <a:gd name="T25" fmla="*/ 0 h 252"/>
                  <a:gd name="T26" fmla="*/ 0 w 283"/>
                  <a:gd name="T27" fmla="*/ 0 h 252"/>
                  <a:gd name="T28" fmla="*/ 0 w 283"/>
                  <a:gd name="T29" fmla="*/ 0 h 252"/>
                  <a:gd name="T30" fmla="*/ 0 w 283"/>
                  <a:gd name="T31" fmla="*/ 0 h 252"/>
                  <a:gd name="T32" fmla="*/ 0 w 283"/>
                  <a:gd name="T33" fmla="*/ 0 h 252"/>
                  <a:gd name="T34" fmla="*/ 0 w 283"/>
                  <a:gd name="T35" fmla="*/ 0 h 252"/>
                  <a:gd name="T36" fmla="*/ 0 w 283"/>
                  <a:gd name="T37" fmla="*/ 0 h 252"/>
                  <a:gd name="T38" fmla="*/ 0 w 283"/>
                  <a:gd name="T39" fmla="*/ 0 h 252"/>
                  <a:gd name="T40" fmla="*/ 0 w 283"/>
                  <a:gd name="T41" fmla="*/ 0 h 252"/>
                  <a:gd name="T42" fmla="*/ 0 w 283"/>
                  <a:gd name="T43" fmla="*/ 0 h 252"/>
                  <a:gd name="T44" fmla="*/ 0 w 283"/>
                  <a:gd name="T45" fmla="*/ 0 h 252"/>
                  <a:gd name="T46" fmla="*/ 0 w 283"/>
                  <a:gd name="T47" fmla="*/ 0 h 252"/>
                  <a:gd name="T48" fmla="*/ 0 w 283"/>
                  <a:gd name="T49" fmla="*/ 0 h 252"/>
                  <a:gd name="T50" fmla="*/ 0 w 283"/>
                  <a:gd name="T51" fmla="*/ 0 h 252"/>
                  <a:gd name="T52" fmla="*/ 0 w 283"/>
                  <a:gd name="T53" fmla="*/ 0 h 252"/>
                  <a:gd name="T54" fmla="*/ 0 w 283"/>
                  <a:gd name="T55" fmla="*/ 0 h 252"/>
                  <a:gd name="T56" fmla="*/ 0 w 283"/>
                  <a:gd name="T57" fmla="*/ 0 h 252"/>
                  <a:gd name="T58" fmla="*/ 0 w 283"/>
                  <a:gd name="T59" fmla="*/ 0 h 252"/>
                  <a:gd name="T60" fmla="*/ 0 w 283"/>
                  <a:gd name="T61" fmla="*/ 0 h 252"/>
                  <a:gd name="T62" fmla="*/ 0 w 283"/>
                  <a:gd name="T63" fmla="*/ 0 h 252"/>
                  <a:gd name="T64" fmla="*/ 0 w 283"/>
                  <a:gd name="T65" fmla="*/ 0 h 252"/>
                  <a:gd name="T66" fmla="*/ 0 w 283"/>
                  <a:gd name="T67" fmla="*/ 0 h 252"/>
                  <a:gd name="T68" fmla="*/ 0 w 283"/>
                  <a:gd name="T69" fmla="*/ 0 h 252"/>
                  <a:gd name="T70" fmla="*/ 0 w 283"/>
                  <a:gd name="T71" fmla="*/ 0 h 252"/>
                  <a:gd name="T72" fmla="*/ 0 w 283"/>
                  <a:gd name="T73" fmla="*/ 0 h 252"/>
                  <a:gd name="T74" fmla="*/ 0 w 283"/>
                  <a:gd name="T75" fmla="*/ 0 h 252"/>
                  <a:gd name="T76" fmla="*/ 0 w 283"/>
                  <a:gd name="T77" fmla="*/ 0 h 252"/>
                  <a:gd name="T78" fmla="*/ 0 w 283"/>
                  <a:gd name="T79" fmla="*/ 0 h 252"/>
                  <a:gd name="T80" fmla="*/ 0 w 283"/>
                  <a:gd name="T81" fmla="*/ 0 h 252"/>
                  <a:gd name="T82" fmla="*/ 0 w 283"/>
                  <a:gd name="T83" fmla="*/ 0 h 252"/>
                  <a:gd name="T84" fmla="*/ 0 w 283"/>
                  <a:gd name="T85" fmla="*/ 0 h 252"/>
                  <a:gd name="T86" fmla="*/ 0 w 283"/>
                  <a:gd name="T87" fmla="*/ 0 h 252"/>
                  <a:gd name="T88" fmla="*/ 0 w 283"/>
                  <a:gd name="T89" fmla="*/ 0 h 252"/>
                  <a:gd name="T90" fmla="*/ 0 w 283"/>
                  <a:gd name="T91" fmla="*/ 0 h 252"/>
                  <a:gd name="T92" fmla="*/ 0 w 283"/>
                  <a:gd name="T93" fmla="*/ 0 h 252"/>
                  <a:gd name="T94" fmla="*/ 0 w 283"/>
                  <a:gd name="T95" fmla="*/ 0 h 252"/>
                  <a:gd name="T96" fmla="*/ 0 w 283"/>
                  <a:gd name="T97" fmla="*/ 0 h 252"/>
                  <a:gd name="T98" fmla="*/ 0 w 283"/>
                  <a:gd name="T99" fmla="*/ 0 h 252"/>
                  <a:gd name="T100" fmla="*/ 0 w 283"/>
                  <a:gd name="T101" fmla="*/ 0 h 252"/>
                  <a:gd name="T102" fmla="*/ 0 w 283"/>
                  <a:gd name="T103" fmla="*/ 0 h 252"/>
                  <a:gd name="T104" fmla="*/ 0 w 283"/>
                  <a:gd name="T105" fmla="*/ 0 h 252"/>
                  <a:gd name="T106" fmla="*/ 0 w 283"/>
                  <a:gd name="T107" fmla="*/ 0 h 252"/>
                  <a:gd name="T108" fmla="*/ 0 w 283"/>
                  <a:gd name="T109" fmla="*/ 0 h 252"/>
                  <a:gd name="T110" fmla="*/ 0 w 283"/>
                  <a:gd name="T111" fmla="*/ 0 h 252"/>
                  <a:gd name="T112" fmla="*/ 0 w 283"/>
                  <a:gd name="T113" fmla="*/ 0 h 252"/>
                  <a:gd name="T114" fmla="*/ 0 w 283"/>
                  <a:gd name="T115" fmla="*/ 0 h 252"/>
                  <a:gd name="T116" fmla="*/ 0 w 283"/>
                  <a:gd name="T117" fmla="*/ 0 h 252"/>
                  <a:gd name="T118" fmla="*/ 0 w 283"/>
                  <a:gd name="T119" fmla="*/ 0 h 252"/>
                  <a:gd name="T120" fmla="*/ 0 w 283"/>
                  <a:gd name="T121" fmla="*/ 0 h 25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3"/>
                  <a:gd name="T184" fmla="*/ 0 h 252"/>
                  <a:gd name="T185" fmla="*/ 283 w 283"/>
                  <a:gd name="T186" fmla="*/ 252 h 25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3" h="252">
                    <a:moveTo>
                      <a:pt x="235" y="77"/>
                    </a:moveTo>
                    <a:lnTo>
                      <a:pt x="248" y="91"/>
                    </a:lnTo>
                    <a:lnTo>
                      <a:pt x="256" y="107"/>
                    </a:lnTo>
                    <a:lnTo>
                      <a:pt x="259" y="124"/>
                    </a:lnTo>
                    <a:lnTo>
                      <a:pt x="259" y="142"/>
                    </a:lnTo>
                    <a:lnTo>
                      <a:pt x="257" y="157"/>
                    </a:lnTo>
                    <a:lnTo>
                      <a:pt x="252" y="170"/>
                    </a:lnTo>
                    <a:lnTo>
                      <a:pt x="244" y="183"/>
                    </a:lnTo>
                    <a:lnTo>
                      <a:pt x="236" y="193"/>
                    </a:lnTo>
                    <a:lnTo>
                      <a:pt x="225" y="204"/>
                    </a:lnTo>
                    <a:lnTo>
                      <a:pt x="215" y="214"/>
                    </a:lnTo>
                    <a:lnTo>
                      <a:pt x="204" y="224"/>
                    </a:lnTo>
                    <a:lnTo>
                      <a:pt x="194" y="234"/>
                    </a:lnTo>
                    <a:lnTo>
                      <a:pt x="191" y="238"/>
                    </a:lnTo>
                    <a:lnTo>
                      <a:pt x="191" y="241"/>
                    </a:lnTo>
                    <a:lnTo>
                      <a:pt x="191" y="245"/>
                    </a:lnTo>
                    <a:lnTo>
                      <a:pt x="194" y="248"/>
                    </a:lnTo>
                    <a:lnTo>
                      <a:pt x="197" y="250"/>
                    </a:lnTo>
                    <a:lnTo>
                      <a:pt x="202" y="252"/>
                    </a:lnTo>
                    <a:lnTo>
                      <a:pt x="205" y="250"/>
                    </a:lnTo>
                    <a:lnTo>
                      <a:pt x="209" y="248"/>
                    </a:lnTo>
                    <a:lnTo>
                      <a:pt x="232" y="233"/>
                    </a:lnTo>
                    <a:lnTo>
                      <a:pt x="252" y="214"/>
                    </a:lnTo>
                    <a:lnTo>
                      <a:pt x="268" y="192"/>
                    </a:lnTo>
                    <a:lnTo>
                      <a:pt x="278" y="167"/>
                    </a:lnTo>
                    <a:lnTo>
                      <a:pt x="283" y="141"/>
                    </a:lnTo>
                    <a:lnTo>
                      <a:pt x="280" y="115"/>
                    </a:lnTo>
                    <a:lnTo>
                      <a:pt x="271" y="91"/>
                    </a:lnTo>
                    <a:lnTo>
                      <a:pt x="252" y="69"/>
                    </a:lnTo>
                    <a:lnTo>
                      <a:pt x="238" y="57"/>
                    </a:lnTo>
                    <a:lnTo>
                      <a:pt x="222" y="48"/>
                    </a:lnTo>
                    <a:lnTo>
                      <a:pt x="204" y="39"/>
                    </a:lnTo>
                    <a:lnTo>
                      <a:pt x="184" y="31"/>
                    </a:lnTo>
                    <a:lnTo>
                      <a:pt x="164" y="23"/>
                    </a:lnTo>
                    <a:lnTo>
                      <a:pt x="144" y="17"/>
                    </a:lnTo>
                    <a:lnTo>
                      <a:pt x="123" y="13"/>
                    </a:lnTo>
                    <a:lnTo>
                      <a:pt x="103" y="8"/>
                    </a:lnTo>
                    <a:lnTo>
                      <a:pt x="83" y="5"/>
                    </a:lnTo>
                    <a:lnTo>
                      <a:pt x="66" y="2"/>
                    </a:lnTo>
                    <a:lnTo>
                      <a:pt x="48" y="0"/>
                    </a:lnTo>
                    <a:lnTo>
                      <a:pt x="34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4" y="2"/>
                    </a:lnTo>
                    <a:lnTo>
                      <a:pt x="0" y="5"/>
                    </a:lnTo>
                    <a:lnTo>
                      <a:pt x="12" y="7"/>
                    </a:lnTo>
                    <a:lnTo>
                      <a:pt x="24" y="8"/>
                    </a:lnTo>
                    <a:lnTo>
                      <a:pt x="38" y="10"/>
                    </a:lnTo>
                    <a:lnTo>
                      <a:pt x="52" y="13"/>
                    </a:lnTo>
                    <a:lnTo>
                      <a:pt x="66" y="16"/>
                    </a:lnTo>
                    <a:lnTo>
                      <a:pt x="82" y="18"/>
                    </a:lnTo>
                    <a:lnTo>
                      <a:pt x="98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4"/>
                    </a:lnTo>
                    <a:lnTo>
                      <a:pt x="162" y="39"/>
                    </a:lnTo>
                    <a:lnTo>
                      <a:pt x="177" y="45"/>
                    </a:lnTo>
                    <a:lnTo>
                      <a:pt x="193" y="52"/>
                    </a:lnTo>
                    <a:lnTo>
                      <a:pt x="208" y="60"/>
                    </a:lnTo>
                    <a:lnTo>
                      <a:pt x="222" y="68"/>
                    </a:lnTo>
                    <a:lnTo>
                      <a:pt x="235" y="7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48" name="Freeform 818">
                <a:extLst>
                  <a:ext uri="{FF2B5EF4-FFF2-40B4-BE49-F238E27FC236}">
                    <a16:creationId xmlns:a16="http://schemas.microsoft.com/office/drawing/2014/main" id="{74B6B1F4-3306-4BA7-8AC7-50463FDC9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7" y="2671"/>
                <a:ext cx="40" cy="55"/>
              </a:xfrm>
              <a:custGeom>
                <a:avLst/>
                <a:gdLst>
                  <a:gd name="T0" fmla="*/ 0 w 114"/>
                  <a:gd name="T1" fmla="*/ 0 h 238"/>
                  <a:gd name="T2" fmla="*/ 0 w 114"/>
                  <a:gd name="T3" fmla="*/ 0 h 238"/>
                  <a:gd name="T4" fmla="*/ 0 w 114"/>
                  <a:gd name="T5" fmla="*/ 0 h 238"/>
                  <a:gd name="T6" fmla="*/ 0 w 114"/>
                  <a:gd name="T7" fmla="*/ 0 h 238"/>
                  <a:gd name="T8" fmla="*/ 0 w 114"/>
                  <a:gd name="T9" fmla="*/ 0 h 238"/>
                  <a:gd name="T10" fmla="*/ 0 w 114"/>
                  <a:gd name="T11" fmla="*/ 0 h 238"/>
                  <a:gd name="T12" fmla="*/ 0 w 114"/>
                  <a:gd name="T13" fmla="*/ 0 h 238"/>
                  <a:gd name="T14" fmla="*/ 0 w 114"/>
                  <a:gd name="T15" fmla="*/ 0 h 238"/>
                  <a:gd name="T16" fmla="*/ 0 w 114"/>
                  <a:gd name="T17" fmla="*/ 0 h 238"/>
                  <a:gd name="T18" fmla="*/ 0 w 114"/>
                  <a:gd name="T19" fmla="*/ 0 h 238"/>
                  <a:gd name="T20" fmla="*/ 0 w 114"/>
                  <a:gd name="T21" fmla="*/ 0 h 238"/>
                  <a:gd name="T22" fmla="*/ 0 w 114"/>
                  <a:gd name="T23" fmla="*/ 0 h 238"/>
                  <a:gd name="T24" fmla="*/ 0 w 114"/>
                  <a:gd name="T25" fmla="*/ 0 h 238"/>
                  <a:gd name="T26" fmla="*/ 0 w 114"/>
                  <a:gd name="T27" fmla="*/ 0 h 238"/>
                  <a:gd name="T28" fmla="*/ 0 w 114"/>
                  <a:gd name="T29" fmla="*/ 0 h 238"/>
                  <a:gd name="T30" fmla="*/ 0 w 114"/>
                  <a:gd name="T31" fmla="*/ 0 h 238"/>
                  <a:gd name="T32" fmla="*/ 0 w 114"/>
                  <a:gd name="T33" fmla="*/ 0 h 238"/>
                  <a:gd name="T34" fmla="*/ 0 w 114"/>
                  <a:gd name="T35" fmla="*/ 0 h 238"/>
                  <a:gd name="T36" fmla="*/ 0 w 114"/>
                  <a:gd name="T37" fmla="*/ 0 h 238"/>
                  <a:gd name="T38" fmla="*/ 0 w 114"/>
                  <a:gd name="T39" fmla="*/ 0 h 238"/>
                  <a:gd name="T40" fmla="*/ 0 w 114"/>
                  <a:gd name="T41" fmla="*/ 0 h 238"/>
                  <a:gd name="T42" fmla="*/ 0 w 114"/>
                  <a:gd name="T43" fmla="*/ 0 h 238"/>
                  <a:gd name="T44" fmla="*/ 0 w 114"/>
                  <a:gd name="T45" fmla="*/ 0 h 238"/>
                  <a:gd name="T46" fmla="*/ 0 w 114"/>
                  <a:gd name="T47" fmla="*/ 0 h 238"/>
                  <a:gd name="T48" fmla="*/ 0 w 114"/>
                  <a:gd name="T49" fmla="*/ 0 h 238"/>
                  <a:gd name="T50" fmla="*/ 0 w 114"/>
                  <a:gd name="T51" fmla="*/ 0 h 238"/>
                  <a:gd name="T52" fmla="*/ 0 w 114"/>
                  <a:gd name="T53" fmla="*/ 0 h 238"/>
                  <a:gd name="T54" fmla="*/ 0 w 114"/>
                  <a:gd name="T55" fmla="*/ 0 h 238"/>
                  <a:gd name="T56" fmla="*/ 0 w 114"/>
                  <a:gd name="T57" fmla="*/ 0 h 238"/>
                  <a:gd name="T58" fmla="*/ 0 w 114"/>
                  <a:gd name="T59" fmla="*/ 0 h 238"/>
                  <a:gd name="T60" fmla="*/ 0 w 114"/>
                  <a:gd name="T61" fmla="*/ 0 h 238"/>
                  <a:gd name="T62" fmla="*/ 0 w 114"/>
                  <a:gd name="T63" fmla="*/ 0 h 238"/>
                  <a:gd name="T64" fmla="*/ 0 w 114"/>
                  <a:gd name="T65" fmla="*/ 0 h 238"/>
                  <a:gd name="T66" fmla="*/ 0 w 114"/>
                  <a:gd name="T67" fmla="*/ 0 h 238"/>
                  <a:gd name="T68" fmla="*/ 0 w 114"/>
                  <a:gd name="T69" fmla="*/ 0 h 238"/>
                  <a:gd name="T70" fmla="*/ 0 w 114"/>
                  <a:gd name="T71" fmla="*/ 0 h 238"/>
                  <a:gd name="T72" fmla="*/ 0 w 114"/>
                  <a:gd name="T73" fmla="*/ 0 h 238"/>
                  <a:gd name="T74" fmla="*/ 0 w 114"/>
                  <a:gd name="T75" fmla="*/ 0 h 238"/>
                  <a:gd name="T76" fmla="*/ 0 w 114"/>
                  <a:gd name="T77" fmla="*/ 0 h 238"/>
                  <a:gd name="T78" fmla="*/ 0 w 114"/>
                  <a:gd name="T79" fmla="*/ 0 h 238"/>
                  <a:gd name="T80" fmla="*/ 0 w 114"/>
                  <a:gd name="T81" fmla="*/ 0 h 23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4"/>
                  <a:gd name="T124" fmla="*/ 0 h 238"/>
                  <a:gd name="T125" fmla="*/ 114 w 114"/>
                  <a:gd name="T126" fmla="*/ 238 h 23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4" h="238">
                    <a:moveTo>
                      <a:pt x="0" y="130"/>
                    </a:moveTo>
                    <a:lnTo>
                      <a:pt x="0" y="149"/>
                    </a:lnTo>
                    <a:lnTo>
                      <a:pt x="4" y="168"/>
                    </a:lnTo>
                    <a:lnTo>
                      <a:pt x="12" y="185"/>
                    </a:lnTo>
                    <a:lnTo>
                      <a:pt x="24" y="200"/>
                    </a:lnTo>
                    <a:lnTo>
                      <a:pt x="38" y="213"/>
                    </a:lnTo>
                    <a:lnTo>
                      <a:pt x="55" y="224"/>
                    </a:lnTo>
                    <a:lnTo>
                      <a:pt x="73" y="232"/>
                    </a:lnTo>
                    <a:lnTo>
                      <a:pt x="92" y="237"/>
                    </a:lnTo>
                    <a:lnTo>
                      <a:pt x="98" y="238"/>
                    </a:lnTo>
                    <a:lnTo>
                      <a:pt x="104" y="235"/>
                    </a:lnTo>
                    <a:lnTo>
                      <a:pt x="109" y="232"/>
                    </a:lnTo>
                    <a:lnTo>
                      <a:pt x="111" y="227"/>
                    </a:lnTo>
                    <a:lnTo>
                      <a:pt x="111" y="222"/>
                    </a:lnTo>
                    <a:lnTo>
                      <a:pt x="110" y="216"/>
                    </a:lnTo>
                    <a:lnTo>
                      <a:pt x="106" y="211"/>
                    </a:lnTo>
                    <a:lnTo>
                      <a:pt x="100" y="209"/>
                    </a:lnTo>
                    <a:lnTo>
                      <a:pt x="82" y="202"/>
                    </a:lnTo>
                    <a:lnTo>
                      <a:pt x="64" y="193"/>
                    </a:lnTo>
                    <a:lnTo>
                      <a:pt x="50" y="180"/>
                    </a:lnTo>
                    <a:lnTo>
                      <a:pt x="39" y="167"/>
                    </a:lnTo>
                    <a:lnTo>
                      <a:pt x="32" y="149"/>
                    </a:lnTo>
                    <a:lnTo>
                      <a:pt x="29" y="131"/>
                    </a:lnTo>
                    <a:lnTo>
                      <a:pt x="29" y="111"/>
                    </a:lnTo>
                    <a:lnTo>
                      <a:pt x="35" y="91"/>
                    </a:lnTo>
                    <a:lnTo>
                      <a:pt x="42" y="76"/>
                    </a:lnTo>
                    <a:lnTo>
                      <a:pt x="51" y="62"/>
                    </a:lnTo>
                    <a:lnTo>
                      <a:pt x="62" y="49"/>
                    </a:lnTo>
                    <a:lnTo>
                      <a:pt x="73" y="38"/>
                    </a:lnTo>
                    <a:lnTo>
                      <a:pt x="84" y="28"/>
                    </a:lnTo>
                    <a:lnTo>
                      <a:pt x="96" y="18"/>
                    </a:lnTo>
                    <a:lnTo>
                      <a:pt x="106" y="9"/>
                    </a:lnTo>
                    <a:lnTo>
                      <a:pt x="114" y="1"/>
                    </a:lnTo>
                    <a:lnTo>
                      <a:pt x="106" y="0"/>
                    </a:lnTo>
                    <a:lnTo>
                      <a:pt x="93" y="6"/>
                    </a:lnTo>
                    <a:lnTo>
                      <a:pt x="76" y="18"/>
                    </a:lnTo>
                    <a:lnTo>
                      <a:pt x="56" y="36"/>
                    </a:lnTo>
                    <a:lnTo>
                      <a:pt x="37" y="57"/>
                    </a:lnTo>
                    <a:lnTo>
                      <a:pt x="20" y="80"/>
                    </a:lnTo>
                    <a:lnTo>
                      <a:pt x="7" y="106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49" name="Freeform 819">
                <a:extLst>
                  <a:ext uri="{FF2B5EF4-FFF2-40B4-BE49-F238E27FC236}">
                    <a16:creationId xmlns:a16="http://schemas.microsoft.com/office/drawing/2014/main" id="{753C1EDA-4DF3-44E7-826B-411FED550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0" y="2639"/>
                <a:ext cx="87" cy="73"/>
              </a:xfrm>
              <a:custGeom>
                <a:avLst/>
                <a:gdLst>
                  <a:gd name="T0" fmla="*/ 0 w 246"/>
                  <a:gd name="T1" fmla="*/ 0 h 310"/>
                  <a:gd name="T2" fmla="*/ 0 w 246"/>
                  <a:gd name="T3" fmla="*/ 0 h 310"/>
                  <a:gd name="T4" fmla="*/ 0 w 246"/>
                  <a:gd name="T5" fmla="*/ 0 h 310"/>
                  <a:gd name="T6" fmla="*/ 0 w 246"/>
                  <a:gd name="T7" fmla="*/ 0 h 310"/>
                  <a:gd name="T8" fmla="*/ 0 w 246"/>
                  <a:gd name="T9" fmla="*/ 0 h 310"/>
                  <a:gd name="T10" fmla="*/ 0 w 246"/>
                  <a:gd name="T11" fmla="*/ 0 h 310"/>
                  <a:gd name="T12" fmla="*/ 0 w 246"/>
                  <a:gd name="T13" fmla="*/ 0 h 310"/>
                  <a:gd name="T14" fmla="*/ 0 w 246"/>
                  <a:gd name="T15" fmla="*/ 0 h 310"/>
                  <a:gd name="T16" fmla="*/ 0 w 246"/>
                  <a:gd name="T17" fmla="*/ 0 h 310"/>
                  <a:gd name="T18" fmla="*/ 0 w 246"/>
                  <a:gd name="T19" fmla="*/ 0 h 310"/>
                  <a:gd name="T20" fmla="*/ 0 w 246"/>
                  <a:gd name="T21" fmla="*/ 0 h 310"/>
                  <a:gd name="T22" fmla="*/ 0 w 246"/>
                  <a:gd name="T23" fmla="*/ 0 h 310"/>
                  <a:gd name="T24" fmla="*/ 0 w 246"/>
                  <a:gd name="T25" fmla="*/ 0 h 310"/>
                  <a:gd name="T26" fmla="*/ 0 w 246"/>
                  <a:gd name="T27" fmla="*/ 0 h 310"/>
                  <a:gd name="T28" fmla="*/ 0 w 246"/>
                  <a:gd name="T29" fmla="*/ 0 h 310"/>
                  <a:gd name="T30" fmla="*/ 0 w 246"/>
                  <a:gd name="T31" fmla="*/ 0 h 310"/>
                  <a:gd name="T32" fmla="*/ 0 w 246"/>
                  <a:gd name="T33" fmla="*/ 0 h 310"/>
                  <a:gd name="T34" fmla="*/ 0 w 246"/>
                  <a:gd name="T35" fmla="*/ 0 h 310"/>
                  <a:gd name="T36" fmla="*/ 0 w 246"/>
                  <a:gd name="T37" fmla="*/ 0 h 310"/>
                  <a:gd name="T38" fmla="*/ 0 w 246"/>
                  <a:gd name="T39" fmla="*/ 0 h 310"/>
                  <a:gd name="T40" fmla="*/ 0 w 246"/>
                  <a:gd name="T41" fmla="*/ 0 h 310"/>
                  <a:gd name="T42" fmla="*/ 0 w 246"/>
                  <a:gd name="T43" fmla="*/ 0 h 310"/>
                  <a:gd name="T44" fmla="*/ 0 w 246"/>
                  <a:gd name="T45" fmla="*/ 0 h 310"/>
                  <a:gd name="T46" fmla="*/ 0 w 246"/>
                  <a:gd name="T47" fmla="*/ 0 h 310"/>
                  <a:gd name="T48" fmla="*/ 0 w 246"/>
                  <a:gd name="T49" fmla="*/ 0 h 310"/>
                  <a:gd name="T50" fmla="*/ 0 w 246"/>
                  <a:gd name="T51" fmla="*/ 0 h 310"/>
                  <a:gd name="T52" fmla="*/ 0 w 246"/>
                  <a:gd name="T53" fmla="*/ 0 h 310"/>
                  <a:gd name="T54" fmla="*/ 0 w 246"/>
                  <a:gd name="T55" fmla="*/ 0 h 310"/>
                  <a:gd name="T56" fmla="*/ 0 w 246"/>
                  <a:gd name="T57" fmla="*/ 0 h 310"/>
                  <a:gd name="T58" fmla="*/ 0 w 246"/>
                  <a:gd name="T59" fmla="*/ 0 h 310"/>
                  <a:gd name="T60" fmla="*/ 0 w 246"/>
                  <a:gd name="T61" fmla="*/ 0 h 310"/>
                  <a:gd name="T62" fmla="*/ 0 w 246"/>
                  <a:gd name="T63" fmla="*/ 0 h 310"/>
                  <a:gd name="T64" fmla="*/ 0 w 246"/>
                  <a:gd name="T65" fmla="*/ 0 h 310"/>
                  <a:gd name="T66" fmla="*/ 0 w 246"/>
                  <a:gd name="T67" fmla="*/ 0 h 310"/>
                  <a:gd name="T68" fmla="*/ 0 w 246"/>
                  <a:gd name="T69" fmla="*/ 0 h 310"/>
                  <a:gd name="T70" fmla="*/ 0 w 246"/>
                  <a:gd name="T71" fmla="*/ 0 h 310"/>
                  <a:gd name="T72" fmla="*/ 0 w 246"/>
                  <a:gd name="T73" fmla="*/ 0 h 310"/>
                  <a:gd name="T74" fmla="*/ 0 w 246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6"/>
                  <a:gd name="T115" fmla="*/ 0 h 310"/>
                  <a:gd name="T116" fmla="*/ 246 w 246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6" h="310">
                    <a:moveTo>
                      <a:pt x="199" y="116"/>
                    </a:moveTo>
                    <a:lnTo>
                      <a:pt x="207" y="124"/>
                    </a:lnTo>
                    <a:lnTo>
                      <a:pt x="214" y="133"/>
                    </a:lnTo>
                    <a:lnTo>
                      <a:pt x="219" y="143"/>
                    </a:lnTo>
                    <a:lnTo>
                      <a:pt x="223" y="154"/>
                    </a:lnTo>
                    <a:lnTo>
                      <a:pt x="225" y="164"/>
                    </a:lnTo>
                    <a:lnTo>
                      <a:pt x="225" y="176"/>
                    </a:lnTo>
                    <a:lnTo>
                      <a:pt x="221" y="187"/>
                    </a:lnTo>
                    <a:lnTo>
                      <a:pt x="216" y="197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8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3" y="264"/>
                    </a:lnTo>
                    <a:lnTo>
                      <a:pt x="132" y="274"/>
                    </a:lnTo>
                    <a:lnTo>
                      <a:pt x="129" y="278"/>
                    </a:lnTo>
                    <a:lnTo>
                      <a:pt x="126" y="282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1" y="305"/>
                    </a:lnTo>
                    <a:lnTo>
                      <a:pt x="125" y="309"/>
                    </a:lnTo>
                    <a:lnTo>
                      <a:pt x="130" y="310"/>
                    </a:lnTo>
                    <a:lnTo>
                      <a:pt x="134" y="310"/>
                    </a:lnTo>
                    <a:lnTo>
                      <a:pt x="139" y="309"/>
                    </a:lnTo>
                    <a:lnTo>
                      <a:pt x="143" y="305"/>
                    </a:lnTo>
                    <a:lnTo>
                      <a:pt x="154" y="293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19" y="233"/>
                    </a:lnTo>
                    <a:lnTo>
                      <a:pt x="231" y="219"/>
                    </a:lnTo>
                    <a:lnTo>
                      <a:pt x="239" y="204"/>
                    </a:lnTo>
                    <a:lnTo>
                      <a:pt x="245" y="187"/>
                    </a:lnTo>
                    <a:lnTo>
                      <a:pt x="246" y="170"/>
                    </a:lnTo>
                    <a:lnTo>
                      <a:pt x="242" y="153"/>
                    </a:lnTo>
                    <a:lnTo>
                      <a:pt x="236" y="136"/>
                    </a:lnTo>
                    <a:lnTo>
                      <a:pt x="227" y="120"/>
                    </a:lnTo>
                    <a:lnTo>
                      <a:pt x="215" y="107"/>
                    </a:lnTo>
                    <a:lnTo>
                      <a:pt x="201" y="94"/>
                    </a:lnTo>
                    <a:lnTo>
                      <a:pt x="187" y="82"/>
                    </a:lnTo>
                    <a:lnTo>
                      <a:pt x="177" y="74"/>
                    </a:lnTo>
                    <a:lnTo>
                      <a:pt x="165" y="68"/>
                    </a:lnTo>
                    <a:lnTo>
                      <a:pt x="152" y="60"/>
                    </a:lnTo>
                    <a:lnTo>
                      <a:pt x="139" y="51"/>
                    </a:lnTo>
                    <a:lnTo>
                      <a:pt x="126" y="43"/>
                    </a:lnTo>
                    <a:lnTo>
                      <a:pt x="112" y="35"/>
                    </a:lnTo>
                    <a:lnTo>
                      <a:pt x="98" y="28"/>
                    </a:lnTo>
                    <a:lnTo>
                      <a:pt x="85" y="22"/>
                    </a:lnTo>
                    <a:lnTo>
                      <a:pt x="72" y="16"/>
                    </a:lnTo>
                    <a:lnTo>
                      <a:pt x="59" y="10"/>
                    </a:lnTo>
                    <a:lnTo>
                      <a:pt x="46" y="7"/>
                    </a:lnTo>
                    <a:lnTo>
                      <a:pt x="35" y="3"/>
                    </a:lnTo>
                    <a:lnTo>
                      <a:pt x="24" y="1"/>
                    </a:lnTo>
                    <a:lnTo>
                      <a:pt x="15" y="0"/>
                    </a:lnTo>
                    <a:lnTo>
                      <a:pt x="7" y="1"/>
                    </a:lnTo>
                    <a:lnTo>
                      <a:pt x="0" y="3"/>
                    </a:lnTo>
                    <a:lnTo>
                      <a:pt x="8" y="6"/>
                    </a:lnTo>
                    <a:lnTo>
                      <a:pt x="17" y="9"/>
                    </a:lnTo>
                    <a:lnTo>
                      <a:pt x="28" y="14"/>
                    </a:lnTo>
                    <a:lnTo>
                      <a:pt x="38" y="18"/>
                    </a:lnTo>
                    <a:lnTo>
                      <a:pt x="51" y="24"/>
                    </a:lnTo>
                    <a:lnTo>
                      <a:pt x="64" y="30"/>
                    </a:lnTo>
                    <a:lnTo>
                      <a:pt x="78" y="37"/>
                    </a:lnTo>
                    <a:lnTo>
                      <a:pt x="92" y="43"/>
                    </a:lnTo>
                    <a:lnTo>
                      <a:pt x="106" y="51"/>
                    </a:lnTo>
                    <a:lnTo>
                      <a:pt x="120" y="60"/>
                    </a:lnTo>
                    <a:lnTo>
                      <a:pt x="134" y="69"/>
                    </a:lnTo>
                    <a:lnTo>
                      <a:pt x="148" y="78"/>
                    </a:lnTo>
                    <a:lnTo>
                      <a:pt x="163" y="87"/>
                    </a:lnTo>
                    <a:lnTo>
                      <a:pt x="175" y="96"/>
                    </a:lnTo>
                    <a:lnTo>
                      <a:pt x="187" y="105"/>
                    </a:lnTo>
                    <a:lnTo>
                      <a:pt x="199" y="11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50" name="Freeform 820">
                <a:extLst>
                  <a:ext uri="{FF2B5EF4-FFF2-40B4-BE49-F238E27FC236}">
                    <a16:creationId xmlns:a16="http://schemas.microsoft.com/office/drawing/2014/main" id="{E2B1CAF7-EEB7-4E11-9051-BB5524B9A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5" y="2660"/>
                <a:ext cx="69" cy="55"/>
              </a:xfrm>
              <a:custGeom>
                <a:avLst/>
                <a:gdLst>
                  <a:gd name="T0" fmla="*/ 0 w 198"/>
                  <a:gd name="T1" fmla="*/ 0 h 236"/>
                  <a:gd name="T2" fmla="*/ 0 w 198"/>
                  <a:gd name="T3" fmla="*/ 0 h 236"/>
                  <a:gd name="T4" fmla="*/ 0 w 198"/>
                  <a:gd name="T5" fmla="*/ 0 h 236"/>
                  <a:gd name="T6" fmla="*/ 0 w 198"/>
                  <a:gd name="T7" fmla="*/ 0 h 236"/>
                  <a:gd name="T8" fmla="*/ 0 w 198"/>
                  <a:gd name="T9" fmla="*/ 0 h 236"/>
                  <a:gd name="T10" fmla="*/ 0 w 198"/>
                  <a:gd name="T11" fmla="*/ 0 h 236"/>
                  <a:gd name="T12" fmla="*/ 0 w 198"/>
                  <a:gd name="T13" fmla="*/ 0 h 236"/>
                  <a:gd name="T14" fmla="*/ 0 w 198"/>
                  <a:gd name="T15" fmla="*/ 0 h 236"/>
                  <a:gd name="T16" fmla="*/ 0 w 198"/>
                  <a:gd name="T17" fmla="*/ 0 h 236"/>
                  <a:gd name="T18" fmla="*/ 0 w 198"/>
                  <a:gd name="T19" fmla="*/ 0 h 236"/>
                  <a:gd name="T20" fmla="*/ 0 w 198"/>
                  <a:gd name="T21" fmla="*/ 0 h 236"/>
                  <a:gd name="T22" fmla="*/ 0 w 198"/>
                  <a:gd name="T23" fmla="*/ 0 h 236"/>
                  <a:gd name="T24" fmla="*/ 0 w 198"/>
                  <a:gd name="T25" fmla="*/ 0 h 236"/>
                  <a:gd name="T26" fmla="*/ 0 w 198"/>
                  <a:gd name="T27" fmla="*/ 0 h 236"/>
                  <a:gd name="T28" fmla="*/ 0 w 198"/>
                  <a:gd name="T29" fmla="*/ 0 h 236"/>
                  <a:gd name="T30" fmla="*/ 0 w 198"/>
                  <a:gd name="T31" fmla="*/ 0 h 236"/>
                  <a:gd name="T32" fmla="*/ 0 w 198"/>
                  <a:gd name="T33" fmla="*/ 0 h 236"/>
                  <a:gd name="T34" fmla="*/ 0 w 198"/>
                  <a:gd name="T35" fmla="*/ 0 h 236"/>
                  <a:gd name="T36" fmla="*/ 0 w 198"/>
                  <a:gd name="T37" fmla="*/ 0 h 236"/>
                  <a:gd name="T38" fmla="*/ 0 w 198"/>
                  <a:gd name="T39" fmla="*/ 0 h 236"/>
                  <a:gd name="T40" fmla="*/ 0 w 198"/>
                  <a:gd name="T41" fmla="*/ 0 h 236"/>
                  <a:gd name="T42" fmla="*/ 0 w 198"/>
                  <a:gd name="T43" fmla="*/ 0 h 236"/>
                  <a:gd name="T44" fmla="*/ 0 w 198"/>
                  <a:gd name="T45" fmla="*/ 0 h 236"/>
                  <a:gd name="T46" fmla="*/ 0 w 198"/>
                  <a:gd name="T47" fmla="*/ 0 h 236"/>
                  <a:gd name="T48" fmla="*/ 0 w 198"/>
                  <a:gd name="T49" fmla="*/ 0 h 236"/>
                  <a:gd name="T50" fmla="*/ 0 w 198"/>
                  <a:gd name="T51" fmla="*/ 0 h 236"/>
                  <a:gd name="T52" fmla="*/ 0 w 198"/>
                  <a:gd name="T53" fmla="*/ 0 h 236"/>
                  <a:gd name="T54" fmla="*/ 0 w 198"/>
                  <a:gd name="T55" fmla="*/ 0 h 236"/>
                  <a:gd name="T56" fmla="*/ 0 w 198"/>
                  <a:gd name="T57" fmla="*/ 0 h 236"/>
                  <a:gd name="T58" fmla="*/ 0 w 198"/>
                  <a:gd name="T59" fmla="*/ 0 h 236"/>
                  <a:gd name="T60" fmla="*/ 0 w 198"/>
                  <a:gd name="T61" fmla="*/ 0 h 236"/>
                  <a:gd name="T62" fmla="*/ 0 w 198"/>
                  <a:gd name="T63" fmla="*/ 0 h 236"/>
                  <a:gd name="T64" fmla="*/ 0 w 198"/>
                  <a:gd name="T65" fmla="*/ 0 h 236"/>
                  <a:gd name="T66" fmla="*/ 0 w 198"/>
                  <a:gd name="T67" fmla="*/ 0 h 236"/>
                  <a:gd name="T68" fmla="*/ 0 w 198"/>
                  <a:gd name="T69" fmla="*/ 0 h 236"/>
                  <a:gd name="T70" fmla="*/ 0 w 198"/>
                  <a:gd name="T71" fmla="*/ 0 h 236"/>
                  <a:gd name="T72" fmla="*/ 0 w 198"/>
                  <a:gd name="T73" fmla="*/ 0 h 236"/>
                  <a:gd name="T74" fmla="*/ 0 w 198"/>
                  <a:gd name="T75" fmla="*/ 0 h 236"/>
                  <a:gd name="T76" fmla="*/ 0 w 198"/>
                  <a:gd name="T77" fmla="*/ 0 h 236"/>
                  <a:gd name="T78" fmla="*/ 0 w 198"/>
                  <a:gd name="T79" fmla="*/ 0 h 236"/>
                  <a:gd name="T80" fmla="*/ 0 w 198"/>
                  <a:gd name="T81" fmla="*/ 0 h 236"/>
                  <a:gd name="T82" fmla="*/ 0 w 198"/>
                  <a:gd name="T83" fmla="*/ 0 h 236"/>
                  <a:gd name="T84" fmla="*/ 0 w 198"/>
                  <a:gd name="T85" fmla="*/ 0 h 236"/>
                  <a:gd name="T86" fmla="*/ 0 w 198"/>
                  <a:gd name="T87" fmla="*/ 0 h 236"/>
                  <a:gd name="T88" fmla="*/ 0 w 198"/>
                  <a:gd name="T89" fmla="*/ 0 h 236"/>
                  <a:gd name="T90" fmla="*/ 0 w 198"/>
                  <a:gd name="T91" fmla="*/ 0 h 236"/>
                  <a:gd name="T92" fmla="*/ 0 w 198"/>
                  <a:gd name="T93" fmla="*/ 0 h 236"/>
                  <a:gd name="T94" fmla="*/ 0 w 198"/>
                  <a:gd name="T95" fmla="*/ 0 h 236"/>
                  <a:gd name="T96" fmla="*/ 0 w 198"/>
                  <a:gd name="T97" fmla="*/ 0 h 236"/>
                  <a:gd name="T98" fmla="*/ 0 w 198"/>
                  <a:gd name="T99" fmla="*/ 0 h 236"/>
                  <a:gd name="T100" fmla="*/ 0 w 198"/>
                  <a:gd name="T101" fmla="*/ 0 h 236"/>
                  <a:gd name="T102" fmla="*/ 0 w 198"/>
                  <a:gd name="T103" fmla="*/ 0 h 236"/>
                  <a:gd name="T104" fmla="*/ 0 w 198"/>
                  <a:gd name="T105" fmla="*/ 0 h 236"/>
                  <a:gd name="T106" fmla="*/ 0 w 198"/>
                  <a:gd name="T107" fmla="*/ 0 h 236"/>
                  <a:gd name="T108" fmla="*/ 0 w 198"/>
                  <a:gd name="T109" fmla="*/ 0 h 236"/>
                  <a:gd name="T110" fmla="*/ 0 w 198"/>
                  <a:gd name="T111" fmla="*/ 0 h 236"/>
                  <a:gd name="T112" fmla="*/ 0 w 198"/>
                  <a:gd name="T113" fmla="*/ 0 h 236"/>
                  <a:gd name="T114" fmla="*/ 0 w 198"/>
                  <a:gd name="T115" fmla="*/ 0 h 236"/>
                  <a:gd name="T116" fmla="*/ 0 w 198"/>
                  <a:gd name="T117" fmla="*/ 0 h 236"/>
                  <a:gd name="T118" fmla="*/ 0 w 198"/>
                  <a:gd name="T119" fmla="*/ 0 h 236"/>
                  <a:gd name="T120" fmla="*/ 0 w 198"/>
                  <a:gd name="T121" fmla="*/ 0 h 2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98"/>
                  <a:gd name="T184" fmla="*/ 0 h 236"/>
                  <a:gd name="T185" fmla="*/ 198 w 198"/>
                  <a:gd name="T186" fmla="*/ 236 h 2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98" h="236">
                    <a:moveTo>
                      <a:pt x="73" y="36"/>
                    </a:moveTo>
                    <a:lnTo>
                      <a:pt x="58" y="46"/>
                    </a:lnTo>
                    <a:lnTo>
                      <a:pt x="46" y="58"/>
                    </a:lnTo>
                    <a:lnTo>
                      <a:pt x="33" y="72"/>
                    </a:lnTo>
                    <a:lnTo>
                      <a:pt x="22" y="85"/>
                    </a:lnTo>
                    <a:lnTo>
                      <a:pt x="14" y="100"/>
                    </a:lnTo>
                    <a:lnTo>
                      <a:pt x="7" y="115"/>
                    </a:lnTo>
                    <a:lnTo>
                      <a:pt x="2" y="130"/>
                    </a:lnTo>
                    <a:lnTo>
                      <a:pt x="0" y="146"/>
                    </a:lnTo>
                    <a:lnTo>
                      <a:pt x="2" y="170"/>
                    </a:lnTo>
                    <a:lnTo>
                      <a:pt x="12" y="190"/>
                    </a:lnTo>
                    <a:lnTo>
                      <a:pt x="26" y="207"/>
                    </a:lnTo>
                    <a:lnTo>
                      <a:pt x="43" y="220"/>
                    </a:lnTo>
                    <a:lnTo>
                      <a:pt x="64" y="229"/>
                    </a:lnTo>
                    <a:lnTo>
                      <a:pt x="88" y="235"/>
                    </a:lnTo>
                    <a:lnTo>
                      <a:pt x="110" y="236"/>
                    </a:lnTo>
                    <a:lnTo>
                      <a:pt x="132" y="232"/>
                    </a:lnTo>
                    <a:lnTo>
                      <a:pt x="137" y="232"/>
                    </a:lnTo>
                    <a:lnTo>
                      <a:pt x="142" y="230"/>
                    </a:lnTo>
                    <a:lnTo>
                      <a:pt x="145" y="226"/>
                    </a:lnTo>
                    <a:lnTo>
                      <a:pt x="146" y="221"/>
                    </a:lnTo>
                    <a:lnTo>
                      <a:pt x="145" y="219"/>
                    </a:lnTo>
                    <a:lnTo>
                      <a:pt x="142" y="219"/>
                    </a:lnTo>
                    <a:lnTo>
                      <a:pt x="137" y="217"/>
                    </a:lnTo>
                    <a:lnTo>
                      <a:pt x="131" y="217"/>
                    </a:lnTo>
                    <a:lnTo>
                      <a:pt x="124" y="217"/>
                    </a:lnTo>
                    <a:lnTo>
                      <a:pt x="118" y="217"/>
                    </a:lnTo>
                    <a:lnTo>
                      <a:pt x="112" y="217"/>
                    </a:lnTo>
                    <a:lnTo>
                      <a:pt x="109" y="217"/>
                    </a:lnTo>
                    <a:lnTo>
                      <a:pt x="97" y="216"/>
                    </a:lnTo>
                    <a:lnTo>
                      <a:pt x="87" y="215"/>
                    </a:lnTo>
                    <a:lnTo>
                      <a:pt x="75" y="214"/>
                    </a:lnTo>
                    <a:lnTo>
                      <a:pt x="63" y="211"/>
                    </a:lnTo>
                    <a:lnTo>
                      <a:pt x="51" y="207"/>
                    </a:lnTo>
                    <a:lnTo>
                      <a:pt x="40" y="199"/>
                    </a:lnTo>
                    <a:lnTo>
                      <a:pt x="29" y="189"/>
                    </a:lnTo>
                    <a:lnTo>
                      <a:pt x="17" y="174"/>
                    </a:lnTo>
                    <a:lnTo>
                      <a:pt x="15" y="157"/>
                    </a:lnTo>
                    <a:lnTo>
                      <a:pt x="16" y="141"/>
                    </a:lnTo>
                    <a:lnTo>
                      <a:pt x="21" y="124"/>
                    </a:lnTo>
                    <a:lnTo>
                      <a:pt x="28" y="109"/>
                    </a:lnTo>
                    <a:lnTo>
                      <a:pt x="39" y="96"/>
                    </a:lnTo>
                    <a:lnTo>
                      <a:pt x="50" y="82"/>
                    </a:lnTo>
                    <a:lnTo>
                      <a:pt x="63" y="70"/>
                    </a:lnTo>
                    <a:lnTo>
                      <a:pt x="78" y="59"/>
                    </a:lnTo>
                    <a:lnTo>
                      <a:pt x="94" y="49"/>
                    </a:lnTo>
                    <a:lnTo>
                      <a:pt x="110" y="39"/>
                    </a:lnTo>
                    <a:lnTo>
                      <a:pt x="126" y="31"/>
                    </a:lnTo>
                    <a:lnTo>
                      <a:pt x="142" y="24"/>
                    </a:lnTo>
                    <a:lnTo>
                      <a:pt x="158" y="19"/>
                    </a:lnTo>
                    <a:lnTo>
                      <a:pt x="172" y="13"/>
                    </a:lnTo>
                    <a:lnTo>
                      <a:pt x="186" y="10"/>
                    </a:lnTo>
                    <a:lnTo>
                      <a:pt x="198" y="7"/>
                    </a:lnTo>
                    <a:lnTo>
                      <a:pt x="190" y="3"/>
                    </a:lnTo>
                    <a:lnTo>
                      <a:pt x="177" y="0"/>
                    </a:lnTo>
                    <a:lnTo>
                      <a:pt x="162" y="3"/>
                    </a:lnTo>
                    <a:lnTo>
                      <a:pt x="144" y="6"/>
                    </a:lnTo>
                    <a:lnTo>
                      <a:pt x="124" y="12"/>
                    </a:lnTo>
                    <a:lnTo>
                      <a:pt x="105" y="19"/>
                    </a:lnTo>
                    <a:lnTo>
                      <a:pt x="88" y="28"/>
                    </a:lnTo>
                    <a:lnTo>
                      <a:pt x="7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51" name="Freeform 821">
                <a:extLst>
                  <a:ext uri="{FF2B5EF4-FFF2-40B4-BE49-F238E27FC236}">
                    <a16:creationId xmlns:a16="http://schemas.microsoft.com/office/drawing/2014/main" id="{98BF4BFC-62F5-4177-B20C-AC336458D3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3" y="2660"/>
                <a:ext cx="47" cy="42"/>
              </a:xfrm>
              <a:custGeom>
                <a:avLst/>
                <a:gdLst>
                  <a:gd name="T0" fmla="*/ 0 w 128"/>
                  <a:gd name="T1" fmla="*/ 0 h 183"/>
                  <a:gd name="T2" fmla="*/ 0 w 128"/>
                  <a:gd name="T3" fmla="*/ 0 h 183"/>
                  <a:gd name="T4" fmla="*/ 0 w 128"/>
                  <a:gd name="T5" fmla="*/ 0 h 183"/>
                  <a:gd name="T6" fmla="*/ 0 w 128"/>
                  <a:gd name="T7" fmla="*/ 0 h 183"/>
                  <a:gd name="T8" fmla="*/ 0 w 128"/>
                  <a:gd name="T9" fmla="*/ 0 h 183"/>
                  <a:gd name="T10" fmla="*/ 0 w 128"/>
                  <a:gd name="T11" fmla="*/ 0 h 183"/>
                  <a:gd name="T12" fmla="*/ 0 w 128"/>
                  <a:gd name="T13" fmla="*/ 0 h 183"/>
                  <a:gd name="T14" fmla="*/ 0 w 128"/>
                  <a:gd name="T15" fmla="*/ 0 h 183"/>
                  <a:gd name="T16" fmla="*/ 0 w 128"/>
                  <a:gd name="T17" fmla="*/ 0 h 183"/>
                  <a:gd name="T18" fmla="*/ 0 w 128"/>
                  <a:gd name="T19" fmla="*/ 0 h 183"/>
                  <a:gd name="T20" fmla="*/ 0 w 128"/>
                  <a:gd name="T21" fmla="*/ 0 h 183"/>
                  <a:gd name="T22" fmla="*/ 0 w 128"/>
                  <a:gd name="T23" fmla="*/ 0 h 183"/>
                  <a:gd name="T24" fmla="*/ 0 w 128"/>
                  <a:gd name="T25" fmla="*/ 0 h 183"/>
                  <a:gd name="T26" fmla="*/ 0 w 128"/>
                  <a:gd name="T27" fmla="*/ 0 h 183"/>
                  <a:gd name="T28" fmla="*/ 0 w 128"/>
                  <a:gd name="T29" fmla="*/ 0 h 183"/>
                  <a:gd name="T30" fmla="*/ 0 w 128"/>
                  <a:gd name="T31" fmla="*/ 0 h 183"/>
                  <a:gd name="T32" fmla="*/ 0 w 128"/>
                  <a:gd name="T33" fmla="*/ 0 h 183"/>
                  <a:gd name="T34" fmla="*/ 0 w 128"/>
                  <a:gd name="T35" fmla="*/ 0 h 183"/>
                  <a:gd name="T36" fmla="*/ 0 w 128"/>
                  <a:gd name="T37" fmla="*/ 0 h 183"/>
                  <a:gd name="T38" fmla="*/ 0 w 128"/>
                  <a:gd name="T39" fmla="*/ 0 h 183"/>
                  <a:gd name="T40" fmla="*/ 0 w 128"/>
                  <a:gd name="T41" fmla="*/ 0 h 183"/>
                  <a:gd name="T42" fmla="*/ 0 w 128"/>
                  <a:gd name="T43" fmla="*/ 0 h 183"/>
                  <a:gd name="T44" fmla="*/ 0 w 128"/>
                  <a:gd name="T45" fmla="*/ 0 h 183"/>
                  <a:gd name="T46" fmla="*/ 0 w 128"/>
                  <a:gd name="T47" fmla="*/ 0 h 183"/>
                  <a:gd name="T48" fmla="*/ 0 w 128"/>
                  <a:gd name="T49" fmla="*/ 0 h 183"/>
                  <a:gd name="T50" fmla="*/ 0 w 128"/>
                  <a:gd name="T51" fmla="*/ 0 h 183"/>
                  <a:gd name="T52" fmla="*/ 0 w 128"/>
                  <a:gd name="T53" fmla="*/ 0 h 183"/>
                  <a:gd name="T54" fmla="*/ 0 w 128"/>
                  <a:gd name="T55" fmla="*/ 0 h 183"/>
                  <a:gd name="T56" fmla="*/ 0 w 128"/>
                  <a:gd name="T57" fmla="*/ 0 h 183"/>
                  <a:gd name="T58" fmla="*/ 0 w 128"/>
                  <a:gd name="T59" fmla="*/ 0 h 183"/>
                  <a:gd name="T60" fmla="*/ 0 w 128"/>
                  <a:gd name="T61" fmla="*/ 0 h 183"/>
                  <a:gd name="T62" fmla="*/ 0 w 128"/>
                  <a:gd name="T63" fmla="*/ 0 h 183"/>
                  <a:gd name="T64" fmla="*/ 0 w 128"/>
                  <a:gd name="T65" fmla="*/ 0 h 183"/>
                  <a:gd name="T66" fmla="*/ 0 w 128"/>
                  <a:gd name="T67" fmla="*/ 0 h 183"/>
                  <a:gd name="T68" fmla="*/ 0 w 128"/>
                  <a:gd name="T69" fmla="*/ 0 h 183"/>
                  <a:gd name="T70" fmla="*/ 0 w 128"/>
                  <a:gd name="T71" fmla="*/ 0 h 183"/>
                  <a:gd name="T72" fmla="*/ 0 w 128"/>
                  <a:gd name="T73" fmla="*/ 0 h 183"/>
                  <a:gd name="T74" fmla="*/ 0 w 128"/>
                  <a:gd name="T75" fmla="*/ 0 h 183"/>
                  <a:gd name="T76" fmla="*/ 0 w 128"/>
                  <a:gd name="T77" fmla="*/ 0 h 183"/>
                  <a:gd name="T78" fmla="*/ 0 w 128"/>
                  <a:gd name="T79" fmla="*/ 0 h 183"/>
                  <a:gd name="T80" fmla="*/ 0 w 128"/>
                  <a:gd name="T81" fmla="*/ 0 h 18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3"/>
                  <a:gd name="T125" fmla="*/ 128 w 128"/>
                  <a:gd name="T126" fmla="*/ 183 h 18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3">
                    <a:moveTo>
                      <a:pt x="108" y="61"/>
                    </a:moveTo>
                    <a:lnTo>
                      <a:pt x="111" y="80"/>
                    </a:lnTo>
                    <a:lnTo>
                      <a:pt x="109" y="97"/>
                    </a:lnTo>
                    <a:lnTo>
                      <a:pt x="101" y="110"/>
                    </a:lnTo>
                    <a:lnTo>
                      <a:pt x="89" y="123"/>
                    </a:lnTo>
                    <a:lnTo>
                      <a:pt x="75" y="134"/>
                    </a:lnTo>
                    <a:lnTo>
                      <a:pt x="60" y="145"/>
                    </a:lnTo>
                    <a:lnTo>
                      <a:pt x="43" y="156"/>
                    </a:lnTo>
                    <a:lnTo>
                      <a:pt x="29" y="167"/>
                    </a:lnTo>
                    <a:lnTo>
                      <a:pt x="27" y="170"/>
                    </a:lnTo>
                    <a:lnTo>
                      <a:pt x="26" y="172"/>
                    </a:lnTo>
                    <a:lnTo>
                      <a:pt x="26" y="176"/>
                    </a:lnTo>
                    <a:lnTo>
                      <a:pt x="28" y="179"/>
                    </a:lnTo>
                    <a:lnTo>
                      <a:pt x="30" y="182"/>
                    </a:lnTo>
                    <a:lnTo>
                      <a:pt x="34" y="183"/>
                    </a:lnTo>
                    <a:lnTo>
                      <a:pt x="37" y="183"/>
                    </a:lnTo>
                    <a:lnTo>
                      <a:pt x="41" y="182"/>
                    </a:lnTo>
                    <a:lnTo>
                      <a:pt x="58" y="171"/>
                    </a:lnTo>
                    <a:lnTo>
                      <a:pt x="76" y="160"/>
                    </a:lnTo>
                    <a:lnTo>
                      <a:pt x="92" y="147"/>
                    </a:lnTo>
                    <a:lnTo>
                      <a:pt x="108" y="132"/>
                    </a:lnTo>
                    <a:lnTo>
                      <a:pt x="118" y="116"/>
                    </a:lnTo>
                    <a:lnTo>
                      <a:pt x="125" y="98"/>
                    </a:lnTo>
                    <a:lnTo>
                      <a:pt x="128" y="78"/>
                    </a:lnTo>
                    <a:lnTo>
                      <a:pt x="123" y="58"/>
                    </a:lnTo>
                    <a:lnTo>
                      <a:pt x="112" y="41"/>
                    </a:lnTo>
                    <a:lnTo>
                      <a:pt x="98" y="28"/>
                    </a:lnTo>
                    <a:lnTo>
                      <a:pt x="80" y="16"/>
                    </a:lnTo>
                    <a:lnTo>
                      <a:pt x="61" y="8"/>
                    </a:lnTo>
                    <a:lnTo>
                      <a:pt x="41" y="2"/>
                    </a:lnTo>
                    <a:lnTo>
                      <a:pt x="23" y="0"/>
                    </a:lnTo>
                    <a:lnTo>
                      <a:pt x="9" y="1"/>
                    </a:lnTo>
                    <a:lnTo>
                      <a:pt x="0" y="6"/>
                    </a:lnTo>
                    <a:lnTo>
                      <a:pt x="16" y="10"/>
                    </a:lnTo>
                    <a:lnTo>
                      <a:pt x="33" y="14"/>
                    </a:lnTo>
                    <a:lnTo>
                      <a:pt x="48" y="17"/>
                    </a:lnTo>
                    <a:lnTo>
                      <a:pt x="63" y="22"/>
                    </a:lnTo>
                    <a:lnTo>
                      <a:pt x="77" y="28"/>
                    </a:lnTo>
                    <a:lnTo>
                      <a:pt x="90" y="36"/>
                    </a:lnTo>
                    <a:lnTo>
                      <a:pt x="101" y="46"/>
                    </a:lnTo>
                    <a:lnTo>
                      <a:pt x="108" y="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52" name="Freeform 822">
                <a:extLst>
                  <a:ext uri="{FF2B5EF4-FFF2-40B4-BE49-F238E27FC236}">
                    <a16:creationId xmlns:a16="http://schemas.microsoft.com/office/drawing/2014/main" id="{0BE27227-6166-441C-A3DB-630D51108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0" y="2650"/>
                <a:ext cx="112" cy="88"/>
              </a:xfrm>
              <a:custGeom>
                <a:avLst/>
                <a:gdLst>
                  <a:gd name="T0" fmla="*/ 0 w 323"/>
                  <a:gd name="T1" fmla="*/ 0 h 379"/>
                  <a:gd name="T2" fmla="*/ 0 w 323"/>
                  <a:gd name="T3" fmla="*/ 0 h 379"/>
                  <a:gd name="T4" fmla="*/ 0 w 323"/>
                  <a:gd name="T5" fmla="*/ 0 h 379"/>
                  <a:gd name="T6" fmla="*/ 0 w 323"/>
                  <a:gd name="T7" fmla="*/ 0 h 379"/>
                  <a:gd name="T8" fmla="*/ 0 w 323"/>
                  <a:gd name="T9" fmla="*/ 0 h 379"/>
                  <a:gd name="T10" fmla="*/ 0 w 323"/>
                  <a:gd name="T11" fmla="*/ 0 h 379"/>
                  <a:gd name="T12" fmla="*/ 0 w 323"/>
                  <a:gd name="T13" fmla="*/ 0 h 379"/>
                  <a:gd name="T14" fmla="*/ 0 w 323"/>
                  <a:gd name="T15" fmla="*/ 0 h 379"/>
                  <a:gd name="T16" fmla="*/ 0 w 323"/>
                  <a:gd name="T17" fmla="*/ 0 h 379"/>
                  <a:gd name="T18" fmla="*/ 0 w 323"/>
                  <a:gd name="T19" fmla="*/ 0 h 379"/>
                  <a:gd name="T20" fmla="*/ 0 w 323"/>
                  <a:gd name="T21" fmla="*/ 0 h 379"/>
                  <a:gd name="T22" fmla="*/ 0 w 323"/>
                  <a:gd name="T23" fmla="*/ 0 h 379"/>
                  <a:gd name="T24" fmla="*/ 0 w 323"/>
                  <a:gd name="T25" fmla="*/ 0 h 379"/>
                  <a:gd name="T26" fmla="*/ 0 w 323"/>
                  <a:gd name="T27" fmla="*/ 0 h 379"/>
                  <a:gd name="T28" fmla="*/ 0 w 323"/>
                  <a:gd name="T29" fmla="*/ 0 h 379"/>
                  <a:gd name="T30" fmla="*/ 0 w 323"/>
                  <a:gd name="T31" fmla="*/ 0 h 379"/>
                  <a:gd name="T32" fmla="*/ 0 w 323"/>
                  <a:gd name="T33" fmla="*/ 0 h 379"/>
                  <a:gd name="T34" fmla="*/ 0 w 323"/>
                  <a:gd name="T35" fmla="*/ 0 h 379"/>
                  <a:gd name="T36" fmla="*/ 0 w 323"/>
                  <a:gd name="T37" fmla="*/ 0 h 379"/>
                  <a:gd name="T38" fmla="*/ 0 w 323"/>
                  <a:gd name="T39" fmla="*/ 0 h 379"/>
                  <a:gd name="T40" fmla="*/ 0 w 323"/>
                  <a:gd name="T41" fmla="*/ 0 h 379"/>
                  <a:gd name="T42" fmla="*/ 0 w 323"/>
                  <a:gd name="T43" fmla="*/ 0 h 379"/>
                  <a:gd name="T44" fmla="*/ 0 w 323"/>
                  <a:gd name="T45" fmla="*/ 0 h 379"/>
                  <a:gd name="T46" fmla="*/ 0 w 323"/>
                  <a:gd name="T47" fmla="*/ 0 h 379"/>
                  <a:gd name="T48" fmla="*/ 0 w 323"/>
                  <a:gd name="T49" fmla="*/ 0 h 379"/>
                  <a:gd name="T50" fmla="*/ 0 w 323"/>
                  <a:gd name="T51" fmla="*/ 0 h 379"/>
                  <a:gd name="T52" fmla="*/ 0 w 323"/>
                  <a:gd name="T53" fmla="*/ 0 h 379"/>
                  <a:gd name="T54" fmla="*/ 0 w 323"/>
                  <a:gd name="T55" fmla="*/ 0 h 379"/>
                  <a:gd name="T56" fmla="*/ 0 w 323"/>
                  <a:gd name="T57" fmla="*/ 0 h 379"/>
                  <a:gd name="T58" fmla="*/ 0 w 323"/>
                  <a:gd name="T59" fmla="*/ 0 h 379"/>
                  <a:gd name="T60" fmla="*/ 0 w 323"/>
                  <a:gd name="T61" fmla="*/ 0 h 379"/>
                  <a:gd name="T62" fmla="*/ 0 w 323"/>
                  <a:gd name="T63" fmla="*/ 0 h 379"/>
                  <a:gd name="T64" fmla="*/ 0 w 323"/>
                  <a:gd name="T65" fmla="*/ 0 h 379"/>
                  <a:gd name="T66" fmla="*/ 0 w 323"/>
                  <a:gd name="T67" fmla="*/ 0 h 379"/>
                  <a:gd name="T68" fmla="*/ 0 w 323"/>
                  <a:gd name="T69" fmla="*/ 0 h 379"/>
                  <a:gd name="T70" fmla="*/ 0 w 323"/>
                  <a:gd name="T71" fmla="*/ 0 h 379"/>
                  <a:gd name="T72" fmla="*/ 0 w 323"/>
                  <a:gd name="T73" fmla="*/ 0 h 379"/>
                  <a:gd name="T74" fmla="*/ 0 w 323"/>
                  <a:gd name="T75" fmla="*/ 0 h 379"/>
                  <a:gd name="T76" fmla="*/ 0 w 323"/>
                  <a:gd name="T77" fmla="*/ 0 h 379"/>
                  <a:gd name="T78" fmla="*/ 0 w 323"/>
                  <a:gd name="T79" fmla="*/ 0 h 379"/>
                  <a:gd name="T80" fmla="*/ 0 w 323"/>
                  <a:gd name="T81" fmla="*/ 0 h 379"/>
                  <a:gd name="T82" fmla="*/ 0 w 323"/>
                  <a:gd name="T83" fmla="*/ 0 h 379"/>
                  <a:gd name="T84" fmla="*/ 0 w 323"/>
                  <a:gd name="T85" fmla="*/ 0 h 379"/>
                  <a:gd name="T86" fmla="*/ 0 w 323"/>
                  <a:gd name="T87" fmla="*/ 0 h 37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3"/>
                  <a:gd name="T133" fmla="*/ 0 h 379"/>
                  <a:gd name="T134" fmla="*/ 323 w 323"/>
                  <a:gd name="T135" fmla="*/ 379 h 37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3" h="379">
                    <a:moveTo>
                      <a:pt x="126" y="50"/>
                    </a:moveTo>
                    <a:lnTo>
                      <a:pt x="101" y="70"/>
                    </a:lnTo>
                    <a:lnTo>
                      <a:pt x="76" y="92"/>
                    </a:lnTo>
                    <a:lnTo>
                      <a:pt x="54" y="115"/>
                    </a:lnTo>
                    <a:lnTo>
                      <a:pt x="34" y="140"/>
                    </a:lnTo>
                    <a:lnTo>
                      <a:pt x="18" y="167"/>
                    </a:lnTo>
                    <a:lnTo>
                      <a:pt x="6" y="196"/>
                    </a:lnTo>
                    <a:lnTo>
                      <a:pt x="0" y="227"/>
                    </a:lnTo>
                    <a:lnTo>
                      <a:pt x="1" y="259"/>
                    </a:lnTo>
                    <a:lnTo>
                      <a:pt x="4" y="267"/>
                    </a:lnTo>
                    <a:lnTo>
                      <a:pt x="7" y="277"/>
                    </a:lnTo>
                    <a:lnTo>
                      <a:pt x="11" y="283"/>
                    </a:lnTo>
                    <a:lnTo>
                      <a:pt x="15" y="291"/>
                    </a:lnTo>
                    <a:lnTo>
                      <a:pt x="21" y="298"/>
                    </a:lnTo>
                    <a:lnTo>
                      <a:pt x="27" y="305"/>
                    </a:lnTo>
                    <a:lnTo>
                      <a:pt x="34" y="311"/>
                    </a:lnTo>
                    <a:lnTo>
                      <a:pt x="41" y="316"/>
                    </a:lnTo>
                    <a:lnTo>
                      <a:pt x="57" y="325"/>
                    </a:lnTo>
                    <a:lnTo>
                      <a:pt x="72" y="333"/>
                    </a:lnTo>
                    <a:lnTo>
                      <a:pt x="87" y="340"/>
                    </a:lnTo>
                    <a:lnTo>
                      <a:pt x="103" y="345"/>
                    </a:lnTo>
                    <a:lnTo>
                      <a:pt x="120" y="351"/>
                    </a:lnTo>
                    <a:lnTo>
                      <a:pt x="136" y="356"/>
                    </a:lnTo>
                    <a:lnTo>
                      <a:pt x="153" y="360"/>
                    </a:lnTo>
                    <a:lnTo>
                      <a:pt x="169" y="364"/>
                    </a:lnTo>
                    <a:lnTo>
                      <a:pt x="187" y="367"/>
                    </a:lnTo>
                    <a:lnTo>
                      <a:pt x="204" y="370"/>
                    </a:lnTo>
                    <a:lnTo>
                      <a:pt x="221" y="372"/>
                    </a:lnTo>
                    <a:lnTo>
                      <a:pt x="238" y="374"/>
                    </a:lnTo>
                    <a:lnTo>
                      <a:pt x="256" y="375"/>
                    </a:lnTo>
                    <a:lnTo>
                      <a:pt x="273" y="376"/>
                    </a:lnTo>
                    <a:lnTo>
                      <a:pt x="290" y="378"/>
                    </a:lnTo>
                    <a:lnTo>
                      <a:pt x="307" y="379"/>
                    </a:lnTo>
                    <a:lnTo>
                      <a:pt x="312" y="379"/>
                    </a:lnTo>
                    <a:lnTo>
                      <a:pt x="317" y="375"/>
                    </a:lnTo>
                    <a:lnTo>
                      <a:pt x="320" y="372"/>
                    </a:lnTo>
                    <a:lnTo>
                      <a:pt x="323" y="366"/>
                    </a:lnTo>
                    <a:lnTo>
                      <a:pt x="323" y="360"/>
                    </a:lnTo>
                    <a:lnTo>
                      <a:pt x="320" y="356"/>
                    </a:lnTo>
                    <a:lnTo>
                      <a:pt x="316" y="352"/>
                    </a:lnTo>
                    <a:lnTo>
                      <a:pt x="311" y="351"/>
                    </a:lnTo>
                    <a:lnTo>
                      <a:pt x="295" y="351"/>
                    </a:lnTo>
                    <a:lnTo>
                      <a:pt x="279" y="351"/>
                    </a:lnTo>
                    <a:lnTo>
                      <a:pt x="263" y="350"/>
                    </a:lnTo>
                    <a:lnTo>
                      <a:pt x="248" y="349"/>
                    </a:lnTo>
                    <a:lnTo>
                      <a:pt x="231" y="348"/>
                    </a:lnTo>
                    <a:lnTo>
                      <a:pt x="215" y="345"/>
                    </a:lnTo>
                    <a:lnTo>
                      <a:pt x="200" y="343"/>
                    </a:lnTo>
                    <a:lnTo>
                      <a:pt x="183" y="341"/>
                    </a:lnTo>
                    <a:lnTo>
                      <a:pt x="168" y="337"/>
                    </a:lnTo>
                    <a:lnTo>
                      <a:pt x="151" y="334"/>
                    </a:lnTo>
                    <a:lnTo>
                      <a:pt x="136" y="329"/>
                    </a:lnTo>
                    <a:lnTo>
                      <a:pt x="121" y="325"/>
                    </a:lnTo>
                    <a:lnTo>
                      <a:pt x="106" y="320"/>
                    </a:lnTo>
                    <a:lnTo>
                      <a:pt x="92" y="313"/>
                    </a:lnTo>
                    <a:lnTo>
                      <a:pt x="76" y="306"/>
                    </a:lnTo>
                    <a:lnTo>
                      <a:pt x="62" y="300"/>
                    </a:lnTo>
                    <a:lnTo>
                      <a:pt x="51" y="291"/>
                    </a:lnTo>
                    <a:lnTo>
                      <a:pt x="41" y="280"/>
                    </a:lnTo>
                    <a:lnTo>
                      <a:pt x="35" y="269"/>
                    </a:lnTo>
                    <a:lnTo>
                      <a:pt x="31" y="255"/>
                    </a:lnTo>
                    <a:lnTo>
                      <a:pt x="31" y="239"/>
                    </a:lnTo>
                    <a:lnTo>
                      <a:pt x="33" y="218"/>
                    </a:lnTo>
                    <a:lnTo>
                      <a:pt x="38" y="197"/>
                    </a:lnTo>
                    <a:lnTo>
                      <a:pt x="42" y="182"/>
                    </a:lnTo>
                    <a:lnTo>
                      <a:pt x="51" y="165"/>
                    </a:lnTo>
                    <a:lnTo>
                      <a:pt x="60" y="150"/>
                    </a:lnTo>
                    <a:lnTo>
                      <a:pt x="68" y="136"/>
                    </a:lnTo>
                    <a:lnTo>
                      <a:pt x="79" y="124"/>
                    </a:lnTo>
                    <a:lnTo>
                      <a:pt x="89" y="111"/>
                    </a:lnTo>
                    <a:lnTo>
                      <a:pt x="101" y="100"/>
                    </a:lnTo>
                    <a:lnTo>
                      <a:pt x="114" y="88"/>
                    </a:lnTo>
                    <a:lnTo>
                      <a:pt x="129" y="76"/>
                    </a:lnTo>
                    <a:lnTo>
                      <a:pt x="144" y="64"/>
                    </a:lnTo>
                    <a:lnTo>
                      <a:pt x="162" y="53"/>
                    </a:lnTo>
                    <a:lnTo>
                      <a:pt x="181" y="41"/>
                    </a:lnTo>
                    <a:lnTo>
                      <a:pt x="201" y="31"/>
                    </a:lnTo>
                    <a:lnTo>
                      <a:pt x="219" y="22"/>
                    </a:lnTo>
                    <a:lnTo>
                      <a:pt x="237" y="14"/>
                    </a:lnTo>
                    <a:lnTo>
                      <a:pt x="253" y="7"/>
                    </a:lnTo>
                    <a:lnTo>
                      <a:pt x="268" y="1"/>
                    </a:lnTo>
                    <a:lnTo>
                      <a:pt x="255" y="0"/>
                    </a:lnTo>
                    <a:lnTo>
                      <a:pt x="238" y="1"/>
                    </a:lnTo>
                    <a:lnTo>
                      <a:pt x="221" y="5"/>
                    </a:lnTo>
                    <a:lnTo>
                      <a:pt x="201" y="11"/>
                    </a:lnTo>
                    <a:lnTo>
                      <a:pt x="181" y="19"/>
                    </a:lnTo>
                    <a:lnTo>
                      <a:pt x="161" y="28"/>
                    </a:lnTo>
                    <a:lnTo>
                      <a:pt x="142" y="39"/>
                    </a:lnTo>
                    <a:lnTo>
                      <a:pt x="126" y="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53" name="Freeform 823">
                <a:extLst>
                  <a:ext uri="{FF2B5EF4-FFF2-40B4-BE49-F238E27FC236}">
                    <a16:creationId xmlns:a16="http://schemas.microsoft.com/office/drawing/2014/main" id="{93193C54-BD82-4262-AF6F-0021843EE1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9" y="2647"/>
                <a:ext cx="99" cy="59"/>
              </a:xfrm>
              <a:custGeom>
                <a:avLst/>
                <a:gdLst>
                  <a:gd name="T0" fmla="*/ 0 w 282"/>
                  <a:gd name="T1" fmla="*/ 0 h 253"/>
                  <a:gd name="T2" fmla="*/ 0 w 282"/>
                  <a:gd name="T3" fmla="*/ 0 h 253"/>
                  <a:gd name="T4" fmla="*/ 0 w 282"/>
                  <a:gd name="T5" fmla="*/ 0 h 253"/>
                  <a:gd name="T6" fmla="*/ 0 w 282"/>
                  <a:gd name="T7" fmla="*/ 0 h 253"/>
                  <a:gd name="T8" fmla="*/ 0 w 282"/>
                  <a:gd name="T9" fmla="*/ 0 h 253"/>
                  <a:gd name="T10" fmla="*/ 0 w 282"/>
                  <a:gd name="T11" fmla="*/ 0 h 253"/>
                  <a:gd name="T12" fmla="*/ 0 w 282"/>
                  <a:gd name="T13" fmla="*/ 0 h 253"/>
                  <a:gd name="T14" fmla="*/ 0 w 282"/>
                  <a:gd name="T15" fmla="*/ 0 h 253"/>
                  <a:gd name="T16" fmla="*/ 0 w 282"/>
                  <a:gd name="T17" fmla="*/ 0 h 253"/>
                  <a:gd name="T18" fmla="*/ 0 w 282"/>
                  <a:gd name="T19" fmla="*/ 0 h 253"/>
                  <a:gd name="T20" fmla="*/ 0 w 282"/>
                  <a:gd name="T21" fmla="*/ 0 h 253"/>
                  <a:gd name="T22" fmla="*/ 0 w 282"/>
                  <a:gd name="T23" fmla="*/ 0 h 253"/>
                  <a:gd name="T24" fmla="*/ 0 w 282"/>
                  <a:gd name="T25" fmla="*/ 0 h 253"/>
                  <a:gd name="T26" fmla="*/ 0 w 282"/>
                  <a:gd name="T27" fmla="*/ 0 h 253"/>
                  <a:gd name="T28" fmla="*/ 0 w 282"/>
                  <a:gd name="T29" fmla="*/ 0 h 253"/>
                  <a:gd name="T30" fmla="*/ 0 w 282"/>
                  <a:gd name="T31" fmla="*/ 0 h 253"/>
                  <a:gd name="T32" fmla="*/ 0 w 282"/>
                  <a:gd name="T33" fmla="*/ 0 h 253"/>
                  <a:gd name="T34" fmla="*/ 0 w 282"/>
                  <a:gd name="T35" fmla="*/ 0 h 253"/>
                  <a:gd name="T36" fmla="*/ 0 w 282"/>
                  <a:gd name="T37" fmla="*/ 0 h 253"/>
                  <a:gd name="T38" fmla="*/ 0 w 282"/>
                  <a:gd name="T39" fmla="*/ 0 h 253"/>
                  <a:gd name="T40" fmla="*/ 0 w 282"/>
                  <a:gd name="T41" fmla="*/ 0 h 253"/>
                  <a:gd name="T42" fmla="*/ 0 w 282"/>
                  <a:gd name="T43" fmla="*/ 0 h 253"/>
                  <a:gd name="T44" fmla="*/ 0 w 282"/>
                  <a:gd name="T45" fmla="*/ 0 h 253"/>
                  <a:gd name="T46" fmla="*/ 0 w 282"/>
                  <a:gd name="T47" fmla="*/ 0 h 253"/>
                  <a:gd name="T48" fmla="*/ 0 w 282"/>
                  <a:gd name="T49" fmla="*/ 0 h 253"/>
                  <a:gd name="T50" fmla="*/ 0 w 282"/>
                  <a:gd name="T51" fmla="*/ 0 h 253"/>
                  <a:gd name="T52" fmla="*/ 0 w 282"/>
                  <a:gd name="T53" fmla="*/ 0 h 253"/>
                  <a:gd name="T54" fmla="*/ 0 w 282"/>
                  <a:gd name="T55" fmla="*/ 0 h 253"/>
                  <a:gd name="T56" fmla="*/ 0 w 282"/>
                  <a:gd name="T57" fmla="*/ 0 h 253"/>
                  <a:gd name="T58" fmla="*/ 0 w 282"/>
                  <a:gd name="T59" fmla="*/ 0 h 253"/>
                  <a:gd name="T60" fmla="*/ 0 w 282"/>
                  <a:gd name="T61" fmla="*/ 0 h 253"/>
                  <a:gd name="T62" fmla="*/ 0 w 282"/>
                  <a:gd name="T63" fmla="*/ 0 h 253"/>
                  <a:gd name="T64" fmla="*/ 0 w 282"/>
                  <a:gd name="T65" fmla="*/ 0 h 253"/>
                  <a:gd name="T66" fmla="*/ 0 w 282"/>
                  <a:gd name="T67" fmla="*/ 0 h 253"/>
                  <a:gd name="T68" fmla="*/ 0 w 282"/>
                  <a:gd name="T69" fmla="*/ 0 h 253"/>
                  <a:gd name="T70" fmla="*/ 0 w 282"/>
                  <a:gd name="T71" fmla="*/ 0 h 253"/>
                  <a:gd name="T72" fmla="*/ 0 w 282"/>
                  <a:gd name="T73" fmla="*/ 0 h 253"/>
                  <a:gd name="T74" fmla="*/ 0 w 282"/>
                  <a:gd name="T75" fmla="*/ 0 h 253"/>
                  <a:gd name="T76" fmla="*/ 0 w 282"/>
                  <a:gd name="T77" fmla="*/ 0 h 253"/>
                  <a:gd name="T78" fmla="*/ 0 w 282"/>
                  <a:gd name="T79" fmla="*/ 0 h 253"/>
                  <a:gd name="T80" fmla="*/ 0 w 282"/>
                  <a:gd name="T81" fmla="*/ 0 h 253"/>
                  <a:gd name="T82" fmla="*/ 0 w 282"/>
                  <a:gd name="T83" fmla="*/ 0 h 253"/>
                  <a:gd name="T84" fmla="*/ 0 w 282"/>
                  <a:gd name="T85" fmla="*/ 0 h 253"/>
                  <a:gd name="T86" fmla="*/ 0 w 282"/>
                  <a:gd name="T87" fmla="*/ 0 h 253"/>
                  <a:gd name="T88" fmla="*/ 0 w 282"/>
                  <a:gd name="T89" fmla="*/ 0 h 253"/>
                  <a:gd name="T90" fmla="*/ 0 w 282"/>
                  <a:gd name="T91" fmla="*/ 0 h 253"/>
                  <a:gd name="T92" fmla="*/ 0 w 282"/>
                  <a:gd name="T93" fmla="*/ 0 h 253"/>
                  <a:gd name="T94" fmla="*/ 0 w 282"/>
                  <a:gd name="T95" fmla="*/ 0 h 253"/>
                  <a:gd name="T96" fmla="*/ 0 w 282"/>
                  <a:gd name="T97" fmla="*/ 0 h 253"/>
                  <a:gd name="T98" fmla="*/ 0 w 282"/>
                  <a:gd name="T99" fmla="*/ 0 h 253"/>
                  <a:gd name="T100" fmla="*/ 0 w 282"/>
                  <a:gd name="T101" fmla="*/ 0 h 253"/>
                  <a:gd name="T102" fmla="*/ 0 w 282"/>
                  <a:gd name="T103" fmla="*/ 0 h 253"/>
                  <a:gd name="T104" fmla="*/ 0 w 282"/>
                  <a:gd name="T105" fmla="*/ 0 h 253"/>
                  <a:gd name="T106" fmla="*/ 0 w 282"/>
                  <a:gd name="T107" fmla="*/ 0 h 253"/>
                  <a:gd name="T108" fmla="*/ 0 w 282"/>
                  <a:gd name="T109" fmla="*/ 0 h 253"/>
                  <a:gd name="T110" fmla="*/ 0 w 282"/>
                  <a:gd name="T111" fmla="*/ 0 h 253"/>
                  <a:gd name="T112" fmla="*/ 0 w 282"/>
                  <a:gd name="T113" fmla="*/ 0 h 253"/>
                  <a:gd name="T114" fmla="*/ 0 w 282"/>
                  <a:gd name="T115" fmla="*/ 0 h 253"/>
                  <a:gd name="T116" fmla="*/ 0 w 282"/>
                  <a:gd name="T117" fmla="*/ 0 h 253"/>
                  <a:gd name="T118" fmla="*/ 0 w 282"/>
                  <a:gd name="T119" fmla="*/ 0 h 253"/>
                  <a:gd name="T120" fmla="*/ 0 w 282"/>
                  <a:gd name="T121" fmla="*/ 0 h 2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2"/>
                  <a:gd name="T184" fmla="*/ 0 h 253"/>
                  <a:gd name="T185" fmla="*/ 282 w 282"/>
                  <a:gd name="T186" fmla="*/ 253 h 2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2" h="253">
                    <a:moveTo>
                      <a:pt x="235" y="78"/>
                    </a:moveTo>
                    <a:lnTo>
                      <a:pt x="248" y="92"/>
                    </a:lnTo>
                    <a:lnTo>
                      <a:pt x="255" y="108"/>
                    </a:lnTo>
                    <a:lnTo>
                      <a:pt x="259" y="125"/>
                    </a:lnTo>
                    <a:lnTo>
                      <a:pt x="259" y="144"/>
                    </a:lnTo>
                    <a:lnTo>
                      <a:pt x="257" y="159"/>
                    </a:lnTo>
                    <a:lnTo>
                      <a:pt x="252" y="171"/>
                    </a:lnTo>
                    <a:lnTo>
                      <a:pt x="244" y="184"/>
                    </a:lnTo>
                    <a:lnTo>
                      <a:pt x="236" y="194"/>
                    </a:lnTo>
                    <a:lnTo>
                      <a:pt x="225" y="206"/>
                    </a:lnTo>
                    <a:lnTo>
                      <a:pt x="215" y="215"/>
                    </a:lnTo>
                    <a:lnTo>
                      <a:pt x="204" y="225"/>
                    </a:lnTo>
                    <a:lnTo>
                      <a:pt x="194" y="236"/>
                    </a:lnTo>
                    <a:lnTo>
                      <a:pt x="191" y="239"/>
                    </a:lnTo>
                    <a:lnTo>
                      <a:pt x="190" y="242"/>
                    </a:lnTo>
                    <a:lnTo>
                      <a:pt x="191" y="246"/>
                    </a:lnTo>
                    <a:lnTo>
                      <a:pt x="194" y="249"/>
                    </a:lnTo>
                    <a:lnTo>
                      <a:pt x="197" y="252"/>
                    </a:lnTo>
                    <a:lnTo>
                      <a:pt x="201" y="253"/>
                    </a:lnTo>
                    <a:lnTo>
                      <a:pt x="205" y="252"/>
                    </a:lnTo>
                    <a:lnTo>
                      <a:pt x="209" y="249"/>
                    </a:lnTo>
                    <a:lnTo>
                      <a:pt x="232" y="234"/>
                    </a:lnTo>
                    <a:lnTo>
                      <a:pt x="251" y="215"/>
                    </a:lnTo>
                    <a:lnTo>
                      <a:pt x="267" y="192"/>
                    </a:lnTo>
                    <a:lnTo>
                      <a:pt x="278" y="168"/>
                    </a:lnTo>
                    <a:lnTo>
                      <a:pt x="282" y="141"/>
                    </a:lnTo>
                    <a:lnTo>
                      <a:pt x="279" y="116"/>
                    </a:lnTo>
                    <a:lnTo>
                      <a:pt x="270" y="92"/>
                    </a:lnTo>
                    <a:lnTo>
                      <a:pt x="251" y="70"/>
                    </a:lnTo>
                    <a:lnTo>
                      <a:pt x="237" y="59"/>
                    </a:lnTo>
                    <a:lnTo>
                      <a:pt x="221" y="48"/>
                    </a:lnTo>
                    <a:lnTo>
                      <a:pt x="202" y="39"/>
                    </a:lnTo>
                    <a:lnTo>
                      <a:pt x="183" y="31"/>
                    </a:lnTo>
                    <a:lnTo>
                      <a:pt x="163" y="24"/>
                    </a:lnTo>
                    <a:lnTo>
                      <a:pt x="142" y="18"/>
                    </a:lnTo>
                    <a:lnTo>
                      <a:pt x="122" y="13"/>
                    </a:lnTo>
                    <a:lnTo>
                      <a:pt x="101" y="8"/>
                    </a:lnTo>
                    <a:lnTo>
                      <a:pt x="82" y="5"/>
                    </a:lnTo>
                    <a:lnTo>
                      <a:pt x="63" y="2"/>
                    </a:lnTo>
                    <a:lnTo>
                      <a:pt x="47" y="0"/>
                    </a:lnTo>
                    <a:lnTo>
                      <a:pt x="32" y="0"/>
                    </a:lnTo>
                    <a:lnTo>
                      <a:pt x="19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12" y="8"/>
                    </a:lnTo>
                    <a:lnTo>
                      <a:pt x="25" y="9"/>
                    </a:lnTo>
                    <a:lnTo>
                      <a:pt x="38" y="12"/>
                    </a:lnTo>
                    <a:lnTo>
                      <a:pt x="52" y="14"/>
                    </a:lnTo>
                    <a:lnTo>
                      <a:pt x="67" y="16"/>
                    </a:lnTo>
                    <a:lnTo>
                      <a:pt x="82" y="18"/>
                    </a:lnTo>
                    <a:lnTo>
                      <a:pt x="97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5"/>
                    </a:lnTo>
                    <a:lnTo>
                      <a:pt x="162" y="40"/>
                    </a:lnTo>
                    <a:lnTo>
                      <a:pt x="177" y="46"/>
                    </a:lnTo>
                    <a:lnTo>
                      <a:pt x="192" y="53"/>
                    </a:lnTo>
                    <a:lnTo>
                      <a:pt x="208" y="60"/>
                    </a:lnTo>
                    <a:lnTo>
                      <a:pt x="222" y="69"/>
                    </a:lnTo>
                    <a:lnTo>
                      <a:pt x="235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54" name="Freeform 824">
                <a:extLst>
                  <a:ext uri="{FF2B5EF4-FFF2-40B4-BE49-F238E27FC236}">
                    <a16:creationId xmlns:a16="http://schemas.microsoft.com/office/drawing/2014/main" id="{5774356A-0554-4E30-92A1-22E22E476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0" y="2680"/>
                <a:ext cx="40" cy="54"/>
              </a:xfrm>
              <a:custGeom>
                <a:avLst/>
                <a:gdLst>
                  <a:gd name="T0" fmla="*/ 0 w 115"/>
                  <a:gd name="T1" fmla="*/ 0 h 236"/>
                  <a:gd name="T2" fmla="*/ 0 w 115"/>
                  <a:gd name="T3" fmla="*/ 0 h 236"/>
                  <a:gd name="T4" fmla="*/ 0 w 115"/>
                  <a:gd name="T5" fmla="*/ 0 h 236"/>
                  <a:gd name="T6" fmla="*/ 0 w 115"/>
                  <a:gd name="T7" fmla="*/ 0 h 236"/>
                  <a:gd name="T8" fmla="*/ 0 w 115"/>
                  <a:gd name="T9" fmla="*/ 0 h 236"/>
                  <a:gd name="T10" fmla="*/ 0 w 115"/>
                  <a:gd name="T11" fmla="*/ 0 h 236"/>
                  <a:gd name="T12" fmla="*/ 0 w 115"/>
                  <a:gd name="T13" fmla="*/ 0 h 236"/>
                  <a:gd name="T14" fmla="*/ 0 w 115"/>
                  <a:gd name="T15" fmla="*/ 0 h 236"/>
                  <a:gd name="T16" fmla="*/ 0 w 115"/>
                  <a:gd name="T17" fmla="*/ 0 h 236"/>
                  <a:gd name="T18" fmla="*/ 0 w 115"/>
                  <a:gd name="T19" fmla="*/ 0 h 236"/>
                  <a:gd name="T20" fmla="*/ 0 w 115"/>
                  <a:gd name="T21" fmla="*/ 0 h 236"/>
                  <a:gd name="T22" fmla="*/ 0 w 115"/>
                  <a:gd name="T23" fmla="*/ 0 h 236"/>
                  <a:gd name="T24" fmla="*/ 0 w 115"/>
                  <a:gd name="T25" fmla="*/ 0 h 236"/>
                  <a:gd name="T26" fmla="*/ 0 w 115"/>
                  <a:gd name="T27" fmla="*/ 0 h 236"/>
                  <a:gd name="T28" fmla="*/ 0 w 115"/>
                  <a:gd name="T29" fmla="*/ 0 h 236"/>
                  <a:gd name="T30" fmla="*/ 0 w 115"/>
                  <a:gd name="T31" fmla="*/ 0 h 236"/>
                  <a:gd name="T32" fmla="*/ 0 w 115"/>
                  <a:gd name="T33" fmla="*/ 0 h 236"/>
                  <a:gd name="T34" fmla="*/ 0 w 115"/>
                  <a:gd name="T35" fmla="*/ 0 h 236"/>
                  <a:gd name="T36" fmla="*/ 0 w 115"/>
                  <a:gd name="T37" fmla="*/ 0 h 236"/>
                  <a:gd name="T38" fmla="*/ 0 w 115"/>
                  <a:gd name="T39" fmla="*/ 0 h 236"/>
                  <a:gd name="T40" fmla="*/ 0 w 115"/>
                  <a:gd name="T41" fmla="*/ 0 h 236"/>
                  <a:gd name="T42" fmla="*/ 0 w 115"/>
                  <a:gd name="T43" fmla="*/ 0 h 236"/>
                  <a:gd name="T44" fmla="*/ 0 w 115"/>
                  <a:gd name="T45" fmla="*/ 0 h 236"/>
                  <a:gd name="T46" fmla="*/ 0 w 115"/>
                  <a:gd name="T47" fmla="*/ 0 h 236"/>
                  <a:gd name="T48" fmla="*/ 0 w 115"/>
                  <a:gd name="T49" fmla="*/ 0 h 236"/>
                  <a:gd name="T50" fmla="*/ 0 w 115"/>
                  <a:gd name="T51" fmla="*/ 0 h 236"/>
                  <a:gd name="T52" fmla="*/ 0 w 115"/>
                  <a:gd name="T53" fmla="*/ 0 h 236"/>
                  <a:gd name="T54" fmla="*/ 0 w 115"/>
                  <a:gd name="T55" fmla="*/ 0 h 236"/>
                  <a:gd name="T56" fmla="*/ 0 w 115"/>
                  <a:gd name="T57" fmla="*/ 0 h 236"/>
                  <a:gd name="T58" fmla="*/ 0 w 115"/>
                  <a:gd name="T59" fmla="*/ 0 h 236"/>
                  <a:gd name="T60" fmla="*/ 0 w 115"/>
                  <a:gd name="T61" fmla="*/ 0 h 236"/>
                  <a:gd name="T62" fmla="*/ 0 w 115"/>
                  <a:gd name="T63" fmla="*/ 0 h 236"/>
                  <a:gd name="T64" fmla="*/ 0 w 115"/>
                  <a:gd name="T65" fmla="*/ 0 h 236"/>
                  <a:gd name="T66" fmla="*/ 0 w 115"/>
                  <a:gd name="T67" fmla="*/ 0 h 236"/>
                  <a:gd name="T68" fmla="*/ 0 w 115"/>
                  <a:gd name="T69" fmla="*/ 0 h 236"/>
                  <a:gd name="T70" fmla="*/ 0 w 115"/>
                  <a:gd name="T71" fmla="*/ 0 h 236"/>
                  <a:gd name="T72" fmla="*/ 0 w 115"/>
                  <a:gd name="T73" fmla="*/ 0 h 236"/>
                  <a:gd name="T74" fmla="*/ 0 w 115"/>
                  <a:gd name="T75" fmla="*/ 0 h 236"/>
                  <a:gd name="T76" fmla="*/ 0 w 115"/>
                  <a:gd name="T77" fmla="*/ 0 h 236"/>
                  <a:gd name="T78" fmla="*/ 0 w 115"/>
                  <a:gd name="T79" fmla="*/ 0 h 236"/>
                  <a:gd name="T80" fmla="*/ 0 w 115"/>
                  <a:gd name="T81" fmla="*/ 0 h 2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5"/>
                  <a:gd name="T124" fmla="*/ 0 h 236"/>
                  <a:gd name="T125" fmla="*/ 115 w 115"/>
                  <a:gd name="T126" fmla="*/ 236 h 2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5" h="236">
                    <a:moveTo>
                      <a:pt x="0" y="128"/>
                    </a:moveTo>
                    <a:lnTo>
                      <a:pt x="0" y="148"/>
                    </a:lnTo>
                    <a:lnTo>
                      <a:pt x="5" y="166"/>
                    </a:lnTo>
                    <a:lnTo>
                      <a:pt x="13" y="184"/>
                    </a:lnTo>
                    <a:lnTo>
                      <a:pt x="24" y="198"/>
                    </a:lnTo>
                    <a:lnTo>
                      <a:pt x="39" y="211"/>
                    </a:lnTo>
                    <a:lnTo>
                      <a:pt x="55" y="223"/>
                    </a:lnTo>
                    <a:lnTo>
                      <a:pt x="74" y="231"/>
                    </a:lnTo>
                    <a:lnTo>
                      <a:pt x="92" y="235"/>
                    </a:lnTo>
                    <a:lnTo>
                      <a:pt x="98" y="236"/>
                    </a:lnTo>
                    <a:lnTo>
                      <a:pt x="104" y="234"/>
                    </a:lnTo>
                    <a:lnTo>
                      <a:pt x="109" y="231"/>
                    </a:lnTo>
                    <a:lnTo>
                      <a:pt x="111" y="226"/>
                    </a:lnTo>
                    <a:lnTo>
                      <a:pt x="111" y="220"/>
                    </a:lnTo>
                    <a:lnTo>
                      <a:pt x="110" y="215"/>
                    </a:lnTo>
                    <a:lnTo>
                      <a:pt x="107" y="210"/>
                    </a:lnTo>
                    <a:lnTo>
                      <a:pt x="101" y="208"/>
                    </a:lnTo>
                    <a:lnTo>
                      <a:pt x="82" y="201"/>
                    </a:lnTo>
                    <a:lnTo>
                      <a:pt x="64" y="192"/>
                    </a:lnTo>
                    <a:lnTo>
                      <a:pt x="50" y="179"/>
                    </a:lnTo>
                    <a:lnTo>
                      <a:pt x="40" y="165"/>
                    </a:lnTo>
                    <a:lnTo>
                      <a:pt x="33" y="148"/>
                    </a:lnTo>
                    <a:lnTo>
                      <a:pt x="29" y="130"/>
                    </a:lnTo>
                    <a:lnTo>
                      <a:pt x="29" y="110"/>
                    </a:lnTo>
                    <a:lnTo>
                      <a:pt x="35" y="89"/>
                    </a:lnTo>
                    <a:lnTo>
                      <a:pt x="43" y="74"/>
                    </a:lnTo>
                    <a:lnTo>
                      <a:pt x="56" y="60"/>
                    </a:lnTo>
                    <a:lnTo>
                      <a:pt x="70" y="46"/>
                    </a:lnTo>
                    <a:lnTo>
                      <a:pt x="85" y="33"/>
                    </a:lnTo>
                    <a:lnTo>
                      <a:pt x="98" y="23"/>
                    </a:lnTo>
                    <a:lnTo>
                      <a:pt x="109" y="12"/>
                    </a:lnTo>
                    <a:lnTo>
                      <a:pt x="115" y="6"/>
                    </a:lnTo>
                    <a:lnTo>
                      <a:pt x="115" y="0"/>
                    </a:lnTo>
                    <a:lnTo>
                      <a:pt x="102" y="4"/>
                    </a:lnTo>
                    <a:lnTo>
                      <a:pt x="85" y="12"/>
                    </a:lnTo>
                    <a:lnTo>
                      <a:pt x="68" y="26"/>
                    </a:lnTo>
                    <a:lnTo>
                      <a:pt x="49" y="42"/>
                    </a:lnTo>
                    <a:lnTo>
                      <a:pt x="32" y="61"/>
                    </a:lnTo>
                    <a:lnTo>
                      <a:pt x="17" y="82"/>
                    </a:lnTo>
                    <a:lnTo>
                      <a:pt x="6" y="105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655" name="Freeform 825">
                <a:extLst>
                  <a:ext uri="{FF2B5EF4-FFF2-40B4-BE49-F238E27FC236}">
                    <a16:creationId xmlns:a16="http://schemas.microsoft.com/office/drawing/2014/main" id="{41247BF4-B4BC-4FDF-9EA2-3909CD884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1" y="2643"/>
                <a:ext cx="87" cy="73"/>
              </a:xfrm>
              <a:custGeom>
                <a:avLst/>
                <a:gdLst>
                  <a:gd name="T0" fmla="*/ 0 w 245"/>
                  <a:gd name="T1" fmla="*/ 0 h 310"/>
                  <a:gd name="T2" fmla="*/ 0 w 245"/>
                  <a:gd name="T3" fmla="*/ 0 h 310"/>
                  <a:gd name="T4" fmla="*/ 0 w 245"/>
                  <a:gd name="T5" fmla="*/ 0 h 310"/>
                  <a:gd name="T6" fmla="*/ 0 w 245"/>
                  <a:gd name="T7" fmla="*/ 0 h 310"/>
                  <a:gd name="T8" fmla="*/ 0 w 245"/>
                  <a:gd name="T9" fmla="*/ 0 h 310"/>
                  <a:gd name="T10" fmla="*/ 0 w 245"/>
                  <a:gd name="T11" fmla="*/ 0 h 310"/>
                  <a:gd name="T12" fmla="*/ 0 w 245"/>
                  <a:gd name="T13" fmla="*/ 0 h 310"/>
                  <a:gd name="T14" fmla="*/ 0 w 245"/>
                  <a:gd name="T15" fmla="*/ 0 h 310"/>
                  <a:gd name="T16" fmla="*/ 0 w 245"/>
                  <a:gd name="T17" fmla="*/ 0 h 310"/>
                  <a:gd name="T18" fmla="*/ 0 w 245"/>
                  <a:gd name="T19" fmla="*/ 0 h 310"/>
                  <a:gd name="T20" fmla="*/ 0 w 245"/>
                  <a:gd name="T21" fmla="*/ 0 h 310"/>
                  <a:gd name="T22" fmla="*/ 0 w 245"/>
                  <a:gd name="T23" fmla="*/ 0 h 310"/>
                  <a:gd name="T24" fmla="*/ 0 w 245"/>
                  <a:gd name="T25" fmla="*/ 0 h 310"/>
                  <a:gd name="T26" fmla="*/ 0 w 245"/>
                  <a:gd name="T27" fmla="*/ 0 h 310"/>
                  <a:gd name="T28" fmla="*/ 0 w 245"/>
                  <a:gd name="T29" fmla="*/ 0 h 310"/>
                  <a:gd name="T30" fmla="*/ 0 w 245"/>
                  <a:gd name="T31" fmla="*/ 0 h 310"/>
                  <a:gd name="T32" fmla="*/ 0 w 245"/>
                  <a:gd name="T33" fmla="*/ 0 h 310"/>
                  <a:gd name="T34" fmla="*/ 0 w 245"/>
                  <a:gd name="T35" fmla="*/ 0 h 310"/>
                  <a:gd name="T36" fmla="*/ 0 w 245"/>
                  <a:gd name="T37" fmla="*/ 0 h 310"/>
                  <a:gd name="T38" fmla="*/ 0 w 245"/>
                  <a:gd name="T39" fmla="*/ 0 h 310"/>
                  <a:gd name="T40" fmla="*/ 0 w 245"/>
                  <a:gd name="T41" fmla="*/ 0 h 310"/>
                  <a:gd name="T42" fmla="*/ 0 w 245"/>
                  <a:gd name="T43" fmla="*/ 0 h 310"/>
                  <a:gd name="T44" fmla="*/ 0 w 245"/>
                  <a:gd name="T45" fmla="*/ 0 h 310"/>
                  <a:gd name="T46" fmla="*/ 0 w 245"/>
                  <a:gd name="T47" fmla="*/ 0 h 310"/>
                  <a:gd name="T48" fmla="*/ 0 w 245"/>
                  <a:gd name="T49" fmla="*/ 0 h 310"/>
                  <a:gd name="T50" fmla="*/ 0 w 245"/>
                  <a:gd name="T51" fmla="*/ 0 h 310"/>
                  <a:gd name="T52" fmla="*/ 0 w 245"/>
                  <a:gd name="T53" fmla="*/ 0 h 310"/>
                  <a:gd name="T54" fmla="*/ 0 w 245"/>
                  <a:gd name="T55" fmla="*/ 0 h 310"/>
                  <a:gd name="T56" fmla="*/ 0 w 245"/>
                  <a:gd name="T57" fmla="*/ 0 h 310"/>
                  <a:gd name="T58" fmla="*/ 0 w 245"/>
                  <a:gd name="T59" fmla="*/ 0 h 310"/>
                  <a:gd name="T60" fmla="*/ 0 w 245"/>
                  <a:gd name="T61" fmla="*/ 0 h 310"/>
                  <a:gd name="T62" fmla="*/ 0 w 245"/>
                  <a:gd name="T63" fmla="*/ 0 h 310"/>
                  <a:gd name="T64" fmla="*/ 0 w 245"/>
                  <a:gd name="T65" fmla="*/ 0 h 310"/>
                  <a:gd name="T66" fmla="*/ 0 w 245"/>
                  <a:gd name="T67" fmla="*/ 0 h 310"/>
                  <a:gd name="T68" fmla="*/ 0 w 245"/>
                  <a:gd name="T69" fmla="*/ 0 h 310"/>
                  <a:gd name="T70" fmla="*/ 0 w 245"/>
                  <a:gd name="T71" fmla="*/ 0 h 310"/>
                  <a:gd name="T72" fmla="*/ 0 w 245"/>
                  <a:gd name="T73" fmla="*/ 0 h 310"/>
                  <a:gd name="T74" fmla="*/ 0 w 245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5"/>
                  <a:gd name="T115" fmla="*/ 0 h 310"/>
                  <a:gd name="T116" fmla="*/ 245 w 245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5" h="310">
                    <a:moveTo>
                      <a:pt x="200" y="116"/>
                    </a:moveTo>
                    <a:lnTo>
                      <a:pt x="208" y="124"/>
                    </a:lnTo>
                    <a:lnTo>
                      <a:pt x="214" y="133"/>
                    </a:lnTo>
                    <a:lnTo>
                      <a:pt x="220" y="144"/>
                    </a:lnTo>
                    <a:lnTo>
                      <a:pt x="223" y="154"/>
                    </a:lnTo>
                    <a:lnTo>
                      <a:pt x="226" y="164"/>
                    </a:lnTo>
                    <a:lnTo>
                      <a:pt x="224" y="176"/>
                    </a:lnTo>
                    <a:lnTo>
                      <a:pt x="222" y="187"/>
                    </a:lnTo>
                    <a:lnTo>
                      <a:pt x="216" y="198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9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2" y="264"/>
                    </a:lnTo>
                    <a:lnTo>
                      <a:pt x="132" y="275"/>
                    </a:lnTo>
                    <a:lnTo>
                      <a:pt x="128" y="278"/>
                    </a:lnTo>
                    <a:lnTo>
                      <a:pt x="126" y="283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2" y="306"/>
                    </a:lnTo>
                    <a:lnTo>
                      <a:pt x="126" y="309"/>
                    </a:lnTo>
                    <a:lnTo>
                      <a:pt x="131" y="310"/>
                    </a:lnTo>
                    <a:lnTo>
                      <a:pt x="135" y="310"/>
                    </a:lnTo>
                    <a:lnTo>
                      <a:pt x="139" y="309"/>
                    </a:lnTo>
                    <a:lnTo>
                      <a:pt x="142" y="306"/>
                    </a:lnTo>
                    <a:lnTo>
                      <a:pt x="154" y="292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20" y="233"/>
                    </a:lnTo>
                    <a:lnTo>
                      <a:pt x="230" y="219"/>
                    </a:lnTo>
                    <a:lnTo>
                      <a:pt x="238" y="204"/>
                    </a:lnTo>
                    <a:lnTo>
                      <a:pt x="244" y="186"/>
                    </a:lnTo>
                    <a:lnTo>
                      <a:pt x="245" y="169"/>
                    </a:lnTo>
                    <a:lnTo>
                      <a:pt x="243" y="152"/>
                    </a:lnTo>
                    <a:lnTo>
                      <a:pt x="237" y="134"/>
                    </a:lnTo>
                    <a:lnTo>
                      <a:pt x="228" y="119"/>
                    </a:lnTo>
                    <a:lnTo>
                      <a:pt x="217" y="105"/>
                    </a:lnTo>
                    <a:lnTo>
                      <a:pt x="203" y="93"/>
                    </a:lnTo>
                    <a:lnTo>
                      <a:pt x="188" y="83"/>
                    </a:lnTo>
                    <a:lnTo>
                      <a:pt x="176" y="76"/>
                    </a:lnTo>
                    <a:lnTo>
                      <a:pt x="163" y="69"/>
                    </a:lnTo>
                    <a:lnTo>
                      <a:pt x="151" y="61"/>
                    </a:lnTo>
                    <a:lnTo>
                      <a:pt x="136" y="54"/>
                    </a:lnTo>
                    <a:lnTo>
                      <a:pt x="122" y="46"/>
                    </a:lnTo>
                    <a:lnTo>
                      <a:pt x="107" y="39"/>
                    </a:lnTo>
                    <a:lnTo>
                      <a:pt x="93" y="31"/>
                    </a:lnTo>
                    <a:lnTo>
                      <a:pt x="79" y="24"/>
                    </a:lnTo>
                    <a:lnTo>
                      <a:pt x="66" y="18"/>
                    </a:lnTo>
                    <a:lnTo>
                      <a:pt x="53" y="13"/>
                    </a:lnTo>
                    <a:lnTo>
                      <a:pt x="40" y="8"/>
                    </a:lnTo>
                    <a:lnTo>
                      <a:pt x="30" y="5"/>
                    </a:lnTo>
                    <a:lnTo>
                      <a:pt x="20" y="1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1" y="8"/>
                    </a:lnTo>
                    <a:lnTo>
                      <a:pt x="23" y="14"/>
                    </a:lnTo>
                    <a:lnTo>
                      <a:pt x="36" y="20"/>
                    </a:lnTo>
                    <a:lnTo>
                      <a:pt x="47" y="25"/>
                    </a:lnTo>
                    <a:lnTo>
                      <a:pt x="60" y="31"/>
                    </a:lnTo>
                    <a:lnTo>
                      <a:pt x="73" y="37"/>
                    </a:lnTo>
                    <a:lnTo>
                      <a:pt x="86" y="44"/>
                    </a:lnTo>
                    <a:lnTo>
                      <a:pt x="99" y="51"/>
                    </a:lnTo>
                    <a:lnTo>
                      <a:pt x="113" y="57"/>
                    </a:lnTo>
                    <a:lnTo>
                      <a:pt x="126" y="64"/>
                    </a:lnTo>
                    <a:lnTo>
                      <a:pt x="139" y="71"/>
                    </a:lnTo>
                    <a:lnTo>
                      <a:pt x="152" y="79"/>
                    </a:lnTo>
                    <a:lnTo>
                      <a:pt x="165" y="88"/>
                    </a:lnTo>
                    <a:lnTo>
                      <a:pt x="176" y="96"/>
                    </a:lnTo>
                    <a:lnTo>
                      <a:pt x="188" y="106"/>
                    </a:lnTo>
                    <a:lnTo>
                      <a:pt x="200" y="1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</p:grpSp>
        <p:pic>
          <p:nvPicPr>
            <p:cNvPr id="54643" name="Picture 826" descr="access_point_stylized_gray_small">
              <a:extLst>
                <a:ext uri="{FF2B5EF4-FFF2-40B4-BE49-F238E27FC236}">
                  <a16:creationId xmlns:a16="http://schemas.microsoft.com/office/drawing/2014/main" id="{1257D93C-D71F-4AC1-8B9F-1CF039EBE4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" y="3642"/>
              <a:ext cx="43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4325" name="Line 827">
            <a:extLst>
              <a:ext uri="{FF2B5EF4-FFF2-40B4-BE49-F238E27FC236}">
                <a16:creationId xmlns:a16="http://schemas.microsoft.com/office/drawing/2014/main" id="{7F64215A-E1B2-41F0-889A-07071CCF2981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54326" name="Group 828">
            <a:extLst>
              <a:ext uri="{FF2B5EF4-FFF2-40B4-BE49-F238E27FC236}">
                <a16:creationId xmlns:a16="http://schemas.microsoft.com/office/drawing/2014/main" id="{382BC9A9-C16C-4DE0-9666-BF6CE442DE7F}"/>
              </a:ext>
            </a:extLst>
          </p:cNvPr>
          <p:cNvGrpSpPr>
            <a:grpSpLocks/>
          </p:cNvGrpSpPr>
          <p:nvPr/>
        </p:nvGrpSpPr>
        <p:grpSpPr bwMode="auto">
          <a:xfrm>
            <a:off x="5254625" y="2038350"/>
            <a:ext cx="504825" cy="401638"/>
            <a:chOff x="2896" y="396"/>
            <a:chExt cx="1848" cy="1887"/>
          </a:xfrm>
        </p:grpSpPr>
        <p:pic>
          <p:nvPicPr>
            <p:cNvPr id="54619" name="Picture 829" descr="laptop_keyboard">
              <a:extLst>
                <a:ext uri="{FF2B5EF4-FFF2-40B4-BE49-F238E27FC236}">
                  <a16:creationId xmlns:a16="http://schemas.microsoft.com/office/drawing/2014/main" id="{FFA56DF6-C0E2-4977-A81C-F030EB31EA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620" name="Freeform 830">
              <a:extLst>
                <a:ext uri="{FF2B5EF4-FFF2-40B4-BE49-F238E27FC236}">
                  <a16:creationId xmlns:a16="http://schemas.microsoft.com/office/drawing/2014/main" id="{5C205742-17DC-4780-BFF9-EAD2D865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54621" name="Picture 831" descr="screen">
              <a:extLst>
                <a:ext uri="{FF2B5EF4-FFF2-40B4-BE49-F238E27FC236}">
                  <a16:creationId xmlns:a16="http://schemas.microsoft.com/office/drawing/2014/main" id="{22DB2E43-5912-4AAC-ABEB-D129456D0F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622" name="Freeform 832">
              <a:extLst>
                <a:ext uri="{FF2B5EF4-FFF2-40B4-BE49-F238E27FC236}">
                  <a16:creationId xmlns:a16="http://schemas.microsoft.com/office/drawing/2014/main" id="{C1AD185F-3766-4984-9F70-305A0ED95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23" name="Freeform 833">
              <a:extLst>
                <a:ext uri="{FF2B5EF4-FFF2-40B4-BE49-F238E27FC236}">
                  <a16:creationId xmlns:a16="http://schemas.microsoft.com/office/drawing/2014/main" id="{04DBCAAC-C7DC-4581-9ED3-B658112CE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24" name="Freeform 834">
              <a:extLst>
                <a:ext uri="{FF2B5EF4-FFF2-40B4-BE49-F238E27FC236}">
                  <a16:creationId xmlns:a16="http://schemas.microsoft.com/office/drawing/2014/main" id="{8B9BA4FE-869A-4778-AAD1-BECD26187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25" name="Freeform 835">
              <a:extLst>
                <a:ext uri="{FF2B5EF4-FFF2-40B4-BE49-F238E27FC236}">
                  <a16:creationId xmlns:a16="http://schemas.microsoft.com/office/drawing/2014/main" id="{8D7D46FE-03C8-44A3-BC5A-D5CACDCB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26" name="Freeform 836">
              <a:extLst>
                <a:ext uri="{FF2B5EF4-FFF2-40B4-BE49-F238E27FC236}">
                  <a16:creationId xmlns:a16="http://schemas.microsoft.com/office/drawing/2014/main" id="{4BB63663-42D9-4456-857B-62CD1534F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27" name="Freeform 837">
              <a:extLst>
                <a:ext uri="{FF2B5EF4-FFF2-40B4-BE49-F238E27FC236}">
                  <a16:creationId xmlns:a16="http://schemas.microsoft.com/office/drawing/2014/main" id="{6BD8CD46-A800-46F3-A279-F5FB3771C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28" name="Freeform 838">
              <a:extLst>
                <a:ext uri="{FF2B5EF4-FFF2-40B4-BE49-F238E27FC236}">
                  <a16:creationId xmlns:a16="http://schemas.microsoft.com/office/drawing/2014/main" id="{8747E573-B8D2-424D-8CD2-E81278C97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29" name="Freeform 839">
              <a:extLst>
                <a:ext uri="{FF2B5EF4-FFF2-40B4-BE49-F238E27FC236}">
                  <a16:creationId xmlns:a16="http://schemas.microsoft.com/office/drawing/2014/main" id="{B17541B1-B2BA-45A8-AC40-1EFD2C0CD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30" name="Freeform 840">
              <a:extLst>
                <a:ext uri="{FF2B5EF4-FFF2-40B4-BE49-F238E27FC236}">
                  <a16:creationId xmlns:a16="http://schemas.microsoft.com/office/drawing/2014/main" id="{A189F091-9522-4FE3-8382-29B5C7669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31" name="Freeform 841">
              <a:extLst>
                <a:ext uri="{FF2B5EF4-FFF2-40B4-BE49-F238E27FC236}">
                  <a16:creationId xmlns:a16="http://schemas.microsoft.com/office/drawing/2014/main" id="{70066251-4FB8-449C-8846-52F46C251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32" name="Freeform 842">
              <a:extLst>
                <a:ext uri="{FF2B5EF4-FFF2-40B4-BE49-F238E27FC236}">
                  <a16:creationId xmlns:a16="http://schemas.microsoft.com/office/drawing/2014/main" id="{3DA78091-8B86-4251-98D2-9E262ECFA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33" name="Freeform 843">
              <a:extLst>
                <a:ext uri="{FF2B5EF4-FFF2-40B4-BE49-F238E27FC236}">
                  <a16:creationId xmlns:a16="http://schemas.microsoft.com/office/drawing/2014/main" id="{D300DD98-A541-4C04-94AB-43DE6D1F8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34" name="Freeform 844">
              <a:extLst>
                <a:ext uri="{FF2B5EF4-FFF2-40B4-BE49-F238E27FC236}">
                  <a16:creationId xmlns:a16="http://schemas.microsoft.com/office/drawing/2014/main" id="{7756167B-B818-4E87-9F46-8CDFCD88B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35" name="Freeform 845">
              <a:extLst>
                <a:ext uri="{FF2B5EF4-FFF2-40B4-BE49-F238E27FC236}">
                  <a16:creationId xmlns:a16="http://schemas.microsoft.com/office/drawing/2014/main" id="{5747B05D-7807-4E82-810F-750FC5505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36" name="Freeform 846">
              <a:extLst>
                <a:ext uri="{FF2B5EF4-FFF2-40B4-BE49-F238E27FC236}">
                  <a16:creationId xmlns:a16="http://schemas.microsoft.com/office/drawing/2014/main" id="{8573905D-D783-4819-B208-D7CAF69BB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37" name="Freeform 847">
              <a:extLst>
                <a:ext uri="{FF2B5EF4-FFF2-40B4-BE49-F238E27FC236}">
                  <a16:creationId xmlns:a16="http://schemas.microsoft.com/office/drawing/2014/main" id="{38AB5A79-AE4C-45BE-B043-A60BBCAA3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38" name="Freeform 848">
              <a:extLst>
                <a:ext uri="{FF2B5EF4-FFF2-40B4-BE49-F238E27FC236}">
                  <a16:creationId xmlns:a16="http://schemas.microsoft.com/office/drawing/2014/main" id="{D5620E17-C7F1-4E0B-A5C2-3E1062254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39" name="Freeform 849">
              <a:extLst>
                <a:ext uri="{FF2B5EF4-FFF2-40B4-BE49-F238E27FC236}">
                  <a16:creationId xmlns:a16="http://schemas.microsoft.com/office/drawing/2014/main" id="{03706F22-5E43-492C-923C-8AF773AFE0D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40" name="Freeform 850">
              <a:extLst>
                <a:ext uri="{FF2B5EF4-FFF2-40B4-BE49-F238E27FC236}">
                  <a16:creationId xmlns:a16="http://schemas.microsoft.com/office/drawing/2014/main" id="{DD3FF6FC-4EF9-42C3-9C1E-5CA48D6F2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54641" name="Picture 851" descr="grayed_radiation">
              <a:extLst>
                <a:ext uri="{FF2B5EF4-FFF2-40B4-BE49-F238E27FC236}">
                  <a16:creationId xmlns:a16="http://schemas.microsoft.com/office/drawing/2014/main" id="{91DBA3E6-4088-4050-843A-9D7C9E015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4327" name="Group 852">
            <a:extLst>
              <a:ext uri="{FF2B5EF4-FFF2-40B4-BE49-F238E27FC236}">
                <a16:creationId xmlns:a16="http://schemas.microsoft.com/office/drawing/2014/main" id="{C77130D7-CF19-45A9-8226-AFEEC5B59004}"/>
              </a:ext>
            </a:extLst>
          </p:cNvPr>
          <p:cNvGrpSpPr>
            <a:grpSpLocks/>
          </p:cNvGrpSpPr>
          <p:nvPr/>
        </p:nvGrpSpPr>
        <p:grpSpPr bwMode="auto">
          <a:xfrm>
            <a:off x="5537200" y="3054350"/>
            <a:ext cx="504825" cy="401638"/>
            <a:chOff x="2896" y="396"/>
            <a:chExt cx="1848" cy="1887"/>
          </a:xfrm>
        </p:grpSpPr>
        <p:pic>
          <p:nvPicPr>
            <p:cNvPr id="54596" name="Picture 853" descr="laptop_keyboard">
              <a:extLst>
                <a:ext uri="{FF2B5EF4-FFF2-40B4-BE49-F238E27FC236}">
                  <a16:creationId xmlns:a16="http://schemas.microsoft.com/office/drawing/2014/main" id="{F4ABE985-9F77-42E2-ADA4-682D757EE2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597" name="Freeform 854">
              <a:extLst>
                <a:ext uri="{FF2B5EF4-FFF2-40B4-BE49-F238E27FC236}">
                  <a16:creationId xmlns:a16="http://schemas.microsoft.com/office/drawing/2014/main" id="{9579D415-6C61-4DA3-8FC5-0DCE3753D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54598" name="Picture 855" descr="screen">
              <a:extLst>
                <a:ext uri="{FF2B5EF4-FFF2-40B4-BE49-F238E27FC236}">
                  <a16:creationId xmlns:a16="http://schemas.microsoft.com/office/drawing/2014/main" id="{2893CACA-F9F9-44E0-BC6E-F858BF4E35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599" name="Freeform 856">
              <a:extLst>
                <a:ext uri="{FF2B5EF4-FFF2-40B4-BE49-F238E27FC236}">
                  <a16:creationId xmlns:a16="http://schemas.microsoft.com/office/drawing/2014/main" id="{6273C548-9A86-4755-9A69-DEC7711AC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00" name="Freeform 857">
              <a:extLst>
                <a:ext uri="{FF2B5EF4-FFF2-40B4-BE49-F238E27FC236}">
                  <a16:creationId xmlns:a16="http://schemas.microsoft.com/office/drawing/2014/main" id="{F3937783-B205-43D2-B28E-DF31E42EA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01" name="Freeform 858">
              <a:extLst>
                <a:ext uri="{FF2B5EF4-FFF2-40B4-BE49-F238E27FC236}">
                  <a16:creationId xmlns:a16="http://schemas.microsoft.com/office/drawing/2014/main" id="{35AB9F50-A678-4525-8F37-337AC8155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02" name="Freeform 859">
              <a:extLst>
                <a:ext uri="{FF2B5EF4-FFF2-40B4-BE49-F238E27FC236}">
                  <a16:creationId xmlns:a16="http://schemas.microsoft.com/office/drawing/2014/main" id="{25992F70-9BA2-4F13-97F9-E708C99FF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03" name="Freeform 860">
              <a:extLst>
                <a:ext uri="{FF2B5EF4-FFF2-40B4-BE49-F238E27FC236}">
                  <a16:creationId xmlns:a16="http://schemas.microsoft.com/office/drawing/2014/main" id="{6A936A0F-08B2-4280-A77D-2EFEA94C8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04" name="Freeform 861">
              <a:extLst>
                <a:ext uri="{FF2B5EF4-FFF2-40B4-BE49-F238E27FC236}">
                  <a16:creationId xmlns:a16="http://schemas.microsoft.com/office/drawing/2014/main" id="{835086FA-22A6-45CB-9B97-6051821BB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05" name="Freeform 862">
              <a:extLst>
                <a:ext uri="{FF2B5EF4-FFF2-40B4-BE49-F238E27FC236}">
                  <a16:creationId xmlns:a16="http://schemas.microsoft.com/office/drawing/2014/main" id="{C4AE635E-04C7-4FDD-8E84-12A8C6FCA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06" name="Freeform 863">
              <a:extLst>
                <a:ext uri="{FF2B5EF4-FFF2-40B4-BE49-F238E27FC236}">
                  <a16:creationId xmlns:a16="http://schemas.microsoft.com/office/drawing/2014/main" id="{A7279449-E5A9-495B-A8B8-4E7853E01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07" name="Freeform 864">
              <a:extLst>
                <a:ext uri="{FF2B5EF4-FFF2-40B4-BE49-F238E27FC236}">
                  <a16:creationId xmlns:a16="http://schemas.microsoft.com/office/drawing/2014/main" id="{D114A7B8-F2C3-4377-90AE-D257A40D0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08" name="Freeform 865">
              <a:extLst>
                <a:ext uri="{FF2B5EF4-FFF2-40B4-BE49-F238E27FC236}">
                  <a16:creationId xmlns:a16="http://schemas.microsoft.com/office/drawing/2014/main" id="{B40A52C2-5B84-4477-B163-AFFD2CD89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09" name="Freeform 866">
              <a:extLst>
                <a:ext uri="{FF2B5EF4-FFF2-40B4-BE49-F238E27FC236}">
                  <a16:creationId xmlns:a16="http://schemas.microsoft.com/office/drawing/2014/main" id="{6AAB109B-DBEC-4416-9BFE-E21C78870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10" name="Freeform 867">
              <a:extLst>
                <a:ext uri="{FF2B5EF4-FFF2-40B4-BE49-F238E27FC236}">
                  <a16:creationId xmlns:a16="http://schemas.microsoft.com/office/drawing/2014/main" id="{62DC282B-8503-4922-975A-BFD23ABCC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11" name="Freeform 868">
              <a:extLst>
                <a:ext uri="{FF2B5EF4-FFF2-40B4-BE49-F238E27FC236}">
                  <a16:creationId xmlns:a16="http://schemas.microsoft.com/office/drawing/2014/main" id="{831A7FB8-8B48-4EED-8296-4EDEB807C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12" name="Freeform 869">
              <a:extLst>
                <a:ext uri="{FF2B5EF4-FFF2-40B4-BE49-F238E27FC236}">
                  <a16:creationId xmlns:a16="http://schemas.microsoft.com/office/drawing/2014/main" id="{0444AE65-DAF3-4A0E-99A9-A474402F5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13" name="Freeform 870">
              <a:extLst>
                <a:ext uri="{FF2B5EF4-FFF2-40B4-BE49-F238E27FC236}">
                  <a16:creationId xmlns:a16="http://schemas.microsoft.com/office/drawing/2014/main" id="{55F2F000-1D5F-4C65-968F-DFCF2E92D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14" name="Freeform 871">
              <a:extLst>
                <a:ext uri="{FF2B5EF4-FFF2-40B4-BE49-F238E27FC236}">
                  <a16:creationId xmlns:a16="http://schemas.microsoft.com/office/drawing/2014/main" id="{7D5B5142-3ADD-4E6C-8737-F65ED77B1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15" name="Freeform 872">
              <a:extLst>
                <a:ext uri="{FF2B5EF4-FFF2-40B4-BE49-F238E27FC236}">
                  <a16:creationId xmlns:a16="http://schemas.microsoft.com/office/drawing/2014/main" id="{14FB5092-9A42-4A1C-86C4-DFA683FFB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16" name="Freeform 873">
              <a:extLst>
                <a:ext uri="{FF2B5EF4-FFF2-40B4-BE49-F238E27FC236}">
                  <a16:creationId xmlns:a16="http://schemas.microsoft.com/office/drawing/2014/main" id="{3279967A-B129-4C54-8EEA-F4420F56B15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617" name="Freeform 874">
              <a:extLst>
                <a:ext uri="{FF2B5EF4-FFF2-40B4-BE49-F238E27FC236}">
                  <a16:creationId xmlns:a16="http://schemas.microsoft.com/office/drawing/2014/main" id="{7F073FDF-9E65-4B95-85E2-D3219A65F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54618" name="Picture 875" descr="grayed_radiation">
              <a:extLst>
                <a:ext uri="{FF2B5EF4-FFF2-40B4-BE49-F238E27FC236}">
                  <a16:creationId xmlns:a16="http://schemas.microsoft.com/office/drawing/2014/main" id="{925D7FBF-CFB3-4634-BE4B-D23240C9CA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4328" name="Group 876">
            <a:extLst>
              <a:ext uri="{FF2B5EF4-FFF2-40B4-BE49-F238E27FC236}">
                <a16:creationId xmlns:a16="http://schemas.microsoft.com/office/drawing/2014/main" id="{736172E0-6CCF-4B4C-94A4-26B242B41AF5}"/>
              </a:ext>
            </a:extLst>
          </p:cNvPr>
          <p:cNvGrpSpPr>
            <a:grpSpLocks/>
          </p:cNvGrpSpPr>
          <p:nvPr/>
        </p:nvGrpSpPr>
        <p:grpSpPr bwMode="auto">
          <a:xfrm>
            <a:off x="6959600" y="5495925"/>
            <a:ext cx="504825" cy="401638"/>
            <a:chOff x="2896" y="396"/>
            <a:chExt cx="1848" cy="1887"/>
          </a:xfrm>
        </p:grpSpPr>
        <p:pic>
          <p:nvPicPr>
            <p:cNvPr id="54573" name="Picture 877" descr="laptop_keyboard">
              <a:extLst>
                <a:ext uri="{FF2B5EF4-FFF2-40B4-BE49-F238E27FC236}">
                  <a16:creationId xmlns:a16="http://schemas.microsoft.com/office/drawing/2014/main" id="{AD4809C8-CE29-4007-BCB4-4E33F1A785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574" name="Freeform 878">
              <a:extLst>
                <a:ext uri="{FF2B5EF4-FFF2-40B4-BE49-F238E27FC236}">
                  <a16:creationId xmlns:a16="http://schemas.microsoft.com/office/drawing/2014/main" id="{F97FEDB2-65C1-4091-B1B3-9BDFC7A09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54575" name="Picture 879" descr="screen">
              <a:extLst>
                <a:ext uri="{FF2B5EF4-FFF2-40B4-BE49-F238E27FC236}">
                  <a16:creationId xmlns:a16="http://schemas.microsoft.com/office/drawing/2014/main" id="{287FF3AB-9A76-453D-B167-353DF29F54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576" name="Freeform 880">
              <a:extLst>
                <a:ext uri="{FF2B5EF4-FFF2-40B4-BE49-F238E27FC236}">
                  <a16:creationId xmlns:a16="http://schemas.microsoft.com/office/drawing/2014/main" id="{BB03ADEB-5EBA-49E9-A0C4-72E732B20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77" name="Freeform 881">
              <a:extLst>
                <a:ext uri="{FF2B5EF4-FFF2-40B4-BE49-F238E27FC236}">
                  <a16:creationId xmlns:a16="http://schemas.microsoft.com/office/drawing/2014/main" id="{A7DEBD50-BE49-415B-8002-4FFA52274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78" name="Freeform 882">
              <a:extLst>
                <a:ext uri="{FF2B5EF4-FFF2-40B4-BE49-F238E27FC236}">
                  <a16:creationId xmlns:a16="http://schemas.microsoft.com/office/drawing/2014/main" id="{8129C3DC-96DE-4445-8106-9A4AB9A03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79" name="Freeform 883">
              <a:extLst>
                <a:ext uri="{FF2B5EF4-FFF2-40B4-BE49-F238E27FC236}">
                  <a16:creationId xmlns:a16="http://schemas.microsoft.com/office/drawing/2014/main" id="{91A5F47D-2A71-40CA-859E-F3B4E7ED9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80" name="Freeform 884">
              <a:extLst>
                <a:ext uri="{FF2B5EF4-FFF2-40B4-BE49-F238E27FC236}">
                  <a16:creationId xmlns:a16="http://schemas.microsoft.com/office/drawing/2014/main" id="{3F47E729-DC7E-4473-878B-DDA9BFFD8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81" name="Freeform 885">
              <a:extLst>
                <a:ext uri="{FF2B5EF4-FFF2-40B4-BE49-F238E27FC236}">
                  <a16:creationId xmlns:a16="http://schemas.microsoft.com/office/drawing/2014/main" id="{B78DA9AB-8446-48C0-8F76-8CC3DA203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82" name="Freeform 886">
              <a:extLst>
                <a:ext uri="{FF2B5EF4-FFF2-40B4-BE49-F238E27FC236}">
                  <a16:creationId xmlns:a16="http://schemas.microsoft.com/office/drawing/2014/main" id="{1EF8F25E-E2ED-4276-A99B-925917192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83" name="Freeform 887">
              <a:extLst>
                <a:ext uri="{FF2B5EF4-FFF2-40B4-BE49-F238E27FC236}">
                  <a16:creationId xmlns:a16="http://schemas.microsoft.com/office/drawing/2014/main" id="{3DCF0F10-6CB3-4E62-A3F0-AF8BA0F91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84" name="Freeform 888">
              <a:extLst>
                <a:ext uri="{FF2B5EF4-FFF2-40B4-BE49-F238E27FC236}">
                  <a16:creationId xmlns:a16="http://schemas.microsoft.com/office/drawing/2014/main" id="{08BF9624-9244-4BD8-946C-3E3E65FC9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85" name="Freeform 889">
              <a:extLst>
                <a:ext uri="{FF2B5EF4-FFF2-40B4-BE49-F238E27FC236}">
                  <a16:creationId xmlns:a16="http://schemas.microsoft.com/office/drawing/2014/main" id="{538DE4C2-B1A3-4553-9A82-E3CCCE7E8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86" name="Freeform 890">
              <a:extLst>
                <a:ext uri="{FF2B5EF4-FFF2-40B4-BE49-F238E27FC236}">
                  <a16:creationId xmlns:a16="http://schemas.microsoft.com/office/drawing/2014/main" id="{FB39633E-8AA3-42C9-BF83-6320F7B65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87" name="Freeform 891">
              <a:extLst>
                <a:ext uri="{FF2B5EF4-FFF2-40B4-BE49-F238E27FC236}">
                  <a16:creationId xmlns:a16="http://schemas.microsoft.com/office/drawing/2014/main" id="{355D3CAA-1957-4D42-9C07-B6A2F8766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88" name="Freeform 892">
              <a:extLst>
                <a:ext uri="{FF2B5EF4-FFF2-40B4-BE49-F238E27FC236}">
                  <a16:creationId xmlns:a16="http://schemas.microsoft.com/office/drawing/2014/main" id="{DE2646BB-D708-4ACC-B725-ED7B52B72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89" name="Freeform 893">
              <a:extLst>
                <a:ext uri="{FF2B5EF4-FFF2-40B4-BE49-F238E27FC236}">
                  <a16:creationId xmlns:a16="http://schemas.microsoft.com/office/drawing/2014/main" id="{85CA4DDD-8A54-4407-ACA5-64724E959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90" name="Freeform 894">
              <a:extLst>
                <a:ext uri="{FF2B5EF4-FFF2-40B4-BE49-F238E27FC236}">
                  <a16:creationId xmlns:a16="http://schemas.microsoft.com/office/drawing/2014/main" id="{F3442CC7-6F10-4D1D-B9FD-0E9BC71C4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91" name="Freeform 895">
              <a:extLst>
                <a:ext uri="{FF2B5EF4-FFF2-40B4-BE49-F238E27FC236}">
                  <a16:creationId xmlns:a16="http://schemas.microsoft.com/office/drawing/2014/main" id="{66922564-64C6-4B77-B5C9-E43DFA90E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92" name="Freeform 896">
              <a:extLst>
                <a:ext uri="{FF2B5EF4-FFF2-40B4-BE49-F238E27FC236}">
                  <a16:creationId xmlns:a16="http://schemas.microsoft.com/office/drawing/2014/main" id="{B680A5EF-1A0B-4024-A9BC-DE5D09928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93" name="Freeform 897">
              <a:extLst>
                <a:ext uri="{FF2B5EF4-FFF2-40B4-BE49-F238E27FC236}">
                  <a16:creationId xmlns:a16="http://schemas.microsoft.com/office/drawing/2014/main" id="{CF41B0A6-0C54-47BA-8993-C5248F15A3B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94" name="Freeform 898">
              <a:extLst>
                <a:ext uri="{FF2B5EF4-FFF2-40B4-BE49-F238E27FC236}">
                  <a16:creationId xmlns:a16="http://schemas.microsoft.com/office/drawing/2014/main" id="{9DD9F43F-8C35-417B-BB79-A95C186DA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54595" name="Picture 899" descr="grayed_radiation">
              <a:extLst>
                <a:ext uri="{FF2B5EF4-FFF2-40B4-BE49-F238E27FC236}">
                  <a16:creationId xmlns:a16="http://schemas.microsoft.com/office/drawing/2014/main" id="{FEF9B3DC-839B-4466-BB3D-7844CBE0A1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4329" name="Group 900">
            <a:extLst>
              <a:ext uri="{FF2B5EF4-FFF2-40B4-BE49-F238E27FC236}">
                <a16:creationId xmlns:a16="http://schemas.microsoft.com/office/drawing/2014/main" id="{DC50AFA6-7C28-4FC5-A440-D25BA98D0AD4}"/>
              </a:ext>
            </a:extLst>
          </p:cNvPr>
          <p:cNvGrpSpPr>
            <a:grpSpLocks/>
          </p:cNvGrpSpPr>
          <p:nvPr/>
        </p:nvGrpSpPr>
        <p:grpSpPr bwMode="auto">
          <a:xfrm>
            <a:off x="7378700" y="5524500"/>
            <a:ext cx="504825" cy="401638"/>
            <a:chOff x="2896" y="396"/>
            <a:chExt cx="1848" cy="1887"/>
          </a:xfrm>
        </p:grpSpPr>
        <p:pic>
          <p:nvPicPr>
            <p:cNvPr id="54550" name="Picture 901" descr="laptop_keyboard">
              <a:extLst>
                <a:ext uri="{FF2B5EF4-FFF2-40B4-BE49-F238E27FC236}">
                  <a16:creationId xmlns:a16="http://schemas.microsoft.com/office/drawing/2014/main" id="{FDA75B4E-0F9D-40F6-AC91-F905F7083B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551" name="Freeform 902">
              <a:extLst>
                <a:ext uri="{FF2B5EF4-FFF2-40B4-BE49-F238E27FC236}">
                  <a16:creationId xmlns:a16="http://schemas.microsoft.com/office/drawing/2014/main" id="{E08F0225-A8EE-446E-B322-3DA4EBEB0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54552" name="Picture 903" descr="screen">
              <a:extLst>
                <a:ext uri="{FF2B5EF4-FFF2-40B4-BE49-F238E27FC236}">
                  <a16:creationId xmlns:a16="http://schemas.microsoft.com/office/drawing/2014/main" id="{938737D7-61E7-40CC-A34F-7682C19D31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553" name="Freeform 904">
              <a:extLst>
                <a:ext uri="{FF2B5EF4-FFF2-40B4-BE49-F238E27FC236}">
                  <a16:creationId xmlns:a16="http://schemas.microsoft.com/office/drawing/2014/main" id="{D8CCE70B-3E18-4B68-A702-B20C605B6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54" name="Freeform 905">
              <a:extLst>
                <a:ext uri="{FF2B5EF4-FFF2-40B4-BE49-F238E27FC236}">
                  <a16:creationId xmlns:a16="http://schemas.microsoft.com/office/drawing/2014/main" id="{4B9A73BB-C545-4E10-95AB-50BBFDD72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55" name="Freeform 906">
              <a:extLst>
                <a:ext uri="{FF2B5EF4-FFF2-40B4-BE49-F238E27FC236}">
                  <a16:creationId xmlns:a16="http://schemas.microsoft.com/office/drawing/2014/main" id="{EF56509C-E19C-40CC-929B-DBEFC86A6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56" name="Freeform 907">
              <a:extLst>
                <a:ext uri="{FF2B5EF4-FFF2-40B4-BE49-F238E27FC236}">
                  <a16:creationId xmlns:a16="http://schemas.microsoft.com/office/drawing/2014/main" id="{304B5BB3-EAFD-4A72-87B0-6597D6FCF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57" name="Freeform 908">
              <a:extLst>
                <a:ext uri="{FF2B5EF4-FFF2-40B4-BE49-F238E27FC236}">
                  <a16:creationId xmlns:a16="http://schemas.microsoft.com/office/drawing/2014/main" id="{ABD9B129-C1E3-49B8-BB66-D0366799A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58" name="Freeform 909">
              <a:extLst>
                <a:ext uri="{FF2B5EF4-FFF2-40B4-BE49-F238E27FC236}">
                  <a16:creationId xmlns:a16="http://schemas.microsoft.com/office/drawing/2014/main" id="{BD0E286F-D36D-4F17-85B3-0650662EE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59" name="Freeform 910">
              <a:extLst>
                <a:ext uri="{FF2B5EF4-FFF2-40B4-BE49-F238E27FC236}">
                  <a16:creationId xmlns:a16="http://schemas.microsoft.com/office/drawing/2014/main" id="{A4DFDB26-54B1-487D-BEB1-D1E2E9254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60" name="Freeform 911">
              <a:extLst>
                <a:ext uri="{FF2B5EF4-FFF2-40B4-BE49-F238E27FC236}">
                  <a16:creationId xmlns:a16="http://schemas.microsoft.com/office/drawing/2014/main" id="{BC775452-5C93-42DE-B54E-F1F704CE6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61" name="Freeform 912">
              <a:extLst>
                <a:ext uri="{FF2B5EF4-FFF2-40B4-BE49-F238E27FC236}">
                  <a16:creationId xmlns:a16="http://schemas.microsoft.com/office/drawing/2014/main" id="{213A23A7-FBF4-4950-9FC2-21F9BB414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62" name="Freeform 913">
              <a:extLst>
                <a:ext uri="{FF2B5EF4-FFF2-40B4-BE49-F238E27FC236}">
                  <a16:creationId xmlns:a16="http://schemas.microsoft.com/office/drawing/2014/main" id="{79DAD4F8-F351-4A8B-BDC2-572E06E45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63" name="Freeform 914">
              <a:extLst>
                <a:ext uri="{FF2B5EF4-FFF2-40B4-BE49-F238E27FC236}">
                  <a16:creationId xmlns:a16="http://schemas.microsoft.com/office/drawing/2014/main" id="{7E47F372-AA41-43A0-BFB5-3269B55B1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64" name="Freeform 915">
              <a:extLst>
                <a:ext uri="{FF2B5EF4-FFF2-40B4-BE49-F238E27FC236}">
                  <a16:creationId xmlns:a16="http://schemas.microsoft.com/office/drawing/2014/main" id="{3991511C-E29C-4BC4-9C6D-B7511141A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65" name="Freeform 916">
              <a:extLst>
                <a:ext uri="{FF2B5EF4-FFF2-40B4-BE49-F238E27FC236}">
                  <a16:creationId xmlns:a16="http://schemas.microsoft.com/office/drawing/2014/main" id="{2556C8F6-B9E1-453A-B82D-5DB9DA41A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66" name="Freeform 917">
              <a:extLst>
                <a:ext uri="{FF2B5EF4-FFF2-40B4-BE49-F238E27FC236}">
                  <a16:creationId xmlns:a16="http://schemas.microsoft.com/office/drawing/2014/main" id="{F12C7114-CEF9-4EE4-AB96-65FF7B67B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67" name="Freeform 918">
              <a:extLst>
                <a:ext uri="{FF2B5EF4-FFF2-40B4-BE49-F238E27FC236}">
                  <a16:creationId xmlns:a16="http://schemas.microsoft.com/office/drawing/2014/main" id="{6507FAE9-42C0-4D69-B822-ECFAC72C9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68" name="Freeform 919">
              <a:extLst>
                <a:ext uri="{FF2B5EF4-FFF2-40B4-BE49-F238E27FC236}">
                  <a16:creationId xmlns:a16="http://schemas.microsoft.com/office/drawing/2014/main" id="{D142165C-F879-4D08-B5BE-2362783BB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69" name="Freeform 920">
              <a:extLst>
                <a:ext uri="{FF2B5EF4-FFF2-40B4-BE49-F238E27FC236}">
                  <a16:creationId xmlns:a16="http://schemas.microsoft.com/office/drawing/2014/main" id="{F1EA78F1-C9F8-4251-B011-39417EFD0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70" name="Freeform 921">
              <a:extLst>
                <a:ext uri="{FF2B5EF4-FFF2-40B4-BE49-F238E27FC236}">
                  <a16:creationId xmlns:a16="http://schemas.microsoft.com/office/drawing/2014/main" id="{72BCF83B-0DC5-47F8-A72A-F3B2D3964D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71" name="Freeform 922">
              <a:extLst>
                <a:ext uri="{FF2B5EF4-FFF2-40B4-BE49-F238E27FC236}">
                  <a16:creationId xmlns:a16="http://schemas.microsoft.com/office/drawing/2014/main" id="{E0803FB9-98B5-4250-8411-7894AA532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pic>
          <p:nvPicPr>
            <p:cNvPr id="54572" name="Picture 923" descr="grayed_radiation">
              <a:extLst>
                <a:ext uri="{FF2B5EF4-FFF2-40B4-BE49-F238E27FC236}">
                  <a16:creationId xmlns:a16="http://schemas.microsoft.com/office/drawing/2014/main" id="{5637E258-5EC2-4C2E-81E5-CF3740324C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4330" name="Group 924">
            <a:extLst>
              <a:ext uri="{FF2B5EF4-FFF2-40B4-BE49-F238E27FC236}">
                <a16:creationId xmlns:a16="http://schemas.microsoft.com/office/drawing/2014/main" id="{290F620C-D540-45F6-BB63-11AC0523AD20}"/>
              </a:ext>
            </a:extLst>
          </p:cNvPr>
          <p:cNvGrpSpPr>
            <a:grpSpLocks/>
          </p:cNvGrpSpPr>
          <p:nvPr/>
        </p:nvGrpSpPr>
        <p:grpSpPr bwMode="auto">
          <a:xfrm>
            <a:off x="5349875" y="1590675"/>
            <a:ext cx="617538" cy="387350"/>
            <a:chOff x="2920" y="972"/>
            <a:chExt cx="389" cy="244"/>
          </a:xfrm>
        </p:grpSpPr>
        <p:grpSp>
          <p:nvGrpSpPr>
            <p:cNvPr id="54538" name="Group 925">
              <a:extLst>
                <a:ext uri="{FF2B5EF4-FFF2-40B4-BE49-F238E27FC236}">
                  <a16:creationId xmlns:a16="http://schemas.microsoft.com/office/drawing/2014/main" id="{00209E84-BB1A-4788-A799-F893DCB45B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5" y="1027"/>
              <a:ext cx="102" cy="189"/>
              <a:chOff x="3436" y="1504"/>
              <a:chExt cx="393" cy="942"/>
            </a:xfrm>
          </p:grpSpPr>
          <p:pic>
            <p:nvPicPr>
              <p:cNvPr id="54540" name="Picture 926" descr="iphone_stylized_small">
                <a:extLst>
                  <a:ext uri="{FF2B5EF4-FFF2-40B4-BE49-F238E27FC236}">
                    <a16:creationId xmlns:a16="http://schemas.microsoft.com/office/drawing/2014/main" id="{CAD06B3B-F6B9-4986-B4A9-210EC15B24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36" y="1504"/>
                <a:ext cx="393" cy="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541" name="Freeform 927">
                <a:extLst>
                  <a:ext uri="{FF2B5EF4-FFF2-40B4-BE49-F238E27FC236}">
                    <a16:creationId xmlns:a16="http://schemas.microsoft.com/office/drawing/2014/main" id="{B4F17412-B2E6-4A4A-82FF-0416B194E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1523"/>
                <a:ext cx="339" cy="906"/>
              </a:xfrm>
              <a:custGeom>
                <a:avLst/>
                <a:gdLst>
                  <a:gd name="T0" fmla="*/ 6 w 339"/>
                  <a:gd name="T1" fmla="*/ 31 h 906"/>
                  <a:gd name="T2" fmla="*/ 38 w 339"/>
                  <a:gd name="T3" fmla="*/ 0 h 906"/>
                  <a:gd name="T4" fmla="*/ 323 w 339"/>
                  <a:gd name="T5" fmla="*/ 45 h 906"/>
                  <a:gd name="T6" fmla="*/ 338 w 339"/>
                  <a:gd name="T7" fmla="*/ 85 h 906"/>
                  <a:gd name="T8" fmla="*/ 339 w 339"/>
                  <a:gd name="T9" fmla="*/ 813 h 906"/>
                  <a:gd name="T10" fmla="*/ 312 w 339"/>
                  <a:gd name="T11" fmla="*/ 865 h 906"/>
                  <a:gd name="T12" fmla="*/ 29 w 339"/>
                  <a:gd name="T13" fmla="*/ 906 h 906"/>
                  <a:gd name="T14" fmla="*/ 0 w 339"/>
                  <a:gd name="T15" fmla="*/ 876 h 906"/>
                  <a:gd name="T16" fmla="*/ 6 w 339"/>
                  <a:gd name="T17" fmla="*/ 31 h 90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39"/>
                  <a:gd name="T28" fmla="*/ 0 h 906"/>
                  <a:gd name="T29" fmla="*/ 339 w 339"/>
                  <a:gd name="T30" fmla="*/ 906 h 90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39" h="906">
                    <a:moveTo>
                      <a:pt x="6" y="31"/>
                    </a:moveTo>
                    <a:lnTo>
                      <a:pt x="38" y="0"/>
                    </a:lnTo>
                    <a:lnTo>
                      <a:pt x="323" y="45"/>
                    </a:lnTo>
                    <a:lnTo>
                      <a:pt x="338" y="85"/>
                    </a:lnTo>
                    <a:lnTo>
                      <a:pt x="339" y="813"/>
                    </a:lnTo>
                    <a:lnTo>
                      <a:pt x="312" y="865"/>
                    </a:lnTo>
                    <a:lnTo>
                      <a:pt x="29" y="906"/>
                    </a:lnTo>
                    <a:lnTo>
                      <a:pt x="0" y="876"/>
                    </a:lnTo>
                    <a:lnTo>
                      <a:pt x="6" y="3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82001"/>
                    </a:srgbClr>
                  </a:gs>
                  <a:gs pos="100000">
                    <a:srgbClr val="666666">
                      <a:alpha val="82001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54542" name="Group 928">
                <a:extLst>
                  <a:ext uri="{FF2B5EF4-FFF2-40B4-BE49-F238E27FC236}">
                    <a16:creationId xmlns:a16="http://schemas.microsoft.com/office/drawing/2014/main" id="{0876F1CD-26F2-4347-9376-8B4C173E05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" y="1689"/>
                <a:ext cx="289" cy="576"/>
                <a:chOff x="3511" y="1689"/>
                <a:chExt cx="289" cy="576"/>
              </a:xfrm>
            </p:grpSpPr>
            <p:sp>
              <p:nvSpPr>
                <p:cNvPr id="54543" name="Freeform 929">
                  <a:extLst>
                    <a:ext uri="{FF2B5EF4-FFF2-40B4-BE49-F238E27FC236}">
                      <a16:creationId xmlns:a16="http://schemas.microsoft.com/office/drawing/2014/main" id="{5E22194E-BFFA-4A7F-8247-1295A1CA04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19" y="2175"/>
                  <a:ext cx="66" cy="90"/>
                </a:xfrm>
                <a:custGeom>
                  <a:avLst/>
                  <a:gdLst>
                    <a:gd name="T0" fmla="*/ 0 w 66"/>
                    <a:gd name="T1" fmla="*/ 5 h 90"/>
                    <a:gd name="T2" fmla="*/ 66 w 66"/>
                    <a:gd name="T3" fmla="*/ 0 h 90"/>
                    <a:gd name="T4" fmla="*/ 65 w 66"/>
                    <a:gd name="T5" fmla="*/ 80 h 90"/>
                    <a:gd name="T6" fmla="*/ 2 w 66"/>
                    <a:gd name="T7" fmla="*/ 90 h 90"/>
                    <a:gd name="T8" fmla="*/ 0 w 66"/>
                    <a:gd name="T9" fmla="*/ 5 h 9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90"/>
                    <a:gd name="T17" fmla="*/ 66 w 66"/>
                    <a:gd name="T18" fmla="*/ 90 h 9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90">
                      <a:moveTo>
                        <a:pt x="0" y="5"/>
                      </a:moveTo>
                      <a:lnTo>
                        <a:pt x="66" y="0"/>
                      </a:lnTo>
                      <a:lnTo>
                        <a:pt x="65" y="80"/>
                      </a:lnTo>
                      <a:lnTo>
                        <a:pt x="2" y="9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54544" name="Freeform 930">
                  <a:extLst>
                    <a:ext uri="{FF2B5EF4-FFF2-40B4-BE49-F238E27FC236}">
                      <a16:creationId xmlns:a16="http://schemas.microsoft.com/office/drawing/2014/main" id="{6EE58442-CD62-48A2-B526-223CB3224F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3" y="2166"/>
                  <a:ext cx="69" cy="89"/>
                </a:xfrm>
                <a:custGeom>
                  <a:avLst/>
                  <a:gdLst>
                    <a:gd name="T0" fmla="*/ 3 w 69"/>
                    <a:gd name="T1" fmla="*/ 8 h 89"/>
                    <a:gd name="T2" fmla="*/ 66 w 69"/>
                    <a:gd name="T3" fmla="*/ 0 h 89"/>
                    <a:gd name="T4" fmla="*/ 69 w 69"/>
                    <a:gd name="T5" fmla="*/ 80 h 89"/>
                    <a:gd name="T6" fmla="*/ 0 w 69"/>
                    <a:gd name="T7" fmla="*/ 89 h 89"/>
                    <a:gd name="T8" fmla="*/ 3 w 69"/>
                    <a:gd name="T9" fmla="*/ 8 h 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89"/>
                    <a:gd name="T17" fmla="*/ 69 w 69"/>
                    <a:gd name="T18" fmla="*/ 89 h 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89">
                      <a:moveTo>
                        <a:pt x="3" y="8"/>
                      </a:moveTo>
                      <a:lnTo>
                        <a:pt x="66" y="0"/>
                      </a:lnTo>
                      <a:lnTo>
                        <a:pt x="69" y="80"/>
                      </a:lnTo>
                      <a:lnTo>
                        <a:pt x="0" y="89"/>
                      </a:lnTo>
                      <a:lnTo>
                        <a:pt x="3" y="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54545" name="Freeform 931">
                  <a:extLst>
                    <a:ext uri="{FF2B5EF4-FFF2-40B4-BE49-F238E27FC236}">
                      <a16:creationId xmlns:a16="http://schemas.microsoft.com/office/drawing/2014/main" id="{E39FF4AC-7692-4AEA-B883-B30125EF70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65" y="2162"/>
                  <a:ext cx="62" cy="82"/>
                </a:xfrm>
                <a:custGeom>
                  <a:avLst/>
                  <a:gdLst>
                    <a:gd name="T0" fmla="*/ 0 w 62"/>
                    <a:gd name="T1" fmla="*/ 6 h 82"/>
                    <a:gd name="T2" fmla="*/ 61 w 62"/>
                    <a:gd name="T3" fmla="*/ 0 h 82"/>
                    <a:gd name="T4" fmla="*/ 62 w 62"/>
                    <a:gd name="T5" fmla="*/ 75 h 82"/>
                    <a:gd name="T6" fmla="*/ 3 w 62"/>
                    <a:gd name="T7" fmla="*/ 82 h 82"/>
                    <a:gd name="T8" fmla="*/ 0 w 62"/>
                    <a:gd name="T9" fmla="*/ 6 h 8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2"/>
                    <a:gd name="T16" fmla="*/ 0 h 82"/>
                    <a:gd name="T17" fmla="*/ 62 w 62"/>
                    <a:gd name="T18" fmla="*/ 82 h 8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2" h="82">
                      <a:moveTo>
                        <a:pt x="0" y="6"/>
                      </a:moveTo>
                      <a:lnTo>
                        <a:pt x="61" y="0"/>
                      </a:lnTo>
                      <a:lnTo>
                        <a:pt x="62" y="75"/>
                      </a:lnTo>
                      <a:lnTo>
                        <a:pt x="3" y="82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54546" name="Freeform 932">
                  <a:extLst>
                    <a:ext uri="{FF2B5EF4-FFF2-40B4-BE49-F238E27FC236}">
                      <a16:creationId xmlns:a16="http://schemas.microsoft.com/office/drawing/2014/main" id="{78BB1E75-9695-42F2-BAFC-4F736169DF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34" y="2154"/>
                  <a:ext cx="66" cy="84"/>
                </a:xfrm>
                <a:custGeom>
                  <a:avLst/>
                  <a:gdLst>
                    <a:gd name="T0" fmla="*/ 1 w 66"/>
                    <a:gd name="T1" fmla="*/ 6 h 84"/>
                    <a:gd name="T2" fmla="*/ 66 w 66"/>
                    <a:gd name="T3" fmla="*/ 0 h 84"/>
                    <a:gd name="T4" fmla="*/ 63 w 66"/>
                    <a:gd name="T5" fmla="*/ 77 h 84"/>
                    <a:gd name="T6" fmla="*/ 0 w 66"/>
                    <a:gd name="T7" fmla="*/ 84 h 84"/>
                    <a:gd name="T8" fmla="*/ 1 w 66"/>
                    <a:gd name="T9" fmla="*/ 6 h 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84"/>
                    <a:gd name="T17" fmla="*/ 66 w 66"/>
                    <a:gd name="T18" fmla="*/ 84 h 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84">
                      <a:moveTo>
                        <a:pt x="1" y="6"/>
                      </a:moveTo>
                      <a:lnTo>
                        <a:pt x="66" y="0"/>
                      </a:lnTo>
                      <a:lnTo>
                        <a:pt x="63" y="77"/>
                      </a:lnTo>
                      <a:lnTo>
                        <a:pt x="0" y="84"/>
                      </a:lnTo>
                      <a:lnTo>
                        <a:pt x="1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54547" name="Rectangle 933">
                  <a:extLst>
                    <a:ext uri="{FF2B5EF4-FFF2-40B4-BE49-F238E27FC236}">
                      <a16:creationId xmlns:a16="http://schemas.microsoft.com/office/drawing/2014/main" id="{545E33A3-108A-48D1-B44A-D2B41C1256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3" y="1688"/>
                  <a:ext cx="54" cy="4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4548" name="Rectangle 934">
                  <a:extLst>
                    <a:ext uri="{FF2B5EF4-FFF2-40B4-BE49-F238E27FC236}">
                      <a16:creationId xmlns:a16="http://schemas.microsoft.com/office/drawing/2014/main" id="{A8E97A5C-FBDB-45CE-916D-ACD02ED281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1" y="1738"/>
                  <a:ext cx="92" cy="5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4549" name="Freeform 935">
                  <a:extLst>
                    <a:ext uri="{FF2B5EF4-FFF2-40B4-BE49-F238E27FC236}">
                      <a16:creationId xmlns:a16="http://schemas.microsoft.com/office/drawing/2014/main" id="{75905034-D239-4F37-B305-915508785F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15" y="1794"/>
                  <a:ext cx="261" cy="204"/>
                </a:xfrm>
                <a:custGeom>
                  <a:avLst/>
                  <a:gdLst>
                    <a:gd name="T0" fmla="*/ 0 w 261"/>
                    <a:gd name="T1" fmla="*/ 0 h 204"/>
                    <a:gd name="T2" fmla="*/ 0 w 261"/>
                    <a:gd name="T3" fmla="*/ 204 h 204"/>
                    <a:gd name="T4" fmla="*/ 259 w 261"/>
                    <a:gd name="T5" fmla="*/ 201 h 204"/>
                    <a:gd name="T6" fmla="*/ 261 w 261"/>
                    <a:gd name="T7" fmla="*/ 12 h 204"/>
                    <a:gd name="T8" fmla="*/ 0 w 261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1"/>
                    <a:gd name="T16" fmla="*/ 0 h 204"/>
                    <a:gd name="T17" fmla="*/ 261 w 261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1" h="204">
                      <a:moveTo>
                        <a:pt x="0" y="0"/>
                      </a:moveTo>
                      <a:lnTo>
                        <a:pt x="0" y="204"/>
                      </a:lnTo>
                      <a:lnTo>
                        <a:pt x="259" y="201"/>
                      </a:lnTo>
                      <a:lnTo>
                        <a:pt x="261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</p:grpSp>
        <p:pic>
          <p:nvPicPr>
            <p:cNvPr id="54539" name="Picture 936" descr="grayed_radiation">
              <a:extLst>
                <a:ext uri="{FF2B5EF4-FFF2-40B4-BE49-F238E27FC236}">
                  <a16:creationId xmlns:a16="http://schemas.microsoft.com/office/drawing/2014/main" id="{2A4C5EEE-53BB-4F8E-8A33-305825BD50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0" y="972"/>
              <a:ext cx="389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4331" name="Picture 937" descr="car_grayed">
            <a:extLst>
              <a:ext uri="{FF2B5EF4-FFF2-40B4-BE49-F238E27FC236}">
                <a16:creationId xmlns:a16="http://schemas.microsoft.com/office/drawing/2014/main" id="{1DDE9004-E8D4-4FA8-9DAF-3AFAF7D20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838" y="1670050"/>
            <a:ext cx="7540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4332" name="Group 938">
            <a:extLst>
              <a:ext uri="{FF2B5EF4-FFF2-40B4-BE49-F238E27FC236}">
                <a16:creationId xmlns:a16="http://schemas.microsoft.com/office/drawing/2014/main" id="{3FB33271-91C4-49F9-B0A9-A02F8E3C1932}"/>
              </a:ext>
            </a:extLst>
          </p:cNvPr>
          <p:cNvGrpSpPr>
            <a:grpSpLocks/>
          </p:cNvGrpSpPr>
          <p:nvPr/>
        </p:nvGrpSpPr>
        <p:grpSpPr bwMode="auto">
          <a:xfrm>
            <a:off x="5662613" y="4538663"/>
            <a:ext cx="463550" cy="398462"/>
            <a:chOff x="3987" y="-51"/>
            <a:chExt cx="1252" cy="983"/>
          </a:xfrm>
        </p:grpSpPr>
        <p:pic>
          <p:nvPicPr>
            <p:cNvPr id="54536" name="Picture 939" descr="desktop_computer_stylized_small">
              <a:extLst>
                <a:ext uri="{FF2B5EF4-FFF2-40B4-BE49-F238E27FC236}">
                  <a16:creationId xmlns:a16="http://schemas.microsoft.com/office/drawing/2014/main" id="{4A817324-464C-44C7-BA58-F2B13B6F00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537" name="Freeform 940">
              <a:extLst>
                <a:ext uri="{FF2B5EF4-FFF2-40B4-BE49-F238E27FC236}">
                  <a16:creationId xmlns:a16="http://schemas.microsoft.com/office/drawing/2014/main" id="{3CD50B91-0008-4B1B-B7B5-0B0BDBB1E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22 w 714"/>
                <a:gd name="T1" fmla="*/ 1 h 714"/>
                <a:gd name="T2" fmla="*/ 124 w 714"/>
                <a:gd name="T3" fmla="*/ 0 h 714"/>
                <a:gd name="T4" fmla="*/ 98 w 714"/>
                <a:gd name="T5" fmla="*/ 1 h 714"/>
                <a:gd name="T6" fmla="*/ 0 w 714"/>
                <a:gd name="T7" fmla="*/ 1 h 714"/>
                <a:gd name="T8" fmla="*/ 22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33" name="Group 941">
            <a:extLst>
              <a:ext uri="{FF2B5EF4-FFF2-40B4-BE49-F238E27FC236}">
                <a16:creationId xmlns:a16="http://schemas.microsoft.com/office/drawing/2014/main" id="{94DABBD7-619F-465D-8F4B-CBD56AD4775B}"/>
              </a:ext>
            </a:extLst>
          </p:cNvPr>
          <p:cNvGrpSpPr>
            <a:grpSpLocks/>
          </p:cNvGrpSpPr>
          <p:nvPr/>
        </p:nvGrpSpPr>
        <p:grpSpPr bwMode="auto">
          <a:xfrm>
            <a:off x="5500688" y="4938713"/>
            <a:ext cx="463550" cy="398462"/>
            <a:chOff x="3987" y="-51"/>
            <a:chExt cx="1252" cy="983"/>
          </a:xfrm>
        </p:grpSpPr>
        <p:pic>
          <p:nvPicPr>
            <p:cNvPr id="54534" name="Picture 942" descr="desktop_computer_stylized_small">
              <a:extLst>
                <a:ext uri="{FF2B5EF4-FFF2-40B4-BE49-F238E27FC236}">
                  <a16:creationId xmlns:a16="http://schemas.microsoft.com/office/drawing/2014/main" id="{494C515B-D0D8-4F2E-ACEA-02DDE21840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535" name="Freeform 943">
              <a:extLst>
                <a:ext uri="{FF2B5EF4-FFF2-40B4-BE49-F238E27FC236}">
                  <a16:creationId xmlns:a16="http://schemas.microsoft.com/office/drawing/2014/main" id="{06D725D9-E6DE-49C1-8290-7399A7FE5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22 w 714"/>
                <a:gd name="T1" fmla="*/ 1 h 714"/>
                <a:gd name="T2" fmla="*/ 124 w 714"/>
                <a:gd name="T3" fmla="*/ 0 h 714"/>
                <a:gd name="T4" fmla="*/ 98 w 714"/>
                <a:gd name="T5" fmla="*/ 1 h 714"/>
                <a:gd name="T6" fmla="*/ 0 w 714"/>
                <a:gd name="T7" fmla="*/ 1 h 714"/>
                <a:gd name="T8" fmla="*/ 22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34" name="Group 944">
            <a:extLst>
              <a:ext uri="{FF2B5EF4-FFF2-40B4-BE49-F238E27FC236}">
                <a16:creationId xmlns:a16="http://schemas.microsoft.com/office/drawing/2014/main" id="{6FA7F240-03BD-421E-A9F9-89F9EEEAA4DC}"/>
              </a:ext>
            </a:extLst>
          </p:cNvPr>
          <p:cNvGrpSpPr>
            <a:grpSpLocks/>
          </p:cNvGrpSpPr>
          <p:nvPr/>
        </p:nvGrpSpPr>
        <p:grpSpPr bwMode="auto">
          <a:xfrm>
            <a:off x="5957888" y="5186363"/>
            <a:ext cx="463550" cy="398462"/>
            <a:chOff x="3987" y="-51"/>
            <a:chExt cx="1252" cy="983"/>
          </a:xfrm>
        </p:grpSpPr>
        <p:pic>
          <p:nvPicPr>
            <p:cNvPr id="54532" name="Picture 945" descr="desktop_computer_stylized_small">
              <a:extLst>
                <a:ext uri="{FF2B5EF4-FFF2-40B4-BE49-F238E27FC236}">
                  <a16:creationId xmlns:a16="http://schemas.microsoft.com/office/drawing/2014/main" id="{12EB2BE4-A09F-49D5-8A01-5F49B9BF0A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533" name="Freeform 946">
              <a:extLst>
                <a:ext uri="{FF2B5EF4-FFF2-40B4-BE49-F238E27FC236}">
                  <a16:creationId xmlns:a16="http://schemas.microsoft.com/office/drawing/2014/main" id="{4B39AEED-B721-4B9A-B109-1DED92E1A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22 w 714"/>
                <a:gd name="T1" fmla="*/ 1 h 714"/>
                <a:gd name="T2" fmla="*/ 124 w 714"/>
                <a:gd name="T3" fmla="*/ 0 h 714"/>
                <a:gd name="T4" fmla="*/ 98 w 714"/>
                <a:gd name="T5" fmla="*/ 1 h 714"/>
                <a:gd name="T6" fmla="*/ 0 w 714"/>
                <a:gd name="T7" fmla="*/ 1 h 714"/>
                <a:gd name="T8" fmla="*/ 22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35" name="Group 947">
            <a:extLst>
              <a:ext uri="{FF2B5EF4-FFF2-40B4-BE49-F238E27FC236}">
                <a16:creationId xmlns:a16="http://schemas.microsoft.com/office/drawing/2014/main" id="{89A2410F-B78C-4D26-A602-47E50D83C783}"/>
              </a:ext>
            </a:extLst>
          </p:cNvPr>
          <p:cNvGrpSpPr>
            <a:grpSpLocks/>
          </p:cNvGrpSpPr>
          <p:nvPr/>
        </p:nvGrpSpPr>
        <p:grpSpPr bwMode="auto">
          <a:xfrm>
            <a:off x="6396038" y="5224463"/>
            <a:ext cx="463550" cy="398462"/>
            <a:chOff x="3987" y="-51"/>
            <a:chExt cx="1252" cy="983"/>
          </a:xfrm>
        </p:grpSpPr>
        <p:pic>
          <p:nvPicPr>
            <p:cNvPr id="54530" name="Picture 948" descr="desktop_computer_stylized_small">
              <a:extLst>
                <a:ext uri="{FF2B5EF4-FFF2-40B4-BE49-F238E27FC236}">
                  <a16:creationId xmlns:a16="http://schemas.microsoft.com/office/drawing/2014/main" id="{BAAE5424-A44A-4F67-8496-0FFC85EC8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531" name="Freeform 949">
              <a:extLst>
                <a:ext uri="{FF2B5EF4-FFF2-40B4-BE49-F238E27FC236}">
                  <a16:creationId xmlns:a16="http://schemas.microsoft.com/office/drawing/2014/main" id="{EF4CF71F-7814-4B55-AA2D-B326F0F78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22 w 714"/>
                <a:gd name="T1" fmla="*/ 1 h 714"/>
                <a:gd name="T2" fmla="*/ 124 w 714"/>
                <a:gd name="T3" fmla="*/ 0 h 714"/>
                <a:gd name="T4" fmla="*/ 98 w 714"/>
                <a:gd name="T5" fmla="*/ 1 h 714"/>
                <a:gd name="T6" fmla="*/ 0 w 714"/>
                <a:gd name="T7" fmla="*/ 1 h 714"/>
                <a:gd name="T8" fmla="*/ 22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36" name="Group 950">
            <a:extLst>
              <a:ext uri="{FF2B5EF4-FFF2-40B4-BE49-F238E27FC236}">
                <a16:creationId xmlns:a16="http://schemas.microsoft.com/office/drawing/2014/main" id="{4B8CDE8E-46A5-4C68-B336-9697E6D0DA12}"/>
              </a:ext>
            </a:extLst>
          </p:cNvPr>
          <p:cNvGrpSpPr>
            <a:grpSpLocks/>
          </p:cNvGrpSpPr>
          <p:nvPr/>
        </p:nvGrpSpPr>
        <p:grpSpPr bwMode="auto">
          <a:xfrm>
            <a:off x="8186738" y="5014913"/>
            <a:ext cx="249237" cy="555625"/>
            <a:chOff x="1115" y="2770"/>
            <a:chExt cx="589" cy="1034"/>
          </a:xfrm>
        </p:grpSpPr>
        <p:sp>
          <p:nvSpPr>
            <p:cNvPr id="54498" name="Freeform 951">
              <a:extLst>
                <a:ext uri="{FF2B5EF4-FFF2-40B4-BE49-F238E27FC236}">
                  <a16:creationId xmlns:a16="http://schemas.microsoft.com/office/drawing/2014/main" id="{7ECD070B-AA47-4739-88C2-F5D5E21C2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" y="2772"/>
              <a:ext cx="117" cy="986"/>
            </a:xfrm>
            <a:custGeom>
              <a:avLst/>
              <a:gdLst>
                <a:gd name="T0" fmla="*/ 0 w 354"/>
                <a:gd name="T1" fmla="*/ 0 h 2742"/>
                <a:gd name="T2" fmla="*/ 0 w 354"/>
                <a:gd name="T3" fmla="*/ 0 h 2742"/>
                <a:gd name="T4" fmla="*/ 0 w 354"/>
                <a:gd name="T5" fmla="*/ 0 h 2742"/>
                <a:gd name="T6" fmla="*/ 0 w 354"/>
                <a:gd name="T7" fmla="*/ 0 h 2742"/>
                <a:gd name="T8" fmla="*/ 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499" name="Rectangle 952">
              <a:extLst>
                <a:ext uri="{FF2B5EF4-FFF2-40B4-BE49-F238E27FC236}">
                  <a16:creationId xmlns:a16="http://schemas.microsoft.com/office/drawing/2014/main" id="{169C49A9-0085-4692-8A81-705D0340D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" y="2770"/>
              <a:ext cx="435" cy="98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C0C0C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500" name="Freeform 953">
              <a:extLst>
                <a:ext uri="{FF2B5EF4-FFF2-40B4-BE49-F238E27FC236}">
                  <a16:creationId xmlns:a16="http://schemas.microsoft.com/office/drawing/2014/main" id="{438E9876-D16D-42DF-AD32-B6F36B5DC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2831"/>
              <a:ext cx="70" cy="913"/>
            </a:xfrm>
            <a:custGeom>
              <a:avLst/>
              <a:gdLst>
                <a:gd name="T0" fmla="*/ 0 w 211"/>
                <a:gd name="T1" fmla="*/ 0 h 2537"/>
                <a:gd name="T2" fmla="*/ 0 w 211"/>
                <a:gd name="T3" fmla="*/ 0 h 2537"/>
                <a:gd name="T4" fmla="*/ 0 w 211"/>
                <a:gd name="T5" fmla="*/ 0 h 2537"/>
                <a:gd name="T6" fmla="*/ 0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01" name="Freeform 954">
              <a:extLst>
                <a:ext uri="{FF2B5EF4-FFF2-40B4-BE49-F238E27FC236}">
                  <a16:creationId xmlns:a16="http://schemas.microsoft.com/office/drawing/2014/main" id="{E50D2082-34F3-4E77-ACD9-C19AD0BAE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8" y="3293"/>
              <a:ext cx="109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02" name="Rectangle 955">
              <a:extLst>
                <a:ext uri="{FF2B5EF4-FFF2-40B4-BE49-F238E27FC236}">
                  <a16:creationId xmlns:a16="http://schemas.microsoft.com/office/drawing/2014/main" id="{3362E268-9B7E-4D4A-831B-5F58ED8D0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" y="2885"/>
              <a:ext cx="248" cy="1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54503" name="Group 956">
              <a:extLst>
                <a:ext uri="{FF2B5EF4-FFF2-40B4-BE49-F238E27FC236}">
                  <a16:creationId xmlns:a16="http://schemas.microsoft.com/office/drawing/2014/main" id="{4D40086D-BAEE-4AEC-900A-0E65D9ED2F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7" y="2873"/>
              <a:ext cx="240" cy="63"/>
              <a:chOff x="614" y="2568"/>
              <a:chExt cx="725" cy="139"/>
            </a:xfrm>
          </p:grpSpPr>
          <p:sp>
            <p:nvSpPr>
              <p:cNvPr id="54528" name="AutoShape 957">
                <a:extLst>
                  <a:ext uri="{FF2B5EF4-FFF2-40B4-BE49-F238E27FC236}">
                    <a16:creationId xmlns:a16="http://schemas.microsoft.com/office/drawing/2014/main" id="{CDDBD393-3A91-4C9F-9678-E521A3239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4529" name="AutoShape 958">
                <a:extLst>
                  <a:ext uri="{FF2B5EF4-FFF2-40B4-BE49-F238E27FC236}">
                    <a16:creationId xmlns:a16="http://schemas.microsoft.com/office/drawing/2014/main" id="{FC69A39F-6603-4652-9109-87536A3DF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2582"/>
                <a:ext cx="691" cy="10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4504" name="Rectangle 959">
              <a:extLst>
                <a:ext uri="{FF2B5EF4-FFF2-40B4-BE49-F238E27FC236}">
                  <a16:creationId xmlns:a16="http://schemas.microsoft.com/office/drawing/2014/main" id="{1F3A647D-B4FD-4CF3-A2A8-B1A564371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" y="3024"/>
              <a:ext cx="248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54505" name="Group 960">
              <a:extLst>
                <a:ext uri="{FF2B5EF4-FFF2-40B4-BE49-F238E27FC236}">
                  <a16:creationId xmlns:a16="http://schemas.microsoft.com/office/drawing/2014/main" id="{FE177CDA-AE55-47C8-B9C2-D151A35214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6" y="3014"/>
              <a:ext cx="240" cy="58"/>
              <a:chOff x="614" y="2568"/>
              <a:chExt cx="725" cy="139"/>
            </a:xfrm>
          </p:grpSpPr>
          <p:sp>
            <p:nvSpPr>
              <p:cNvPr id="54526" name="AutoShape 961">
                <a:extLst>
                  <a:ext uri="{FF2B5EF4-FFF2-40B4-BE49-F238E27FC236}">
                    <a16:creationId xmlns:a16="http://schemas.microsoft.com/office/drawing/2014/main" id="{C58C9BD0-CDA6-4536-8069-21AC75119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71"/>
                <a:ext cx="725" cy="13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4527" name="AutoShape 962">
                <a:extLst>
                  <a:ext uri="{FF2B5EF4-FFF2-40B4-BE49-F238E27FC236}">
                    <a16:creationId xmlns:a16="http://schemas.microsoft.com/office/drawing/2014/main" id="{987018A4-4C8B-423F-80B4-827726C8F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5"/>
                <a:ext cx="691" cy="10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4506" name="Rectangle 963">
              <a:extLst>
                <a:ext uri="{FF2B5EF4-FFF2-40B4-BE49-F238E27FC236}">
                  <a16:creationId xmlns:a16="http://schemas.microsoft.com/office/drawing/2014/main" id="{736C1F58-654A-4525-BB99-4F220CB07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" y="3172"/>
              <a:ext cx="244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507" name="Rectangle 964">
              <a:extLst>
                <a:ext uri="{FF2B5EF4-FFF2-40B4-BE49-F238E27FC236}">
                  <a16:creationId xmlns:a16="http://schemas.microsoft.com/office/drawing/2014/main" id="{603F2711-5714-4C8D-A108-2C3943448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" y="3299"/>
              <a:ext cx="244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54508" name="Group 965">
              <a:extLst>
                <a:ext uri="{FF2B5EF4-FFF2-40B4-BE49-F238E27FC236}">
                  <a16:creationId xmlns:a16="http://schemas.microsoft.com/office/drawing/2014/main" id="{5748D472-B82F-493A-8A2C-1967484F03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1" y="3287"/>
              <a:ext cx="240" cy="65"/>
              <a:chOff x="614" y="2568"/>
              <a:chExt cx="725" cy="139"/>
            </a:xfrm>
          </p:grpSpPr>
          <p:sp>
            <p:nvSpPr>
              <p:cNvPr id="54524" name="AutoShape 966">
                <a:extLst>
                  <a:ext uri="{FF2B5EF4-FFF2-40B4-BE49-F238E27FC236}">
                    <a16:creationId xmlns:a16="http://schemas.microsoft.com/office/drawing/2014/main" id="{0B3AFE16-3495-47F3-A236-D13CF6236E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4525" name="AutoShape 967">
                <a:extLst>
                  <a:ext uri="{FF2B5EF4-FFF2-40B4-BE49-F238E27FC236}">
                    <a16:creationId xmlns:a16="http://schemas.microsoft.com/office/drawing/2014/main" id="{C8E7A4BB-A79B-4275-9BA9-F04F7F2DF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91" cy="10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4509" name="Freeform 968">
              <a:extLst>
                <a:ext uri="{FF2B5EF4-FFF2-40B4-BE49-F238E27FC236}">
                  <a16:creationId xmlns:a16="http://schemas.microsoft.com/office/drawing/2014/main" id="{0276A593-8BDE-456C-B37B-393D170D6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3169"/>
              <a:ext cx="108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54510" name="Group 969">
              <a:extLst>
                <a:ext uri="{FF2B5EF4-FFF2-40B4-BE49-F238E27FC236}">
                  <a16:creationId xmlns:a16="http://schemas.microsoft.com/office/drawing/2014/main" id="{25388BB3-B4E0-4E84-B412-14046607A8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3" y="3158"/>
              <a:ext cx="240" cy="60"/>
              <a:chOff x="614" y="2568"/>
              <a:chExt cx="725" cy="139"/>
            </a:xfrm>
          </p:grpSpPr>
          <p:sp>
            <p:nvSpPr>
              <p:cNvPr id="54522" name="AutoShape 970">
                <a:extLst>
                  <a:ext uri="{FF2B5EF4-FFF2-40B4-BE49-F238E27FC236}">
                    <a16:creationId xmlns:a16="http://schemas.microsoft.com/office/drawing/2014/main" id="{33691E87-62D7-42C2-8605-F339D7A7F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5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4523" name="AutoShape 971">
                <a:extLst>
                  <a:ext uri="{FF2B5EF4-FFF2-40B4-BE49-F238E27FC236}">
                    <a16:creationId xmlns:a16="http://schemas.microsoft.com/office/drawing/2014/main" id="{078F31FA-745D-4A07-B365-C938C4E40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79"/>
                <a:ext cx="691" cy="11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4511" name="Rectangle 972">
              <a:extLst>
                <a:ext uri="{FF2B5EF4-FFF2-40B4-BE49-F238E27FC236}">
                  <a16:creationId xmlns:a16="http://schemas.microsoft.com/office/drawing/2014/main" id="{6F03AC0D-7C59-4BF8-9B75-29330D35B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" y="2770"/>
              <a:ext cx="30" cy="9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512" name="Freeform 973">
              <a:extLst>
                <a:ext uri="{FF2B5EF4-FFF2-40B4-BE49-F238E27FC236}">
                  <a16:creationId xmlns:a16="http://schemas.microsoft.com/office/drawing/2014/main" id="{26F76523-065E-4D4E-8094-B7FB43B13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9" y="3019"/>
              <a:ext cx="98" cy="92"/>
            </a:xfrm>
            <a:custGeom>
              <a:avLst/>
              <a:gdLst>
                <a:gd name="T0" fmla="*/ 0 w 296"/>
                <a:gd name="T1" fmla="*/ 0 h 256"/>
                <a:gd name="T2" fmla="*/ 0 w 296"/>
                <a:gd name="T3" fmla="*/ 0 h 256"/>
                <a:gd name="T4" fmla="*/ 0 w 296"/>
                <a:gd name="T5" fmla="*/ 0 h 256"/>
                <a:gd name="T6" fmla="*/ 0 w 296"/>
                <a:gd name="T7" fmla="*/ 0 h 256"/>
                <a:gd name="T8" fmla="*/ 0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13" name="Freeform 974">
              <a:extLst>
                <a:ext uri="{FF2B5EF4-FFF2-40B4-BE49-F238E27FC236}">
                  <a16:creationId xmlns:a16="http://schemas.microsoft.com/office/drawing/2014/main" id="{9951521F-B8F8-4064-A425-60F2D7E86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878"/>
              <a:ext cx="101" cy="104"/>
            </a:xfrm>
            <a:custGeom>
              <a:avLst/>
              <a:gdLst>
                <a:gd name="T0" fmla="*/ 0 w 304"/>
                <a:gd name="T1" fmla="*/ 0 h 288"/>
                <a:gd name="T2" fmla="*/ 0 w 304"/>
                <a:gd name="T3" fmla="*/ 0 h 288"/>
                <a:gd name="T4" fmla="*/ 0 w 304"/>
                <a:gd name="T5" fmla="*/ 0 h 288"/>
                <a:gd name="T6" fmla="*/ 0 w 304"/>
                <a:gd name="T7" fmla="*/ 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14" name="Oval 975">
              <a:extLst>
                <a:ext uri="{FF2B5EF4-FFF2-40B4-BE49-F238E27FC236}">
                  <a16:creationId xmlns:a16="http://schemas.microsoft.com/office/drawing/2014/main" id="{6AAB6BD2-B55B-477E-A45E-78DE25B15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5" y="3712"/>
              <a:ext cx="19" cy="4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515" name="Freeform 976">
              <a:extLst>
                <a:ext uri="{FF2B5EF4-FFF2-40B4-BE49-F238E27FC236}">
                  <a16:creationId xmlns:a16="http://schemas.microsoft.com/office/drawing/2014/main" id="{FB1D1875-2BB2-496F-8319-893C9E3A5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3713"/>
              <a:ext cx="102" cy="86"/>
            </a:xfrm>
            <a:custGeom>
              <a:avLst/>
              <a:gdLst>
                <a:gd name="T0" fmla="*/ 0 w 306"/>
                <a:gd name="T1" fmla="*/ 0 h 240"/>
                <a:gd name="T2" fmla="*/ 0 w 306"/>
                <a:gd name="T3" fmla="*/ 0 h 240"/>
                <a:gd name="T4" fmla="*/ 0 w 306"/>
                <a:gd name="T5" fmla="*/ 0 h 240"/>
                <a:gd name="T6" fmla="*/ 0 w 306"/>
                <a:gd name="T7" fmla="*/ 0 h 240"/>
                <a:gd name="T8" fmla="*/ 0 w 30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516" name="AutoShape 977">
              <a:extLst>
                <a:ext uri="{FF2B5EF4-FFF2-40B4-BE49-F238E27FC236}">
                  <a16:creationId xmlns:a16="http://schemas.microsoft.com/office/drawing/2014/main" id="{9F9D351D-7838-4F5D-8270-30557A5C3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742"/>
              <a:ext cx="495" cy="62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517" name="AutoShape 978">
              <a:extLst>
                <a:ext uri="{FF2B5EF4-FFF2-40B4-BE49-F238E27FC236}">
                  <a16:creationId xmlns:a16="http://schemas.microsoft.com/office/drawing/2014/main" id="{FCC2F7A0-E12D-48AF-B3F4-1BB74ABA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" y="3754"/>
              <a:ext cx="443" cy="3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518" name="Oval 979">
              <a:extLst>
                <a:ext uri="{FF2B5EF4-FFF2-40B4-BE49-F238E27FC236}">
                  <a16:creationId xmlns:a16="http://schemas.microsoft.com/office/drawing/2014/main" id="{6525990C-FA1E-40E0-B806-DF6DB0F7A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3" y="3612"/>
              <a:ext cx="68" cy="6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519" name="Oval 980">
              <a:extLst>
                <a:ext uri="{FF2B5EF4-FFF2-40B4-BE49-F238E27FC236}">
                  <a16:creationId xmlns:a16="http://schemas.microsoft.com/office/drawing/2014/main" id="{B4FA386A-C54B-4096-99F6-72C05ADD9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3615"/>
              <a:ext cx="68" cy="59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520" name="Oval 981">
              <a:extLst>
                <a:ext uri="{FF2B5EF4-FFF2-40B4-BE49-F238E27FC236}">
                  <a16:creationId xmlns:a16="http://schemas.microsoft.com/office/drawing/2014/main" id="{F63896A8-E471-4CFF-8965-4AA477E2C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3" y="3612"/>
              <a:ext cx="64" cy="6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521" name="Rectangle 982">
              <a:extLst>
                <a:ext uri="{FF2B5EF4-FFF2-40B4-BE49-F238E27FC236}">
                  <a16:creationId xmlns:a16="http://schemas.microsoft.com/office/drawing/2014/main" id="{B5052E9C-D186-4381-8042-5C8FC60E9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" y="3376"/>
              <a:ext cx="34" cy="32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54337" name="Group 983">
            <a:extLst>
              <a:ext uri="{FF2B5EF4-FFF2-40B4-BE49-F238E27FC236}">
                <a16:creationId xmlns:a16="http://schemas.microsoft.com/office/drawing/2014/main" id="{46602514-7419-4B5F-8157-339079F082FC}"/>
              </a:ext>
            </a:extLst>
          </p:cNvPr>
          <p:cNvGrpSpPr>
            <a:grpSpLocks/>
          </p:cNvGrpSpPr>
          <p:nvPr/>
        </p:nvGrpSpPr>
        <p:grpSpPr bwMode="auto">
          <a:xfrm>
            <a:off x="7900988" y="5224463"/>
            <a:ext cx="230187" cy="498475"/>
            <a:chOff x="1115" y="2770"/>
            <a:chExt cx="589" cy="1034"/>
          </a:xfrm>
        </p:grpSpPr>
        <p:sp>
          <p:nvSpPr>
            <p:cNvPr id="54466" name="Freeform 984">
              <a:extLst>
                <a:ext uri="{FF2B5EF4-FFF2-40B4-BE49-F238E27FC236}">
                  <a16:creationId xmlns:a16="http://schemas.microsoft.com/office/drawing/2014/main" id="{F72F9B15-DC5C-4FA5-A6B7-EE70E5140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" y="2772"/>
              <a:ext cx="117" cy="986"/>
            </a:xfrm>
            <a:custGeom>
              <a:avLst/>
              <a:gdLst>
                <a:gd name="T0" fmla="*/ 0 w 354"/>
                <a:gd name="T1" fmla="*/ 0 h 2742"/>
                <a:gd name="T2" fmla="*/ 0 w 354"/>
                <a:gd name="T3" fmla="*/ 0 h 2742"/>
                <a:gd name="T4" fmla="*/ 0 w 354"/>
                <a:gd name="T5" fmla="*/ 0 h 2742"/>
                <a:gd name="T6" fmla="*/ 0 w 354"/>
                <a:gd name="T7" fmla="*/ 0 h 2742"/>
                <a:gd name="T8" fmla="*/ 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467" name="Rectangle 985">
              <a:extLst>
                <a:ext uri="{FF2B5EF4-FFF2-40B4-BE49-F238E27FC236}">
                  <a16:creationId xmlns:a16="http://schemas.microsoft.com/office/drawing/2014/main" id="{6CB6C301-65DE-40B6-AD9E-C6551AE53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" y="2770"/>
              <a:ext cx="431" cy="985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C0C0C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468" name="Freeform 986">
              <a:extLst>
                <a:ext uri="{FF2B5EF4-FFF2-40B4-BE49-F238E27FC236}">
                  <a16:creationId xmlns:a16="http://schemas.microsoft.com/office/drawing/2014/main" id="{7429762C-24B4-4903-8531-792818C3D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2831"/>
              <a:ext cx="70" cy="913"/>
            </a:xfrm>
            <a:custGeom>
              <a:avLst/>
              <a:gdLst>
                <a:gd name="T0" fmla="*/ 0 w 211"/>
                <a:gd name="T1" fmla="*/ 0 h 2537"/>
                <a:gd name="T2" fmla="*/ 0 w 211"/>
                <a:gd name="T3" fmla="*/ 0 h 2537"/>
                <a:gd name="T4" fmla="*/ 0 w 211"/>
                <a:gd name="T5" fmla="*/ 0 h 2537"/>
                <a:gd name="T6" fmla="*/ 0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469" name="Freeform 987">
              <a:extLst>
                <a:ext uri="{FF2B5EF4-FFF2-40B4-BE49-F238E27FC236}">
                  <a16:creationId xmlns:a16="http://schemas.microsoft.com/office/drawing/2014/main" id="{EF8D6943-BB55-4E02-AF8C-4C1422F61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8" y="3293"/>
              <a:ext cx="109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470" name="Rectangle 988">
              <a:extLst>
                <a:ext uri="{FF2B5EF4-FFF2-40B4-BE49-F238E27FC236}">
                  <a16:creationId xmlns:a16="http://schemas.microsoft.com/office/drawing/2014/main" id="{D0B9B78A-9DBF-4269-B833-688F6AEA3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" y="2885"/>
              <a:ext cx="248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54471" name="Group 989">
              <a:extLst>
                <a:ext uri="{FF2B5EF4-FFF2-40B4-BE49-F238E27FC236}">
                  <a16:creationId xmlns:a16="http://schemas.microsoft.com/office/drawing/2014/main" id="{D91B5D02-11CF-4755-B63D-3BE9159AE7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7" y="2873"/>
              <a:ext cx="240" cy="63"/>
              <a:chOff x="614" y="2568"/>
              <a:chExt cx="725" cy="139"/>
            </a:xfrm>
          </p:grpSpPr>
          <p:sp>
            <p:nvSpPr>
              <p:cNvPr id="54496" name="AutoShape 990">
                <a:extLst>
                  <a:ext uri="{FF2B5EF4-FFF2-40B4-BE49-F238E27FC236}">
                    <a16:creationId xmlns:a16="http://schemas.microsoft.com/office/drawing/2014/main" id="{7138C592-1D68-4206-8C17-57B2B3C71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4" cy="13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4497" name="AutoShape 991">
                <a:extLst>
                  <a:ext uri="{FF2B5EF4-FFF2-40B4-BE49-F238E27FC236}">
                    <a16:creationId xmlns:a16="http://schemas.microsoft.com/office/drawing/2014/main" id="{33CE7035-4E39-4AB2-B94A-5AB31D2B0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699" cy="10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4472" name="Rectangle 992">
              <a:extLst>
                <a:ext uri="{FF2B5EF4-FFF2-40B4-BE49-F238E27FC236}">
                  <a16:creationId xmlns:a16="http://schemas.microsoft.com/office/drawing/2014/main" id="{2601B234-397E-42A8-960E-AB5018F2B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024"/>
              <a:ext cx="244" cy="23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54473" name="Group 993">
              <a:extLst>
                <a:ext uri="{FF2B5EF4-FFF2-40B4-BE49-F238E27FC236}">
                  <a16:creationId xmlns:a16="http://schemas.microsoft.com/office/drawing/2014/main" id="{4D1604B9-FA0D-44DC-9AA2-381EC9FDF8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6" y="3014"/>
              <a:ext cx="240" cy="58"/>
              <a:chOff x="614" y="2568"/>
              <a:chExt cx="725" cy="139"/>
            </a:xfrm>
          </p:grpSpPr>
          <p:sp>
            <p:nvSpPr>
              <p:cNvPr id="54494" name="AutoShape 994">
                <a:extLst>
                  <a:ext uri="{FF2B5EF4-FFF2-40B4-BE49-F238E27FC236}">
                    <a16:creationId xmlns:a16="http://schemas.microsoft.com/office/drawing/2014/main" id="{B406F097-D573-4869-99AF-50E58F6678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2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4495" name="AutoShape 995">
                <a:extLst>
                  <a:ext uri="{FF2B5EF4-FFF2-40B4-BE49-F238E27FC236}">
                    <a16:creationId xmlns:a16="http://schemas.microsoft.com/office/drawing/2014/main" id="{2E844FCA-5DF5-4603-B2E0-8C1A6C84A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9" cy="11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4474" name="Rectangle 996">
              <a:extLst>
                <a:ext uri="{FF2B5EF4-FFF2-40B4-BE49-F238E27FC236}">
                  <a16:creationId xmlns:a16="http://schemas.microsoft.com/office/drawing/2014/main" id="{D003BD64-1FDD-4702-83E5-7EE6AF2D4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" y="3172"/>
              <a:ext cx="244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475" name="Rectangle 997">
              <a:extLst>
                <a:ext uri="{FF2B5EF4-FFF2-40B4-BE49-F238E27FC236}">
                  <a16:creationId xmlns:a16="http://schemas.microsoft.com/office/drawing/2014/main" id="{3CDDA394-88D2-49A5-9849-42CBBEF16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300"/>
              <a:ext cx="248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54476" name="Group 998">
              <a:extLst>
                <a:ext uri="{FF2B5EF4-FFF2-40B4-BE49-F238E27FC236}">
                  <a16:creationId xmlns:a16="http://schemas.microsoft.com/office/drawing/2014/main" id="{A2228A5A-DD44-45A2-9CBB-35759B5790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1" y="3287"/>
              <a:ext cx="240" cy="65"/>
              <a:chOff x="614" y="2568"/>
              <a:chExt cx="725" cy="139"/>
            </a:xfrm>
          </p:grpSpPr>
          <p:sp>
            <p:nvSpPr>
              <p:cNvPr id="54492" name="AutoShape 999">
                <a:extLst>
                  <a:ext uri="{FF2B5EF4-FFF2-40B4-BE49-F238E27FC236}">
                    <a16:creationId xmlns:a16="http://schemas.microsoft.com/office/drawing/2014/main" id="{61CDF2D7-308F-44E4-83C2-8AC361C78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" y="2568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4493" name="AutoShape 1000">
                <a:extLst>
                  <a:ext uri="{FF2B5EF4-FFF2-40B4-BE49-F238E27FC236}">
                    <a16:creationId xmlns:a16="http://schemas.microsoft.com/office/drawing/2014/main" id="{1900A7D2-C259-42D3-BBAC-A9929076E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2"/>
                <a:ext cx="699" cy="11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4477" name="Freeform 1001">
              <a:extLst>
                <a:ext uri="{FF2B5EF4-FFF2-40B4-BE49-F238E27FC236}">
                  <a16:creationId xmlns:a16="http://schemas.microsoft.com/office/drawing/2014/main" id="{5EF0B685-7536-4936-924E-03CD12F1B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3169"/>
              <a:ext cx="108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54478" name="Group 1002">
              <a:extLst>
                <a:ext uri="{FF2B5EF4-FFF2-40B4-BE49-F238E27FC236}">
                  <a16:creationId xmlns:a16="http://schemas.microsoft.com/office/drawing/2014/main" id="{9A22AF71-93A2-4214-8677-55C76F380A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3" y="3158"/>
              <a:ext cx="240" cy="60"/>
              <a:chOff x="614" y="2568"/>
              <a:chExt cx="725" cy="139"/>
            </a:xfrm>
          </p:grpSpPr>
          <p:sp>
            <p:nvSpPr>
              <p:cNvPr id="54490" name="AutoShape 1003">
                <a:extLst>
                  <a:ext uri="{FF2B5EF4-FFF2-40B4-BE49-F238E27FC236}">
                    <a16:creationId xmlns:a16="http://schemas.microsoft.com/office/drawing/2014/main" id="{E7FDCA14-C317-45E3-A714-B67FD623FD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4491" name="AutoShape 1004">
                <a:extLst>
                  <a:ext uri="{FF2B5EF4-FFF2-40B4-BE49-F238E27FC236}">
                    <a16:creationId xmlns:a16="http://schemas.microsoft.com/office/drawing/2014/main" id="{5C396AF9-424C-496A-8D8B-1EADBF14B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5"/>
                <a:ext cx="699" cy="10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4479" name="Rectangle 1005">
              <a:extLst>
                <a:ext uri="{FF2B5EF4-FFF2-40B4-BE49-F238E27FC236}">
                  <a16:creationId xmlns:a16="http://schemas.microsoft.com/office/drawing/2014/main" id="{0F5464FE-6909-4F81-AF20-07695793D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2770"/>
              <a:ext cx="28" cy="9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480" name="Freeform 1006">
              <a:extLst>
                <a:ext uri="{FF2B5EF4-FFF2-40B4-BE49-F238E27FC236}">
                  <a16:creationId xmlns:a16="http://schemas.microsoft.com/office/drawing/2014/main" id="{C2571E23-B04A-450C-A41F-F6645E342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9" y="3019"/>
              <a:ext cx="98" cy="92"/>
            </a:xfrm>
            <a:custGeom>
              <a:avLst/>
              <a:gdLst>
                <a:gd name="T0" fmla="*/ 0 w 296"/>
                <a:gd name="T1" fmla="*/ 0 h 256"/>
                <a:gd name="T2" fmla="*/ 0 w 296"/>
                <a:gd name="T3" fmla="*/ 0 h 256"/>
                <a:gd name="T4" fmla="*/ 0 w 296"/>
                <a:gd name="T5" fmla="*/ 0 h 256"/>
                <a:gd name="T6" fmla="*/ 0 w 296"/>
                <a:gd name="T7" fmla="*/ 0 h 256"/>
                <a:gd name="T8" fmla="*/ 0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481" name="Freeform 1007">
              <a:extLst>
                <a:ext uri="{FF2B5EF4-FFF2-40B4-BE49-F238E27FC236}">
                  <a16:creationId xmlns:a16="http://schemas.microsoft.com/office/drawing/2014/main" id="{3C9EC7A4-87EA-44CA-B27A-F28BC379A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878"/>
              <a:ext cx="101" cy="104"/>
            </a:xfrm>
            <a:custGeom>
              <a:avLst/>
              <a:gdLst>
                <a:gd name="T0" fmla="*/ 0 w 304"/>
                <a:gd name="T1" fmla="*/ 0 h 288"/>
                <a:gd name="T2" fmla="*/ 0 w 304"/>
                <a:gd name="T3" fmla="*/ 0 h 288"/>
                <a:gd name="T4" fmla="*/ 0 w 304"/>
                <a:gd name="T5" fmla="*/ 0 h 288"/>
                <a:gd name="T6" fmla="*/ 0 w 304"/>
                <a:gd name="T7" fmla="*/ 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482" name="Oval 1008">
              <a:extLst>
                <a:ext uri="{FF2B5EF4-FFF2-40B4-BE49-F238E27FC236}">
                  <a16:creationId xmlns:a16="http://schemas.microsoft.com/office/drawing/2014/main" id="{AC02536C-2549-4F03-8A3E-FC083E601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" y="3712"/>
              <a:ext cx="20" cy="4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483" name="Freeform 1009">
              <a:extLst>
                <a:ext uri="{FF2B5EF4-FFF2-40B4-BE49-F238E27FC236}">
                  <a16:creationId xmlns:a16="http://schemas.microsoft.com/office/drawing/2014/main" id="{08517D23-326E-4109-AF8C-4C40CF6C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3713"/>
              <a:ext cx="102" cy="86"/>
            </a:xfrm>
            <a:custGeom>
              <a:avLst/>
              <a:gdLst>
                <a:gd name="T0" fmla="*/ 0 w 306"/>
                <a:gd name="T1" fmla="*/ 0 h 240"/>
                <a:gd name="T2" fmla="*/ 0 w 306"/>
                <a:gd name="T3" fmla="*/ 0 h 240"/>
                <a:gd name="T4" fmla="*/ 0 w 306"/>
                <a:gd name="T5" fmla="*/ 0 h 240"/>
                <a:gd name="T6" fmla="*/ 0 w 306"/>
                <a:gd name="T7" fmla="*/ 0 h 240"/>
                <a:gd name="T8" fmla="*/ 0 w 30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484" name="AutoShape 1010">
              <a:extLst>
                <a:ext uri="{FF2B5EF4-FFF2-40B4-BE49-F238E27FC236}">
                  <a16:creationId xmlns:a16="http://schemas.microsoft.com/office/drawing/2014/main" id="{ABFAA770-3F32-4B8B-B945-91238FCAE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741"/>
              <a:ext cx="496" cy="6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485" name="AutoShape 1011">
              <a:extLst>
                <a:ext uri="{FF2B5EF4-FFF2-40B4-BE49-F238E27FC236}">
                  <a16:creationId xmlns:a16="http://schemas.microsoft.com/office/drawing/2014/main" id="{8BB6A5BE-55AF-46B4-AC25-2730D4680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" y="3755"/>
              <a:ext cx="443" cy="3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486" name="Oval 1012">
              <a:extLst>
                <a:ext uri="{FF2B5EF4-FFF2-40B4-BE49-F238E27FC236}">
                  <a16:creationId xmlns:a16="http://schemas.microsoft.com/office/drawing/2014/main" id="{8E4EFCB8-C9DB-419B-830C-01611BB9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4" y="3613"/>
              <a:ext cx="65" cy="6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487" name="Oval 1013">
              <a:extLst>
                <a:ext uri="{FF2B5EF4-FFF2-40B4-BE49-F238E27FC236}">
                  <a16:creationId xmlns:a16="http://schemas.microsoft.com/office/drawing/2014/main" id="{AEB8954E-1873-4B96-A987-A49ADAA39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3613"/>
              <a:ext cx="65" cy="6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488" name="Oval 1014">
              <a:extLst>
                <a:ext uri="{FF2B5EF4-FFF2-40B4-BE49-F238E27FC236}">
                  <a16:creationId xmlns:a16="http://schemas.microsoft.com/office/drawing/2014/main" id="{5FDC5846-43B3-41A7-97D1-A88A236BF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" y="3613"/>
              <a:ext cx="65" cy="59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4489" name="Rectangle 1015">
              <a:extLst>
                <a:ext uri="{FF2B5EF4-FFF2-40B4-BE49-F238E27FC236}">
                  <a16:creationId xmlns:a16="http://schemas.microsoft.com/office/drawing/2014/main" id="{6BDAFB7C-D399-40AF-965F-85E7F88C4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3376"/>
              <a:ext cx="32" cy="3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54338" name="Group 1016">
            <a:extLst>
              <a:ext uri="{FF2B5EF4-FFF2-40B4-BE49-F238E27FC236}">
                <a16:creationId xmlns:a16="http://schemas.microsoft.com/office/drawing/2014/main" id="{AACDD0AF-62A1-4051-9F09-3343A8C49EA1}"/>
              </a:ext>
            </a:extLst>
          </p:cNvPr>
          <p:cNvGrpSpPr>
            <a:grpSpLocks/>
          </p:cNvGrpSpPr>
          <p:nvPr/>
        </p:nvGrpSpPr>
        <p:grpSpPr bwMode="auto">
          <a:xfrm>
            <a:off x="7389813" y="3911600"/>
            <a:ext cx="506412" cy="209550"/>
            <a:chOff x="4655" y="2464"/>
            <a:chExt cx="319" cy="132"/>
          </a:xfrm>
        </p:grpSpPr>
        <p:grpSp>
          <p:nvGrpSpPr>
            <p:cNvPr id="54449" name="Group 1017">
              <a:extLst>
                <a:ext uri="{FF2B5EF4-FFF2-40B4-BE49-F238E27FC236}">
                  <a16:creationId xmlns:a16="http://schemas.microsoft.com/office/drawing/2014/main" id="{20CDECF6-726D-4953-A757-CED4097C86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4458" name="Oval 407">
                <a:extLst>
                  <a:ext uri="{FF2B5EF4-FFF2-40B4-BE49-F238E27FC236}">
                    <a16:creationId xmlns:a16="http://schemas.microsoft.com/office/drawing/2014/main" id="{060A7472-CF62-448B-B952-F88ED6E43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59" name="Rectangle 410">
                <a:extLst>
                  <a:ext uri="{FF2B5EF4-FFF2-40B4-BE49-F238E27FC236}">
                    <a16:creationId xmlns:a16="http://schemas.microsoft.com/office/drawing/2014/main" id="{8D0323AF-C9A8-4164-8315-AF6121508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60" name="Oval 411">
                <a:extLst>
                  <a:ext uri="{FF2B5EF4-FFF2-40B4-BE49-F238E27FC236}">
                    <a16:creationId xmlns:a16="http://schemas.microsoft.com/office/drawing/2014/main" id="{AD8C112F-A054-43DF-AC20-22377F427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4461" name="Group 1021">
                <a:extLst>
                  <a:ext uri="{FF2B5EF4-FFF2-40B4-BE49-F238E27FC236}">
                    <a16:creationId xmlns:a16="http://schemas.microsoft.com/office/drawing/2014/main" id="{C1FA3385-12A3-49FD-96C6-2A82466972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4464" name="Freeform 1022">
                  <a:extLst>
                    <a:ext uri="{FF2B5EF4-FFF2-40B4-BE49-F238E27FC236}">
                      <a16:creationId xmlns:a16="http://schemas.microsoft.com/office/drawing/2014/main" id="{A0C0FBB7-1FE0-4D89-90D0-EA6CCD4EF3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54465" name="Freeform 1023">
                  <a:extLst>
                    <a:ext uri="{FF2B5EF4-FFF2-40B4-BE49-F238E27FC236}">
                      <a16:creationId xmlns:a16="http://schemas.microsoft.com/office/drawing/2014/main" id="{1071DAF9-89B9-4469-B25E-D836FAC84D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54462" name="Line 1024">
                <a:extLst>
                  <a:ext uri="{FF2B5EF4-FFF2-40B4-BE49-F238E27FC236}">
                    <a16:creationId xmlns:a16="http://schemas.microsoft.com/office/drawing/2014/main" id="{09F982D9-57C5-43A2-A18B-1E36B1CB40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463" name="Line 1025">
                <a:extLst>
                  <a:ext uri="{FF2B5EF4-FFF2-40B4-BE49-F238E27FC236}">
                    <a16:creationId xmlns:a16="http://schemas.microsoft.com/office/drawing/2014/main" id="{5F0FAC10-1C10-4D30-AD0D-F353D46BC2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450" name="Oval 407">
              <a:extLst>
                <a:ext uri="{FF2B5EF4-FFF2-40B4-BE49-F238E27FC236}">
                  <a16:creationId xmlns:a16="http://schemas.microsoft.com/office/drawing/2014/main" id="{E3D66191-9206-4C7E-B77C-666D96008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451" name="Rectangle 410">
              <a:extLst>
                <a:ext uri="{FF2B5EF4-FFF2-40B4-BE49-F238E27FC236}">
                  <a16:creationId xmlns:a16="http://schemas.microsoft.com/office/drawing/2014/main" id="{2EF75D62-CF9E-43B8-B707-EC1AF315D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452" name="Oval 411">
              <a:extLst>
                <a:ext uri="{FF2B5EF4-FFF2-40B4-BE49-F238E27FC236}">
                  <a16:creationId xmlns:a16="http://schemas.microsoft.com/office/drawing/2014/main" id="{88691673-D725-4062-ABB7-A10A687E7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453" name="Group 1029">
              <a:extLst>
                <a:ext uri="{FF2B5EF4-FFF2-40B4-BE49-F238E27FC236}">
                  <a16:creationId xmlns:a16="http://schemas.microsoft.com/office/drawing/2014/main" id="{8329295B-39F9-41C9-AE43-1293AEC882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4456" name="Freeform 1030">
                <a:extLst>
                  <a:ext uri="{FF2B5EF4-FFF2-40B4-BE49-F238E27FC236}">
                    <a16:creationId xmlns:a16="http://schemas.microsoft.com/office/drawing/2014/main" id="{83F0321B-1FDC-4FD0-A150-1AA684486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457" name="Freeform 1031">
                <a:extLst>
                  <a:ext uri="{FF2B5EF4-FFF2-40B4-BE49-F238E27FC236}">
                    <a16:creationId xmlns:a16="http://schemas.microsoft.com/office/drawing/2014/main" id="{C8A485B6-5523-4F6A-8655-7FF2743DB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454" name="Line 1032">
              <a:extLst>
                <a:ext uri="{FF2B5EF4-FFF2-40B4-BE49-F238E27FC236}">
                  <a16:creationId xmlns:a16="http://schemas.microsoft.com/office/drawing/2014/main" id="{EF8E5833-EB51-4531-91ED-D5D25F8D5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455" name="Line 1033">
              <a:extLst>
                <a:ext uri="{FF2B5EF4-FFF2-40B4-BE49-F238E27FC236}">
                  <a16:creationId xmlns:a16="http://schemas.microsoft.com/office/drawing/2014/main" id="{828552CF-4792-4EA9-85BA-EA5085A22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39" name="Group 1034">
            <a:extLst>
              <a:ext uri="{FF2B5EF4-FFF2-40B4-BE49-F238E27FC236}">
                <a16:creationId xmlns:a16="http://schemas.microsoft.com/office/drawing/2014/main" id="{DE660EA8-95D9-42A1-B90D-E1715E649B41}"/>
              </a:ext>
            </a:extLst>
          </p:cNvPr>
          <p:cNvGrpSpPr>
            <a:grpSpLocks/>
          </p:cNvGrpSpPr>
          <p:nvPr/>
        </p:nvGrpSpPr>
        <p:grpSpPr bwMode="auto">
          <a:xfrm>
            <a:off x="7081838" y="3629025"/>
            <a:ext cx="506412" cy="209550"/>
            <a:chOff x="4655" y="2464"/>
            <a:chExt cx="319" cy="132"/>
          </a:xfrm>
        </p:grpSpPr>
        <p:grpSp>
          <p:nvGrpSpPr>
            <p:cNvPr id="54432" name="Group 1035">
              <a:extLst>
                <a:ext uri="{FF2B5EF4-FFF2-40B4-BE49-F238E27FC236}">
                  <a16:creationId xmlns:a16="http://schemas.microsoft.com/office/drawing/2014/main" id="{F7879CE2-83E1-45A6-B0BF-1C25BDF110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4441" name="Oval 407">
                <a:extLst>
                  <a:ext uri="{FF2B5EF4-FFF2-40B4-BE49-F238E27FC236}">
                    <a16:creationId xmlns:a16="http://schemas.microsoft.com/office/drawing/2014/main" id="{91AF6471-A1DF-4860-A7D6-BA6366076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42" name="Rectangle 410">
                <a:extLst>
                  <a:ext uri="{FF2B5EF4-FFF2-40B4-BE49-F238E27FC236}">
                    <a16:creationId xmlns:a16="http://schemas.microsoft.com/office/drawing/2014/main" id="{9B3A860F-251A-493E-AB30-C7FDDEC002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43" name="Oval 411">
                <a:extLst>
                  <a:ext uri="{FF2B5EF4-FFF2-40B4-BE49-F238E27FC236}">
                    <a16:creationId xmlns:a16="http://schemas.microsoft.com/office/drawing/2014/main" id="{8450D138-5AF6-40A1-A5B2-63ECB6BFF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4444" name="Group 1039">
                <a:extLst>
                  <a:ext uri="{FF2B5EF4-FFF2-40B4-BE49-F238E27FC236}">
                    <a16:creationId xmlns:a16="http://schemas.microsoft.com/office/drawing/2014/main" id="{B30EC968-10F9-4672-8BAA-FD2BB2EECB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4447" name="Freeform 1040">
                  <a:extLst>
                    <a:ext uri="{FF2B5EF4-FFF2-40B4-BE49-F238E27FC236}">
                      <a16:creationId xmlns:a16="http://schemas.microsoft.com/office/drawing/2014/main" id="{1FCC15B1-38B6-4FF2-9314-F197F9AEFF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54448" name="Freeform 1041">
                  <a:extLst>
                    <a:ext uri="{FF2B5EF4-FFF2-40B4-BE49-F238E27FC236}">
                      <a16:creationId xmlns:a16="http://schemas.microsoft.com/office/drawing/2014/main" id="{B5B5A323-4E18-4D16-87F0-7F4313B4BA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54445" name="Line 1042">
                <a:extLst>
                  <a:ext uri="{FF2B5EF4-FFF2-40B4-BE49-F238E27FC236}">
                    <a16:creationId xmlns:a16="http://schemas.microsoft.com/office/drawing/2014/main" id="{FE51E7A7-F44C-4222-AE5F-38F5B61845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446" name="Line 1043">
                <a:extLst>
                  <a:ext uri="{FF2B5EF4-FFF2-40B4-BE49-F238E27FC236}">
                    <a16:creationId xmlns:a16="http://schemas.microsoft.com/office/drawing/2014/main" id="{DEFED33D-AA06-4891-8EB7-A6A7D041C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433" name="Oval 407">
              <a:extLst>
                <a:ext uri="{FF2B5EF4-FFF2-40B4-BE49-F238E27FC236}">
                  <a16:creationId xmlns:a16="http://schemas.microsoft.com/office/drawing/2014/main" id="{319B5B0C-E781-4D61-8F52-7FC9CB61E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434" name="Rectangle 410">
              <a:extLst>
                <a:ext uri="{FF2B5EF4-FFF2-40B4-BE49-F238E27FC236}">
                  <a16:creationId xmlns:a16="http://schemas.microsoft.com/office/drawing/2014/main" id="{204BD30D-5D6F-4BAC-B3D1-F406576F6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435" name="Oval 411">
              <a:extLst>
                <a:ext uri="{FF2B5EF4-FFF2-40B4-BE49-F238E27FC236}">
                  <a16:creationId xmlns:a16="http://schemas.microsoft.com/office/drawing/2014/main" id="{A6F3D98F-F53A-4EA4-9E39-86803D333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436" name="Group 1047">
              <a:extLst>
                <a:ext uri="{FF2B5EF4-FFF2-40B4-BE49-F238E27FC236}">
                  <a16:creationId xmlns:a16="http://schemas.microsoft.com/office/drawing/2014/main" id="{C34E6695-4036-40AA-B331-544CE1F7A1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4439" name="Freeform 1048">
                <a:extLst>
                  <a:ext uri="{FF2B5EF4-FFF2-40B4-BE49-F238E27FC236}">
                    <a16:creationId xmlns:a16="http://schemas.microsoft.com/office/drawing/2014/main" id="{29CEF145-79B2-41BA-908C-44909173F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440" name="Freeform 1049">
                <a:extLst>
                  <a:ext uri="{FF2B5EF4-FFF2-40B4-BE49-F238E27FC236}">
                    <a16:creationId xmlns:a16="http://schemas.microsoft.com/office/drawing/2014/main" id="{EA703A7A-5BC5-4FA5-A7FD-D0FD20094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437" name="Line 1050">
              <a:extLst>
                <a:ext uri="{FF2B5EF4-FFF2-40B4-BE49-F238E27FC236}">
                  <a16:creationId xmlns:a16="http://schemas.microsoft.com/office/drawing/2014/main" id="{A5F2E886-B21B-4EE0-AEF1-7C552CF92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438" name="Line 1051">
              <a:extLst>
                <a:ext uri="{FF2B5EF4-FFF2-40B4-BE49-F238E27FC236}">
                  <a16:creationId xmlns:a16="http://schemas.microsoft.com/office/drawing/2014/main" id="{0657DB46-853D-4265-A788-B6A085965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40" name="Group 1052">
            <a:extLst>
              <a:ext uri="{FF2B5EF4-FFF2-40B4-BE49-F238E27FC236}">
                <a16:creationId xmlns:a16="http://schemas.microsoft.com/office/drawing/2014/main" id="{1F72937D-7494-4F96-9426-31FB60A15DD3}"/>
              </a:ext>
            </a:extLst>
          </p:cNvPr>
          <p:cNvGrpSpPr>
            <a:grpSpLocks/>
          </p:cNvGrpSpPr>
          <p:nvPr/>
        </p:nvGrpSpPr>
        <p:grpSpPr bwMode="auto">
          <a:xfrm>
            <a:off x="7732713" y="3641725"/>
            <a:ext cx="506412" cy="209550"/>
            <a:chOff x="4655" y="2464"/>
            <a:chExt cx="319" cy="132"/>
          </a:xfrm>
        </p:grpSpPr>
        <p:grpSp>
          <p:nvGrpSpPr>
            <p:cNvPr id="54415" name="Group 1053">
              <a:extLst>
                <a:ext uri="{FF2B5EF4-FFF2-40B4-BE49-F238E27FC236}">
                  <a16:creationId xmlns:a16="http://schemas.microsoft.com/office/drawing/2014/main" id="{609FD630-B7A0-4B5F-9B6E-41E8A69072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4424" name="Oval 407">
                <a:extLst>
                  <a:ext uri="{FF2B5EF4-FFF2-40B4-BE49-F238E27FC236}">
                    <a16:creationId xmlns:a16="http://schemas.microsoft.com/office/drawing/2014/main" id="{DDFC04C3-925C-41F7-AB50-E54307D56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25" name="Rectangle 410">
                <a:extLst>
                  <a:ext uri="{FF2B5EF4-FFF2-40B4-BE49-F238E27FC236}">
                    <a16:creationId xmlns:a16="http://schemas.microsoft.com/office/drawing/2014/main" id="{B564F9DD-2914-40C7-A888-8CE2F034B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26" name="Oval 411">
                <a:extLst>
                  <a:ext uri="{FF2B5EF4-FFF2-40B4-BE49-F238E27FC236}">
                    <a16:creationId xmlns:a16="http://schemas.microsoft.com/office/drawing/2014/main" id="{B8FA9A0C-F0C9-4BD7-BFBF-6B4BC2671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4427" name="Group 1057">
                <a:extLst>
                  <a:ext uri="{FF2B5EF4-FFF2-40B4-BE49-F238E27FC236}">
                    <a16:creationId xmlns:a16="http://schemas.microsoft.com/office/drawing/2014/main" id="{5C067C2A-1080-4CF4-9BE5-B56CC44357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4430" name="Freeform 1058">
                  <a:extLst>
                    <a:ext uri="{FF2B5EF4-FFF2-40B4-BE49-F238E27FC236}">
                      <a16:creationId xmlns:a16="http://schemas.microsoft.com/office/drawing/2014/main" id="{326B6273-C7CF-4BCA-AD8C-F587AFD7C2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54431" name="Freeform 1059">
                  <a:extLst>
                    <a:ext uri="{FF2B5EF4-FFF2-40B4-BE49-F238E27FC236}">
                      <a16:creationId xmlns:a16="http://schemas.microsoft.com/office/drawing/2014/main" id="{7C89C51D-D7FA-4A02-8ADF-43F824D74B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54428" name="Line 1060">
                <a:extLst>
                  <a:ext uri="{FF2B5EF4-FFF2-40B4-BE49-F238E27FC236}">
                    <a16:creationId xmlns:a16="http://schemas.microsoft.com/office/drawing/2014/main" id="{928A77EF-A4FD-4531-ADC5-6B127692EB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429" name="Line 1061">
                <a:extLst>
                  <a:ext uri="{FF2B5EF4-FFF2-40B4-BE49-F238E27FC236}">
                    <a16:creationId xmlns:a16="http://schemas.microsoft.com/office/drawing/2014/main" id="{54A3C993-979B-4FC4-B90C-D51BE129F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416" name="Oval 407">
              <a:extLst>
                <a:ext uri="{FF2B5EF4-FFF2-40B4-BE49-F238E27FC236}">
                  <a16:creationId xmlns:a16="http://schemas.microsoft.com/office/drawing/2014/main" id="{2023D985-9A41-4B48-999E-9098378BE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417" name="Rectangle 410">
              <a:extLst>
                <a:ext uri="{FF2B5EF4-FFF2-40B4-BE49-F238E27FC236}">
                  <a16:creationId xmlns:a16="http://schemas.microsoft.com/office/drawing/2014/main" id="{9C638E6A-8590-40F0-8986-5C00EB2CF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418" name="Oval 411">
              <a:extLst>
                <a:ext uri="{FF2B5EF4-FFF2-40B4-BE49-F238E27FC236}">
                  <a16:creationId xmlns:a16="http://schemas.microsoft.com/office/drawing/2014/main" id="{D935A207-EE73-4B21-A6E3-8D0D90A22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419" name="Group 1065">
              <a:extLst>
                <a:ext uri="{FF2B5EF4-FFF2-40B4-BE49-F238E27FC236}">
                  <a16:creationId xmlns:a16="http://schemas.microsoft.com/office/drawing/2014/main" id="{90FF38CF-CBE5-4E5A-B5F2-500BC57BE3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4422" name="Freeform 1066">
                <a:extLst>
                  <a:ext uri="{FF2B5EF4-FFF2-40B4-BE49-F238E27FC236}">
                    <a16:creationId xmlns:a16="http://schemas.microsoft.com/office/drawing/2014/main" id="{DAB72AE6-4F2E-41FC-9E5A-F60732043E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423" name="Freeform 1067">
                <a:extLst>
                  <a:ext uri="{FF2B5EF4-FFF2-40B4-BE49-F238E27FC236}">
                    <a16:creationId xmlns:a16="http://schemas.microsoft.com/office/drawing/2014/main" id="{E0AE3732-47E2-4F93-8052-9E1A576BF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420" name="Line 1068">
              <a:extLst>
                <a:ext uri="{FF2B5EF4-FFF2-40B4-BE49-F238E27FC236}">
                  <a16:creationId xmlns:a16="http://schemas.microsoft.com/office/drawing/2014/main" id="{AD1DFA09-DBA2-4FED-A39F-4C9AC7E8F6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421" name="Line 1069">
              <a:extLst>
                <a:ext uri="{FF2B5EF4-FFF2-40B4-BE49-F238E27FC236}">
                  <a16:creationId xmlns:a16="http://schemas.microsoft.com/office/drawing/2014/main" id="{4D116212-7A70-4B2A-A31B-759E32EB2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41" name="Group 1070">
            <a:extLst>
              <a:ext uri="{FF2B5EF4-FFF2-40B4-BE49-F238E27FC236}">
                <a16:creationId xmlns:a16="http://schemas.microsoft.com/office/drawing/2014/main" id="{FEAC7FFB-ACCF-46D1-992F-516CE4EFD6F8}"/>
              </a:ext>
            </a:extLst>
          </p:cNvPr>
          <p:cNvGrpSpPr>
            <a:grpSpLocks/>
          </p:cNvGrpSpPr>
          <p:nvPr/>
        </p:nvGrpSpPr>
        <p:grpSpPr bwMode="auto">
          <a:xfrm>
            <a:off x="7202488" y="2486025"/>
            <a:ext cx="392112" cy="180975"/>
            <a:chOff x="4655" y="2464"/>
            <a:chExt cx="319" cy="132"/>
          </a:xfrm>
        </p:grpSpPr>
        <p:grpSp>
          <p:nvGrpSpPr>
            <p:cNvPr id="54398" name="Group 1071">
              <a:extLst>
                <a:ext uri="{FF2B5EF4-FFF2-40B4-BE49-F238E27FC236}">
                  <a16:creationId xmlns:a16="http://schemas.microsoft.com/office/drawing/2014/main" id="{E7965C9C-E9D0-4ED7-B122-F510767CE1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4407" name="Oval 407">
                <a:extLst>
                  <a:ext uri="{FF2B5EF4-FFF2-40B4-BE49-F238E27FC236}">
                    <a16:creationId xmlns:a16="http://schemas.microsoft.com/office/drawing/2014/main" id="{07656A0A-020D-4278-B146-AFE00A33A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08" name="Rectangle 410">
                <a:extLst>
                  <a:ext uri="{FF2B5EF4-FFF2-40B4-BE49-F238E27FC236}">
                    <a16:creationId xmlns:a16="http://schemas.microsoft.com/office/drawing/2014/main" id="{EE8A1E94-9225-4AD0-AA3A-5A4EC916E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09" name="Oval 411">
                <a:extLst>
                  <a:ext uri="{FF2B5EF4-FFF2-40B4-BE49-F238E27FC236}">
                    <a16:creationId xmlns:a16="http://schemas.microsoft.com/office/drawing/2014/main" id="{858F4B94-D1DE-4771-A2A8-61E724D09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4410" name="Group 1075">
                <a:extLst>
                  <a:ext uri="{FF2B5EF4-FFF2-40B4-BE49-F238E27FC236}">
                    <a16:creationId xmlns:a16="http://schemas.microsoft.com/office/drawing/2014/main" id="{B886C8B0-A37C-4F4C-B34D-8FA98E1A6C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4413" name="Freeform 1076">
                  <a:extLst>
                    <a:ext uri="{FF2B5EF4-FFF2-40B4-BE49-F238E27FC236}">
                      <a16:creationId xmlns:a16="http://schemas.microsoft.com/office/drawing/2014/main" id="{D5B5DA0E-DCDE-4D50-955C-822ABCFAE2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54414" name="Freeform 1077">
                  <a:extLst>
                    <a:ext uri="{FF2B5EF4-FFF2-40B4-BE49-F238E27FC236}">
                      <a16:creationId xmlns:a16="http://schemas.microsoft.com/office/drawing/2014/main" id="{5BE51CB3-2B70-47E5-987F-A5AF19522E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54411" name="Line 1078">
                <a:extLst>
                  <a:ext uri="{FF2B5EF4-FFF2-40B4-BE49-F238E27FC236}">
                    <a16:creationId xmlns:a16="http://schemas.microsoft.com/office/drawing/2014/main" id="{42156A1E-9AB9-4CA8-B4A5-6D9F432C5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412" name="Line 1079">
                <a:extLst>
                  <a:ext uri="{FF2B5EF4-FFF2-40B4-BE49-F238E27FC236}">
                    <a16:creationId xmlns:a16="http://schemas.microsoft.com/office/drawing/2014/main" id="{3447842A-3882-4E93-A078-08EDF6296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399" name="Oval 407">
              <a:extLst>
                <a:ext uri="{FF2B5EF4-FFF2-40B4-BE49-F238E27FC236}">
                  <a16:creationId xmlns:a16="http://schemas.microsoft.com/office/drawing/2014/main" id="{40299E66-1682-4201-A927-29B1271A1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400" name="Rectangle 410">
              <a:extLst>
                <a:ext uri="{FF2B5EF4-FFF2-40B4-BE49-F238E27FC236}">
                  <a16:creationId xmlns:a16="http://schemas.microsoft.com/office/drawing/2014/main" id="{A1C6D4CC-0029-4DDA-96A6-A7EB2F368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401" name="Oval 411">
              <a:extLst>
                <a:ext uri="{FF2B5EF4-FFF2-40B4-BE49-F238E27FC236}">
                  <a16:creationId xmlns:a16="http://schemas.microsoft.com/office/drawing/2014/main" id="{30C39D6D-D0BE-4A85-9816-02971322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402" name="Group 1083">
              <a:extLst>
                <a:ext uri="{FF2B5EF4-FFF2-40B4-BE49-F238E27FC236}">
                  <a16:creationId xmlns:a16="http://schemas.microsoft.com/office/drawing/2014/main" id="{98504EB0-A3FD-4D11-A140-40302E52C6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4405" name="Freeform 1084">
                <a:extLst>
                  <a:ext uri="{FF2B5EF4-FFF2-40B4-BE49-F238E27FC236}">
                    <a16:creationId xmlns:a16="http://schemas.microsoft.com/office/drawing/2014/main" id="{89D4F96E-DB9B-48C3-9323-CCD80C4EF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406" name="Freeform 1085">
                <a:extLst>
                  <a:ext uri="{FF2B5EF4-FFF2-40B4-BE49-F238E27FC236}">
                    <a16:creationId xmlns:a16="http://schemas.microsoft.com/office/drawing/2014/main" id="{9C47F8BB-758A-486A-B70B-9FFDAE91B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403" name="Line 1086">
              <a:extLst>
                <a:ext uri="{FF2B5EF4-FFF2-40B4-BE49-F238E27FC236}">
                  <a16:creationId xmlns:a16="http://schemas.microsoft.com/office/drawing/2014/main" id="{5F06D9AB-D77C-4DB0-81C6-6182440D8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404" name="Line 1087">
              <a:extLst>
                <a:ext uri="{FF2B5EF4-FFF2-40B4-BE49-F238E27FC236}">
                  <a16:creationId xmlns:a16="http://schemas.microsoft.com/office/drawing/2014/main" id="{29A1D1B9-0D3F-4D6A-9883-51978FC15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1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42" name="Group 1088">
            <a:extLst>
              <a:ext uri="{FF2B5EF4-FFF2-40B4-BE49-F238E27FC236}">
                <a16:creationId xmlns:a16="http://schemas.microsoft.com/office/drawing/2014/main" id="{CA36B79D-43B7-477B-AEA2-B13B7FBB21E3}"/>
              </a:ext>
            </a:extLst>
          </p:cNvPr>
          <p:cNvGrpSpPr>
            <a:grpSpLocks/>
          </p:cNvGrpSpPr>
          <p:nvPr/>
        </p:nvGrpSpPr>
        <p:grpSpPr bwMode="auto">
          <a:xfrm>
            <a:off x="7205663" y="2752725"/>
            <a:ext cx="407987" cy="180975"/>
            <a:chOff x="4655" y="2464"/>
            <a:chExt cx="319" cy="132"/>
          </a:xfrm>
        </p:grpSpPr>
        <p:grpSp>
          <p:nvGrpSpPr>
            <p:cNvPr id="54381" name="Group 1089">
              <a:extLst>
                <a:ext uri="{FF2B5EF4-FFF2-40B4-BE49-F238E27FC236}">
                  <a16:creationId xmlns:a16="http://schemas.microsoft.com/office/drawing/2014/main" id="{9A4296B6-29F1-4B92-941D-07D83E95EE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4390" name="Oval 407">
                <a:extLst>
                  <a:ext uri="{FF2B5EF4-FFF2-40B4-BE49-F238E27FC236}">
                    <a16:creationId xmlns:a16="http://schemas.microsoft.com/office/drawing/2014/main" id="{6643DADF-3F07-4AF9-92B0-51F9F1E76D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91" name="Rectangle 410">
                <a:extLst>
                  <a:ext uri="{FF2B5EF4-FFF2-40B4-BE49-F238E27FC236}">
                    <a16:creationId xmlns:a16="http://schemas.microsoft.com/office/drawing/2014/main" id="{4F17A80A-52D7-4AB0-BF3A-5747F0237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92" name="Oval 411">
                <a:extLst>
                  <a:ext uri="{FF2B5EF4-FFF2-40B4-BE49-F238E27FC236}">
                    <a16:creationId xmlns:a16="http://schemas.microsoft.com/office/drawing/2014/main" id="{B39A8C3A-9042-4C53-9CD4-BC9009088D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4393" name="Group 1093">
                <a:extLst>
                  <a:ext uri="{FF2B5EF4-FFF2-40B4-BE49-F238E27FC236}">
                    <a16:creationId xmlns:a16="http://schemas.microsoft.com/office/drawing/2014/main" id="{0941C028-7DDB-48CA-AAE2-2254D8B6AA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4396" name="Freeform 1094">
                  <a:extLst>
                    <a:ext uri="{FF2B5EF4-FFF2-40B4-BE49-F238E27FC236}">
                      <a16:creationId xmlns:a16="http://schemas.microsoft.com/office/drawing/2014/main" id="{FCE88723-32F7-4081-B756-F81C59DACF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54397" name="Freeform 1095">
                  <a:extLst>
                    <a:ext uri="{FF2B5EF4-FFF2-40B4-BE49-F238E27FC236}">
                      <a16:creationId xmlns:a16="http://schemas.microsoft.com/office/drawing/2014/main" id="{6A060BEF-1415-4127-9EA5-76BA932FB0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54394" name="Line 1096">
                <a:extLst>
                  <a:ext uri="{FF2B5EF4-FFF2-40B4-BE49-F238E27FC236}">
                    <a16:creationId xmlns:a16="http://schemas.microsoft.com/office/drawing/2014/main" id="{3E56B871-CB07-42D8-9DBD-64298C4E3C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395" name="Line 1097">
                <a:extLst>
                  <a:ext uri="{FF2B5EF4-FFF2-40B4-BE49-F238E27FC236}">
                    <a16:creationId xmlns:a16="http://schemas.microsoft.com/office/drawing/2014/main" id="{6C5220F6-F338-4DEC-A04D-36D3CB0C88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382" name="Oval 407">
              <a:extLst>
                <a:ext uri="{FF2B5EF4-FFF2-40B4-BE49-F238E27FC236}">
                  <a16:creationId xmlns:a16="http://schemas.microsoft.com/office/drawing/2014/main" id="{CE11C3C7-C2E6-4EB5-92CB-152F2D921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383" name="Rectangle 410">
              <a:extLst>
                <a:ext uri="{FF2B5EF4-FFF2-40B4-BE49-F238E27FC236}">
                  <a16:creationId xmlns:a16="http://schemas.microsoft.com/office/drawing/2014/main" id="{A18D526C-70AB-47BC-A5D9-8C63A7592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384" name="Oval 411">
              <a:extLst>
                <a:ext uri="{FF2B5EF4-FFF2-40B4-BE49-F238E27FC236}">
                  <a16:creationId xmlns:a16="http://schemas.microsoft.com/office/drawing/2014/main" id="{3B6257D8-4F99-41A0-8679-FD5561A05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385" name="Group 1101">
              <a:extLst>
                <a:ext uri="{FF2B5EF4-FFF2-40B4-BE49-F238E27FC236}">
                  <a16:creationId xmlns:a16="http://schemas.microsoft.com/office/drawing/2014/main" id="{D98A807C-3D3C-489C-A283-3EB67B4549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4388" name="Freeform 1102">
                <a:extLst>
                  <a:ext uri="{FF2B5EF4-FFF2-40B4-BE49-F238E27FC236}">
                    <a16:creationId xmlns:a16="http://schemas.microsoft.com/office/drawing/2014/main" id="{BF9A8056-E886-4A6A-8881-BEF27C25A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389" name="Freeform 1103">
                <a:extLst>
                  <a:ext uri="{FF2B5EF4-FFF2-40B4-BE49-F238E27FC236}">
                    <a16:creationId xmlns:a16="http://schemas.microsoft.com/office/drawing/2014/main" id="{61C4CEC8-1877-4087-8976-085E01006A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386" name="Line 1104">
              <a:extLst>
                <a:ext uri="{FF2B5EF4-FFF2-40B4-BE49-F238E27FC236}">
                  <a16:creationId xmlns:a16="http://schemas.microsoft.com/office/drawing/2014/main" id="{F0C53C92-DD6C-4B27-A864-AE8E0D571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387" name="Line 1105">
              <a:extLst>
                <a:ext uri="{FF2B5EF4-FFF2-40B4-BE49-F238E27FC236}">
                  <a16:creationId xmlns:a16="http://schemas.microsoft.com/office/drawing/2014/main" id="{94814D78-69E4-4FCF-ADF9-0B6DAFE99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43" name="Group 1106">
            <a:extLst>
              <a:ext uri="{FF2B5EF4-FFF2-40B4-BE49-F238E27FC236}">
                <a16:creationId xmlns:a16="http://schemas.microsoft.com/office/drawing/2014/main" id="{8021E628-49AD-43CC-BF6D-0322AA277A20}"/>
              </a:ext>
            </a:extLst>
          </p:cNvPr>
          <p:cNvGrpSpPr>
            <a:grpSpLocks/>
          </p:cNvGrpSpPr>
          <p:nvPr/>
        </p:nvGrpSpPr>
        <p:grpSpPr bwMode="auto">
          <a:xfrm>
            <a:off x="7758113" y="2749550"/>
            <a:ext cx="407987" cy="180975"/>
            <a:chOff x="4655" y="2464"/>
            <a:chExt cx="319" cy="132"/>
          </a:xfrm>
        </p:grpSpPr>
        <p:grpSp>
          <p:nvGrpSpPr>
            <p:cNvPr id="54364" name="Group 1107">
              <a:extLst>
                <a:ext uri="{FF2B5EF4-FFF2-40B4-BE49-F238E27FC236}">
                  <a16:creationId xmlns:a16="http://schemas.microsoft.com/office/drawing/2014/main" id="{71F5AD3E-EBE5-4D57-8117-18C860D12B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4373" name="Oval 407">
                <a:extLst>
                  <a:ext uri="{FF2B5EF4-FFF2-40B4-BE49-F238E27FC236}">
                    <a16:creationId xmlns:a16="http://schemas.microsoft.com/office/drawing/2014/main" id="{A5569146-2E00-4097-85AB-B19D330358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74" name="Rectangle 410">
                <a:extLst>
                  <a:ext uri="{FF2B5EF4-FFF2-40B4-BE49-F238E27FC236}">
                    <a16:creationId xmlns:a16="http://schemas.microsoft.com/office/drawing/2014/main" id="{3B988716-B464-4E3E-B18D-B13847B6F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75" name="Oval 411">
                <a:extLst>
                  <a:ext uri="{FF2B5EF4-FFF2-40B4-BE49-F238E27FC236}">
                    <a16:creationId xmlns:a16="http://schemas.microsoft.com/office/drawing/2014/main" id="{12FD11DE-640E-483E-9E5B-98E4D1476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4376" name="Group 1111">
                <a:extLst>
                  <a:ext uri="{FF2B5EF4-FFF2-40B4-BE49-F238E27FC236}">
                    <a16:creationId xmlns:a16="http://schemas.microsoft.com/office/drawing/2014/main" id="{13B7D018-F3A0-46A6-8AFD-42C5FFB9F8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4379" name="Freeform 1112">
                  <a:extLst>
                    <a:ext uri="{FF2B5EF4-FFF2-40B4-BE49-F238E27FC236}">
                      <a16:creationId xmlns:a16="http://schemas.microsoft.com/office/drawing/2014/main" id="{D5F2BA50-3133-4215-A65F-A48956391B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54380" name="Freeform 1113">
                  <a:extLst>
                    <a:ext uri="{FF2B5EF4-FFF2-40B4-BE49-F238E27FC236}">
                      <a16:creationId xmlns:a16="http://schemas.microsoft.com/office/drawing/2014/main" id="{EECA2AE1-31EC-4429-A503-A4DB06396E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54377" name="Line 1114">
                <a:extLst>
                  <a:ext uri="{FF2B5EF4-FFF2-40B4-BE49-F238E27FC236}">
                    <a16:creationId xmlns:a16="http://schemas.microsoft.com/office/drawing/2014/main" id="{1396D104-C68C-4AA6-B41F-071C04FEB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378" name="Line 1115">
                <a:extLst>
                  <a:ext uri="{FF2B5EF4-FFF2-40B4-BE49-F238E27FC236}">
                    <a16:creationId xmlns:a16="http://schemas.microsoft.com/office/drawing/2014/main" id="{AA9332D4-3D58-40A9-8D01-DEA86688B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365" name="Oval 407">
              <a:extLst>
                <a:ext uri="{FF2B5EF4-FFF2-40B4-BE49-F238E27FC236}">
                  <a16:creationId xmlns:a16="http://schemas.microsoft.com/office/drawing/2014/main" id="{43EB47B8-3012-4AF5-B112-7D5EDB3E2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366" name="Rectangle 410">
              <a:extLst>
                <a:ext uri="{FF2B5EF4-FFF2-40B4-BE49-F238E27FC236}">
                  <a16:creationId xmlns:a16="http://schemas.microsoft.com/office/drawing/2014/main" id="{4325F695-C2EB-4A1C-9ECF-E692BBC8B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367" name="Oval 411">
              <a:extLst>
                <a:ext uri="{FF2B5EF4-FFF2-40B4-BE49-F238E27FC236}">
                  <a16:creationId xmlns:a16="http://schemas.microsoft.com/office/drawing/2014/main" id="{567BD34E-696D-43AB-822E-7769F15F0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368" name="Group 1119">
              <a:extLst>
                <a:ext uri="{FF2B5EF4-FFF2-40B4-BE49-F238E27FC236}">
                  <a16:creationId xmlns:a16="http://schemas.microsoft.com/office/drawing/2014/main" id="{A2F526EB-65BE-4AAE-B11C-651C3D81CB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4371" name="Freeform 1120">
                <a:extLst>
                  <a:ext uri="{FF2B5EF4-FFF2-40B4-BE49-F238E27FC236}">
                    <a16:creationId xmlns:a16="http://schemas.microsoft.com/office/drawing/2014/main" id="{8B8F47A2-19BD-464E-84EA-C30DFF1B9C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372" name="Freeform 1121">
                <a:extLst>
                  <a:ext uri="{FF2B5EF4-FFF2-40B4-BE49-F238E27FC236}">
                    <a16:creationId xmlns:a16="http://schemas.microsoft.com/office/drawing/2014/main" id="{C2CE5C06-790F-4A91-9303-06DD36E3F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369" name="Line 1122">
              <a:extLst>
                <a:ext uri="{FF2B5EF4-FFF2-40B4-BE49-F238E27FC236}">
                  <a16:creationId xmlns:a16="http://schemas.microsoft.com/office/drawing/2014/main" id="{3BB7AA46-AC09-4DB9-894A-DF2D4BAE4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370" name="Line 1123">
              <a:extLst>
                <a:ext uri="{FF2B5EF4-FFF2-40B4-BE49-F238E27FC236}">
                  <a16:creationId xmlns:a16="http://schemas.microsoft.com/office/drawing/2014/main" id="{B8EC72AC-ED90-4885-8FD9-854C51590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4344" name="Group 1124">
            <a:extLst>
              <a:ext uri="{FF2B5EF4-FFF2-40B4-BE49-F238E27FC236}">
                <a16:creationId xmlns:a16="http://schemas.microsoft.com/office/drawing/2014/main" id="{ADF17901-D43B-47FB-A6FB-EAB2AED47912}"/>
              </a:ext>
            </a:extLst>
          </p:cNvPr>
          <p:cNvGrpSpPr>
            <a:grpSpLocks/>
          </p:cNvGrpSpPr>
          <p:nvPr/>
        </p:nvGrpSpPr>
        <p:grpSpPr bwMode="auto">
          <a:xfrm>
            <a:off x="7688263" y="2390775"/>
            <a:ext cx="392112" cy="180975"/>
            <a:chOff x="4655" y="2464"/>
            <a:chExt cx="319" cy="132"/>
          </a:xfrm>
        </p:grpSpPr>
        <p:grpSp>
          <p:nvGrpSpPr>
            <p:cNvPr id="54347" name="Group 1125">
              <a:extLst>
                <a:ext uri="{FF2B5EF4-FFF2-40B4-BE49-F238E27FC236}">
                  <a16:creationId xmlns:a16="http://schemas.microsoft.com/office/drawing/2014/main" id="{4E1157CF-3356-4847-97C9-E9A3C1AEDC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4356" name="Oval 407">
                <a:extLst>
                  <a:ext uri="{FF2B5EF4-FFF2-40B4-BE49-F238E27FC236}">
                    <a16:creationId xmlns:a16="http://schemas.microsoft.com/office/drawing/2014/main" id="{47DBFFBB-1DA2-4CCA-90E5-8DE5C1A6A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57" name="Rectangle 410">
                <a:extLst>
                  <a:ext uri="{FF2B5EF4-FFF2-40B4-BE49-F238E27FC236}">
                    <a16:creationId xmlns:a16="http://schemas.microsoft.com/office/drawing/2014/main" id="{D858AA02-E708-4EAF-83A8-9AE225AC1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58" name="Oval 411">
                <a:extLst>
                  <a:ext uri="{FF2B5EF4-FFF2-40B4-BE49-F238E27FC236}">
                    <a16:creationId xmlns:a16="http://schemas.microsoft.com/office/drawing/2014/main" id="{6C4DC96D-8428-4739-816C-AA79E3AB9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4359" name="Group 1129">
                <a:extLst>
                  <a:ext uri="{FF2B5EF4-FFF2-40B4-BE49-F238E27FC236}">
                    <a16:creationId xmlns:a16="http://schemas.microsoft.com/office/drawing/2014/main" id="{1F6ACAE0-56FC-457A-87E8-182A47B539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4362" name="Freeform 1130">
                  <a:extLst>
                    <a:ext uri="{FF2B5EF4-FFF2-40B4-BE49-F238E27FC236}">
                      <a16:creationId xmlns:a16="http://schemas.microsoft.com/office/drawing/2014/main" id="{D0BD8EE7-45BE-4071-8245-0E88C4E23E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54363" name="Freeform 1131">
                  <a:extLst>
                    <a:ext uri="{FF2B5EF4-FFF2-40B4-BE49-F238E27FC236}">
                      <a16:creationId xmlns:a16="http://schemas.microsoft.com/office/drawing/2014/main" id="{1BF27190-3BD8-4728-8CA4-803EA0E7F2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54360" name="Line 1132">
                <a:extLst>
                  <a:ext uri="{FF2B5EF4-FFF2-40B4-BE49-F238E27FC236}">
                    <a16:creationId xmlns:a16="http://schemas.microsoft.com/office/drawing/2014/main" id="{6BF38A8C-A0E8-470F-B848-58F83D656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361" name="Line 1133">
                <a:extLst>
                  <a:ext uri="{FF2B5EF4-FFF2-40B4-BE49-F238E27FC236}">
                    <a16:creationId xmlns:a16="http://schemas.microsoft.com/office/drawing/2014/main" id="{D71A02D8-3132-4C00-A9B8-D0DD90DA6B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348" name="Oval 407">
              <a:extLst>
                <a:ext uri="{FF2B5EF4-FFF2-40B4-BE49-F238E27FC236}">
                  <a16:creationId xmlns:a16="http://schemas.microsoft.com/office/drawing/2014/main" id="{3AA52967-9161-42F6-AF2D-504B5F694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349" name="Rectangle 410">
              <a:extLst>
                <a:ext uri="{FF2B5EF4-FFF2-40B4-BE49-F238E27FC236}">
                  <a16:creationId xmlns:a16="http://schemas.microsoft.com/office/drawing/2014/main" id="{D78D58A7-FCF2-4905-9EF7-FC85D62DA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4350" name="Oval 411">
              <a:extLst>
                <a:ext uri="{FF2B5EF4-FFF2-40B4-BE49-F238E27FC236}">
                  <a16:creationId xmlns:a16="http://schemas.microsoft.com/office/drawing/2014/main" id="{1423D30A-C3E1-4A37-A95B-0FDBBA942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4351" name="Group 1137">
              <a:extLst>
                <a:ext uri="{FF2B5EF4-FFF2-40B4-BE49-F238E27FC236}">
                  <a16:creationId xmlns:a16="http://schemas.microsoft.com/office/drawing/2014/main" id="{AC2FBE5F-A57F-4E8D-8969-8E71397398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4354" name="Freeform 1138">
                <a:extLst>
                  <a:ext uri="{FF2B5EF4-FFF2-40B4-BE49-F238E27FC236}">
                    <a16:creationId xmlns:a16="http://schemas.microsoft.com/office/drawing/2014/main" id="{077D3D94-3ED7-4BD4-AE22-04C6011725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4355" name="Freeform 1139">
                <a:extLst>
                  <a:ext uri="{FF2B5EF4-FFF2-40B4-BE49-F238E27FC236}">
                    <a16:creationId xmlns:a16="http://schemas.microsoft.com/office/drawing/2014/main" id="{445ECC2E-9710-4D68-A2D7-ED46E79470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4352" name="Line 1140">
              <a:extLst>
                <a:ext uri="{FF2B5EF4-FFF2-40B4-BE49-F238E27FC236}">
                  <a16:creationId xmlns:a16="http://schemas.microsoft.com/office/drawing/2014/main" id="{4C412EDA-DCCB-4A5D-8ADF-24C24A12B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4353" name="Line 1141">
              <a:extLst>
                <a:ext uri="{FF2B5EF4-FFF2-40B4-BE49-F238E27FC236}">
                  <a16:creationId xmlns:a16="http://schemas.microsoft.com/office/drawing/2014/main" id="{B80315C3-A8A8-49B9-9C92-6120827CD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1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pic>
        <p:nvPicPr>
          <p:cNvPr id="54345" name="Picture 1142" descr="underline_base">
            <a:extLst>
              <a:ext uri="{FF2B5EF4-FFF2-40B4-BE49-F238E27FC236}">
                <a16:creationId xmlns:a16="http://schemas.microsoft.com/office/drawing/2014/main" id="{CA924DCB-FA29-4D80-8EE7-822C340F6D1F}"/>
              </a:ext>
            </a:extLst>
          </p:cNvPr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03981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346" name="Slide Number Placeholder 3">
            <a:extLst>
              <a:ext uri="{FF2B5EF4-FFF2-40B4-BE49-F238E27FC236}">
                <a16:creationId xmlns:a16="http://schemas.microsoft.com/office/drawing/2014/main" id="{982FBBAC-EE00-4D73-8167-31785B8E8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0B01776C-1FFF-4215-A8B2-6AB2847A8C3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2">
            <a:extLst>
              <a:ext uri="{FF2B5EF4-FFF2-40B4-BE49-F238E27FC236}">
                <a16:creationId xmlns:a16="http://schemas.microsoft.com/office/drawing/2014/main" id="{0EBB01F8-294C-478E-A952-BC483152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61443" name="Rectangle 1026">
            <a:extLst>
              <a:ext uri="{FF2B5EF4-FFF2-40B4-BE49-F238E27FC236}">
                <a16:creationId xmlns:a16="http://schemas.microsoft.com/office/drawing/2014/main" id="{4D26733F-DBFE-4AA4-8D25-12471635C3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65138" y="274638"/>
            <a:ext cx="7772400" cy="719137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ＭＳ Ｐゴシック" panose="020B0600070205080204" pitchFamily="34" charset="-128"/>
              </a:rPr>
              <a:t>Circuit switching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61444" name="Rectangle 1027">
            <a:extLst>
              <a:ext uri="{FF2B5EF4-FFF2-40B4-BE49-F238E27FC236}">
                <a16:creationId xmlns:a16="http://schemas.microsoft.com/office/drawing/2014/main" id="{C61515CA-6F18-4A57-8C92-CBEE2020B67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5925" y="1236663"/>
            <a:ext cx="4465638" cy="4648200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Circuit switching</a:t>
            </a:r>
            <a:r>
              <a:rPr lang="en-US" altLang="zh-TW" dirty="0">
                <a:ea typeface="ＭＳ Ｐゴシック" panose="020B0600070205080204" pitchFamily="34" charset="-128"/>
              </a:rPr>
              <a:t>: end-end resources are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reserved</a:t>
            </a:r>
            <a:r>
              <a:rPr lang="en-US" altLang="zh-TW" dirty="0">
                <a:ea typeface="ＭＳ Ｐゴシック" panose="020B0600070205080204" pitchFamily="34" charset="-128"/>
              </a:rPr>
              <a:t> for </a:t>
            </a:r>
            <a:r>
              <a:rPr lang="en-US" altLang="ja-JP" dirty="0">
                <a:ea typeface="ＭＳ Ｐゴシック" panose="020B0600070205080204" pitchFamily="34" charset="-128"/>
              </a:rPr>
              <a:t>communication between source &amp; </a:t>
            </a:r>
            <a:r>
              <a:rPr lang="en-US" altLang="ja-JP" dirty="0" err="1">
                <a:ea typeface="ＭＳ Ｐゴシック" panose="020B0600070205080204" pitchFamily="34" charset="-128"/>
              </a:rPr>
              <a:t>dest</a:t>
            </a:r>
            <a:r>
              <a:rPr lang="en-US" altLang="ja-JP" dirty="0"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In diagram, each link has four circuits. </a:t>
            </a:r>
          </a:p>
          <a:p>
            <a:pPr lvl="1" eaLnBrk="1" hangingPunct="1">
              <a:buSzPct val="75000"/>
            </a:pPr>
            <a:r>
              <a:rPr lang="en-US" altLang="zh-TW" dirty="0">
                <a:ea typeface="ＭＳ Ｐゴシック" panose="020B0600070205080204" pitchFamily="34" charset="-128"/>
              </a:rPr>
              <a:t>call gets 2</a:t>
            </a:r>
            <a:r>
              <a:rPr lang="en-US" altLang="zh-TW" baseline="30000" dirty="0">
                <a:ea typeface="ＭＳ Ｐゴシック" panose="020B0600070205080204" pitchFamily="34" charset="-128"/>
              </a:rPr>
              <a:t>nd</a:t>
            </a:r>
            <a:r>
              <a:rPr lang="en-US" altLang="zh-TW" dirty="0">
                <a:ea typeface="ＭＳ Ｐゴシック" panose="020B0600070205080204" pitchFamily="34" charset="-128"/>
              </a:rPr>
              <a:t> circuit in top link and 1</a:t>
            </a:r>
            <a:r>
              <a:rPr lang="en-US" altLang="zh-TW" baseline="30000" dirty="0">
                <a:ea typeface="ＭＳ Ｐゴシック" panose="020B0600070205080204" pitchFamily="34" charset="-128"/>
              </a:rPr>
              <a:t>st</a:t>
            </a:r>
            <a:r>
              <a:rPr lang="en-US" altLang="zh-TW" dirty="0">
                <a:ea typeface="ＭＳ Ｐゴシック" panose="020B0600070205080204" pitchFamily="34" charset="-128"/>
              </a:rPr>
              <a:t> circuit in right link.</a:t>
            </a:r>
          </a:p>
          <a:p>
            <a:pPr eaLnBrk="1" hangingPunct="1">
              <a:buSzPct val="75000"/>
            </a:pP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circuit segment idle if not used by call </a:t>
            </a:r>
            <a:r>
              <a:rPr lang="en-US" altLang="zh-TW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(no sharing)</a:t>
            </a:r>
          </a:p>
          <a:p>
            <a:pPr eaLnBrk="1" hangingPunct="1"/>
            <a:r>
              <a:rPr lang="en-US" altLang="zh-TW" sz="2400" dirty="0">
                <a:ea typeface="ＭＳ Ｐゴシック" panose="020B0600070205080204" pitchFamily="34" charset="-128"/>
              </a:rPr>
              <a:t>Commonly used in traditional telephone networks</a:t>
            </a:r>
          </a:p>
        </p:txBody>
      </p:sp>
      <p:pic>
        <p:nvPicPr>
          <p:cNvPr id="61445" name="Picture 691" descr="underline_base">
            <a:extLst>
              <a:ext uri="{FF2B5EF4-FFF2-40B4-BE49-F238E27FC236}">
                <a16:creationId xmlns:a16="http://schemas.microsoft.com/office/drawing/2014/main" id="{86A2991F-14FA-45A9-A110-BD1E214F431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852488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6" name="Slide Number Placeholder 3">
            <a:extLst>
              <a:ext uri="{FF2B5EF4-FFF2-40B4-BE49-F238E27FC236}">
                <a16:creationId xmlns:a16="http://schemas.microsoft.com/office/drawing/2014/main" id="{536AA556-F9A2-479D-BB10-A3D78BE4A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D9229289-473D-46B8-9E39-3A3EFB1ACD34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61447" name="Group 360">
            <a:extLst>
              <a:ext uri="{FF2B5EF4-FFF2-40B4-BE49-F238E27FC236}">
                <a16:creationId xmlns:a16="http://schemas.microsoft.com/office/drawing/2014/main" id="{534C8E37-79BA-4DD4-9189-B0B1398D1F60}"/>
              </a:ext>
            </a:extLst>
          </p:cNvPr>
          <p:cNvGrpSpPr>
            <a:grpSpLocks/>
          </p:cNvGrpSpPr>
          <p:nvPr/>
        </p:nvGrpSpPr>
        <p:grpSpPr bwMode="auto">
          <a:xfrm>
            <a:off x="4749800" y="1371600"/>
            <a:ext cx="4394200" cy="3735388"/>
            <a:chOff x="1524000" y="1295400"/>
            <a:chExt cx="5715000" cy="5108575"/>
          </a:xfrm>
        </p:grpSpPr>
        <p:grpSp>
          <p:nvGrpSpPr>
            <p:cNvPr id="61448" name="Group 100">
              <a:extLst>
                <a:ext uri="{FF2B5EF4-FFF2-40B4-BE49-F238E27FC236}">
                  <a16:creationId xmlns:a16="http://schemas.microsoft.com/office/drawing/2014/main" id="{5EC14549-6669-4399-886C-B02DEA4B38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000" y="1295400"/>
              <a:ext cx="820738" cy="688975"/>
              <a:chOff x="-44" y="1473"/>
              <a:chExt cx="981" cy="1105"/>
            </a:xfrm>
          </p:grpSpPr>
          <p:pic>
            <p:nvPicPr>
              <p:cNvPr id="61526" name="Picture 101" descr="desktop_computer_stylized_medium">
                <a:extLst>
                  <a:ext uri="{FF2B5EF4-FFF2-40B4-BE49-F238E27FC236}">
                    <a16:creationId xmlns:a16="http://schemas.microsoft.com/office/drawing/2014/main" id="{E331EB48-2F6F-4CA6-90EF-45AA4756B5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527" name="Freeform 102">
                <a:extLst>
                  <a:ext uri="{FF2B5EF4-FFF2-40B4-BE49-F238E27FC236}">
                    <a16:creationId xmlns:a16="http://schemas.microsoft.com/office/drawing/2014/main" id="{46C7115C-9DC8-4813-89B5-740D092CA63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090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61449" name="Group 142">
              <a:extLst>
                <a:ext uri="{FF2B5EF4-FFF2-40B4-BE49-F238E27FC236}">
                  <a16:creationId xmlns:a16="http://schemas.microsoft.com/office/drawing/2014/main" id="{23DD4D7F-243C-45EB-A1AA-CD53741378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4600" y="2438400"/>
              <a:ext cx="990600" cy="533400"/>
              <a:chOff x="2356" y="1300"/>
              <a:chExt cx="555" cy="194"/>
            </a:xfrm>
          </p:grpSpPr>
          <p:sp>
            <p:nvSpPr>
              <p:cNvPr id="61518" name="Oval 407">
                <a:extLst>
                  <a:ext uri="{FF2B5EF4-FFF2-40B4-BE49-F238E27FC236}">
                    <a16:creationId xmlns:a16="http://schemas.microsoft.com/office/drawing/2014/main" id="{646F428D-4F0D-4B4C-B214-4A9C7FE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19" name="Rectangle 410">
                <a:extLst>
                  <a:ext uri="{FF2B5EF4-FFF2-40B4-BE49-F238E27FC236}">
                    <a16:creationId xmlns:a16="http://schemas.microsoft.com/office/drawing/2014/main" id="{A1DC36C2-B9CF-4B14-A6BE-EF45D8685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20" name="Oval 411">
                <a:extLst>
                  <a:ext uri="{FF2B5EF4-FFF2-40B4-BE49-F238E27FC236}">
                    <a16:creationId xmlns:a16="http://schemas.microsoft.com/office/drawing/2014/main" id="{AC05A9BD-B173-4D30-B3A2-45DF7404B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1521" name="Group 146">
                <a:extLst>
                  <a:ext uri="{FF2B5EF4-FFF2-40B4-BE49-F238E27FC236}">
                    <a16:creationId xmlns:a16="http://schemas.microsoft.com/office/drawing/2014/main" id="{634AA3C3-E4C5-406B-BB4D-9F4468EB1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61524" name="Freeform 147">
                  <a:extLst>
                    <a:ext uri="{FF2B5EF4-FFF2-40B4-BE49-F238E27FC236}">
                      <a16:creationId xmlns:a16="http://schemas.microsoft.com/office/drawing/2014/main" id="{123A99AF-9330-46A7-83F1-142F076E38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61525" name="Freeform 148">
                  <a:extLst>
                    <a:ext uri="{FF2B5EF4-FFF2-40B4-BE49-F238E27FC236}">
                      <a16:creationId xmlns:a16="http://schemas.microsoft.com/office/drawing/2014/main" id="{78B24A26-2EC4-4833-83FB-2455CE3DB0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61522" name="Line 149">
                <a:extLst>
                  <a:ext uri="{FF2B5EF4-FFF2-40B4-BE49-F238E27FC236}">
                    <a16:creationId xmlns:a16="http://schemas.microsoft.com/office/drawing/2014/main" id="{DA8AD753-CA43-4344-8127-BC41ED145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1523" name="Line 150">
                <a:extLst>
                  <a:ext uri="{FF2B5EF4-FFF2-40B4-BE49-F238E27FC236}">
                    <a16:creationId xmlns:a16="http://schemas.microsoft.com/office/drawing/2014/main" id="{214F25B8-F772-4D4B-BF47-A74FDE482D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61450" name="Group 100">
              <a:extLst>
                <a:ext uri="{FF2B5EF4-FFF2-40B4-BE49-F238E27FC236}">
                  <a16:creationId xmlns:a16="http://schemas.microsoft.com/office/drawing/2014/main" id="{D2F599C2-4A6A-4EB2-89D3-C1A40670F5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0800" y="5715000"/>
              <a:ext cx="820738" cy="688975"/>
              <a:chOff x="-44" y="1473"/>
              <a:chExt cx="981" cy="1105"/>
            </a:xfrm>
          </p:grpSpPr>
          <p:pic>
            <p:nvPicPr>
              <p:cNvPr id="61516" name="Picture 101" descr="desktop_computer_stylized_medium">
                <a:extLst>
                  <a:ext uri="{FF2B5EF4-FFF2-40B4-BE49-F238E27FC236}">
                    <a16:creationId xmlns:a16="http://schemas.microsoft.com/office/drawing/2014/main" id="{68DDC4AD-548E-4240-A2CE-D2FD492E01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517" name="Freeform 102">
                <a:extLst>
                  <a:ext uri="{FF2B5EF4-FFF2-40B4-BE49-F238E27FC236}">
                    <a16:creationId xmlns:a16="http://schemas.microsoft.com/office/drawing/2014/main" id="{F7307D5F-8478-4158-8EE6-403CFC09DB0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090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7AE651DC-A2F4-49F4-A8A3-699C2642D52F}"/>
                </a:ext>
              </a:extLst>
            </p:cNvPr>
            <p:cNvSpPr/>
            <p:nvPr/>
          </p:nvSpPr>
          <p:spPr>
            <a:xfrm>
              <a:off x="3506081" y="2591541"/>
              <a:ext cx="1750838" cy="759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B6532FBD-FBC1-4C49-89CA-099B3B293BD1}"/>
                </a:ext>
              </a:extLst>
            </p:cNvPr>
            <p:cNvSpPr/>
            <p:nvPr/>
          </p:nvSpPr>
          <p:spPr>
            <a:xfrm>
              <a:off x="3506081" y="2667529"/>
              <a:ext cx="1750838" cy="7598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694EDCB6-67DC-4DC7-8B82-6053AF834821}"/>
                </a:ext>
              </a:extLst>
            </p:cNvPr>
            <p:cNvSpPr/>
            <p:nvPr/>
          </p:nvSpPr>
          <p:spPr>
            <a:xfrm>
              <a:off x="3506081" y="2743518"/>
              <a:ext cx="1750838" cy="759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72D78DB4-5FD1-4E89-BBC3-0B43EE844F2A}"/>
                </a:ext>
              </a:extLst>
            </p:cNvPr>
            <p:cNvSpPr/>
            <p:nvPr/>
          </p:nvSpPr>
          <p:spPr>
            <a:xfrm>
              <a:off x="3506081" y="2819505"/>
              <a:ext cx="1750838" cy="759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grpSp>
          <p:nvGrpSpPr>
            <p:cNvPr id="61455" name="Group 142">
              <a:extLst>
                <a:ext uri="{FF2B5EF4-FFF2-40B4-BE49-F238E27FC236}">
                  <a16:creationId xmlns:a16="http://schemas.microsoft.com/office/drawing/2014/main" id="{CF61DCEE-0524-41CB-9EA4-5D891D24EA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7800" y="2438400"/>
              <a:ext cx="990600" cy="533400"/>
              <a:chOff x="2356" y="1300"/>
              <a:chExt cx="555" cy="194"/>
            </a:xfrm>
          </p:grpSpPr>
          <p:sp>
            <p:nvSpPr>
              <p:cNvPr id="61508" name="Oval 407">
                <a:extLst>
                  <a:ext uri="{FF2B5EF4-FFF2-40B4-BE49-F238E27FC236}">
                    <a16:creationId xmlns:a16="http://schemas.microsoft.com/office/drawing/2014/main" id="{BCE4A986-80E1-4989-A912-75E83D313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09" name="Rectangle 410">
                <a:extLst>
                  <a:ext uri="{FF2B5EF4-FFF2-40B4-BE49-F238E27FC236}">
                    <a16:creationId xmlns:a16="http://schemas.microsoft.com/office/drawing/2014/main" id="{360F56FD-E12A-4ACC-AB73-517A0AEDA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10" name="Oval 411">
                <a:extLst>
                  <a:ext uri="{FF2B5EF4-FFF2-40B4-BE49-F238E27FC236}">
                    <a16:creationId xmlns:a16="http://schemas.microsoft.com/office/drawing/2014/main" id="{C9D7E9D2-924F-46AD-924D-8CAE06FC4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1511" name="Group 146">
                <a:extLst>
                  <a:ext uri="{FF2B5EF4-FFF2-40B4-BE49-F238E27FC236}">
                    <a16:creationId xmlns:a16="http://schemas.microsoft.com/office/drawing/2014/main" id="{E6666B07-5FF9-48BF-BD07-2736276F4C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61514" name="Freeform 147">
                  <a:extLst>
                    <a:ext uri="{FF2B5EF4-FFF2-40B4-BE49-F238E27FC236}">
                      <a16:creationId xmlns:a16="http://schemas.microsoft.com/office/drawing/2014/main" id="{CC45BEB7-621F-40A8-8E1F-8BA81968B5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61515" name="Freeform 148">
                  <a:extLst>
                    <a:ext uri="{FF2B5EF4-FFF2-40B4-BE49-F238E27FC236}">
                      <a16:creationId xmlns:a16="http://schemas.microsoft.com/office/drawing/2014/main" id="{36E6CC57-3777-44D7-92B7-A3AFEFC6A7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61512" name="Line 149">
                <a:extLst>
                  <a:ext uri="{FF2B5EF4-FFF2-40B4-BE49-F238E27FC236}">
                    <a16:creationId xmlns:a16="http://schemas.microsoft.com/office/drawing/2014/main" id="{4E6C4A3B-3141-4E9B-ADB2-9B20460924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1513" name="Line 150">
                <a:extLst>
                  <a:ext uri="{FF2B5EF4-FFF2-40B4-BE49-F238E27FC236}">
                    <a16:creationId xmlns:a16="http://schemas.microsoft.com/office/drawing/2014/main" id="{B2F5D4ED-6F15-481B-AB90-B81FA6D389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61456" name="Group 142">
              <a:extLst>
                <a:ext uri="{FF2B5EF4-FFF2-40B4-BE49-F238E27FC236}">
                  <a16:creationId xmlns:a16="http://schemas.microsoft.com/office/drawing/2014/main" id="{00159B13-2AC3-4133-B4A2-1D6CB6CCDF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800" y="4724400"/>
              <a:ext cx="990600" cy="533400"/>
              <a:chOff x="2356" y="1300"/>
              <a:chExt cx="555" cy="194"/>
            </a:xfrm>
          </p:grpSpPr>
          <p:sp>
            <p:nvSpPr>
              <p:cNvPr id="61500" name="Oval 407">
                <a:extLst>
                  <a:ext uri="{FF2B5EF4-FFF2-40B4-BE49-F238E27FC236}">
                    <a16:creationId xmlns:a16="http://schemas.microsoft.com/office/drawing/2014/main" id="{970ADF24-F278-4462-8361-546D3509A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01" name="Rectangle 410">
                <a:extLst>
                  <a:ext uri="{FF2B5EF4-FFF2-40B4-BE49-F238E27FC236}">
                    <a16:creationId xmlns:a16="http://schemas.microsoft.com/office/drawing/2014/main" id="{636AAA5A-2BCF-47C1-84AD-E4F7DA81AA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02" name="Oval 411">
                <a:extLst>
                  <a:ext uri="{FF2B5EF4-FFF2-40B4-BE49-F238E27FC236}">
                    <a16:creationId xmlns:a16="http://schemas.microsoft.com/office/drawing/2014/main" id="{418EEF0D-32B1-4434-AB44-7937DEDAD0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1503" name="Group 146">
                <a:extLst>
                  <a:ext uri="{FF2B5EF4-FFF2-40B4-BE49-F238E27FC236}">
                    <a16:creationId xmlns:a16="http://schemas.microsoft.com/office/drawing/2014/main" id="{769E5DE2-0E82-4AFC-979D-A62F2155CE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61506" name="Freeform 147">
                  <a:extLst>
                    <a:ext uri="{FF2B5EF4-FFF2-40B4-BE49-F238E27FC236}">
                      <a16:creationId xmlns:a16="http://schemas.microsoft.com/office/drawing/2014/main" id="{42330BD9-425A-46E3-9A03-6EF0135CA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61507" name="Freeform 148">
                  <a:extLst>
                    <a:ext uri="{FF2B5EF4-FFF2-40B4-BE49-F238E27FC236}">
                      <a16:creationId xmlns:a16="http://schemas.microsoft.com/office/drawing/2014/main" id="{1F5E9F2A-090A-4170-B565-1FC921E046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61504" name="Line 149">
                <a:extLst>
                  <a:ext uri="{FF2B5EF4-FFF2-40B4-BE49-F238E27FC236}">
                    <a16:creationId xmlns:a16="http://schemas.microsoft.com/office/drawing/2014/main" id="{DA1A8959-CFE2-4D95-BB31-76E1DB44B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1505" name="Line 150">
                <a:extLst>
                  <a:ext uri="{FF2B5EF4-FFF2-40B4-BE49-F238E27FC236}">
                    <a16:creationId xmlns:a16="http://schemas.microsoft.com/office/drawing/2014/main" id="{1FBB53EC-8E64-42F2-B197-39C4FC76F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61457" name="Group 142">
              <a:extLst>
                <a:ext uri="{FF2B5EF4-FFF2-40B4-BE49-F238E27FC236}">
                  <a16:creationId xmlns:a16="http://schemas.microsoft.com/office/drawing/2014/main" id="{F1CD2F64-4752-463D-AE39-091263A823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0" y="4724400"/>
              <a:ext cx="990600" cy="533400"/>
              <a:chOff x="2356" y="1300"/>
              <a:chExt cx="555" cy="194"/>
            </a:xfrm>
          </p:grpSpPr>
          <p:sp>
            <p:nvSpPr>
              <p:cNvPr id="61492" name="Oval 407">
                <a:extLst>
                  <a:ext uri="{FF2B5EF4-FFF2-40B4-BE49-F238E27FC236}">
                    <a16:creationId xmlns:a16="http://schemas.microsoft.com/office/drawing/2014/main" id="{7271C910-C630-4F27-B44D-FF4E3CD88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493" name="Rectangle 410">
                <a:extLst>
                  <a:ext uri="{FF2B5EF4-FFF2-40B4-BE49-F238E27FC236}">
                    <a16:creationId xmlns:a16="http://schemas.microsoft.com/office/drawing/2014/main" id="{D4113E13-DA45-41AC-BE67-D59672E31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494" name="Oval 411">
                <a:extLst>
                  <a:ext uri="{FF2B5EF4-FFF2-40B4-BE49-F238E27FC236}">
                    <a16:creationId xmlns:a16="http://schemas.microsoft.com/office/drawing/2014/main" id="{DC00E4AF-F390-49C4-8682-920C681C0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1495" name="Group 146">
                <a:extLst>
                  <a:ext uri="{FF2B5EF4-FFF2-40B4-BE49-F238E27FC236}">
                    <a16:creationId xmlns:a16="http://schemas.microsoft.com/office/drawing/2014/main" id="{6CE402A9-3321-4736-A764-1536615E09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61498" name="Freeform 147">
                  <a:extLst>
                    <a:ext uri="{FF2B5EF4-FFF2-40B4-BE49-F238E27FC236}">
                      <a16:creationId xmlns:a16="http://schemas.microsoft.com/office/drawing/2014/main" id="{970D6569-E687-4CAB-BCD2-247AE76E2E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61499" name="Freeform 148">
                  <a:extLst>
                    <a:ext uri="{FF2B5EF4-FFF2-40B4-BE49-F238E27FC236}">
                      <a16:creationId xmlns:a16="http://schemas.microsoft.com/office/drawing/2014/main" id="{435E7A2B-743B-41A3-BF4E-209F789A2C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61496" name="Line 149">
                <a:extLst>
                  <a:ext uri="{FF2B5EF4-FFF2-40B4-BE49-F238E27FC236}">
                    <a16:creationId xmlns:a16="http://schemas.microsoft.com/office/drawing/2014/main" id="{A8EDB8B8-80E0-404E-8922-0903EF7E5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1497" name="Line 150">
                <a:extLst>
                  <a:ext uri="{FF2B5EF4-FFF2-40B4-BE49-F238E27FC236}">
                    <a16:creationId xmlns:a16="http://schemas.microsoft.com/office/drawing/2014/main" id="{6392B436-B58B-4C29-BFF0-15BEF763F6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61458" name="Group 75">
              <a:extLst>
                <a:ext uri="{FF2B5EF4-FFF2-40B4-BE49-F238E27FC236}">
                  <a16:creationId xmlns:a16="http://schemas.microsoft.com/office/drawing/2014/main" id="{87A3C731-9C26-4B68-B53C-F2FDF274BAE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171700" y="3695700"/>
              <a:ext cx="1752600" cy="304800"/>
              <a:chOff x="4876800" y="1143000"/>
              <a:chExt cx="1752600" cy="304800"/>
            </a:xfrm>
          </p:grpSpPr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7A1DF54F-A0D7-40EC-A6B8-30DCD0402F8A}"/>
                  </a:ext>
                </a:extLst>
              </p:cNvPr>
              <p:cNvSpPr/>
              <p:nvPr/>
            </p:nvSpPr>
            <p:spPr>
              <a:xfrm>
                <a:off x="4874310" y="1165600"/>
                <a:ext cx="1752069" cy="7639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zh-TW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78DC076A-073D-4FEB-A2C0-D234E7475CD2}"/>
                  </a:ext>
                </a:extLst>
              </p:cNvPr>
              <p:cNvSpPr/>
              <p:nvPr/>
            </p:nvSpPr>
            <p:spPr>
              <a:xfrm>
                <a:off x="4874310" y="1241992"/>
                <a:ext cx="1752069" cy="763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zh-TW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56AF39CF-37B9-4A3D-9001-BE1501202A68}"/>
                  </a:ext>
                </a:extLst>
              </p:cNvPr>
              <p:cNvSpPr/>
              <p:nvPr/>
            </p:nvSpPr>
            <p:spPr>
              <a:xfrm>
                <a:off x="4874310" y="1318385"/>
                <a:ext cx="1752069" cy="7639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zh-TW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23F67446-8267-40FA-93F9-C21A7B018B7E}"/>
                  </a:ext>
                </a:extLst>
              </p:cNvPr>
              <p:cNvSpPr/>
              <p:nvPr/>
            </p:nvSpPr>
            <p:spPr>
              <a:xfrm>
                <a:off x="4874310" y="1394778"/>
                <a:ext cx="1752069" cy="763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zh-TW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</p:grpSp>
        <p:grpSp>
          <p:nvGrpSpPr>
            <p:cNvPr id="61459" name="Group 80">
              <a:extLst>
                <a:ext uri="{FF2B5EF4-FFF2-40B4-BE49-F238E27FC236}">
                  <a16:creationId xmlns:a16="http://schemas.microsoft.com/office/drawing/2014/main" id="{8A86601C-867E-4DEC-8A88-AC0AF1FA24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1400" y="4876800"/>
              <a:ext cx="1752600" cy="304800"/>
              <a:chOff x="4876800" y="1143000"/>
              <a:chExt cx="1752600" cy="304800"/>
            </a:xfrm>
          </p:grpSpPr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B9028876-FC0C-4B80-B379-984EE7FED5E4}"/>
                  </a:ext>
                </a:extLst>
              </p:cNvPr>
              <p:cNvSpPr/>
              <p:nvPr/>
            </p:nvSpPr>
            <p:spPr>
              <a:xfrm>
                <a:off x="4875809" y="1143899"/>
                <a:ext cx="1752903" cy="7598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zh-TW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3FF864AB-1475-4D59-BA3A-766A48809483}"/>
                  </a:ext>
                </a:extLst>
              </p:cNvPr>
              <p:cNvSpPr/>
              <p:nvPr/>
            </p:nvSpPr>
            <p:spPr>
              <a:xfrm>
                <a:off x="4875809" y="1219887"/>
                <a:ext cx="1752903" cy="75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zh-TW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D2810CC9-A95E-44CB-A883-1EFC4428CE5D}"/>
                  </a:ext>
                </a:extLst>
              </p:cNvPr>
              <p:cNvSpPr/>
              <p:nvPr/>
            </p:nvSpPr>
            <p:spPr>
              <a:xfrm>
                <a:off x="4875809" y="1295875"/>
                <a:ext cx="1752903" cy="7598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zh-TW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EF0C3917-2846-43F7-AC9D-671F84A3D87E}"/>
                  </a:ext>
                </a:extLst>
              </p:cNvPr>
              <p:cNvSpPr/>
              <p:nvPr/>
            </p:nvSpPr>
            <p:spPr>
              <a:xfrm>
                <a:off x="4875809" y="1371863"/>
                <a:ext cx="1752903" cy="75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zh-TW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</p:grp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6CB753E7-5408-49D6-BFCA-3245F7DAA5EE}"/>
                </a:ext>
              </a:extLst>
            </p:cNvPr>
            <p:cNvSpPr/>
            <p:nvPr/>
          </p:nvSpPr>
          <p:spPr>
            <a:xfrm rot="5400000">
              <a:off x="5030222" y="3809320"/>
              <a:ext cx="1752070" cy="763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2DD9B9BE-3B31-4847-BAEE-82B33492B8B7}"/>
                </a:ext>
              </a:extLst>
            </p:cNvPr>
            <p:cNvSpPr/>
            <p:nvPr/>
          </p:nvSpPr>
          <p:spPr>
            <a:xfrm rot="5400000">
              <a:off x="4953830" y="3809320"/>
              <a:ext cx="1752070" cy="763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876167B4-B4BA-496C-A56B-9ACACA03E658}"/>
                </a:ext>
              </a:extLst>
            </p:cNvPr>
            <p:cNvSpPr/>
            <p:nvPr/>
          </p:nvSpPr>
          <p:spPr>
            <a:xfrm rot="5400000">
              <a:off x="4877436" y="3809320"/>
              <a:ext cx="1752070" cy="763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33691ACF-FB48-47E0-AB42-CD65ADF382F8}"/>
                </a:ext>
              </a:extLst>
            </p:cNvPr>
            <p:cNvSpPr/>
            <p:nvPr/>
          </p:nvSpPr>
          <p:spPr>
            <a:xfrm rot="5400000">
              <a:off x="4801044" y="3809320"/>
              <a:ext cx="1752070" cy="7639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E599BA75-017F-4189-B2B3-6347BE4A3AA9}"/>
                </a:ext>
              </a:extLst>
            </p:cNvPr>
            <p:cNvSpPr/>
            <p:nvPr/>
          </p:nvSpPr>
          <p:spPr>
            <a:xfrm rot="3198033">
              <a:off x="2060570" y="2095244"/>
              <a:ext cx="894489" cy="7639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CFEA8227-4EC5-43D5-B74E-1EE773FECF9A}"/>
                </a:ext>
              </a:extLst>
            </p:cNvPr>
            <p:cNvSpPr/>
            <p:nvPr/>
          </p:nvSpPr>
          <p:spPr>
            <a:xfrm rot="3198033">
              <a:off x="6023752" y="5524481"/>
              <a:ext cx="892319" cy="7639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6E5C210C-A2CA-4429-8AD6-3B1B63E0EEF5}"/>
                </a:ext>
              </a:extLst>
            </p:cNvPr>
            <p:cNvCxnSpPr>
              <a:endCxn id="61520" idx="0"/>
            </p:cNvCxnSpPr>
            <p:nvPr/>
          </p:nvCxnSpPr>
          <p:spPr>
            <a:xfrm rot="16200000" flipH="1">
              <a:off x="2607857" y="2038817"/>
              <a:ext cx="762052" cy="350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5C1725ED-2E31-4D7E-AB63-7D93C9BDABB1}"/>
                </a:ext>
              </a:extLst>
            </p:cNvPr>
            <p:cNvCxnSpPr/>
            <p:nvPr/>
          </p:nvCxnSpPr>
          <p:spPr>
            <a:xfrm rot="5400000">
              <a:off x="3124704" y="1905295"/>
              <a:ext cx="607905" cy="4562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A3F10574-1807-4E14-B828-413ACCE45D9E}"/>
                </a:ext>
              </a:extLst>
            </p:cNvPr>
            <p:cNvCxnSpPr/>
            <p:nvPr/>
          </p:nvCxnSpPr>
          <p:spPr>
            <a:xfrm>
              <a:off x="1905964" y="2667529"/>
              <a:ext cx="6090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FC62777B-EA80-4C0C-8ABA-4121AF63F32B}"/>
                </a:ext>
              </a:extLst>
            </p:cNvPr>
            <p:cNvCxnSpPr>
              <a:endCxn id="61504" idx="0"/>
            </p:cNvCxnSpPr>
            <p:nvPr/>
          </p:nvCxnSpPr>
          <p:spPr>
            <a:xfrm>
              <a:off x="1905964" y="4877698"/>
              <a:ext cx="687534" cy="151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6307B2D3-C82F-40EE-BF1E-266EB48E0AB2}"/>
                </a:ext>
              </a:extLst>
            </p:cNvPr>
            <p:cNvCxnSpPr>
              <a:endCxn id="61502" idx="1"/>
            </p:cNvCxnSpPr>
            <p:nvPr/>
          </p:nvCxnSpPr>
          <p:spPr>
            <a:xfrm>
              <a:off x="2133078" y="4343610"/>
              <a:ext cx="600818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72E1D9BC-D041-4E5A-A33E-401E2BE560B0}"/>
                </a:ext>
              </a:extLst>
            </p:cNvPr>
            <p:cNvCxnSpPr>
              <a:endCxn id="61500" idx="3"/>
            </p:cNvCxnSpPr>
            <p:nvPr/>
          </p:nvCxnSpPr>
          <p:spPr>
            <a:xfrm flipV="1">
              <a:off x="2056684" y="5214218"/>
              <a:ext cx="679276" cy="4255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C4CD6114-4BBC-4A06-BB08-87378631A542}"/>
                </a:ext>
              </a:extLst>
            </p:cNvPr>
            <p:cNvCxnSpPr/>
            <p:nvPr/>
          </p:nvCxnSpPr>
          <p:spPr>
            <a:xfrm rot="5400000" flipH="1" flipV="1">
              <a:off x="2476548" y="5525311"/>
              <a:ext cx="686064" cy="150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57EFA545-6F3F-4CC4-88CF-1AAADFD5A191}"/>
                </a:ext>
              </a:extLst>
            </p:cNvPr>
            <p:cNvCxnSpPr/>
            <p:nvPr/>
          </p:nvCxnSpPr>
          <p:spPr>
            <a:xfrm rot="10800000">
              <a:off x="6324353" y="5029674"/>
              <a:ext cx="9146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37820E0F-CDEE-4DFC-9606-EC634D9E3E33}"/>
                </a:ext>
              </a:extLst>
            </p:cNvPr>
            <p:cNvCxnSpPr>
              <a:endCxn id="61492" idx="4"/>
            </p:cNvCxnSpPr>
            <p:nvPr/>
          </p:nvCxnSpPr>
          <p:spPr>
            <a:xfrm rot="16200000" flipV="1">
              <a:off x="5541749" y="5542658"/>
              <a:ext cx="762052" cy="1920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78310B4-8D7D-4897-8511-4981A1B1B848}"/>
                </a:ext>
              </a:extLst>
            </p:cNvPr>
            <p:cNvCxnSpPr/>
            <p:nvPr/>
          </p:nvCxnSpPr>
          <p:spPr>
            <a:xfrm rot="5400000" flipH="1" flipV="1">
              <a:off x="5219459" y="5524278"/>
              <a:ext cx="686064" cy="1527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EFE2E557-E9C0-43AE-936A-FFA89B5EA1A0}"/>
                </a:ext>
              </a:extLst>
            </p:cNvPr>
            <p:cNvCxnSpPr/>
            <p:nvPr/>
          </p:nvCxnSpPr>
          <p:spPr>
            <a:xfrm rot="16200000" flipH="1">
              <a:off x="5351799" y="2038817"/>
              <a:ext cx="762052" cy="35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477" name="Group 100">
              <a:extLst>
                <a:ext uri="{FF2B5EF4-FFF2-40B4-BE49-F238E27FC236}">
                  <a16:creationId xmlns:a16="http://schemas.microsoft.com/office/drawing/2014/main" id="{1A016048-38BB-481E-A417-CD3927FA94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1295400"/>
              <a:ext cx="820738" cy="688975"/>
              <a:chOff x="-44" y="1473"/>
              <a:chExt cx="981" cy="1105"/>
            </a:xfrm>
          </p:grpSpPr>
          <p:pic>
            <p:nvPicPr>
              <p:cNvPr id="61482" name="Picture 101" descr="desktop_computer_stylized_medium">
                <a:extLst>
                  <a:ext uri="{FF2B5EF4-FFF2-40B4-BE49-F238E27FC236}">
                    <a16:creationId xmlns:a16="http://schemas.microsoft.com/office/drawing/2014/main" id="{2AFC02BB-A4C8-4AA5-9A0E-0381F883AD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483" name="Freeform 102">
                <a:extLst>
                  <a:ext uri="{FF2B5EF4-FFF2-40B4-BE49-F238E27FC236}">
                    <a16:creationId xmlns:a16="http://schemas.microsoft.com/office/drawing/2014/main" id="{2B2584A1-8388-4BC3-BEDD-1465ADA6900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090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ED24C75F-6D3C-486B-A329-721E78A7E3C1}"/>
                </a:ext>
              </a:extLst>
            </p:cNvPr>
            <p:cNvCxnSpPr/>
            <p:nvPr/>
          </p:nvCxnSpPr>
          <p:spPr>
            <a:xfrm rot="5400000">
              <a:off x="5944210" y="1828073"/>
              <a:ext cx="683893" cy="5347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336214EA-01F3-47EA-9B40-B9025F4F140C}"/>
                </a:ext>
              </a:extLst>
            </p:cNvPr>
            <p:cNvSpPr/>
            <p:nvPr/>
          </p:nvSpPr>
          <p:spPr>
            <a:xfrm rot="1015003">
              <a:off x="2715314" y="2550290"/>
              <a:ext cx="782508" cy="8033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00313CC5-FA23-4777-ACA1-E52CB9C428B2}"/>
                </a:ext>
              </a:extLst>
            </p:cNvPr>
            <p:cNvSpPr/>
            <p:nvPr/>
          </p:nvSpPr>
          <p:spPr>
            <a:xfrm rot="2465437" flipV="1">
              <a:off x="5595525" y="4955857"/>
              <a:ext cx="679276" cy="7815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05BF056E-CE1C-4DAC-82AC-7F7E191DB073}"/>
                </a:ext>
              </a:extLst>
            </p:cNvPr>
            <p:cNvSpPr/>
            <p:nvPr/>
          </p:nvSpPr>
          <p:spPr>
            <a:xfrm rot="2177866" flipV="1">
              <a:off x="5238338" y="2804308"/>
              <a:ext cx="497584" cy="955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8130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2">
            <a:extLst>
              <a:ext uri="{FF2B5EF4-FFF2-40B4-BE49-F238E27FC236}">
                <a16:creationId xmlns:a16="http://schemas.microsoft.com/office/drawing/2014/main" id="{1B7A00D4-27BC-4AF3-B55F-AACC12F1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63491" name="Picture 108" descr="underline_base">
            <a:extLst>
              <a:ext uri="{FF2B5EF4-FFF2-40B4-BE49-F238E27FC236}">
                <a16:creationId xmlns:a16="http://schemas.microsoft.com/office/drawing/2014/main" id="{D691AA89-E0D7-449E-947D-AEBAE54CC53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76041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2">
            <a:extLst>
              <a:ext uri="{FF2B5EF4-FFF2-40B4-BE49-F238E27FC236}">
                <a16:creationId xmlns:a16="http://schemas.microsoft.com/office/drawing/2014/main" id="{EBC18A06-D55B-498B-8C70-88C2734F3A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4638" y="71438"/>
            <a:ext cx="8462962" cy="947737"/>
          </a:xfrm>
        </p:spPr>
        <p:txBody>
          <a:bodyPr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Circuit switching: FDM </a:t>
            </a:r>
            <a:r>
              <a:rPr lang="en-US" altLang="zh-TW" sz="3600">
                <a:ea typeface="ＭＳ Ｐゴシック" panose="020B0600070205080204" pitchFamily="34" charset="-128"/>
              </a:rPr>
              <a:t>versus</a:t>
            </a:r>
            <a:r>
              <a:rPr lang="en-US" altLang="zh-TW" sz="4000">
                <a:ea typeface="ＭＳ Ｐゴシック" panose="020B0600070205080204" pitchFamily="34" charset="-128"/>
              </a:rPr>
              <a:t> TDM</a:t>
            </a:r>
            <a:endParaRPr lang="fr-FR" altLang="zh-TW" sz="4000">
              <a:ea typeface="ＭＳ Ｐゴシック" panose="020B0600070205080204" pitchFamily="34" charset="-128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687898BC-7600-411B-BF4C-749DCAF16469}"/>
              </a:ext>
            </a:extLst>
          </p:cNvPr>
          <p:cNvGrpSpPr>
            <a:grpSpLocks/>
          </p:cNvGrpSpPr>
          <p:nvPr/>
        </p:nvGrpSpPr>
        <p:grpSpPr bwMode="auto">
          <a:xfrm>
            <a:off x="393700" y="1585913"/>
            <a:ext cx="7239000" cy="2438400"/>
            <a:chOff x="288" y="1007"/>
            <a:chExt cx="4560" cy="1536"/>
          </a:xfrm>
        </p:grpSpPr>
        <p:sp>
          <p:nvSpPr>
            <p:cNvPr id="63588" name="Text Box 4">
              <a:extLst>
                <a:ext uri="{FF2B5EF4-FFF2-40B4-BE49-F238E27FC236}">
                  <a16:creationId xmlns:a16="http://schemas.microsoft.com/office/drawing/2014/main" id="{B4899804-1706-4F0B-8460-4DCE84005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007"/>
              <a:ext cx="5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FDM</a:t>
              </a:r>
              <a:endParaRPr lang="fr-FR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63589" name="Group 5">
              <a:extLst>
                <a:ext uri="{FF2B5EF4-FFF2-40B4-BE49-F238E27FC236}">
                  <a16:creationId xmlns:a16="http://schemas.microsoft.com/office/drawing/2014/main" id="{19DC3225-49FD-4B6C-BDB8-8E9073CBC1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1392"/>
              <a:ext cx="4128" cy="1151"/>
              <a:chOff x="720" y="1392"/>
              <a:chExt cx="4128" cy="1151"/>
            </a:xfrm>
          </p:grpSpPr>
          <p:sp>
            <p:nvSpPr>
              <p:cNvPr id="63590" name="Line 6">
                <a:extLst>
                  <a:ext uri="{FF2B5EF4-FFF2-40B4-BE49-F238E27FC236}">
                    <a16:creationId xmlns:a16="http://schemas.microsoft.com/office/drawing/2014/main" id="{072F028E-6DC3-4F25-9266-265CA9EBE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8" y="1392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3591" name="Text Box 7">
                <a:extLst>
                  <a:ext uri="{FF2B5EF4-FFF2-40B4-BE49-F238E27FC236}">
                    <a16:creationId xmlns:a16="http://schemas.microsoft.com/office/drawing/2014/main" id="{E8F4D4DB-34AC-4152-8949-71A7A911AB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1680"/>
                <a:ext cx="9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>
                    <a:latin typeface="Arial" panose="020B0604020202020204" pitchFamily="34" charset="0"/>
                  </a:rPr>
                  <a:t>frequency</a:t>
                </a:r>
                <a:endParaRPr lang="fr-FR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3592" name="Line 8">
                <a:extLst>
                  <a:ext uri="{FF2B5EF4-FFF2-40B4-BE49-F238E27FC236}">
                    <a16:creationId xmlns:a16="http://schemas.microsoft.com/office/drawing/2014/main" id="{D915ADA6-A904-4170-A2AC-50D3BA815D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208"/>
                <a:ext cx="3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3593" name="Text Box 9">
                <a:extLst>
                  <a:ext uri="{FF2B5EF4-FFF2-40B4-BE49-F238E27FC236}">
                    <a16:creationId xmlns:a16="http://schemas.microsoft.com/office/drawing/2014/main" id="{500A7D01-69C8-47AE-ADC2-92AF289565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" y="2255"/>
                <a:ext cx="4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>
                    <a:latin typeface="Arial" panose="020B0604020202020204" pitchFamily="34" charset="0"/>
                  </a:rPr>
                  <a:t>time</a:t>
                </a:r>
                <a:endParaRPr lang="fr-FR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3594" name="Rectangle 10">
                <a:extLst>
                  <a:ext uri="{FF2B5EF4-FFF2-40B4-BE49-F238E27FC236}">
                    <a16:creationId xmlns:a16="http://schemas.microsoft.com/office/drawing/2014/main" id="{4EE78457-9613-4336-8C0D-C682F3A13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584"/>
                <a:ext cx="2880" cy="57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5307" name="Rectangle 11">
            <a:extLst>
              <a:ext uri="{FF2B5EF4-FFF2-40B4-BE49-F238E27FC236}">
                <a16:creationId xmlns:a16="http://schemas.microsoft.com/office/drawing/2014/main" id="{CB5D231E-9867-4695-B32F-87C9ADC5C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514600"/>
            <a:ext cx="4572000" cy="2286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55308" name="Rectangle 12">
            <a:extLst>
              <a:ext uri="{FF2B5EF4-FFF2-40B4-BE49-F238E27FC236}">
                <a16:creationId xmlns:a16="http://schemas.microsoft.com/office/drawing/2014/main" id="{30CF01A2-D06E-44DB-964A-7681F9FE4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743200"/>
            <a:ext cx="4572000" cy="2286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55309" name="Rectangle 13">
            <a:extLst>
              <a:ext uri="{FF2B5EF4-FFF2-40B4-BE49-F238E27FC236}">
                <a16:creationId xmlns:a16="http://schemas.microsoft.com/office/drawing/2014/main" id="{FE0F27E7-04A8-40EC-9A30-BE74E408E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971800"/>
            <a:ext cx="4572000" cy="2286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55310" name="Rectangle 14">
            <a:extLst>
              <a:ext uri="{FF2B5EF4-FFF2-40B4-BE49-F238E27FC236}">
                <a16:creationId xmlns:a16="http://schemas.microsoft.com/office/drawing/2014/main" id="{32DC761D-85E6-4898-8D04-7D12CCE7A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200400"/>
            <a:ext cx="4572000" cy="22860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867065E6-6FC7-46C1-AF2E-B7A7A11E188C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748088"/>
            <a:ext cx="7239000" cy="2516187"/>
            <a:chOff x="288" y="2543"/>
            <a:chExt cx="4560" cy="1585"/>
          </a:xfrm>
        </p:grpSpPr>
        <p:sp>
          <p:nvSpPr>
            <p:cNvPr id="63582" name="Text Box 16">
              <a:extLst>
                <a:ext uri="{FF2B5EF4-FFF2-40B4-BE49-F238E27FC236}">
                  <a16:creationId xmlns:a16="http://schemas.microsoft.com/office/drawing/2014/main" id="{62ECA925-F88B-4071-9094-D40D126D7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543"/>
              <a:ext cx="5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TDM</a:t>
              </a:r>
              <a:endParaRPr lang="fr-FR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63583" name="Line 17">
              <a:extLst>
                <a:ext uri="{FF2B5EF4-FFF2-40B4-BE49-F238E27FC236}">
                  <a16:creationId xmlns:a16="http://schemas.microsoft.com/office/drawing/2014/main" id="{3D0E849D-3022-4BDA-86EC-7D14D13E5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977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84" name="Text Box 18">
              <a:extLst>
                <a:ext uri="{FF2B5EF4-FFF2-40B4-BE49-F238E27FC236}">
                  <a16:creationId xmlns:a16="http://schemas.microsoft.com/office/drawing/2014/main" id="{0BD92471-94C3-429C-86D6-5674328F4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265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frequency</a:t>
              </a:r>
              <a:endParaRPr lang="fr-FR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63585" name="Line 19">
              <a:extLst>
                <a:ext uri="{FF2B5EF4-FFF2-40B4-BE49-F238E27FC236}">
                  <a16:creationId xmlns:a16="http://schemas.microsoft.com/office/drawing/2014/main" id="{3AB879F2-FC27-45EF-BAED-C6B603369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793"/>
              <a:ext cx="3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86" name="Text Box 20">
              <a:extLst>
                <a:ext uri="{FF2B5EF4-FFF2-40B4-BE49-F238E27FC236}">
                  <a16:creationId xmlns:a16="http://schemas.microsoft.com/office/drawing/2014/main" id="{9670E6DE-7029-44F7-BA4E-C80A07B3B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" y="3840"/>
              <a:ext cx="4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time</a:t>
              </a:r>
              <a:endParaRPr lang="fr-FR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63587" name="Rectangle 21">
              <a:extLst>
                <a:ext uri="{FF2B5EF4-FFF2-40B4-BE49-F238E27FC236}">
                  <a16:creationId xmlns:a16="http://schemas.microsoft.com/office/drawing/2014/main" id="{29401531-E522-4D1D-9007-5DA52E7CB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22">
            <a:extLst>
              <a:ext uri="{FF2B5EF4-FFF2-40B4-BE49-F238E27FC236}">
                <a16:creationId xmlns:a16="http://schemas.microsoft.com/office/drawing/2014/main" id="{AFB4F69A-F6D1-4022-849B-05BDE91EAC15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740275"/>
            <a:ext cx="3886200" cy="914400"/>
            <a:chOff x="1776" y="3168"/>
            <a:chExt cx="2448" cy="576"/>
          </a:xfrm>
        </p:grpSpPr>
        <p:sp>
          <p:nvSpPr>
            <p:cNvPr id="63577" name="Rectangle 23">
              <a:extLst>
                <a:ext uri="{FF2B5EF4-FFF2-40B4-BE49-F238E27FC236}">
                  <a16:creationId xmlns:a16="http://schemas.microsoft.com/office/drawing/2014/main" id="{AB3A5567-9892-4FC3-8800-E45C020D0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78" name="Rectangle 24">
              <a:extLst>
                <a:ext uri="{FF2B5EF4-FFF2-40B4-BE49-F238E27FC236}">
                  <a16:creationId xmlns:a16="http://schemas.microsoft.com/office/drawing/2014/main" id="{798194D1-650A-42F1-844A-3110A7413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79" name="Rectangle 25">
              <a:extLst>
                <a:ext uri="{FF2B5EF4-FFF2-40B4-BE49-F238E27FC236}">
                  <a16:creationId xmlns:a16="http://schemas.microsoft.com/office/drawing/2014/main" id="{67AB8D15-CC42-4929-B498-D47A60881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80" name="Rectangle 26">
              <a:extLst>
                <a:ext uri="{FF2B5EF4-FFF2-40B4-BE49-F238E27FC236}">
                  <a16:creationId xmlns:a16="http://schemas.microsoft.com/office/drawing/2014/main" id="{C7DD5B4A-CC9F-49C6-A0E2-DD9DC890A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81" name="Rectangle 27">
              <a:extLst>
                <a:ext uri="{FF2B5EF4-FFF2-40B4-BE49-F238E27FC236}">
                  <a16:creationId xmlns:a16="http://schemas.microsoft.com/office/drawing/2014/main" id="{E6C4654E-D565-449E-8A27-33554C39D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8">
            <a:extLst>
              <a:ext uri="{FF2B5EF4-FFF2-40B4-BE49-F238E27FC236}">
                <a16:creationId xmlns:a16="http://schemas.microsoft.com/office/drawing/2014/main" id="{17A5FF43-6BA3-4F64-8853-0F22158F8F77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4740275"/>
            <a:ext cx="3886200" cy="914400"/>
            <a:chOff x="1920" y="3168"/>
            <a:chExt cx="2448" cy="576"/>
          </a:xfrm>
        </p:grpSpPr>
        <p:sp>
          <p:nvSpPr>
            <p:cNvPr id="63572" name="Rectangle 29">
              <a:extLst>
                <a:ext uri="{FF2B5EF4-FFF2-40B4-BE49-F238E27FC236}">
                  <a16:creationId xmlns:a16="http://schemas.microsoft.com/office/drawing/2014/main" id="{4234858C-E217-45EC-B348-81496C129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73" name="Rectangle 30">
              <a:extLst>
                <a:ext uri="{FF2B5EF4-FFF2-40B4-BE49-F238E27FC236}">
                  <a16:creationId xmlns:a16="http://schemas.microsoft.com/office/drawing/2014/main" id="{F2884BDB-BF44-4A2D-B6F7-784D60CE1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74" name="Rectangle 31">
              <a:extLst>
                <a:ext uri="{FF2B5EF4-FFF2-40B4-BE49-F238E27FC236}">
                  <a16:creationId xmlns:a16="http://schemas.microsoft.com/office/drawing/2014/main" id="{BF676286-ABBC-450A-92DB-409513357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75" name="Rectangle 32">
              <a:extLst>
                <a:ext uri="{FF2B5EF4-FFF2-40B4-BE49-F238E27FC236}">
                  <a16:creationId xmlns:a16="http://schemas.microsoft.com/office/drawing/2014/main" id="{D20AE171-B814-4B5F-98ED-15EC03729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76" name="Rectangle 33">
              <a:extLst>
                <a:ext uri="{FF2B5EF4-FFF2-40B4-BE49-F238E27FC236}">
                  <a16:creationId xmlns:a16="http://schemas.microsoft.com/office/drawing/2014/main" id="{2650B819-55DF-4EED-B13D-8BB3A884D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34">
            <a:extLst>
              <a:ext uri="{FF2B5EF4-FFF2-40B4-BE49-F238E27FC236}">
                <a16:creationId xmlns:a16="http://schemas.microsoft.com/office/drawing/2014/main" id="{305D6D43-DA73-49BE-8748-A39066E668C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740275"/>
            <a:ext cx="3886200" cy="914400"/>
            <a:chOff x="2064" y="3168"/>
            <a:chExt cx="2448" cy="576"/>
          </a:xfrm>
        </p:grpSpPr>
        <p:sp>
          <p:nvSpPr>
            <p:cNvPr id="63567" name="Rectangle 35">
              <a:extLst>
                <a:ext uri="{FF2B5EF4-FFF2-40B4-BE49-F238E27FC236}">
                  <a16:creationId xmlns:a16="http://schemas.microsoft.com/office/drawing/2014/main" id="{D25735B9-B184-47DD-9912-0B4135887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68" name="Rectangle 36">
              <a:extLst>
                <a:ext uri="{FF2B5EF4-FFF2-40B4-BE49-F238E27FC236}">
                  <a16:creationId xmlns:a16="http://schemas.microsoft.com/office/drawing/2014/main" id="{C6A169CA-4C5D-4AE3-983C-2E5362745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69" name="Rectangle 37">
              <a:extLst>
                <a:ext uri="{FF2B5EF4-FFF2-40B4-BE49-F238E27FC236}">
                  <a16:creationId xmlns:a16="http://schemas.microsoft.com/office/drawing/2014/main" id="{BC0FA6E1-464C-481D-9DBA-744FABDBC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70" name="Rectangle 38">
              <a:extLst>
                <a:ext uri="{FF2B5EF4-FFF2-40B4-BE49-F238E27FC236}">
                  <a16:creationId xmlns:a16="http://schemas.microsoft.com/office/drawing/2014/main" id="{110ECD1C-A151-4854-9EB3-E6C7CE2CD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71" name="Rectangle 39">
              <a:extLst>
                <a:ext uri="{FF2B5EF4-FFF2-40B4-BE49-F238E27FC236}">
                  <a16:creationId xmlns:a16="http://schemas.microsoft.com/office/drawing/2014/main" id="{66C90822-1410-4A67-B038-2A96D79FC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40">
            <a:extLst>
              <a:ext uri="{FF2B5EF4-FFF2-40B4-BE49-F238E27FC236}">
                <a16:creationId xmlns:a16="http://schemas.microsoft.com/office/drawing/2014/main" id="{0A8D0381-B04F-440E-93A3-F33106B0D470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740275"/>
            <a:ext cx="3886200" cy="914400"/>
            <a:chOff x="2208" y="3168"/>
            <a:chExt cx="2448" cy="576"/>
          </a:xfrm>
        </p:grpSpPr>
        <p:sp>
          <p:nvSpPr>
            <p:cNvPr id="63562" name="Rectangle 41">
              <a:extLst>
                <a:ext uri="{FF2B5EF4-FFF2-40B4-BE49-F238E27FC236}">
                  <a16:creationId xmlns:a16="http://schemas.microsoft.com/office/drawing/2014/main" id="{976C7E9A-52FC-4EF2-9DCF-F5FE1A50F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63" name="Rectangle 42">
              <a:extLst>
                <a:ext uri="{FF2B5EF4-FFF2-40B4-BE49-F238E27FC236}">
                  <a16:creationId xmlns:a16="http://schemas.microsoft.com/office/drawing/2014/main" id="{48CFDC71-DBAD-463B-BD61-3941E5383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64" name="Rectangle 43">
              <a:extLst>
                <a:ext uri="{FF2B5EF4-FFF2-40B4-BE49-F238E27FC236}">
                  <a16:creationId xmlns:a16="http://schemas.microsoft.com/office/drawing/2014/main" id="{DAE455A3-1AE7-45FC-8EB7-2BC196F61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65" name="Rectangle 44">
              <a:extLst>
                <a:ext uri="{FF2B5EF4-FFF2-40B4-BE49-F238E27FC236}">
                  <a16:creationId xmlns:a16="http://schemas.microsoft.com/office/drawing/2014/main" id="{CAC3FCB5-3CD4-41A8-BC9D-212380E8D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3566" name="Rectangle 45">
              <a:extLst>
                <a:ext uri="{FF2B5EF4-FFF2-40B4-BE49-F238E27FC236}">
                  <a16:creationId xmlns:a16="http://schemas.microsoft.com/office/drawing/2014/main" id="{A65CEF4C-10B7-4CCA-AB5F-EF7F77701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46">
            <a:extLst>
              <a:ext uri="{FF2B5EF4-FFF2-40B4-BE49-F238E27FC236}">
                <a16:creationId xmlns:a16="http://schemas.microsoft.com/office/drawing/2014/main" id="{E2628C67-765D-4D9E-A0EB-B95F1897A958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743200"/>
            <a:ext cx="4572000" cy="457200"/>
            <a:chOff x="1776" y="1728"/>
            <a:chExt cx="2880" cy="288"/>
          </a:xfrm>
        </p:grpSpPr>
        <p:sp>
          <p:nvSpPr>
            <p:cNvPr id="63559" name="Line 47">
              <a:extLst>
                <a:ext uri="{FF2B5EF4-FFF2-40B4-BE49-F238E27FC236}">
                  <a16:creationId xmlns:a16="http://schemas.microsoft.com/office/drawing/2014/main" id="{B87F688F-759F-48A1-AF1F-8D8C5A73E5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72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60" name="Line 48">
              <a:extLst>
                <a:ext uri="{FF2B5EF4-FFF2-40B4-BE49-F238E27FC236}">
                  <a16:creationId xmlns:a16="http://schemas.microsoft.com/office/drawing/2014/main" id="{8DA392A3-6243-4541-875C-D12E5C2C62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87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61" name="Line 49">
              <a:extLst>
                <a:ext uri="{FF2B5EF4-FFF2-40B4-BE49-F238E27FC236}">
                  <a16:creationId xmlns:a16="http://schemas.microsoft.com/office/drawing/2014/main" id="{3C84072F-B7B8-4D2C-93E4-7C0C10810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201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10" name="Group 50">
            <a:extLst>
              <a:ext uri="{FF2B5EF4-FFF2-40B4-BE49-F238E27FC236}">
                <a16:creationId xmlns:a16="http://schemas.microsoft.com/office/drawing/2014/main" id="{480770E8-D1B1-4F13-90D3-5AFDB9AA165B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4740275"/>
            <a:ext cx="4114800" cy="914400"/>
            <a:chOff x="1920" y="3168"/>
            <a:chExt cx="2592" cy="576"/>
          </a:xfrm>
        </p:grpSpPr>
        <p:sp>
          <p:nvSpPr>
            <p:cNvPr id="63540" name="Line 51">
              <a:extLst>
                <a:ext uri="{FF2B5EF4-FFF2-40B4-BE49-F238E27FC236}">
                  <a16:creationId xmlns:a16="http://schemas.microsoft.com/office/drawing/2014/main" id="{614FF008-0301-4C62-9B34-9EAA90B0B1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41" name="Line 52">
              <a:extLst>
                <a:ext uri="{FF2B5EF4-FFF2-40B4-BE49-F238E27FC236}">
                  <a16:creationId xmlns:a16="http://schemas.microsoft.com/office/drawing/2014/main" id="{2C413072-E2F2-403F-8726-5F2C6D0D3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42" name="Line 53">
              <a:extLst>
                <a:ext uri="{FF2B5EF4-FFF2-40B4-BE49-F238E27FC236}">
                  <a16:creationId xmlns:a16="http://schemas.microsoft.com/office/drawing/2014/main" id="{9BBFD947-1B7B-4B5D-83DD-1DDA70C3D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43" name="Line 54">
              <a:extLst>
                <a:ext uri="{FF2B5EF4-FFF2-40B4-BE49-F238E27FC236}">
                  <a16:creationId xmlns:a16="http://schemas.microsoft.com/office/drawing/2014/main" id="{20D13497-27F4-4EFF-BE01-EBC201530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44" name="Line 55">
              <a:extLst>
                <a:ext uri="{FF2B5EF4-FFF2-40B4-BE49-F238E27FC236}">
                  <a16:creationId xmlns:a16="http://schemas.microsoft.com/office/drawing/2014/main" id="{F60275DA-14A4-4F72-A65B-FFFAA0402D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45" name="Line 56">
              <a:extLst>
                <a:ext uri="{FF2B5EF4-FFF2-40B4-BE49-F238E27FC236}">
                  <a16:creationId xmlns:a16="http://schemas.microsoft.com/office/drawing/2014/main" id="{99774AB3-7A5E-4EA2-AD6D-F5F2A0333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46" name="Line 57">
              <a:extLst>
                <a:ext uri="{FF2B5EF4-FFF2-40B4-BE49-F238E27FC236}">
                  <a16:creationId xmlns:a16="http://schemas.microsoft.com/office/drawing/2014/main" id="{B3AD080F-674A-425A-BB7A-6842D1D27E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47" name="Line 58">
              <a:extLst>
                <a:ext uri="{FF2B5EF4-FFF2-40B4-BE49-F238E27FC236}">
                  <a16:creationId xmlns:a16="http://schemas.microsoft.com/office/drawing/2014/main" id="{7194EB1A-AF03-4DCF-AC76-9ECBF5164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48" name="Line 59">
              <a:extLst>
                <a:ext uri="{FF2B5EF4-FFF2-40B4-BE49-F238E27FC236}">
                  <a16:creationId xmlns:a16="http://schemas.microsoft.com/office/drawing/2014/main" id="{A99E33E7-F7F4-46E3-895D-E080F0FA4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49" name="Line 60">
              <a:extLst>
                <a:ext uri="{FF2B5EF4-FFF2-40B4-BE49-F238E27FC236}">
                  <a16:creationId xmlns:a16="http://schemas.microsoft.com/office/drawing/2014/main" id="{C30FD3D8-E780-4231-BD3C-2D5903B9D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50" name="Line 61">
              <a:extLst>
                <a:ext uri="{FF2B5EF4-FFF2-40B4-BE49-F238E27FC236}">
                  <a16:creationId xmlns:a16="http://schemas.microsoft.com/office/drawing/2014/main" id="{2A678732-C26C-4060-A72C-1D7153FA7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51" name="Line 62">
              <a:extLst>
                <a:ext uri="{FF2B5EF4-FFF2-40B4-BE49-F238E27FC236}">
                  <a16:creationId xmlns:a16="http://schemas.microsoft.com/office/drawing/2014/main" id="{1283D1CE-C848-4361-8824-485E8B424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52" name="Line 63">
              <a:extLst>
                <a:ext uri="{FF2B5EF4-FFF2-40B4-BE49-F238E27FC236}">
                  <a16:creationId xmlns:a16="http://schemas.microsoft.com/office/drawing/2014/main" id="{04CF3056-DA99-4F25-8CA3-AAA782E6F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53" name="Line 64">
              <a:extLst>
                <a:ext uri="{FF2B5EF4-FFF2-40B4-BE49-F238E27FC236}">
                  <a16:creationId xmlns:a16="http://schemas.microsoft.com/office/drawing/2014/main" id="{9FF8F251-F847-41A8-BEA4-E2874EFD5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54" name="Line 65">
              <a:extLst>
                <a:ext uri="{FF2B5EF4-FFF2-40B4-BE49-F238E27FC236}">
                  <a16:creationId xmlns:a16="http://schemas.microsoft.com/office/drawing/2014/main" id="{86E444EE-E674-4C9B-89BD-B41AD3CD7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55" name="Line 66">
              <a:extLst>
                <a:ext uri="{FF2B5EF4-FFF2-40B4-BE49-F238E27FC236}">
                  <a16:creationId xmlns:a16="http://schemas.microsoft.com/office/drawing/2014/main" id="{8B808FB3-AC9E-4B3F-830E-01B66D41D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56" name="Line 67">
              <a:extLst>
                <a:ext uri="{FF2B5EF4-FFF2-40B4-BE49-F238E27FC236}">
                  <a16:creationId xmlns:a16="http://schemas.microsoft.com/office/drawing/2014/main" id="{3F23642D-5688-461B-BE74-0B80AD15D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57" name="Line 68">
              <a:extLst>
                <a:ext uri="{FF2B5EF4-FFF2-40B4-BE49-F238E27FC236}">
                  <a16:creationId xmlns:a16="http://schemas.microsoft.com/office/drawing/2014/main" id="{00B10717-52A3-4D80-A14C-3C8766D72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58" name="Line 69">
              <a:extLst>
                <a:ext uri="{FF2B5EF4-FFF2-40B4-BE49-F238E27FC236}">
                  <a16:creationId xmlns:a16="http://schemas.microsoft.com/office/drawing/2014/main" id="{A686A477-54D4-4C8C-991A-91AA5D087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11" name="Group 70">
            <a:extLst>
              <a:ext uri="{FF2B5EF4-FFF2-40B4-BE49-F238E27FC236}">
                <a16:creationId xmlns:a16="http://schemas.microsoft.com/office/drawing/2014/main" id="{0F457CA3-5B50-45D9-81B1-30357F7355E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628900"/>
            <a:ext cx="4572000" cy="685800"/>
            <a:chOff x="1776" y="1656"/>
            <a:chExt cx="2880" cy="432"/>
          </a:xfrm>
        </p:grpSpPr>
        <p:sp>
          <p:nvSpPr>
            <p:cNvPr id="63536" name="Line 71">
              <a:extLst>
                <a:ext uri="{FF2B5EF4-FFF2-40B4-BE49-F238E27FC236}">
                  <a16:creationId xmlns:a16="http://schemas.microsoft.com/office/drawing/2014/main" id="{AF77D5FE-3368-4909-91CD-FF9130A38C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65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37" name="Line 72">
              <a:extLst>
                <a:ext uri="{FF2B5EF4-FFF2-40B4-BE49-F238E27FC236}">
                  <a16:creationId xmlns:a16="http://schemas.microsoft.com/office/drawing/2014/main" id="{32D30257-3E9C-4482-B7A5-15796AD1F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800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38" name="Line 73">
              <a:extLst>
                <a:ext uri="{FF2B5EF4-FFF2-40B4-BE49-F238E27FC236}">
                  <a16:creationId xmlns:a16="http://schemas.microsoft.com/office/drawing/2014/main" id="{58C7DC6E-0F81-418A-9E80-76EE54DF1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44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39" name="Line 74">
              <a:extLst>
                <a:ext uri="{FF2B5EF4-FFF2-40B4-BE49-F238E27FC236}">
                  <a16:creationId xmlns:a16="http://schemas.microsoft.com/office/drawing/2014/main" id="{1FC410BD-80D1-40F9-AB70-3B09EF1D1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08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12" name="Group 75">
            <a:extLst>
              <a:ext uri="{FF2B5EF4-FFF2-40B4-BE49-F238E27FC236}">
                <a16:creationId xmlns:a16="http://schemas.microsoft.com/office/drawing/2014/main" id="{D23B2965-0847-48E8-B3F4-C382419A8B1B}"/>
              </a:ext>
            </a:extLst>
          </p:cNvPr>
          <p:cNvGrpSpPr>
            <a:grpSpLocks/>
          </p:cNvGrpSpPr>
          <p:nvPr/>
        </p:nvGrpSpPr>
        <p:grpSpPr bwMode="auto">
          <a:xfrm>
            <a:off x="2857500" y="4740275"/>
            <a:ext cx="4343400" cy="914400"/>
            <a:chOff x="1848" y="3168"/>
            <a:chExt cx="2736" cy="576"/>
          </a:xfrm>
        </p:grpSpPr>
        <p:sp>
          <p:nvSpPr>
            <p:cNvPr id="63516" name="Line 76">
              <a:extLst>
                <a:ext uri="{FF2B5EF4-FFF2-40B4-BE49-F238E27FC236}">
                  <a16:creationId xmlns:a16="http://schemas.microsoft.com/office/drawing/2014/main" id="{0A27F6CD-9F64-4E88-978D-A5EFB02DFA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17" name="Line 77">
              <a:extLst>
                <a:ext uri="{FF2B5EF4-FFF2-40B4-BE49-F238E27FC236}">
                  <a16:creationId xmlns:a16="http://schemas.microsoft.com/office/drawing/2014/main" id="{CE8C70E8-4CB8-4AE3-98A7-C9580B3C88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18" name="Line 78">
              <a:extLst>
                <a:ext uri="{FF2B5EF4-FFF2-40B4-BE49-F238E27FC236}">
                  <a16:creationId xmlns:a16="http://schemas.microsoft.com/office/drawing/2014/main" id="{373DAA0B-B3EE-4072-B155-432F50161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19" name="Line 79">
              <a:extLst>
                <a:ext uri="{FF2B5EF4-FFF2-40B4-BE49-F238E27FC236}">
                  <a16:creationId xmlns:a16="http://schemas.microsoft.com/office/drawing/2014/main" id="{7DBC45B9-4044-4075-A866-C642E3D67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20" name="Line 80">
              <a:extLst>
                <a:ext uri="{FF2B5EF4-FFF2-40B4-BE49-F238E27FC236}">
                  <a16:creationId xmlns:a16="http://schemas.microsoft.com/office/drawing/2014/main" id="{FE52859F-9B99-407D-AA41-8DA17D827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21" name="Line 81">
              <a:extLst>
                <a:ext uri="{FF2B5EF4-FFF2-40B4-BE49-F238E27FC236}">
                  <a16:creationId xmlns:a16="http://schemas.microsoft.com/office/drawing/2014/main" id="{3F5869EC-B788-420B-B81D-3DC60350D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22" name="Line 82">
              <a:extLst>
                <a:ext uri="{FF2B5EF4-FFF2-40B4-BE49-F238E27FC236}">
                  <a16:creationId xmlns:a16="http://schemas.microsoft.com/office/drawing/2014/main" id="{C3D6A82C-731B-43EE-93FE-996EDA888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23" name="Line 83">
              <a:extLst>
                <a:ext uri="{FF2B5EF4-FFF2-40B4-BE49-F238E27FC236}">
                  <a16:creationId xmlns:a16="http://schemas.microsoft.com/office/drawing/2014/main" id="{E4B2DF9E-BF80-46DD-9BD3-D854E66DD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24" name="Line 84">
              <a:extLst>
                <a:ext uri="{FF2B5EF4-FFF2-40B4-BE49-F238E27FC236}">
                  <a16:creationId xmlns:a16="http://schemas.microsoft.com/office/drawing/2014/main" id="{B45327DB-08C8-4130-84D7-852F23BFE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25" name="Line 85">
              <a:extLst>
                <a:ext uri="{FF2B5EF4-FFF2-40B4-BE49-F238E27FC236}">
                  <a16:creationId xmlns:a16="http://schemas.microsoft.com/office/drawing/2014/main" id="{4C02A411-E05D-437D-94B9-8ED6B0391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26" name="Line 86">
              <a:extLst>
                <a:ext uri="{FF2B5EF4-FFF2-40B4-BE49-F238E27FC236}">
                  <a16:creationId xmlns:a16="http://schemas.microsoft.com/office/drawing/2014/main" id="{885BDE34-E7B1-42D9-8F34-5B972E7DB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27" name="Line 87">
              <a:extLst>
                <a:ext uri="{FF2B5EF4-FFF2-40B4-BE49-F238E27FC236}">
                  <a16:creationId xmlns:a16="http://schemas.microsoft.com/office/drawing/2014/main" id="{05FBCED3-05F1-45E4-837C-814809460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28" name="Line 88">
              <a:extLst>
                <a:ext uri="{FF2B5EF4-FFF2-40B4-BE49-F238E27FC236}">
                  <a16:creationId xmlns:a16="http://schemas.microsoft.com/office/drawing/2014/main" id="{A0FC3B14-03AA-4C37-9349-E3F1A8C243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29" name="Line 89">
              <a:extLst>
                <a:ext uri="{FF2B5EF4-FFF2-40B4-BE49-F238E27FC236}">
                  <a16:creationId xmlns:a16="http://schemas.microsoft.com/office/drawing/2014/main" id="{5408523E-6AA1-448C-B761-EFE23D4F1F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30" name="Line 90">
              <a:extLst>
                <a:ext uri="{FF2B5EF4-FFF2-40B4-BE49-F238E27FC236}">
                  <a16:creationId xmlns:a16="http://schemas.microsoft.com/office/drawing/2014/main" id="{3842DE9C-4839-4404-B50E-3182638FC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31" name="Line 91">
              <a:extLst>
                <a:ext uri="{FF2B5EF4-FFF2-40B4-BE49-F238E27FC236}">
                  <a16:creationId xmlns:a16="http://schemas.microsoft.com/office/drawing/2014/main" id="{626EAD1B-D358-435D-BC18-61DD1FAE2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32" name="Line 92">
              <a:extLst>
                <a:ext uri="{FF2B5EF4-FFF2-40B4-BE49-F238E27FC236}">
                  <a16:creationId xmlns:a16="http://schemas.microsoft.com/office/drawing/2014/main" id="{6077D17F-1066-4238-AEB2-6BD3F616E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33" name="Line 93">
              <a:extLst>
                <a:ext uri="{FF2B5EF4-FFF2-40B4-BE49-F238E27FC236}">
                  <a16:creationId xmlns:a16="http://schemas.microsoft.com/office/drawing/2014/main" id="{C9259D96-11BA-4385-9B0D-BFB1CBB67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34" name="Line 94">
              <a:extLst>
                <a:ext uri="{FF2B5EF4-FFF2-40B4-BE49-F238E27FC236}">
                  <a16:creationId xmlns:a16="http://schemas.microsoft.com/office/drawing/2014/main" id="{BF08757E-9908-4CB6-9A4C-F5C22FFAC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3535" name="Line 95">
              <a:extLst>
                <a:ext uri="{FF2B5EF4-FFF2-40B4-BE49-F238E27FC236}">
                  <a16:creationId xmlns:a16="http://schemas.microsoft.com/office/drawing/2014/main" id="{1BC547A9-DDB6-412E-9E63-208640752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13" name="Group 99">
            <a:extLst>
              <a:ext uri="{FF2B5EF4-FFF2-40B4-BE49-F238E27FC236}">
                <a16:creationId xmlns:a16="http://schemas.microsoft.com/office/drawing/2014/main" id="{A321C73A-E800-4514-8D9B-5FD460011757}"/>
              </a:ext>
            </a:extLst>
          </p:cNvPr>
          <p:cNvGrpSpPr>
            <a:grpSpLocks/>
          </p:cNvGrpSpPr>
          <p:nvPr/>
        </p:nvGrpSpPr>
        <p:grpSpPr bwMode="auto">
          <a:xfrm>
            <a:off x="5368925" y="1257300"/>
            <a:ext cx="2709863" cy="952500"/>
            <a:chOff x="3477" y="216"/>
            <a:chExt cx="1707" cy="600"/>
          </a:xfrm>
        </p:grpSpPr>
        <p:grpSp>
          <p:nvGrpSpPr>
            <p:cNvPr id="63509" name="Group 100">
              <a:extLst>
                <a:ext uri="{FF2B5EF4-FFF2-40B4-BE49-F238E27FC236}">
                  <a16:creationId xmlns:a16="http://schemas.microsoft.com/office/drawing/2014/main" id="{FD434165-3D9D-4048-AFB6-26659A93F7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7" y="528"/>
              <a:ext cx="1707" cy="288"/>
              <a:chOff x="3477" y="288"/>
              <a:chExt cx="1707" cy="288"/>
            </a:xfrm>
          </p:grpSpPr>
          <p:sp>
            <p:nvSpPr>
              <p:cNvPr id="63511" name="Text Box 101">
                <a:extLst>
                  <a:ext uri="{FF2B5EF4-FFF2-40B4-BE49-F238E27FC236}">
                    <a16:creationId xmlns:a16="http://schemas.microsoft.com/office/drawing/2014/main" id="{9F38F4F6-37CC-4B9B-832A-A29F24830F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7" y="288"/>
                <a:ext cx="74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>
                    <a:latin typeface="Arial" panose="020B0604020202020204" pitchFamily="34" charset="0"/>
                  </a:rPr>
                  <a:t>4 users</a:t>
                </a:r>
                <a:endParaRPr lang="fr-FR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3512" name="Rectangle 102">
                <a:extLst>
                  <a:ext uri="{FF2B5EF4-FFF2-40B4-BE49-F238E27FC236}">
                    <a16:creationId xmlns:a16="http://schemas.microsoft.com/office/drawing/2014/main" id="{6E7B2495-848B-4678-8781-C7584DDF0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52"/>
                <a:ext cx="144" cy="144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3513" name="Rectangle 103">
                <a:extLst>
                  <a:ext uri="{FF2B5EF4-FFF2-40B4-BE49-F238E27FC236}">
                    <a16:creationId xmlns:a16="http://schemas.microsoft.com/office/drawing/2014/main" id="{95F7E608-84FD-49A1-B0E2-3CC18DED04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352"/>
                <a:ext cx="144" cy="144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3514" name="Rectangle 104">
                <a:extLst>
                  <a:ext uri="{FF2B5EF4-FFF2-40B4-BE49-F238E27FC236}">
                    <a16:creationId xmlns:a16="http://schemas.microsoft.com/office/drawing/2014/main" id="{870AF9C6-0679-4AF7-AC00-443E7D9AE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52"/>
                <a:ext cx="144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3515" name="Rectangle 105">
                <a:extLst>
                  <a:ext uri="{FF2B5EF4-FFF2-40B4-BE49-F238E27FC236}">
                    <a16:creationId xmlns:a16="http://schemas.microsoft.com/office/drawing/2014/main" id="{B8018A5C-1185-43A0-BCE6-4E87614CEE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352"/>
                <a:ext cx="144" cy="144"/>
              </a:xfrm>
              <a:prstGeom prst="rect">
                <a:avLst/>
              </a:prstGeom>
              <a:solidFill>
                <a:srgbClr val="FF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3510" name="Text Box 106">
              <a:extLst>
                <a:ext uri="{FF2B5EF4-FFF2-40B4-BE49-F238E27FC236}">
                  <a16:creationId xmlns:a16="http://schemas.microsoft.com/office/drawing/2014/main" id="{E2FD2416-A7E4-4FFE-ADC8-D5EF3E3EA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0" y="216"/>
              <a:ext cx="9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Example:</a:t>
              </a:r>
              <a:endParaRPr lang="fr-FR" altLang="zh-TW" sz="2400">
                <a:latin typeface="Arial" panose="020B0604020202020204" pitchFamily="34" charset="0"/>
              </a:endParaRPr>
            </a:p>
          </p:txBody>
        </p:sp>
      </p:grpSp>
      <p:sp>
        <p:nvSpPr>
          <p:cNvPr id="63508" name="Slide Number Placeholder 3">
            <a:extLst>
              <a:ext uri="{FF2B5EF4-FFF2-40B4-BE49-F238E27FC236}">
                <a16:creationId xmlns:a16="http://schemas.microsoft.com/office/drawing/2014/main" id="{926B6035-B38C-43C0-8496-EC742BB8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F226B704-144C-4C31-991C-653A3AEC51A2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83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7" grpId="0" animBg="1"/>
      <p:bldP spid="55308" grpId="0" animBg="1"/>
      <p:bldP spid="55309" grpId="0" animBg="1"/>
      <p:bldP spid="553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2">
            <a:extLst>
              <a:ext uri="{FF2B5EF4-FFF2-40B4-BE49-F238E27FC236}">
                <a16:creationId xmlns:a16="http://schemas.microsoft.com/office/drawing/2014/main" id="{B375F373-71D3-458A-86AC-6804572A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A1A96F37-0AFF-4641-ACC8-236EDBA3599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8309658" cy="4648200"/>
          </a:xfrm>
        </p:spPr>
        <p:txBody>
          <a:bodyPr/>
          <a:lstStyle/>
          <a:p>
            <a:pPr eaLnBrk="1" hangingPunct="1"/>
            <a:endParaRPr lang="en-US" altLang="zh-TW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Packet-switching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: hosts break application-layer messages into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packets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forward packets</a:t>
            </a:r>
            <a:r>
              <a:rPr lang="en-US" altLang="zh-TW" i="1" dirty="0">
                <a:ea typeface="新細明體" panose="02020500000000000000" pitchFamily="18" charset="-120"/>
              </a:rPr>
              <a:t> </a:t>
            </a:r>
            <a:r>
              <a:rPr lang="en-US" altLang="zh-TW" dirty="0">
                <a:ea typeface="新細明體" panose="02020500000000000000" pitchFamily="18" charset="-120"/>
              </a:rPr>
              <a:t>from one router to the next, across links on path from source to destination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each packet transmitted at full link capacity</a:t>
            </a:r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0282BEF1-3AFB-4AB0-BA4A-B562393A2A8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Packet-switching</a:t>
            </a:r>
          </a:p>
        </p:txBody>
      </p:sp>
      <p:pic>
        <p:nvPicPr>
          <p:cNvPr id="54345" name="Picture 1142" descr="underline_base">
            <a:extLst>
              <a:ext uri="{FF2B5EF4-FFF2-40B4-BE49-F238E27FC236}">
                <a16:creationId xmlns:a16="http://schemas.microsoft.com/office/drawing/2014/main" id="{CA924DCB-FA29-4D80-8EE7-822C340F6D1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03981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346" name="Slide Number Placeholder 3">
            <a:extLst>
              <a:ext uri="{FF2B5EF4-FFF2-40B4-BE49-F238E27FC236}">
                <a16:creationId xmlns:a16="http://schemas.microsoft.com/office/drawing/2014/main" id="{982FBBAC-EE00-4D73-8167-31785B8E8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0B01776C-1FFF-4215-A8B2-6AB2847A8C3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289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Group 219">
            <a:extLst>
              <a:ext uri="{FF2B5EF4-FFF2-40B4-BE49-F238E27FC236}">
                <a16:creationId xmlns:a16="http://schemas.microsoft.com/office/drawing/2014/main" id="{E0B05FCA-FAD3-4700-9EFC-0661DE41505B}"/>
              </a:ext>
            </a:extLst>
          </p:cNvPr>
          <p:cNvGrpSpPr>
            <a:grpSpLocks/>
          </p:cNvGrpSpPr>
          <p:nvPr/>
        </p:nvGrpSpPr>
        <p:grpSpPr bwMode="auto">
          <a:xfrm>
            <a:off x="5281613" y="2803525"/>
            <a:ext cx="409575" cy="565150"/>
            <a:chOff x="375561" y="297711"/>
            <a:chExt cx="1252683" cy="2142487"/>
          </a:xfrm>
        </p:grpSpPr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A6A8420E-0FD4-45DD-B6F7-B7332C4E8DCF}"/>
                </a:ext>
              </a:extLst>
            </p:cNvPr>
            <p:cNvSpPr/>
            <p:nvPr/>
          </p:nvSpPr>
          <p:spPr>
            <a:xfrm>
              <a:off x="375561" y="297711"/>
              <a:ext cx="971072" cy="2136471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C47CC518-2CB2-49CC-BFDE-BAB10F20DC2B}"/>
                </a:ext>
              </a:extLst>
            </p:cNvPr>
            <p:cNvSpPr/>
            <p:nvPr/>
          </p:nvSpPr>
          <p:spPr>
            <a:xfrm>
              <a:off x="375561" y="309747"/>
              <a:ext cx="1247826" cy="77033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4C9EDE47-35CD-4B90-B4EE-FD7B0D10578D}"/>
                </a:ext>
              </a:extLst>
            </p:cNvPr>
            <p:cNvSpPr/>
            <p:nvPr/>
          </p:nvSpPr>
          <p:spPr>
            <a:xfrm>
              <a:off x="1332065" y="1080080"/>
              <a:ext cx="296179" cy="1360118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</p:grpSp>
      <p:sp>
        <p:nvSpPr>
          <p:cNvPr id="45059" name="Title 50">
            <a:extLst>
              <a:ext uri="{FF2B5EF4-FFF2-40B4-BE49-F238E27FC236}">
                <a16:creationId xmlns:a16="http://schemas.microsoft.com/office/drawing/2014/main" id="{B5B0CED3-3A04-47FB-99F0-FBADE2D78AB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98438"/>
            <a:ext cx="8321675" cy="765175"/>
          </a:xfrm>
        </p:spPr>
        <p:txBody>
          <a:bodyPr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Host: sends </a:t>
            </a:r>
            <a:r>
              <a:rPr lang="en-US" altLang="zh-TW" sz="4000" i="1">
                <a:ea typeface="ＭＳ Ｐゴシック" panose="020B0600070205080204" pitchFamily="34" charset="-128"/>
              </a:rPr>
              <a:t>packets</a:t>
            </a:r>
            <a:r>
              <a:rPr lang="en-US" altLang="zh-TW" sz="4000">
                <a:ea typeface="ＭＳ Ｐゴシック" panose="020B0600070205080204" pitchFamily="34" charset="-128"/>
              </a:rPr>
              <a:t> of data</a:t>
            </a:r>
          </a:p>
        </p:txBody>
      </p:sp>
      <p:sp>
        <p:nvSpPr>
          <p:cNvPr id="243750" name="Content Placeholder 52">
            <a:extLst>
              <a:ext uri="{FF2B5EF4-FFF2-40B4-BE49-F238E27FC236}">
                <a16:creationId xmlns:a16="http://schemas.microsoft.com/office/drawing/2014/main" id="{47FF6DB5-08A4-41A8-A096-1F21C610B23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8625" y="1296988"/>
            <a:ext cx="3775075" cy="342582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sz="2400" dirty="0">
                <a:ea typeface="+mn-ea"/>
              </a:rPr>
              <a:t>host sending function:</a:t>
            </a:r>
          </a:p>
          <a:p>
            <a:pPr eaLnBrk="1" hangingPunct="1">
              <a:defRPr/>
            </a:pPr>
            <a:r>
              <a:rPr lang="en-US" sz="2400" dirty="0">
                <a:ea typeface="+mn-ea"/>
              </a:rPr>
              <a:t>takes application message</a:t>
            </a:r>
          </a:p>
          <a:p>
            <a:pPr eaLnBrk="1" hangingPunct="1">
              <a:defRPr/>
            </a:pPr>
            <a:r>
              <a:rPr lang="en-US" sz="2400" dirty="0">
                <a:ea typeface="+mn-ea"/>
              </a:rPr>
              <a:t>breaks into smaller chunks, known as </a:t>
            </a:r>
            <a:r>
              <a:rPr lang="en-US" sz="2400" i="1" dirty="0">
                <a:solidFill>
                  <a:srgbClr val="C00000"/>
                </a:solidFill>
                <a:ea typeface="+mn-ea"/>
              </a:rPr>
              <a:t>packets</a:t>
            </a:r>
            <a:r>
              <a:rPr lang="en-US" sz="2400" dirty="0">
                <a:ea typeface="+mn-ea"/>
              </a:rPr>
              <a:t>, of length </a:t>
            </a:r>
            <a:r>
              <a:rPr lang="en-US" sz="2400" i="1" dirty="0">
                <a:solidFill>
                  <a:srgbClr val="C00000"/>
                </a:solidFill>
                <a:ea typeface="+mn-ea"/>
              </a:rPr>
              <a:t>L</a:t>
            </a:r>
            <a:r>
              <a:rPr lang="en-US" sz="2400" dirty="0">
                <a:ea typeface="+mn-ea"/>
              </a:rPr>
              <a:t> bits</a:t>
            </a:r>
          </a:p>
          <a:p>
            <a:pPr eaLnBrk="1" hangingPunct="1">
              <a:defRPr/>
            </a:pPr>
            <a:r>
              <a:rPr lang="en-US" sz="2400" dirty="0">
                <a:ea typeface="+mn-ea"/>
              </a:rPr>
              <a:t>transmits packet into access network at </a:t>
            </a:r>
            <a:r>
              <a:rPr lang="en-US" sz="2400" i="1" dirty="0">
                <a:solidFill>
                  <a:srgbClr val="C00000"/>
                </a:solidFill>
                <a:ea typeface="+mn-ea"/>
              </a:rPr>
              <a:t>transmission rate R</a:t>
            </a:r>
          </a:p>
          <a:p>
            <a:pPr lvl="1" eaLnBrk="1" hangingPunct="1">
              <a:defRPr/>
            </a:pPr>
            <a:r>
              <a:rPr lang="en-US" dirty="0"/>
              <a:t>link transmission rate, aka link </a:t>
            </a:r>
            <a:r>
              <a:rPr lang="en-US" i="1" dirty="0">
                <a:solidFill>
                  <a:srgbClr val="C00000"/>
                </a:solidFill>
              </a:rPr>
              <a:t>capacity, aka link bandwidth</a:t>
            </a:r>
          </a:p>
        </p:txBody>
      </p:sp>
      <p:sp>
        <p:nvSpPr>
          <p:cNvPr id="45061" name="Line 305">
            <a:extLst>
              <a:ext uri="{FF2B5EF4-FFF2-40B4-BE49-F238E27FC236}">
                <a16:creationId xmlns:a16="http://schemas.microsoft.com/office/drawing/2014/main" id="{F9A38392-BEBE-4763-948F-3084BEDB1C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5475" y="3727450"/>
            <a:ext cx="2454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pic>
        <p:nvPicPr>
          <p:cNvPr id="45062" name="Picture 394" descr="underline_base">
            <a:extLst>
              <a:ext uri="{FF2B5EF4-FFF2-40B4-BE49-F238E27FC236}">
                <a16:creationId xmlns:a16="http://schemas.microsoft.com/office/drawing/2014/main" id="{7FDA8E29-A5F0-4232-B12B-3BC008DB1E6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8223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063" name="Group 51">
            <a:extLst>
              <a:ext uri="{FF2B5EF4-FFF2-40B4-BE49-F238E27FC236}">
                <a16:creationId xmlns:a16="http://schemas.microsoft.com/office/drawing/2014/main" id="{7FACC104-15A3-4AB7-94A4-6EE2424B1650}"/>
              </a:ext>
            </a:extLst>
          </p:cNvPr>
          <p:cNvGrpSpPr>
            <a:grpSpLocks/>
          </p:cNvGrpSpPr>
          <p:nvPr/>
        </p:nvGrpSpPr>
        <p:grpSpPr bwMode="auto">
          <a:xfrm>
            <a:off x="7883525" y="3427413"/>
            <a:ext cx="1052513" cy="355600"/>
            <a:chOff x="4410" y="1365"/>
            <a:chExt cx="663" cy="224"/>
          </a:xfrm>
        </p:grpSpPr>
        <p:sp>
          <p:nvSpPr>
            <p:cNvPr id="45088" name="Rectangle 52">
              <a:extLst>
                <a:ext uri="{FF2B5EF4-FFF2-40B4-BE49-F238E27FC236}">
                  <a16:creationId xmlns:a16="http://schemas.microsoft.com/office/drawing/2014/main" id="{C9B8B50A-93EB-4F0A-85AF-14D74C751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089" name="AutoShape 53">
              <a:extLst>
                <a:ext uri="{FF2B5EF4-FFF2-40B4-BE49-F238E27FC236}">
                  <a16:creationId xmlns:a16="http://schemas.microsoft.com/office/drawing/2014/main" id="{25D05058-1056-4821-B384-F0D0BD252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090" name="Freeform 54">
              <a:extLst>
                <a:ext uri="{FF2B5EF4-FFF2-40B4-BE49-F238E27FC236}">
                  <a16:creationId xmlns:a16="http://schemas.microsoft.com/office/drawing/2014/main" id="{BA4B6DC2-407A-43C9-99F8-E2BBF1BFD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5091" name="Freeform 55">
              <a:extLst>
                <a:ext uri="{FF2B5EF4-FFF2-40B4-BE49-F238E27FC236}">
                  <a16:creationId xmlns:a16="http://schemas.microsoft.com/office/drawing/2014/main" id="{D68EE24E-3A74-471B-BC74-7906E51D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2904 h 63"/>
                <a:gd name="T2" fmla="*/ 480586 w 280"/>
                <a:gd name="T3" fmla="*/ 2825 h 63"/>
                <a:gd name="T4" fmla="*/ 2836275 w 280"/>
                <a:gd name="T5" fmla="*/ 0 h 63"/>
                <a:gd name="T6" fmla="*/ 362112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5092" name="Freeform 56">
              <a:extLst>
                <a:ext uri="{FF2B5EF4-FFF2-40B4-BE49-F238E27FC236}">
                  <a16:creationId xmlns:a16="http://schemas.microsoft.com/office/drawing/2014/main" id="{04D480B5-0800-4383-B13A-77EBA49F7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45064" name="TextBox 1">
            <a:extLst>
              <a:ext uri="{FF2B5EF4-FFF2-40B4-BE49-F238E27FC236}">
                <a16:creationId xmlns:a16="http://schemas.microsoft.com/office/drawing/2014/main" id="{6810D9E0-4D5C-495C-A149-09421E22D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6275" y="3759200"/>
            <a:ext cx="2646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>
                <a:latin typeface="Arial" panose="020B0604020202020204" pitchFamily="34" charset="0"/>
              </a:rPr>
              <a:t>R: </a:t>
            </a:r>
            <a:r>
              <a:rPr lang="en-US" altLang="zh-TW" sz="1800">
                <a:latin typeface="Arial" panose="020B0604020202020204" pitchFamily="34" charset="0"/>
              </a:rPr>
              <a:t>link transmission rate</a:t>
            </a:r>
          </a:p>
        </p:txBody>
      </p:sp>
      <p:grpSp>
        <p:nvGrpSpPr>
          <p:cNvPr id="45065" name="Group 201">
            <a:extLst>
              <a:ext uri="{FF2B5EF4-FFF2-40B4-BE49-F238E27FC236}">
                <a16:creationId xmlns:a16="http://schemas.microsoft.com/office/drawing/2014/main" id="{1EA0DECF-C93E-407E-AA35-E4DDB339CD38}"/>
              </a:ext>
            </a:extLst>
          </p:cNvPr>
          <p:cNvGrpSpPr>
            <a:grpSpLocks/>
          </p:cNvGrpSpPr>
          <p:nvPr/>
        </p:nvGrpSpPr>
        <p:grpSpPr bwMode="auto">
          <a:xfrm>
            <a:off x="5033963" y="2809875"/>
            <a:ext cx="409575" cy="565150"/>
            <a:chOff x="375561" y="297711"/>
            <a:chExt cx="1252683" cy="2138362"/>
          </a:xfrm>
        </p:grpSpPr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926B4E98-369B-44C1-9227-F51DBE46650B}"/>
                </a:ext>
              </a:extLst>
            </p:cNvPr>
            <p:cNvSpPr/>
            <p:nvPr/>
          </p:nvSpPr>
          <p:spPr>
            <a:xfrm>
              <a:off x="375561" y="297711"/>
              <a:ext cx="971072" cy="213836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0186B184-436C-45C7-95C0-BD261CC42726}"/>
                </a:ext>
              </a:extLst>
            </p:cNvPr>
            <p:cNvSpPr/>
            <p:nvPr/>
          </p:nvSpPr>
          <p:spPr>
            <a:xfrm>
              <a:off x="375561" y="309724"/>
              <a:ext cx="1247826" cy="768849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6C4A891-2697-47C7-8B05-9F3DBD74B5E1}"/>
                </a:ext>
              </a:extLst>
            </p:cNvPr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</p:grpSp>
      <p:sp>
        <p:nvSpPr>
          <p:cNvPr id="45066" name="TextBox 205">
            <a:extLst>
              <a:ext uri="{FF2B5EF4-FFF2-40B4-BE49-F238E27FC236}">
                <a16:creationId xmlns:a16="http://schemas.microsoft.com/office/drawing/2014/main" id="{C7C17504-F019-4F1B-8FB1-B22C1F15F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3986213"/>
            <a:ext cx="66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host</a:t>
            </a:r>
          </a:p>
        </p:txBody>
      </p:sp>
      <p:grpSp>
        <p:nvGrpSpPr>
          <p:cNvPr id="45067" name="Group 206">
            <a:extLst>
              <a:ext uri="{FF2B5EF4-FFF2-40B4-BE49-F238E27FC236}">
                <a16:creationId xmlns:a16="http://schemas.microsoft.com/office/drawing/2014/main" id="{EC8C76D0-2E15-4632-9CE6-6088084D9ADB}"/>
              </a:ext>
            </a:extLst>
          </p:cNvPr>
          <p:cNvGrpSpPr>
            <a:grpSpLocks/>
          </p:cNvGrpSpPr>
          <p:nvPr/>
        </p:nvGrpSpPr>
        <p:grpSpPr bwMode="auto">
          <a:xfrm>
            <a:off x="4559300" y="3535363"/>
            <a:ext cx="1295400" cy="506412"/>
            <a:chOff x="1816230" y="6118900"/>
            <a:chExt cx="1843339" cy="739100"/>
          </a:xfrm>
        </p:grpSpPr>
        <p:pic>
          <p:nvPicPr>
            <p:cNvPr id="45083" name="Picture 8">
              <a:extLst>
                <a:ext uri="{FF2B5EF4-FFF2-40B4-BE49-F238E27FC236}">
                  <a16:creationId xmlns:a16="http://schemas.microsoft.com/office/drawing/2014/main" id="{1AB07655-08AD-4095-896B-AC4D7C5E66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2069"/>
              <a:ext cx="1843339" cy="715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839F370B-69C9-4C13-92D7-E5FCAF6792F2}"/>
                </a:ext>
              </a:extLst>
            </p:cNvPr>
            <p:cNvSpPr/>
            <p:nvPr/>
          </p:nvSpPr>
          <p:spPr>
            <a:xfrm rot="1049095">
              <a:off x="1947252" y="6118900"/>
              <a:ext cx="1651325" cy="463386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alpha val="4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</p:grpSp>
      <p:grpSp>
        <p:nvGrpSpPr>
          <p:cNvPr id="45068" name="Group 209">
            <a:extLst>
              <a:ext uri="{FF2B5EF4-FFF2-40B4-BE49-F238E27FC236}">
                <a16:creationId xmlns:a16="http://schemas.microsoft.com/office/drawing/2014/main" id="{8C68BB28-B1FE-410C-AAF7-8AC99CC76BF8}"/>
              </a:ext>
            </a:extLst>
          </p:cNvPr>
          <p:cNvGrpSpPr>
            <a:grpSpLocks/>
          </p:cNvGrpSpPr>
          <p:nvPr/>
        </p:nvGrpSpPr>
        <p:grpSpPr bwMode="auto">
          <a:xfrm>
            <a:off x="4699000" y="1919288"/>
            <a:ext cx="1409700" cy="877887"/>
            <a:chOff x="2387973" y="4309243"/>
            <a:chExt cx="1771787" cy="1282262"/>
          </a:xfrm>
        </p:grpSpPr>
        <p:pic>
          <p:nvPicPr>
            <p:cNvPr id="45081" name="Picture 9">
              <a:extLst>
                <a:ext uri="{FF2B5EF4-FFF2-40B4-BE49-F238E27FC236}">
                  <a16:creationId xmlns:a16="http://schemas.microsoft.com/office/drawing/2014/main" id="{828E7DD5-3199-4DC2-89D0-1FA7D17B9F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508" y="4309243"/>
              <a:ext cx="1284945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00B6F287-5E64-4CD2-944E-99CE4E88C4FF}"/>
                </a:ext>
              </a:extLst>
            </p:cNvPr>
            <p:cNvSpPr/>
            <p:nvPr/>
          </p:nvSpPr>
          <p:spPr>
            <a:xfrm rot="11601822">
              <a:off x="2387973" y="5127757"/>
              <a:ext cx="1771787" cy="42433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alpha val="4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</p:grpSp>
      <p:sp>
        <p:nvSpPr>
          <p:cNvPr id="45069" name="TextBox 215">
            <a:extLst>
              <a:ext uri="{FF2B5EF4-FFF2-40B4-BE49-F238E27FC236}">
                <a16:creationId xmlns:a16="http://schemas.microsoft.com/office/drawing/2014/main" id="{ACD7A6B3-30B6-4689-AB2D-AE42FD81A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341688"/>
            <a:ext cx="288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5070" name="TextBox 216">
            <a:extLst>
              <a:ext uri="{FF2B5EF4-FFF2-40B4-BE49-F238E27FC236}">
                <a16:creationId xmlns:a16="http://schemas.microsoft.com/office/drawing/2014/main" id="{E66FD3E4-F9CE-475B-A727-CE3A09979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3349625"/>
            <a:ext cx="2889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2</a:t>
            </a:r>
          </a:p>
        </p:txBody>
      </p:sp>
      <p:cxnSp>
        <p:nvCxnSpPr>
          <p:cNvPr id="45071" name="Straight Connector 3">
            <a:extLst>
              <a:ext uri="{FF2B5EF4-FFF2-40B4-BE49-F238E27FC236}">
                <a16:creationId xmlns:a16="http://schemas.microsoft.com/office/drawing/2014/main" id="{006F1E1A-A69D-4090-831F-90491239A3A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97538" y="2363788"/>
            <a:ext cx="1225550" cy="565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72" name="TextBox 234">
            <a:extLst>
              <a:ext uri="{FF2B5EF4-FFF2-40B4-BE49-F238E27FC236}">
                <a16:creationId xmlns:a16="http://schemas.microsoft.com/office/drawing/2014/main" id="{C6D4EC84-EA1E-4747-B234-926EE4329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1175" y="2014538"/>
            <a:ext cx="15319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two packets,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>
                <a:latin typeface="Arial" panose="020B0604020202020204" pitchFamily="34" charset="0"/>
              </a:rPr>
              <a:t>L</a:t>
            </a:r>
            <a:r>
              <a:rPr lang="en-US" altLang="zh-TW" sz="1800">
                <a:latin typeface="Arial" panose="020B0604020202020204" pitchFamily="34" charset="0"/>
              </a:rPr>
              <a:t> bits each</a:t>
            </a:r>
          </a:p>
        </p:txBody>
      </p:sp>
      <p:sp>
        <p:nvSpPr>
          <p:cNvPr id="45073" name="TextBox 235">
            <a:extLst>
              <a:ext uri="{FF2B5EF4-FFF2-40B4-BE49-F238E27FC236}">
                <a16:creationId xmlns:a16="http://schemas.microsoft.com/office/drawing/2014/main" id="{88C51B6B-C72A-4F12-B1A7-D466A4CFE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988" y="5456238"/>
            <a:ext cx="1479550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18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packet</a:t>
            </a:r>
          </a:p>
          <a:p>
            <a:pPr algn="r">
              <a:lnSpc>
                <a:spcPts val="18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transmission</a:t>
            </a:r>
          </a:p>
          <a:p>
            <a:pPr algn="r">
              <a:lnSpc>
                <a:spcPts val="18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delay</a:t>
            </a:r>
          </a:p>
        </p:txBody>
      </p:sp>
      <p:sp>
        <p:nvSpPr>
          <p:cNvPr id="45074" name="TextBox 237">
            <a:extLst>
              <a:ext uri="{FF2B5EF4-FFF2-40B4-BE49-F238E27FC236}">
                <a16:creationId xmlns:a16="http://schemas.microsoft.com/office/drawing/2014/main" id="{9A4F7545-D2A3-4BB1-A608-3E17D0160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0775" y="5453063"/>
            <a:ext cx="17113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8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time needed to</a:t>
            </a:r>
          </a:p>
          <a:p>
            <a:pPr algn="ctr">
              <a:lnSpc>
                <a:spcPts val="18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transmit </a:t>
            </a:r>
            <a:r>
              <a:rPr lang="en-US" altLang="zh-TW" sz="1800" i="1">
                <a:latin typeface="Arial" panose="020B0604020202020204" pitchFamily="34" charset="0"/>
              </a:rPr>
              <a:t>L</a:t>
            </a:r>
            <a:r>
              <a:rPr lang="en-US" altLang="zh-TW" sz="1800">
                <a:latin typeface="Arial" panose="020B0604020202020204" pitchFamily="34" charset="0"/>
              </a:rPr>
              <a:t>-bit</a:t>
            </a:r>
          </a:p>
          <a:p>
            <a:pPr algn="ctr">
              <a:lnSpc>
                <a:spcPts val="18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packet into link</a:t>
            </a:r>
          </a:p>
        </p:txBody>
      </p:sp>
      <p:sp>
        <p:nvSpPr>
          <p:cNvPr id="45075" name="TextBox 4">
            <a:extLst>
              <a:ext uri="{FF2B5EF4-FFF2-40B4-BE49-F238E27FC236}">
                <a16:creationId xmlns:a16="http://schemas.microsoft.com/office/drawing/2014/main" id="{D8AA4D82-860A-49AA-AF42-E4D85AD6B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5400675"/>
            <a:ext cx="17414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latin typeface="Arial" panose="020B0604020202020204" pitchFamily="34" charset="0"/>
              </a:rPr>
              <a:t>L</a:t>
            </a:r>
            <a:r>
              <a:rPr lang="en-US" altLang="zh-TW" sz="2400">
                <a:latin typeface="Arial" panose="020B0604020202020204" pitchFamily="34" charset="0"/>
              </a:rPr>
              <a:t> (bits)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latin typeface="Arial" panose="020B0604020202020204" pitchFamily="34" charset="0"/>
              </a:rPr>
              <a:t>R</a:t>
            </a:r>
            <a:r>
              <a:rPr lang="en-US" altLang="zh-TW" sz="2400">
                <a:latin typeface="Arial" panose="020B0604020202020204" pitchFamily="34" charset="0"/>
              </a:rPr>
              <a:t> (bits/sec)</a:t>
            </a:r>
          </a:p>
        </p:txBody>
      </p:sp>
      <p:cxnSp>
        <p:nvCxnSpPr>
          <p:cNvPr id="45076" name="Straight Connector 9">
            <a:extLst>
              <a:ext uri="{FF2B5EF4-FFF2-40B4-BE49-F238E27FC236}">
                <a16:creationId xmlns:a16="http://schemas.microsoft.com/office/drawing/2014/main" id="{4F1066FE-CDD9-4632-951C-1439A26E38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4750" y="5819775"/>
            <a:ext cx="1284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77" name="TextBox 10">
            <a:extLst>
              <a:ext uri="{FF2B5EF4-FFF2-40B4-BE49-F238E27FC236}">
                <a16:creationId xmlns:a16="http://schemas.microsoft.com/office/drawing/2014/main" id="{77D9D77D-95BE-4A35-8420-7F65D3DC5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975" y="5586413"/>
            <a:ext cx="365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=</a:t>
            </a:r>
          </a:p>
        </p:txBody>
      </p:sp>
      <p:sp>
        <p:nvSpPr>
          <p:cNvPr id="45078" name="TextBox 245">
            <a:extLst>
              <a:ext uri="{FF2B5EF4-FFF2-40B4-BE49-F238E27FC236}">
                <a16:creationId xmlns:a16="http://schemas.microsoft.com/office/drawing/2014/main" id="{4E969097-479F-4E64-9C14-212004B2F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0538" y="5602288"/>
            <a:ext cx="365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=</a:t>
            </a:r>
          </a:p>
        </p:txBody>
      </p:sp>
      <p:sp>
        <p:nvSpPr>
          <p:cNvPr id="45079" name="Rectangle 11">
            <a:extLst>
              <a:ext uri="{FF2B5EF4-FFF2-40B4-BE49-F238E27FC236}">
                <a16:creationId xmlns:a16="http://schemas.microsoft.com/office/drawing/2014/main" id="{95E4F42E-6053-47B1-A6D3-F0E997B79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663" y="5322888"/>
            <a:ext cx="7275512" cy="1001712"/>
          </a:xfrm>
          <a:prstGeom prst="rect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45080" name="Slide Number Placeholder 3">
            <a:extLst>
              <a:ext uri="{FF2B5EF4-FFF2-40B4-BE49-F238E27FC236}">
                <a16:creationId xmlns:a16="http://schemas.microsoft.com/office/drawing/2014/main" id="{071A86BD-D208-48AF-A435-100E22908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1ADBC02A-55C1-4694-A4A0-D654A5EF196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580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2">
            <a:extLst>
              <a:ext uri="{FF2B5EF4-FFF2-40B4-BE49-F238E27FC236}">
                <a16:creationId xmlns:a16="http://schemas.microsoft.com/office/drawing/2014/main" id="{0A3F44F8-6BD9-4F15-A2CA-F3A96EDB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56323" name="Picture 48" descr="underline_base">
            <a:extLst>
              <a:ext uri="{FF2B5EF4-FFF2-40B4-BE49-F238E27FC236}">
                <a16:creationId xmlns:a16="http://schemas.microsoft.com/office/drawing/2014/main" id="{4CF25222-54B5-4BDD-A0DC-04EC835A819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9128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Rectangle 2">
            <a:extLst>
              <a:ext uri="{FF2B5EF4-FFF2-40B4-BE49-F238E27FC236}">
                <a16:creationId xmlns:a16="http://schemas.microsoft.com/office/drawing/2014/main" id="{2CE6AB25-1FBA-4075-9039-8D2DCDBCF30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1300" y="280988"/>
            <a:ext cx="8193088" cy="833437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ＭＳ Ｐゴシック" panose="020B0600070205080204" pitchFamily="34" charset="-128"/>
              </a:rPr>
              <a:t>Packet-switching: </a:t>
            </a:r>
            <a:r>
              <a:rPr lang="en-US" altLang="zh-TW" sz="4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store-and-forward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50697849-BB2B-4136-BC96-09AA51E39031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9438" y="3486150"/>
            <a:ext cx="4143375" cy="3262313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takes 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L</a:t>
            </a:r>
            <a:r>
              <a:rPr lang="en-US" altLang="zh-TW" sz="2400" dirty="0">
                <a:ea typeface="ＭＳ Ｐゴシック" panose="020B0600070205080204" pitchFamily="34" charset="-128"/>
              </a:rPr>
              <a:t>/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TW" sz="2400" dirty="0">
                <a:ea typeface="ＭＳ Ｐゴシック" panose="020B0600070205080204" pitchFamily="34" charset="-128"/>
              </a:rPr>
              <a:t> seconds to transmit (push out) 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L</a:t>
            </a:r>
            <a:r>
              <a:rPr lang="en-US" altLang="zh-TW" sz="2400" dirty="0">
                <a:ea typeface="ＭＳ Ｐゴシック" panose="020B0600070205080204" pitchFamily="34" charset="-128"/>
              </a:rPr>
              <a:t>-bit packet into link at 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TW" sz="2400" dirty="0">
                <a:ea typeface="ＭＳ Ｐゴシック" panose="020B0600070205080204" pitchFamily="34" charset="-128"/>
              </a:rPr>
              <a:t> bps</a:t>
            </a:r>
          </a:p>
          <a:p>
            <a:pPr eaLnBrk="1" hangingPunct="1">
              <a:buSzPct val="75000"/>
            </a:pPr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store and forward:</a:t>
            </a:r>
            <a:r>
              <a:rPr lang="en-US" altLang="zh-TW" sz="24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entire packet must  arrive at router before it can be transmitted on next link</a:t>
            </a:r>
          </a:p>
        </p:txBody>
      </p:sp>
      <p:sp>
        <p:nvSpPr>
          <p:cNvPr id="56327" name="AutoShape 42">
            <a:extLst>
              <a:ext uri="{FF2B5EF4-FFF2-40B4-BE49-F238E27FC236}">
                <a16:creationId xmlns:a16="http://schemas.microsoft.com/office/drawing/2014/main" id="{824489E5-C7BE-4966-A0D8-D9F0BB65E349}"/>
              </a:ext>
            </a:extLst>
          </p:cNvPr>
          <p:cNvSpPr>
            <a:spLocks/>
          </p:cNvSpPr>
          <p:nvPr/>
        </p:nvSpPr>
        <p:spPr bwMode="auto">
          <a:xfrm>
            <a:off x="4975225" y="5695950"/>
            <a:ext cx="152400" cy="728663"/>
          </a:xfrm>
          <a:prstGeom prst="rightBrace">
            <a:avLst>
              <a:gd name="adj1" fmla="val 5011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8" name="Text Box 43">
            <a:extLst>
              <a:ext uri="{FF2B5EF4-FFF2-40B4-BE49-F238E27FC236}">
                <a16:creationId xmlns:a16="http://schemas.microsoft.com/office/drawing/2014/main" id="{4FA13DF6-571F-44A0-9949-DDFEDA377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275" y="5999163"/>
            <a:ext cx="2797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more on delay shortly …</a:t>
            </a:r>
          </a:p>
        </p:txBody>
      </p:sp>
      <p:sp>
        <p:nvSpPr>
          <p:cNvPr id="56329" name="Slide Number Placeholder 3">
            <a:extLst>
              <a:ext uri="{FF2B5EF4-FFF2-40B4-BE49-F238E27FC236}">
                <a16:creationId xmlns:a16="http://schemas.microsoft.com/office/drawing/2014/main" id="{79F0F911-1526-4DCA-957C-BF44B83D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1-</a:t>
            </a:r>
            <a:fld id="{A5A128C1-19DB-4ED7-B761-FCB6E200D313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F6BB98-3A8E-40BC-AE54-3979E4965C63}"/>
              </a:ext>
            </a:extLst>
          </p:cNvPr>
          <p:cNvSpPr txBox="1"/>
          <p:nvPr/>
        </p:nvSpPr>
        <p:spPr>
          <a:xfrm>
            <a:off x="882650" y="2679700"/>
            <a:ext cx="658813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source</a:t>
            </a:r>
          </a:p>
        </p:txBody>
      </p:sp>
      <p:grpSp>
        <p:nvGrpSpPr>
          <p:cNvPr id="56331" name="Group 41">
            <a:extLst>
              <a:ext uri="{FF2B5EF4-FFF2-40B4-BE49-F238E27FC236}">
                <a16:creationId xmlns:a16="http://schemas.microsoft.com/office/drawing/2014/main" id="{6F5729EE-C8E3-45C0-A70E-467F69CF825D}"/>
              </a:ext>
            </a:extLst>
          </p:cNvPr>
          <p:cNvGrpSpPr>
            <a:grpSpLocks/>
          </p:cNvGrpSpPr>
          <p:nvPr/>
        </p:nvGrpSpPr>
        <p:grpSpPr bwMode="auto">
          <a:xfrm>
            <a:off x="1630363" y="2768600"/>
            <a:ext cx="1057275" cy="420688"/>
            <a:chOff x="1816230" y="6118900"/>
            <a:chExt cx="1843339" cy="739100"/>
          </a:xfrm>
        </p:grpSpPr>
        <p:pic>
          <p:nvPicPr>
            <p:cNvPr id="56392" name="Picture 8">
              <a:extLst>
                <a:ext uri="{FF2B5EF4-FFF2-40B4-BE49-F238E27FC236}">
                  <a16:creationId xmlns:a16="http://schemas.microsoft.com/office/drawing/2014/main" id="{7C279698-71B7-4066-B164-2DAA4AA5AF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815B70C-82F5-4734-BFC0-3BB7AFF13AD9}"/>
                </a:ext>
              </a:extLst>
            </p:cNvPr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TW" altLang="zh-TW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</p:grpSp>
      <p:cxnSp>
        <p:nvCxnSpPr>
          <p:cNvPr id="56332" name="Straight Connector 42">
            <a:extLst>
              <a:ext uri="{FF2B5EF4-FFF2-40B4-BE49-F238E27FC236}">
                <a16:creationId xmlns:a16="http://schemas.microsoft.com/office/drawing/2014/main" id="{E0139514-A844-489D-8B27-C74D152E38E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76513" y="2874963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6333" name="Group 43">
            <a:extLst>
              <a:ext uri="{FF2B5EF4-FFF2-40B4-BE49-F238E27FC236}">
                <a16:creationId xmlns:a16="http://schemas.microsoft.com/office/drawing/2014/main" id="{B92209DB-3F16-4807-8560-64EB68EB503A}"/>
              </a:ext>
            </a:extLst>
          </p:cNvPr>
          <p:cNvGrpSpPr>
            <a:grpSpLocks/>
          </p:cNvGrpSpPr>
          <p:nvPr/>
        </p:nvGrpSpPr>
        <p:grpSpPr bwMode="auto">
          <a:xfrm>
            <a:off x="3922713" y="2687638"/>
            <a:ext cx="1058862" cy="384175"/>
            <a:chOff x="5142253" y="5649029"/>
            <a:chExt cx="1304545" cy="695633"/>
          </a:xfrm>
        </p:grpSpPr>
        <p:grpSp>
          <p:nvGrpSpPr>
            <p:cNvPr id="56385" name="Group 92">
              <a:extLst>
                <a:ext uri="{FF2B5EF4-FFF2-40B4-BE49-F238E27FC236}">
                  <a16:creationId xmlns:a16="http://schemas.microsoft.com/office/drawing/2014/main" id="{76320442-1AA6-410E-AD72-1701227B8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56388" name="Picture 95">
                <a:extLst>
                  <a:ext uri="{FF2B5EF4-FFF2-40B4-BE49-F238E27FC236}">
                    <a16:creationId xmlns:a16="http://schemas.microsoft.com/office/drawing/2014/main" id="{221C9D63-E69C-4E2B-81A7-0266F08E7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389" name="Rectangle 96">
                <a:extLst>
                  <a:ext uri="{FF2B5EF4-FFF2-40B4-BE49-F238E27FC236}">
                    <a16:creationId xmlns:a16="http://schemas.microsoft.com/office/drawing/2014/main" id="{393CA5C1-5A54-4545-BDF7-0C7B4719C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56390" name="Rectangle 97">
                <a:extLst>
                  <a:ext uri="{FF2B5EF4-FFF2-40B4-BE49-F238E27FC236}">
                    <a16:creationId xmlns:a16="http://schemas.microsoft.com/office/drawing/2014/main" id="{1EEA93CB-7B3A-4F2E-A988-75DD84B60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56391" name="Oval 98">
                <a:extLst>
                  <a:ext uri="{FF2B5EF4-FFF2-40B4-BE49-F238E27FC236}">
                    <a16:creationId xmlns:a16="http://schemas.microsoft.com/office/drawing/2014/main" id="{229734A7-8BDD-42B2-A13A-D1551CB32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6386" name="Rectangle 93">
              <a:extLst>
                <a:ext uri="{FF2B5EF4-FFF2-40B4-BE49-F238E27FC236}">
                  <a16:creationId xmlns:a16="http://schemas.microsoft.com/office/drawing/2014/main" id="{F141AB0E-9EA6-4C51-8A58-0727A80A4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6387" name="Rectangle 94">
              <a:extLst>
                <a:ext uri="{FF2B5EF4-FFF2-40B4-BE49-F238E27FC236}">
                  <a16:creationId xmlns:a16="http://schemas.microsoft.com/office/drawing/2014/main" id="{4C7341E1-9645-4D6C-9927-AF881EDB5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6334" name="Group 44">
            <a:extLst>
              <a:ext uri="{FF2B5EF4-FFF2-40B4-BE49-F238E27FC236}">
                <a16:creationId xmlns:a16="http://schemas.microsoft.com/office/drawing/2014/main" id="{4FDA702B-817B-4028-A6E0-FE2A44A125B1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1608138"/>
            <a:ext cx="1092200" cy="303212"/>
            <a:chOff x="5128542" y="4838701"/>
            <a:chExt cx="1300833" cy="530211"/>
          </a:xfrm>
        </p:grpSpPr>
        <p:pic>
          <p:nvPicPr>
            <p:cNvPr id="56382" name="Picture 2">
              <a:extLst>
                <a:ext uri="{FF2B5EF4-FFF2-40B4-BE49-F238E27FC236}">
                  <a16:creationId xmlns:a16="http://schemas.microsoft.com/office/drawing/2014/main" id="{BC5BA691-07A4-486A-9039-DC4B0B8A36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83" name="Rectangle 90">
              <a:extLst>
                <a:ext uri="{FF2B5EF4-FFF2-40B4-BE49-F238E27FC236}">
                  <a16:creationId xmlns:a16="http://schemas.microsoft.com/office/drawing/2014/main" id="{79EE1A10-FEE9-4426-8E97-1E5E43E79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6384" name="Rectangle 91">
              <a:extLst>
                <a:ext uri="{FF2B5EF4-FFF2-40B4-BE49-F238E27FC236}">
                  <a16:creationId xmlns:a16="http://schemas.microsoft.com/office/drawing/2014/main" id="{A40B1ED3-F22C-43AA-8FD6-90891C0C1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6335" name="Group 45">
            <a:extLst>
              <a:ext uri="{FF2B5EF4-FFF2-40B4-BE49-F238E27FC236}">
                <a16:creationId xmlns:a16="http://schemas.microsoft.com/office/drawing/2014/main" id="{A0E3DB4B-EB26-4952-8C7A-DF3781DE26CF}"/>
              </a:ext>
            </a:extLst>
          </p:cNvPr>
          <p:cNvGrpSpPr>
            <a:grpSpLocks/>
          </p:cNvGrpSpPr>
          <p:nvPr/>
        </p:nvGrpSpPr>
        <p:grpSpPr bwMode="auto">
          <a:xfrm>
            <a:off x="1735138" y="1196975"/>
            <a:ext cx="1150937" cy="730250"/>
            <a:chOff x="2387973" y="4309243"/>
            <a:chExt cx="1771787" cy="1282262"/>
          </a:xfrm>
        </p:grpSpPr>
        <p:pic>
          <p:nvPicPr>
            <p:cNvPr id="56378" name="Picture 9">
              <a:extLst>
                <a:ext uri="{FF2B5EF4-FFF2-40B4-BE49-F238E27FC236}">
                  <a16:creationId xmlns:a16="http://schemas.microsoft.com/office/drawing/2014/main" id="{B50F139C-1469-44AE-8812-020F41C2FB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10CB4EF-BC37-4186-95DE-AE5025C11EAD}"/>
                </a:ext>
              </a:extLst>
            </p:cNvPr>
            <p:cNvSpPr/>
            <p:nvPr/>
          </p:nvSpPr>
          <p:spPr>
            <a:xfrm rot="11601822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TW" altLang="zh-TW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6235615-9694-47CC-8EAF-FBCFAE0430BA}"/>
              </a:ext>
            </a:extLst>
          </p:cNvPr>
          <p:cNvSpPr txBox="1"/>
          <p:nvPr/>
        </p:nvSpPr>
        <p:spPr>
          <a:xfrm>
            <a:off x="2935288" y="2908300"/>
            <a:ext cx="566737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R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bps</a:t>
            </a:r>
          </a:p>
        </p:txBody>
      </p:sp>
      <p:cxnSp>
        <p:nvCxnSpPr>
          <p:cNvPr id="56337" name="Straight Connector 47">
            <a:extLst>
              <a:ext uri="{FF2B5EF4-FFF2-40B4-BE49-F238E27FC236}">
                <a16:creationId xmlns:a16="http://schemas.microsoft.com/office/drawing/2014/main" id="{71547B9C-9180-4C2A-9A69-6158832E8BE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67288" y="2879725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6338" name="Group 100">
            <a:extLst>
              <a:ext uri="{FF2B5EF4-FFF2-40B4-BE49-F238E27FC236}">
                <a16:creationId xmlns:a16="http://schemas.microsoft.com/office/drawing/2014/main" id="{DEC6BC46-DFB9-4327-868D-409704C7D988}"/>
              </a:ext>
            </a:extLst>
          </p:cNvPr>
          <p:cNvGrpSpPr>
            <a:grpSpLocks/>
          </p:cNvGrpSpPr>
          <p:nvPr/>
        </p:nvGrpSpPr>
        <p:grpSpPr bwMode="auto">
          <a:xfrm>
            <a:off x="5945188" y="2071688"/>
            <a:ext cx="1477962" cy="1284287"/>
            <a:chOff x="-44" y="1473"/>
            <a:chExt cx="981" cy="1105"/>
          </a:xfrm>
        </p:grpSpPr>
        <p:pic>
          <p:nvPicPr>
            <p:cNvPr id="56376" name="Picture 101" descr="desktop_computer_stylized_medium">
              <a:extLst>
                <a:ext uri="{FF2B5EF4-FFF2-40B4-BE49-F238E27FC236}">
                  <a16:creationId xmlns:a16="http://schemas.microsoft.com/office/drawing/2014/main" id="{1A442106-10EB-4694-B4A8-ECDF1E63A1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Freeform 102">
              <a:extLst>
                <a:ext uri="{FF2B5EF4-FFF2-40B4-BE49-F238E27FC236}">
                  <a16:creationId xmlns:a16="http://schemas.microsoft.com/office/drawing/2014/main" id="{8165E492-2903-40FC-A922-7ED1E35B9D5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80"/>
              <a:ext cx="474" cy="505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kern="0" dirty="0">
                <a:solidFill>
                  <a:prstClr val="black"/>
                </a:solidFill>
                <a:latin typeface="Calibri"/>
                <a:ea typeface="+mn-ea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A7CE3DA-5F23-492E-90C8-8F8248D30910}"/>
              </a:ext>
            </a:extLst>
          </p:cNvPr>
          <p:cNvSpPr txBox="1"/>
          <p:nvPr/>
        </p:nvSpPr>
        <p:spPr>
          <a:xfrm>
            <a:off x="7427913" y="2778125"/>
            <a:ext cx="1012825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destination</a:t>
            </a:r>
          </a:p>
        </p:txBody>
      </p:sp>
      <p:sp>
        <p:nvSpPr>
          <p:cNvPr id="56340" name="TextBox 52">
            <a:extLst>
              <a:ext uri="{FF2B5EF4-FFF2-40B4-BE49-F238E27FC236}">
                <a16:creationId xmlns:a16="http://schemas.microsoft.com/office/drawing/2014/main" id="{437B96AB-92B1-47D7-9054-894C3C4A3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538" y="2574925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56341" name="TextBox 53">
            <a:extLst>
              <a:ext uri="{FF2B5EF4-FFF2-40B4-BE49-F238E27FC236}">
                <a16:creationId xmlns:a16="http://schemas.microsoft.com/office/drawing/2014/main" id="{83711935-4D9A-40B6-9032-391F6A07F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88" y="2581275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56342" name="TextBox 54">
            <a:extLst>
              <a:ext uri="{FF2B5EF4-FFF2-40B4-BE49-F238E27FC236}">
                <a16:creationId xmlns:a16="http://schemas.microsoft.com/office/drawing/2014/main" id="{9DB050A8-CB9F-4C01-BC53-339642016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2578100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</a:p>
        </p:txBody>
      </p:sp>
      <p:grpSp>
        <p:nvGrpSpPr>
          <p:cNvPr id="56343" name="Group 55">
            <a:extLst>
              <a:ext uri="{FF2B5EF4-FFF2-40B4-BE49-F238E27FC236}">
                <a16:creationId xmlns:a16="http://schemas.microsoft.com/office/drawing/2014/main" id="{2DA32675-AE6F-410C-BA28-399AFA01A5BA}"/>
              </a:ext>
            </a:extLst>
          </p:cNvPr>
          <p:cNvGrpSpPr>
            <a:grpSpLocks/>
          </p:cNvGrpSpPr>
          <p:nvPr/>
        </p:nvGrpSpPr>
        <p:grpSpPr bwMode="auto">
          <a:xfrm>
            <a:off x="1744663" y="1873250"/>
            <a:ext cx="2935287" cy="841375"/>
            <a:chOff x="593766" y="5264055"/>
            <a:chExt cx="3597129" cy="1011695"/>
          </a:xfrm>
        </p:grpSpPr>
        <p:grpSp>
          <p:nvGrpSpPr>
            <p:cNvPr id="56347" name="Group 56">
              <a:extLst>
                <a:ext uri="{FF2B5EF4-FFF2-40B4-BE49-F238E27FC236}">
                  <a16:creationId xmlns:a16="http://schemas.microsoft.com/office/drawing/2014/main" id="{E9471C5F-6288-4CF2-8A93-97BA039EE6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7077" y="5264055"/>
              <a:ext cx="617671" cy="927313"/>
              <a:chOff x="2105936" y="5387204"/>
              <a:chExt cx="617671" cy="927313"/>
            </a:xfrm>
          </p:grpSpPr>
          <p:sp>
            <p:nvSpPr>
              <p:cNvPr id="56368" name="Rectangle 77">
                <a:extLst>
                  <a:ext uri="{FF2B5EF4-FFF2-40B4-BE49-F238E27FC236}">
                    <a16:creationId xmlns:a16="http://schemas.microsoft.com/office/drawing/2014/main" id="{97956C42-6233-4FE4-ACF7-A19A3F833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16DCA5D5-0815-454D-B506-4BBEA029E204}"/>
                  </a:ext>
                </a:extLst>
              </p:cNvPr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706DD6A7-E11C-4B18-82B9-0D0533902B60}"/>
                  </a:ext>
                </a:extLst>
              </p:cNvPr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D68852B1-552A-4C4A-AB68-3848866426BD}"/>
                  </a:ext>
                </a:extLst>
              </p:cNvPr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56372" name="Straight Connector 81">
                <a:extLst>
                  <a:ext uri="{FF2B5EF4-FFF2-40B4-BE49-F238E27FC236}">
                    <a16:creationId xmlns:a16="http://schemas.microsoft.com/office/drawing/2014/main" id="{157D2086-AE62-4973-B61A-401A6E0E2096}"/>
                  </a:ext>
                </a:extLst>
              </p:cNvPr>
              <p:cNvCxnSpPr>
                <a:cxnSpLocks noChangeShapeType="1"/>
                <a:stCxn id="81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373" name="Straight Connector 82">
                <a:extLst>
                  <a:ext uri="{FF2B5EF4-FFF2-40B4-BE49-F238E27FC236}">
                    <a16:creationId xmlns:a16="http://schemas.microsoft.com/office/drawing/2014/main" id="{4F1284B8-A7FB-47FB-86A3-A510CB45175E}"/>
                  </a:ext>
                </a:extLst>
              </p:cNvPr>
              <p:cNvCxnSpPr>
                <a:cxnSpLocks noChangeShapeType="1"/>
                <a:endCxn id="81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374" name="Straight Connector 83">
                <a:extLst>
                  <a:ext uri="{FF2B5EF4-FFF2-40B4-BE49-F238E27FC236}">
                    <a16:creationId xmlns:a16="http://schemas.microsoft.com/office/drawing/2014/main" id="{C6F747C1-8983-4802-A1E0-34916F9D5684}"/>
                  </a:ext>
                </a:extLst>
              </p:cNvPr>
              <p:cNvCxnSpPr>
                <a:cxnSpLocks noChangeShapeType="1"/>
                <a:endCxn id="81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375" name="Straight Connector 84">
                <a:extLst>
                  <a:ext uri="{FF2B5EF4-FFF2-40B4-BE49-F238E27FC236}">
                    <a16:creationId xmlns:a16="http://schemas.microsoft.com/office/drawing/2014/main" id="{FB14CD09-757B-4E22-9047-2288052222A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6348" name="Group 57">
              <a:extLst>
                <a:ext uri="{FF2B5EF4-FFF2-40B4-BE49-F238E27FC236}">
                  <a16:creationId xmlns:a16="http://schemas.microsoft.com/office/drawing/2014/main" id="{62B76540-39DF-4B8B-812E-A3B81C580A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6802" y="5273580"/>
              <a:ext cx="617671" cy="927313"/>
              <a:chOff x="2105936" y="5387204"/>
              <a:chExt cx="617671" cy="927313"/>
            </a:xfrm>
          </p:grpSpPr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4978E9AE-1993-498A-8FF2-150435D09081}"/>
                  </a:ext>
                </a:extLst>
              </p:cNvPr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D327D051-F6B1-461D-8248-1A8C7EA79DC9}"/>
                  </a:ext>
                </a:extLst>
              </p:cNvPr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6362" name="Rectangle 71">
                <a:extLst>
                  <a:ext uri="{FF2B5EF4-FFF2-40B4-BE49-F238E27FC236}">
                    <a16:creationId xmlns:a16="http://schemas.microsoft.com/office/drawing/2014/main" id="{DE547847-05E1-476F-83D3-18C3918E9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A82D794F-220B-4A7C-82FF-FD47C63E9F9F}"/>
                  </a:ext>
                </a:extLst>
              </p:cNvPr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56364" name="Straight Connector 73">
                <a:extLst>
                  <a:ext uri="{FF2B5EF4-FFF2-40B4-BE49-F238E27FC236}">
                    <a16:creationId xmlns:a16="http://schemas.microsoft.com/office/drawing/2014/main" id="{4C076F2B-9C15-48FA-807A-774DB6094DBE}"/>
                  </a:ext>
                </a:extLst>
              </p:cNvPr>
              <p:cNvCxnSpPr>
                <a:cxnSpLocks noChangeShapeType="1"/>
                <a:stCxn id="73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365" name="Straight Connector 74">
                <a:extLst>
                  <a:ext uri="{FF2B5EF4-FFF2-40B4-BE49-F238E27FC236}">
                    <a16:creationId xmlns:a16="http://schemas.microsoft.com/office/drawing/2014/main" id="{EA253BE6-D1A7-47A1-AF5A-BF10455D022C}"/>
                  </a:ext>
                </a:extLst>
              </p:cNvPr>
              <p:cNvCxnSpPr>
                <a:cxnSpLocks noChangeShapeType="1"/>
                <a:endCxn id="73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366" name="Straight Connector 75">
                <a:extLst>
                  <a:ext uri="{FF2B5EF4-FFF2-40B4-BE49-F238E27FC236}">
                    <a16:creationId xmlns:a16="http://schemas.microsoft.com/office/drawing/2014/main" id="{2B31F199-E52D-45AC-9284-A15B6EDAAC20}"/>
                  </a:ext>
                </a:extLst>
              </p:cNvPr>
              <p:cNvCxnSpPr>
                <a:cxnSpLocks noChangeShapeType="1"/>
                <a:endCxn id="73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367" name="Straight Connector 76">
                <a:extLst>
                  <a:ext uri="{FF2B5EF4-FFF2-40B4-BE49-F238E27FC236}">
                    <a16:creationId xmlns:a16="http://schemas.microsoft.com/office/drawing/2014/main" id="{472140D8-43DA-4CB3-B6A8-347F5AB1B54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6349" name="Group 58">
              <a:extLst>
                <a:ext uri="{FF2B5EF4-FFF2-40B4-BE49-F238E27FC236}">
                  <a16:creationId xmlns:a16="http://schemas.microsoft.com/office/drawing/2014/main" id="{2D30EDB0-F045-4B60-8514-C9E5F54529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1797" y="5294415"/>
              <a:ext cx="605641" cy="915203"/>
              <a:chOff x="335231" y="4405745"/>
              <a:chExt cx="1252537" cy="2138362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D934C642-FE19-45D2-BFF8-098FA54B9734}"/>
                  </a:ext>
                </a:extLst>
              </p:cNvPr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5DDF9B97-539F-4DA8-99D8-61BEF53A69FA}"/>
                  </a:ext>
                </a:extLst>
              </p:cNvPr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6359" name="Rectangle 68">
                <a:extLst>
                  <a:ext uri="{FF2B5EF4-FFF2-40B4-BE49-F238E27FC236}">
                    <a16:creationId xmlns:a16="http://schemas.microsoft.com/office/drawing/2014/main" id="{396DE658-577C-4D1A-B665-A8E20CC4A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6350" name="Rectangle 59">
              <a:extLst>
                <a:ext uri="{FF2B5EF4-FFF2-40B4-BE49-F238E27FC236}">
                  <a16:creationId xmlns:a16="http://schemas.microsoft.com/office/drawing/2014/main" id="{C2E83589-A4AE-4E73-A0D3-842D6C823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6351" name="Right Arrow 60">
              <a:extLst>
                <a:ext uri="{FF2B5EF4-FFF2-40B4-BE49-F238E27FC236}">
                  <a16:creationId xmlns:a16="http://schemas.microsoft.com/office/drawing/2014/main" id="{ACC35A31-DD5D-4B9B-9295-727F583A1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720" y="6056232"/>
              <a:ext cx="266527" cy="219518"/>
            </a:xfrm>
            <a:prstGeom prst="rightArrow">
              <a:avLst>
                <a:gd name="adj1" fmla="val 13889"/>
                <a:gd name="adj2" fmla="val 53703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56352" name="Group 61">
              <a:extLst>
                <a:ext uri="{FF2B5EF4-FFF2-40B4-BE49-F238E27FC236}">
                  <a16:creationId xmlns:a16="http://schemas.microsoft.com/office/drawing/2014/main" id="{CBEC0ADD-0A0B-42F7-8F23-16302A453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766" y="5284519"/>
              <a:ext cx="605641" cy="915203"/>
              <a:chOff x="335231" y="4405745"/>
              <a:chExt cx="1252537" cy="2138362"/>
            </a:xfrm>
          </p:grpSpPr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092A97A5-1FD2-4780-9857-54FDAD671C83}"/>
                  </a:ext>
                </a:extLst>
              </p:cNvPr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2712B90-DD05-4085-86AE-42C0F5A1778D}"/>
                  </a:ext>
                </a:extLst>
              </p:cNvPr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6356" name="Rectangle 65">
                <a:extLst>
                  <a:ext uri="{FF2B5EF4-FFF2-40B4-BE49-F238E27FC236}">
                    <a16:creationId xmlns:a16="http://schemas.microsoft.com/office/drawing/2014/main" id="{97C1829F-A43C-45AC-AD2F-DD3F6B0E8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6353" name="Right Arrow 62">
              <a:extLst>
                <a:ext uri="{FF2B5EF4-FFF2-40B4-BE49-F238E27FC236}">
                  <a16:creationId xmlns:a16="http://schemas.microsoft.com/office/drawing/2014/main" id="{F82D3F7F-3ECB-4B21-B0F7-5D8A2D6606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245926">
              <a:off x="3947358" y="5684800"/>
              <a:ext cx="267240" cy="219835"/>
            </a:xfrm>
            <a:prstGeom prst="rightArrow">
              <a:avLst>
                <a:gd name="adj1" fmla="val 13889"/>
                <a:gd name="adj2" fmla="val 53702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9A6BD3B9-8AF4-430D-8CC5-33782781579D}"/>
              </a:ext>
            </a:extLst>
          </p:cNvPr>
          <p:cNvSpPr txBox="1"/>
          <p:nvPr/>
        </p:nvSpPr>
        <p:spPr>
          <a:xfrm>
            <a:off x="541338" y="1903413"/>
            <a:ext cx="11811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L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bits</a:t>
            </a:r>
          </a:p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per packet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0736E3A-CF77-451F-9DCE-3580CD3537CD}"/>
              </a:ext>
            </a:extLst>
          </p:cNvPr>
          <p:cNvSpPr txBox="1"/>
          <p:nvPr/>
        </p:nvSpPr>
        <p:spPr>
          <a:xfrm>
            <a:off x="5334000" y="2898775"/>
            <a:ext cx="566738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R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bps</a:t>
            </a:r>
          </a:p>
        </p:txBody>
      </p:sp>
      <p:sp>
        <p:nvSpPr>
          <p:cNvPr id="56346" name="Rectangle 3">
            <a:extLst>
              <a:ext uri="{FF2B5EF4-FFF2-40B4-BE49-F238E27FC236}">
                <a16:creationId xmlns:a16="http://schemas.microsoft.com/office/drawing/2014/main" id="{CFE396E0-D7E0-455A-9B79-0A9CBC61F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3" y="5711825"/>
            <a:ext cx="460216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SzPct val="75000"/>
            </a:pPr>
            <a:r>
              <a:rPr lang="en-US" altLang="zh-TW" sz="2400" dirty="0"/>
              <a:t>end-end delay = 2</a:t>
            </a:r>
            <a:r>
              <a:rPr lang="en-US" altLang="zh-TW" sz="2400" i="1" dirty="0"/>
              <a:t>L</a:t>
            </a:r>
            <a:r>
              <a:rPr lang="en-US" altLang="zh-TW" sz="2400" dirty="0"/>
              <a:t>/</a:t>
            </a:r>
            <a:r>
              <a:rPr lang="en-US" altLang="zh-TW" sz="2400" i="1" dirty="0"/>
              <a:t>R</a:t>
            </a:r>
            <a:r>
              <a:rPr lang="en-US" altLang="zh-TW" sz="2400" dirty="0"/>
              <a:t> (assuming zero propagation delay)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228">
            <a:extLst>
              <a:ext uri="{FF2B5EF4-FFF2-40B4-BE49-F238E27FC236}">
                <a16:creationId xmlns:a16="http://schemas.microsoft.com/office/drawing/2014/main" id="{9E5CCA50-23FA-4F8C-A61F-227F7093D60B}"/>
              </a:ext>
            </a:extLst>
          </p:cNvPr>
          <p:cNvGrpSpPr>
            <a:grpSpLocks/>
          </p:cNvGrpSpPr>
          <p:nvPr/>
        </p:nvGrpSpPr>
        <p:grpSpPr bwMode="auto">
          <a:xfrm>
            <a:off x="2303463" y="2090738"/>
            <a:ext cx="1187450" cy="554037"/>
            <a:chOff x="4650" y="1129"/>
            <a:chExt cx="246" cy="95"/>
          </a:xfrm>
        </p:grpSpPr>
        <p:sp>
          <p:nvSpPr>
            <p:cNvPr id="58444" name="Oval 407">
              <a:extLst>
                <a:ext uri="{FF2B5EF4-FFF2-40B4-BE49-F238E27FC236}">
                  <a16:creationId xmlns:a16="http://schemas.microsoft.com/office/drawing/2014/main" id="{AB48AB29-3068-4157-A5F6-4424539D8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8445" name="Rectangle 410">
              <a:extLst>
                <a:ext uri="{FF2B5EF4-FFF2-40B4-BE49-F238E27FC236}">
                  <a16:creationId xmlns:a16="http://schemas.microsoft.com/office/drawing/2014/main" id="{511D69EB-04C7-4D12-A41E-A2B46CF0A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8446" name="Oval 411">
              <a:extLst>
                <a:ext uri="{FF2B5EF4-FFF2-40B4-BE49-F238E27FC236}">
                  <a16:creationId xmlns:a16="http://schemas.microsoft.com/office/drawing/2014/main" id="{20C97B0C-BA22-42B8-BFCD-5C565D6FD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8447" name="Group 232">
              <a:extLst>
                <a:ext uri="{FF2B5EF4-FFF2-40B4-BE49-F238E27FC236}">
                  <a16:creationId xmlns:a16="http://schemas.microsoft.com/office/drawing/2014/main" id="{2C742162-0859-4113-ADE7-470825FC6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58450" name="Freeform 233">
                <a:extLst>
                  <a:ext uri="{FF2B5EF4-FFF2-40B4-BE49-F238E27FC236}">
                    <a16:creationId xmlns:a16="http://schemas.microsoft.com/office/drawing/2014/main" id="{E4D03945-6696-4797-8CEA-66FC50186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8451" name="Freeform 234">
                <a:extLst>
                  <a:ext uri="{FF2B5EF4-FFF2-40B4-BE49-F238E27FC236}">
                    <a16:creationId xmlns:a16="http://schemas.microsoft.com/office/drawing/2014/main" id="{725F78F2-963D-49FB-965A-6A32BA5AE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8448" name="Line 235">
              <a:extLst>
                <a:ext uri="{FF2B5EF4-FFF2-40B4-BE49-F238E27FC236}">
                  <a16:creationId xmlns:a16="http://schemas.microsoft.com/office/drawing/2014/main" id="{2C32B476-456B-4CE1-8D57-B89ECF611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8449" name="Line 236">
              <a:extLst>
                <a:ext uri="{FF2B5EF4-FFF2-40B4-BE49-F238E27FC236}">
                  <a16:creationId xmlns:a16="http://schemas.microsoft.com/office/drawing/2014/main" id="{D64C0522-C350-4050-9436-30EF46E9F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58371" name="Group 105">
            <a:extLst>
              <a:ext uri="{FF2B5EF4-FFF2-40B4-BE49-F238E27FC236}">
                <a16:creationId xmlns:a16="http://schemas.microsoft.com/office/drawing/2014/main" id="{7EEB3E87-2F81-4483-B38E-02E65EF1AF16}"/>
              </a:ext>
            </a:extLst>
          </p:cNvPr>
          <p:cNvGrpSpPr>
            <a:grpSpLocks/>
          </p:cNvGrpSpPr>
          <p:nvPr/>
        </p:nvGrpSpPr>
        <p:grpSpPr bwMode="auto">
          <a:xfrm>
            <a:off x="6764338" y="2314575"/>
            <a:ext cx="779462" cy="679450"/>
            <a:chOff x="-44" y="1473"/>
            <a:chExt cx="981" cy="1105"/>
          </a:xfrm>
        </p:grpSpPr>
        <p:pic>
          <p:nvPicPr>
            <p:cNvPr id="58442" name="Picture 106" descr="desktop_computer_stylized_medium">
              <a:extLst>
                <a:ext uri="{FF2B5EF4-FFF2-40B4-BE49-F238E27FC236}">
                  <a16:creationId xmlns:a16="http://schemas.microsoft.com/office/drawing/2014/main" id="{D28B86F4-5C96-422B-934E-27D17A1F9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43" name="Freeform 107">
              <a:extLst>
                <a:ext uri="{FF2B5EF4-FFF2-40B4-BE49-F238E27FC236}">
                  <a16:creationId xmlns:a16="http://schemas.microsoft.com/office/drawing/2014/main" id="{F4C3CC4E-8805-4026-8310-1CDDAA00DC1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58372" name="Footer Placeholder 2">
            <a:extLst>
              <a:ext uri="{FF2B5EF4-FFF2-40B4-BE49-F238E27FC236}">
                <a16:creationId xmlns:a16="http://schemas.microsoft.com/office/drawing/2014/main" id="{E93666CD-5070-4BE3-BB0E-4222D88D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58373" name="Rectangle 2">
            <a:extLst>
              <a:ext uri="{FF2B5EF4-FFF2-40B4-BE49-F238E27FC236}">
                <a16:creationId xmlns:a16="http://schemas.microsoft.com/office/drawing/2014/main" id="{63DC2006-98D1-4269-AEA9-1AF58CE4B0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2413" y="130175"/>
            <a:ext cx="8447087" cy="1143000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Packet Switching: queueing delay, loss</a:t>
            </a:r>
            <a:endParaRPr lang="en-US" altLang="zh-TW" sz="4000">
              <a:ea typeface="ＭＳ Ｐゴシック" panose="020B0600070205080204" pitchFamily="34" charset="-128"/>
            </a:endParaRPr>
          </a:p>
        </p:txBody>
      </p:sp>
      <p:sp>
        <p:nvSpPr>
          <p:cNvPr id="58374" name="Line 230">
            <a:extLst>
              <a:ext uri="{FF2B5EF4-FFF2-40B4-BE49-F238E27FC236}">
                <a16:creationId xmlns:a16="http://schemas.microsoft.com/office/drawing/2014/main" id="{88F8C222-016D-418E-A3D4-9A8DF142C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2303463"/>
            <a:ext cx="0" cy="228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8375" name="Line 276">
            <a:extLst>
              <a:ext uri="{FF2B5EF4-FFF2-40B4-BE49-F238E27FC236}">
                <a16:creationId xmlns:a16="http://schemas.microsoft.com/office/drawing/2014/main" id="{252F23EA-FEB8-4A43-8C8D-ACD9BF748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0675" y="1971675"/>
            <a:ext cx="744538" cy="385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8376" name="Line 277">
            <a:extLst>
              <a:ext uri="{FF2B5EF4-FFF2-40B4-BE49-F238E27FC236}">
                <a16:creationId xmlns:a16="http://schemas.microsoft.com/office/drawing/2014/main" id="{48944E32-226E-4196-854A-570C03626A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35138" y="2457450"/>
            <a:ext cx="57785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8377" name="Line 278">
            <a:extLst>
              <a:ext uri="{FF2B5EF4-FFF2-40B4-BE49-F238E27FC236}">
                <a16:creationId xmlns:a16="http://schemas.microsoft.com/office/drawing/2014/main" id="{086596A4-832E-44A8-8046-56B5DEA8A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2175" y="2398713"/>
            <a:ext cx="20161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8378" name="Line 279">
            <a:extLst>
              <a:ext uri="{FF2B5EF4-FFF2-40B4-BE49-F238E27FC236}">
                <a16:creationId xmlns:a16="http://schemas.microsoft.com/office/drawing/2014/main" id="{4B8AA573-0FD4-4AB7-B6E5-70B9A50D41E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35675" y="2581275"/>
            <a:ext cx="9525" cy="363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8379" name="Line 280">
            <a:extLst>
              <a:ext uri="{FF2B5EF4-FFF2-40B4-BE49-F238E27FC236}">
                <a16:creationId xmlns:a16="http://schemas.microsoft.com/office/drawing/2014/main" id="{7865DF5F-473F-4854-A40A-960F580C66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08750" y="2030413"/>
            <a:ext cx="604838" cy="307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8380" name="Rectangle 287">
            <a:extLst>
              <a:ext uri="{FF2B5EF4-FFF2-40B4-BE49-F238E27FC236}">
                <a16:creationId xmlns:a16="http://schemas.microsoft.com/office/drawing/2014/main" id="{5B9F6325-6FA2-40A2-A642-094DE75D3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21859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58381" name="Rectangle 288">
            <a:extLst>
              <a:ext uri="{FF2B5EF4-FFF2-40B4-BE49-F238E27FC236}">
                <a16:creationId xmlns:a16="http://schemas.microsoft.com/office/drawing/2014/main" id="{7381E8D0-81BD-473E-876C-E13E55D06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21859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58382" name="Rectangle 289">
            <a:extLst>
              <a:ext uri="{FF2B5EF4-FFF2-40B4-BE49-F238E27FC236}">
                <a16:creationId xmlns:a16="http://schemas.microsoft.com/office/drawing/2014/main" id="{5737439E-AC07-43B4-90A8-A9C3D92E3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21859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58383" name="Rectangle 290">
            <a:extLst>
              <a:ext uri="{FF2B5EF4-FFF2-40B4-BE49-F238E27FC236}">
                <a16:creationId xmlns:a16="http://schemas.microsoft.com/office/drawing/2014/main" id="{0F13F1AB-C4D5-4C87-9316-0ABA7FDE2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8" y="21859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58384" name="Rectangle 291">
            <a:extLst>
              <a:ext uri="{FF2B5EF4-FFF2-40B4-BE49-F238E27FC236}">
                <a16:creationId xmlns:a16="http://schemas.microsoft.com/office/drawing/2014/main" id="{C702A906-7E5E-43D8-8A48-1237EEE47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313" y="21859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58385" name="Rectangle 292">
            <a:extLst>
              <a:ext uri="{FF2B5EF4-FFF2-40B4-BE49-F238E27FC236}">
                <a16:creationId xmlns:a16="http://schemas.microsoft.com/office/drawing/2014/main" id="{7FC52AB3-18EE-4285-ACCB-7FE0DBA72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9788" y="21859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58386" name="Rectangle 293">
            <a:extLst>
              <a:ext uri="{FF2B5EF4-FFF2-40B4-BE49-F238E27FC236}">
                <a16:creationId xmlns:a16="http://schemas.microsoft.com/office/drawing/2014/main" id="{28331BDC-9F9D-44FC-81D3-45B6F070D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218122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grpSp>
        <p:nvGrpSpPr>
          <p:cNvPr id="58387" name="Group 311">
            <a:extLst>
              <a:ext uri="{FF2B5EF4-FFF2-40B4-BE49-F238E27FC236}">
                <a16:creationId xmlns:a16="http://schemas.microsoft.com/office/drawing/2014/main" id="{C4382224-4039-48C0-9625-B32DFA983B7A}"/>
              </a:ext>
            </a:extLst>
          </p:cNvPr>
          <p:cNvGrpSpPr>
            <a:grpSpLocks/>
          </p:cNvGrpSpPr>
          <p:nvPr/>
        </p:nvGrpSpPr>
        <p:grpSpPr bwMode="auto">
          <a:xfrm>
            <a:off x="2786063" y="2262188"/>
            <a:ext cx="633412" cy="200025"/>
            <a:chOff x="1800" y="1425"/>
            <a:chExt cx="399" cy="126"/>
          </a:xfrm>
        </p:grpSpPr>
        <p:sp>
          <p:nvSpPr>
            <p:cNvPr id="58438" name="Rectangle 294">
              <a:extLst>
                <a:ext uri="{FF2B5EF4-FFF2-40B4-BE49-F238E27FC236}">
                  <a16:creationId xmlns:a16="http://schemas.microsoft.com/office/drawing/2014/main" id="{D766571F-4C4A-42F8-B722-46F333884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8439" name="Rectangle 295">
              <a:extLst>
                <a:ext uri="{FF2B5EF4-FFF2-40B4-BE49-F238E27FC236}">
                  <a16:creationId xmlns:a16="http://schemas.microsoft.com/office/drawing/2014/main" id="{B98AA36D-6F17-46A4-9B37-8A93A633D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" y="142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8440" name="Rectangle 296">
              <a:extLst>
                <a:ext uri="{FF2B5EF4-FFF2-40B4-BE49-F238E27FC236}">
                  <a16:creationId xmlns:a16="http://schemas.microsoft.com/office/drawing/2014/main" id="{094A2C15-4E3E-439E-B4D5-98A356F0B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58441" name="Rectangle 297">
              <a:extLst>
                <a:ext uri="{FF2B5EF4-FFF2-40B4-BE49-F238E27FC236}">
                  <a16:creationId xmlns:a16="http://schemas.microsoft.com/office/drawing/2014/main" id="{0E6021BD-D27E-4D9D-87C1-CB1E0C05C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6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sp>
        <p:nvSpPr>
          <p:cNvPr id="58388" name="Rectangle 298">
            <a:extLst>
              <a:ext uri="{FF2B5EF4-FFF2-40B4-BE49-F238E27FC236}">
                <a16:creationId xmlns:a16="http://schemas.microsoft.com/office/drawing/2014/main" id="{FB5ECCE6-20B6-4891-9A9E-ADC150BFA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838" y="216217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58389" name="Rectangle 299">
            <a:extLst>
              <a:ext uri="{FF2B5EF4-FFF2-40B4-BE49-F238E27FC236}">
                <a16:creationId xmlns:a16="http://schemas.microsoft.com/office/drawing/2014/main" id="{BA6EA902-2144-4C5C-A467-A958E5233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763" y="273367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58390" name="Line 300">
            <a:extLst>
              <a:ext uri="{FF2B5EF4-FFF2-40B4-BE49-F238E27FC236}">
                <a16:creationId xmlns:a16="http://schemas.microsoft.com/office/drawing/2014/main" id="{1BE6CB91-4B01-4823-BE27-9809C81EE8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0738" y="2111375"/>
            <a:ext cx="246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8391" name="Line 301">
            <a:extLst>
              <a:ext uri="{FF2B5EF4-FFF2-40B4-BE49-F238E27FC236}">
                <a16:creationId xmlns:a16="http://schemas.microsoft.com/office/drawing/2014/main" id="{7BAA2531-75EB-48F0-A540-B40FC4D2F2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2325" y="2582863"/>
            <a:ext cx="174625" cy="180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8392" name="Line 302">
            <a:extLst>
              <a:ext uri="{FF2B5EF4-FFF2-40B4-BE49-F238E27FC236}">
                <a16:creationId xmlns:a16="http://schemas.microsoft.com/office/drawing/2014/main" id="{4349009E-8B6B-4184-978B-E80633770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1613" y="2076450"/>
            <a:ext cx="1062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8393" name="Text Box 303">
            <a:extLst>
              <a:ext uri="{FF2B5EF4-FFF2-40B4-BE49-F238E27FC236}">
                <a16:creationId xmlns:a16="http://schemas.microsoft.com/office/drawing/2014/main" id="{23864157-90B1-492D-AFA2-4CFB3F4A5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16335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66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58394" name="Text Box 304">
            <a:extLst>
              <a:ext uri="{FF2B5EF4-FFF2-40B4-BE49-F238E27FC236}">
                <a16:creationId xmlns:a16="http://schemas.microsoft.com/office/drawing/2014/main" id="{773EDBD3-F1C8-4E36-857A-2EDF6B0B1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26082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99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58395" name="Text Box 305">
            <a:extLst>
              <a:ext uri="{FF2B5EF4-FFF2-40B4-BE49-F238E27FC236}">
                <a16:creationId xmlns:a16="http://schemas.microsoft.com/office/drawing/2014/main" id="{4F267728-D2D1-4E9D-9CA4-75E94670C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1465263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C</a:t>
            </a:r>
            <a:endParaRPr lang="en-US" altLang="zh-TW" sz="24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58396" name="Text Box 308">
            <a:extLst>
              <a:ext uri="{FF2B5EF4-FFF2-40B4-BE49-F238E27FC236}">
                <a16:creationId xmlns:a16="http://schemas.microsoft.com/office/drawing/2014/main" id="{6BCE6124-FA12-4D8F-9ABB-B88FBC41F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3" y="1585913"/>
            <a:ext cx="1563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>
                <a:latin typeface="Arial" panose="020B0604020202020204" pitchFamily="34" charset="0"/>
              </a:rPr>
              <a:t>R</a:t>
            </a:r>
            <a:r>
              <a:rPr lang="en-US" altLang="zh-TW" sz="1800">
                <a:latin typeface="Arial" panose="020B0604020202020204" pitchFamily="34" charset="0"/>
              </a:rPr>
              <a:t> = 100 Mb/s</a:t>
            </a:r>
          </a:p>
        </p:txBody>
      </p:sp>
      <p:sp>
        <p:nvSpPr>
          <p:cNvPr id="58397" name="Text Box 309">
            <a:extLst>
              <a:ext uri="{FF2B5EF4-FFF2-40B4-BE49-F238E27FC236}">
                <a16:creationId xmlns:a16="http://schemas.microsoft.com/office/drawing/2014/main" id="{4CF46FF6-B76E-4B90-9DF8-27A5B11B3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5850" y="2438400"/>
            <a:ext cx="1641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>
                <a:latin typeface="Arial" panose="020B0604020202020204" pitchFamily="34" charset="0"/>
              </a:rPr>
              <a:t>R</a:t>
            </a:r>
            <a:r>
              <a:rPr lang="en-US" altLang="zh-TW" sz="2000">
                <a:latin typeface="Arial" panose="020B0604020202020204" pitchFamily="34" charset="0"/>
              </a:rPr>
              <a:t> = 1.5 Mb/s</a:t>
            </a:r>
            <a:endParaRPr lang="en-US" altLang="zh-TW" sz="24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58398" name="Text Box 310">
            <a:extLst>
              <a:ext uri="{FF2B5EF4-FFF2-40B4-BE49-F238E27FC236}">
                <a16:creationId xmlns:a16="http://schemas.microsoft.com/office/drawing/2014/main" id="{6C341F88-6A3E-446E-91B6-8974294FC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2975" y="29940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58399" name="Line 281">
            <a:extLst>
              <a:ext uri="{FF2B5EF4-FFF2-40B4-BE49-F238E27FC236}">
                <a16:creationId xmlns:a16="http://schemas.microsoft.com/office/drawing/2014/main" id="{15F6B382-737E-4134-B127-E552433A6D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2738" y="3146425"/>
            <a:ext cx="984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8400" name="Line 283">
            <a:extLst>
              <a:ext uri="{FF2B5EF4-FFF2-40B4-BE49-F238E27FC236}">
                <a16:creationId xmlns:a16="http://schemas.microsoft.com/office/drawing/2014/main" id="{D1F51D6B-338A-4AD9-9907-EE78796395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8925" y="2849563"/>
            <a:ext cx="379413" cy="225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8401" name="Text Box 306">
            <a:extLst>
              <a:ext uri="{FF2B5EF4-FFF2-40B4-BE49-F238E27FC236}">
                <a16:creationId xmlns:a16="http://schemas.microsoft.com/office/drawing/2014/main" id="{73FD3DE5-6347-4E34-BED2-B96559738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0" y="222408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D</a:t>
            </a:r>
            <a:endParaRPr lang="en-US" altLang="zh-TW" sz="24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58402" name="Text Box 307">
            <a:extLst>
              <a:ext uri="{FF2B5EF4-FFF2-40B4-BE49-F238E27FC236}">
                <a16:creationId xmlns:a16="http://schemas.microsoft.com/office/drawing/2014/main" id="{C50FA552-EA16-4D94-8BAE-616449387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9450" y="28400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E</a:t>
            </a:r>
            <a:endParaRPr lang="en-US" altLang="zh-TW" sz="24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58403" name="Text Box 330">
            <a:extLst>
              <a:ext uri="{FF2B5EF4-FFF2-40B4-BE49-F238E27FC236}">
                <a16:creationId xmlns:a16="http://schemas.microsoft.com/office/drawing/2014/main" id="{D7AD11A8-928D-4B62-BB80-EC151DFB8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984500"/>
            <a:ext cx="2354263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queue of packets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waiting for output link</a:t>
            </a:r>
            <a:endParaRPr lang="en-US" altLang="zh-TW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58404" name="Line 332">
            <a:extLst>
              <a:ext uri="{FF2B5EF4-FFF2-40B4-BE49-F238E27FC236}">
                <a16:creationId xmlns:a16="http://schemas.microsoft.com/office/drawing/2014/main" id="{E6B28A51-0B14-4532-8AF2-609AD06D2A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0838" y="2514600"/>
            <a:ext cx="166687" cy="52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58405" name="Group 96">
            <a:extLst>
              <a:ext uri="{FF2B5EF4-FFF2-40B4-BE49-F238E27FC236}">
                <a16:creationId xmlns:a16="http://schemas.microsoft.com/office/drawing/2014/main" id="{3EA9E8CC-3890-4E8F-9A52-9585EEA23785}"/>
              </a:ext>
            </a:extLst>
          </p:cNvPr>
          <p:cNvGrpSpPr>
            <a:grpSpLocks/>
          </p:cNvGrpSpPr>
          <p:nvPr/>
        </p:nvGrpSpPr>
        <p:grpSpPr bwMode="auto">
          <a:xfrm>
            <a:off x="898525" y="1651000"/>
            <a:ext cx="779463" cy="679450"/>
            <a:chOff x="-44" y="1473"/>
            <a:chExt cx="981" cy="1105"/>
          </a:xfrm>
        </p:grpSpPr>
        <p:pic>
          <p:nvPicPr>
            <p:cNvPr id="58436" name="Picture 97" descr="desktop_computer_stylized_medium">
              <a:extLst>
                <a:ext uri="{FF2B5EF4-FFF2-40B4-BE49-F238E27FC236}">
                  <a16:creationId xmlns:a16="http://schemas.microsoft.com/office/drawing/2014/main" id="{DDD549F3-D6B0-4350-8BE2-D16CB512E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37" name="Freeform 98">
              <a:extLst>
                <a:ext uri="{FF2B5EF4-FFF2-40B4-BE49-F238E27FC236}">
                  <a16:creationId xmlns:a16="http://schemas.microsoft.com/office/drawing/2014/main" id="{E8699DB3-2B81-4882-8E9E-4D3CB3D0688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58406" name="Group 99">
            <a:extLst>
              <a:ext uri="{FF2B5EF4-FFF2-40B4-BE49-F238E27FC236}">
                <a16:creationId xmlns:a16="http://schemas.microsoft.com/office/drawing/2014/main" id="{420874A0-0B77-4915-811C-1928DC62D365}"/>
              </a:ext>
            </a:extLst>
          </p:cNvPr>
          <p:cNvGrpSpPr>
            <a:grpSpLocks/>
          </p:cNvGrpSpPr>
          <p:nvPr/>
        </p:nvGrpSpPr>
        <p:grpSpPr bwMode="auto">
          <a:xfrm>
            <a:off x="1085850" y="2625725"/>
            <a:ext cx="779463" cy="679450"/>
            <a:chOff x="-44" y="1473"/>
            <a:chExt cx="981" cy="1105"/>
          </a:xfrm>
        </p:grpSpPr>
        <p:pic>
          <p:nvPicPr>
            <p:cNvPr id="58434" name="Picture 100" descr="desktop_computer_stylized_medium">
              <a:extLst>
                <a:ext uri="{FF2B5EF4-FFF2-40B4-BE49-F238E27FC236}">
                  <a16:creationId xmlns:a16="http://schemas.microsoft.com/office/drawing/2014/main" id="{19F63033-7429-44D1-A55D-6C896187EF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35" name="Freeform 101">
              <a:extLst>
                <a:ext uri="{FF2B5EF4-FFF2-40B4-BE49-F238E27FC236}">
                  <a16:creationId xmlns:a16="http://schemas.microsoft.com/office/drawing/2014/main" id="{CF48943B-5292-4D49-81C0-A0B592396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58407" name="Group 102">
            <a:extLst>
              <a:ext uri="{FF2B5EF4-FFF2-40B4-BE49-F238E27FC236}">
                <a16:creationId xmlns:a16="http://schemas.microsoft.com/office/drawing/2014/main" id="{31B7991B-03FD-4A91-A359-5ECCCA9C039B}"/>
              </a:ext>
            </a:extLst>
          </p:cNvPr>
          <p:cNvGrpSpPr>
            <a:grpSpLocks/>
          </p:cNvGrpSpPr>
          <p:nvPr/>
        </p:nvGrpSpPr>
        <p:grpSpPr bwMode="auto">
          <a:xfrm>
            <a:off x="7481888" y="2686050"/>
            <a:ext cx="779462" cy="679450"/>
            <a:chOff x="-44" y="1473"/>
            <a:chExt cx="981" cy="1105"/>
          </a:xfrm>
        </p:grpSpPr>
        <p:pic>
          <p:nvPicPr>
            <p:cNvPr id="58432" name="Picture 103" descr="desktop_computer_stylized_medium">
              <a:extLst>
                <a:ext uri="{FF2B5EF4-FFF2-40B4-BE49-F238E27FC236}">
                  <a16:creationId xmlns:a16="http://schemas.microsoft.com/office/drawing/2014/main" id="{A19C9CA3-E236-41D9-BB6C-8B5C0E2340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33" name="Freeform 104">
              <a:extLst>
                <a:ext uri="{FF2B5EF4-FFF2-40B4-BE49-F238E27FC236}">
                  <a16:creationId xmlns:a16="http://schemas.microsoft.com/office/drawing/2014/main" id="{4826EA55-7C7B-4F6D-9303-28E6CEF7D0A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58408" name="Group 108">
            <a:extLst>
              <a:ext uri="{FF2B5EF4-FFF2-40B4-BE49-F238E27FC236}">
                <a16:creationId xmlns:a16="http://schemas.microsoft.com/office/drawing/2014/main" id="{823E8949-B611-492E-B488-6B6C8FAFC99E}"/>
              </a:ext>
            </a:extLst>
          </p:cNvPr>
          <p:cNvGrpSpPr>
            <a:grpSpLocks/>
          </p:cNvGrpSpPr>
          <p:nvPr/>
        </p:nvGrpSpPr>
        <p:grpSpPr bwMode="auto">
          <a:xfrm>
            <a:off x="6846888" y="1493838"/>
            <a:ext cx="779462" cy="679450"/>
            <a:chOff x="-44" y="1473"/>
            <a:chExt cx="981" cy="1105"/>
          </a:xfrm>
        </p:grpSpPr>
        <p:pic>
          <p:nvPicPr>
            <p:cNvPr id="58430" name="Picture 109" descr="desktop_computer_stylized_medium">
              <a:extLst>
                <a:ext uri="{FF2B5EF4-FFF2-40B4-BE49-F238E27FC236}">
                  <a16:creationId xmlns:a16="http://schemas.microsoft.com/office/drawing/2014/main" id="{9E6C8202-28C6-4DE4-83D6-ECADA912CE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31" name="Freeform 110">
              <a:extLst>
                <a:ext uri="{FF2B5EF4-FFF2-40B4-BE49-F238E27FC236}">
                  <a16:creationId xmlns:a16="http://schemas.microsoft.com/office/drawing/2014/main" id="{CFBC674A-3E31-42E2-A3FE-D57CB0F03E3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58409" name="Slide Number Placeholder 3">
            <a:extLst>
              <a:ext uri="{FF2B5EF4-FFF2-40B4-BE49-F238E27FC236}">
                <a16:creationId xmlns:a16="http://schemas.microsoft.com/office/drawing/2014/main" id="{7E721C2A-CA9A-4700-9F27-AA9B6FE4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ECC0F556-58A7-4A57-8C77-B5995F8374E0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58410" name="Group 228">
            <a:extLst>
              <a:ext uri="{FF2B5EF4-FFF2-40B4-BE49-F238E27FC236}">
                <a16:creationId xmlns:a16="http://schemas.microsoft.com/office/drawing/2014/main" id="{4F7C0E31-8F17-4327-B486-B19D0C358F41}"/>
              </a:ext>
            </a:extLst>
          </p:cNvPr>
          <p:cNvGrpSpPr>
            <a:grpSpLocks/>
          </p:cNvGrpSpPr>
          <p:nvPr/>
        </p:nvGrpSpPr>
        <p:grpSpPr bwMode="auto">
          <a:xfrm>
            <a:off x="5391150" y="2160588"/>
            <a:ext cx="1128713" cy="439737"/>
            <a:chOff x="4650" y="1129"/>
            <a:chExt cx="246" cy="95"/>
          </a:xfrm>
        </p:grpSpPr>
        <p:sp>
          <p:nvSpPr>
            <p:cNvPr id="58422" name="Oval 407">
              <a:extLst>
                <a:ext uri="{FF2B5EF4-FFF2-40B4-BE49-F238E27FC236}">
                  <a16:creationId xmlns:a16="http://schemas.microsoft.com/office/drawing/2014/main" id="{5DF6CF89-A1A8-4234-A8FD-8137FD8F0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8423" name="Rectangle 410">
              <a:extLst>
                <a:ext uri="{FF2B5EF4-FFF2-40B4-BE49-F238E27FC236}">
                  <a16:creationId xmlns:a16="http://schemas.microsoft.com/office/drawing/2014/main" id="{D6565D2D-B162-4ECE-8A15-93A971FAE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8424" name="Oval 411">
              <a:extLst>
                <a:ext uri="{FF2B5EF4-FFF2-40B4-BE49-F238E27FC236}">
                  <a16:creationId xmlns:a16="http://schemas.microsoft.com/office/drawing/2014/main" id="{7BB24849-DC77-4B72-8C1E-5517556D7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8425" name="Group 232">
              <a:extLst>
                <a:ext uri="{FF2B5EF4-FFF2-40B4-BE49-F238E27FC236}">
                  <a16:creationId xmlns:a16="http://schemas.microsoft.com/office/drawing/2014/main" id="{DD6EE839-2BFC-462C-BE7F-D1038D84BA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58428" name="Freeform 233">
                <a:extLst>
                  <a:ext uri="{FF2B5EF4-FFF2-40B4-BE49-F238E27FC236}">
                    <a16:creationId xmlns:a16="http://schemas.microsoft.com/office/drawing/2014/main" id="{F81F7C74-E553-4E1E-AF07-3D272A6F1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8429" name="Freeform 234">
                <a:extLst>
                  <a:ext uri="{FF2B5EF4-FFF2-40B4-BE49-F238E27FC236}">
                    <a16:creationId xmlns:a16="http://schemas.microsoft.com/office/drawing/2014/main" id="{C78D004D-1798-417A-A1AD-94413B5B2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8426" name="Line 235">
              <a:extLst>
                <a:ext uri="{FF2B5EF4-FFF2-40B4-BE49-F238E27FC236}">
                  <a16:creationId xmlns:a16="http://schemas.microsoft.com/office/drawing/2014/main" id="{B27D63BA-EA71-41A3-B158-6D916B9A3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8427" name="Line 236">
              <a:extLst>
                <a:ext uri="{FF2B5EF4-FFF2-40B4-BE49-F238E27FC236}">
                  <a16:creationId xmlns:a16="http://schemas.microsoft.com/office/drawing/2014/main" id="{23FD149C-C705-4AC1-8504-A87F04777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58411" name="Rectangle 6">
            <a:extLst>
              <a:ext uri="{FF2B5EF4-FFF2-40B4-BE49-F238E27FC236}">
                <a16:creationId xmlns:a16="http://schemas.microsoft.com/office/drawing/2014/main" id="{8A19BD86-558A-47CE-8C08-D9F49ED6C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3930650"/>
            <a:ext cx="8131175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SzPct val="75000"/>
            </a:pPr>
            <a:r>
              <a:rPr lang="en-US" altLang="zh-TW" sz="2400" dirty="0"/>
              <a:t>If arrival rate (in bits) to link exceeds transmission rate of link for a period of time: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queuing delay: </a:t>
            </a:r>
            <a:r>
              <a:rPr lang="en-US" altLang="zh-TW" dirty="0">
                <a:ea typeface="ＭＳ Ｐゴシック" panose="020B0600070205080204" pitchFamily="34" charset="-128"/>
              </a:rPr>
              <a:t>packets will queue, wait to be transmitted on link 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Packet loss: </a:t>
            </a:r>
            <a:r>
              <a:rPr lang="en-US" altLang="zh-TW" dirty="0">
                <a:ea typeface="ＭＳ Ｐゴシック" panose="020B0600070205080204" pitchFamily="34" charset="-128"/>
              </a:rPr>
              <a:t>packets can be dropped (lost) if memory (buffer) fills up</a:t>
            </a:r>
          </a:p>
        </p:txBody>
      </p:sp>
      <p:pic>
        <p:nvPicPr>
          <p:cNvPr id="58412" name="Picture 16" descr="underline_base">
            <a:extLst>
              <a:ext uri="{FF2B5EF4-FFF2-40B4-BE49-F238E27FC236}">
                <a16:creationId xmlns:a16="http://schemas.microsoft.com/office/drawing/2014/main" id="{88E7C13E-D779-4DB5-B6A6-E64D48C1BECE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915988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8413" name="Group 228">
            <a:extLst>
              <a:ext uri="{FF2B5EF4-FFF2-40B4-BE49-F238E27FC236}">
                <a16:creationId xmlns:a16="http://schemas.microsoft.com/office/drawing/2014/main" id="{FA4A5FEE-A975-4BD8-884E-71C509C03430}"/>
              </a:ext>
            </a:extLst>
          </p:cNvPr>
          <p:cNvGrpSpPr>
            <a:grpSpLocks/>
          </p:cNvGrpSpPr>
          <p:nvPr/>
        </p:nvGrpSpPr>
        <p:grpSpPr bwMode="auto">
          <a:xfrm>
            <a:off x="5530850" y="2930525"/>
            <a:ext cx="1128713" cy="439738"/>
            <a:chOff x="4650" y="1129"/>
            <a:chExt cx="246" cy="95"/>
          </a:xfrm>
        </p:grpSpPr>
        <p:sp>
          <p:nvSpPr>
            <p:cNvPr id="58414" name="Oval 407">
              <a:extLst>
                <a:ext uri="{FF2B5EF4-FFF2-40B4-BE49-F238E27FC236}">
                  <a16:creationId xmlns:a16="http://schemas.microsoft.com/office/drawing/2014/main" id="{78C94869-AE7B-41A3-9431-1FE085436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8415" name="Rectangle 410">
              <a:extLst>
                <a:ext uri="{FF2B5EF4-FFF2-40B4-BE49-F238E27FC236}">
                  <a16:creationId xmlns:a16="http://schemas.microsoft.com/office/drawing/2014/main" id="{A305992E-834B-432F-92C3-B179BD155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58416" name="Oval 411">
              <a:extLst>
                <a:ext uri="{FF2B5EF4-FFF2-40B4-BE49-F238E27FC236}">
                  <a16:creationId xmlns:a16="http://schemas.microsoft.com/office/drawing/2014/main" id="{7532B5C9-CB23-433F-8C6E-AFB111525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8417" name="Group 232">
              <a:extLst>
                <a:ext uri="{FF2B5EF4-FFF2-40B4-BE49-F238E27FC236}">
                  <a16:creationId xmlns:a16="http://schemas.microsoft.com/office/drawing/2014/main" id="{89899A7F-B4AE-4BBD-AB32-A8965ADC20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58420" name="Freeform 233">
                <a:extLst>
                  <a:ext uri="{FF2B5EF4-FFF2-40B4-BE49-F238E27FC236}">
                    <a16:creationId xmlns:a16="http://schemas.microsoft.com/office/drawing/2014/main" id="{CE8CE200-655C-4685-A15A-B194A8601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58421" name="Freeform 234">
                <a:extLst>
                  <a:ext uri="{FF2B5EF4-FFF2-40B4-BE49-F238E27FC236}">
                    <a16:creationId xmlns:a16="http://schemas.microsoft.com/office/drawing/2014/main" id="{E8407E10-DABA-4D47-9975-9F83E45E5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58418" name="Line 235">
              <a:extLst>
                <a:ext uri="{FF2B5EF4-FFF2-40B4-BE49-F238E27FC236}">
                  <a16:creationId xmlns:a16="http://schemas.microsoft.com/office/drawing/2014/main" id="{C1C8162E-83D0-4C92-97BC-1A977426C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58419" name="Line 236">
              <a:extLst>
                <a:ext uri="{FF2B5EF4-FFF2-40B4-BE49-F238E27FC236}">
                  <a16:creationId xmlns:a16="http://schemas.microsoft.com/office/drawing/2014/main" id="{BC84B798-61D1-4CD5-9FA5-31FA8E8EE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4">
            <a:extLst>
              <a:ext uri="{FF2B5EF4-FFF2-40B4-BE49-F238E27FC236}">
                <a16:creationId xmlns:a16="http://schemas.microsoft.com/office/drawing/2014/main" id="{689BC1A6-BB8A-4A5F-BA62-F4511EEF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Network Layer</a:t>
            </a:r>
          </a:p>
        </p:txBody>
      </p:sp>
      <p:sp>
        <p:nvSpPr>
          <p:cNvPr id="60419" name="Slide Number Placeholder 5">
            <a:extLst>
              <a:ext uri="{FF2B5EF4-FFF2-40B4-BE49-F238E27FC236}">
                <a16:creationId xmlns:a16="http://schemas.microsoft.com/office/drawing/2014/main" id="{FC3DE5E6-3500-436C-A408-C8E82D21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4-</a:t>
            </a:r>
            <a:fld id="{BD9D63EC-97C4-4968-AD35-18B6CBACC76D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60420" name="Picture 6" descr="underline_base">
            <a:extLst>
              <a:ext uri="{FF2B5EF4-FFF2-40B4-BE49-F238E27FC236}">
                <a16:creationId xmlns:a16="http://schemas.microsoft.com/office/drawing/2014/main" id="{423D1E2D-83A8-4BA8-95BD-EFD7E80DC94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03505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Rectangle 2">
            <a:extLst>
              <a:ext uri="{FF2B5EF4-FFF2-40B4-BE49-F238E27FC236}">
                <a16:creationId xmlns:a16="http://schemas.microsoft.com/office/drawing/2014/main" id="{9D4575B3-B264-44C2-A341-F5E1F9CA5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Two key network-core functions</a:t>
            </a:r>
          </a:p>
        </p:txBody>
      </p:sp>
      <p:sp>
        <p:nvSpPr>
          <p:cNvPr id="60422" name="Rectangle 3">
            <a:extLst>
              <a:ext uri="{FF2B5EF4-FFF2-40B4-BE49-F238E27FC236}">
                <a16:creationId xmlns:a16="http://schemas.microsoft.com/office/drawing/2014/main" id="{2CF73E6B-4F59-4A01-BD3B-11B434C6D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03750" y="1404938"/>
            <a:ext cx="4192588" cy="4648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00000"/>
                </a:solidFill>
                <a:ea typeface="ＭＳ Ｐゴシック" panose="020B0600070205080204" pitchFamily="34" charset="-128"/>
              </a:rPr>
              <a:t>forwarding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:</a:t>
            </a:r>
            <a:r>
              <a:rPr lang="en-US" altLang="zh-TW" sz="240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>
                <a:ea typeface="ＭＳ Ｐゴシック" panose="020B0600070205080204" pitchFamily="34" charset="-128"/>
              </a:rPr>
              <a:t>move packets from router</a:t>
            </a:r>
            <a:r>
              <a:rPr lang="ja-JP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a typeface="ＭＳ Ｐゴシック" panose="020B0600070205080204" pitchFamily="34" charset="-128"/>
              </a:rPr>
              <a:t>s input to appropriate router output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AD1952D1-2F95-40DC-96D0-821C44CF3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1385888"/>
            <a:ext cx="4192588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00000"/>
                </a:solidFill>
                <a:cs typeface="Arial" panose="020B0604020202020204" pitchFamily="34" charset="0"/>
              </a:rPr>
              <a:t>routing:</a:t>
            </a:r>
            <a:r>
              <a:rPr lang="en-US" altLang="zh-TW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zh-TW" sz="2400">
                <a:cs typeface="Arial" panose="020B0604020202020204" pitchFamily="34" charset="0"/>
              </a:rPr>
              <a:t>determines source-destination route taken by packets</a:t>
            </a:r>
          </a:p>
          <a:p>
            <a:pPr lvl="1">
              <a:spcBef>
                <a:spcPct val="0"/>
              </a:spcBef>
            </a:pPr>
            <a:r>
              <a:rPr lang="en-US" altLang="zh-TW" i="1">
                <a:cs typeface="Arial" panose="020B0604020202020204" pitchFamily="34" charset="0"/>
              </a:rPr>
              <a:t>routing algorithms</a:t>
            </a:r>
            <a:endParaRPr lang="en-US" altLang="zh-TW"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TW">
              <a:cs typeface="Arial" panose="020B0604020202020204" pitchFamily="34" charset="0"/>
            </a:endParaRP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E385F7BB-6941-4B22-8CF4-EFF1DDCF4E31}"/>
              </a:ext>
            </a:extLst>
          </p:cNvPr>
          <p:cNvSpPr>
            <a:spLocks/>
          </p:cNvSpPr>
          <p:nvPr/>
        </p:nvSpPr>
        <p:spPr bwMode="auto">
          <a:xfrm rot="16200000">
            <a:off x="3289300" y="3600451"/>
            <a:ext cx="2198687" cy="1497012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  <a:gd name="connsiteX0" fmla="*/ 0 w 10000"/>
              <a:gd name="connsiteY0" fmla="*/ 0 h 9714"/>
              <a:gd name="connsiteX1" fmla="*/ 3718 w 10000"/>
              <a:gd name="connsiteY1" fmla="*/ 8779 h 9714"/>
              <a:gd name="connsiteX2" fmla="*/ 9148 w 10000"/>
              <a:gd name="connsiteY2" fmla="*/ 9657 h 9714"/>
              <a:gd name="connsiteX3" fmla="*/ 10000 w 10000"/>
              <a:gd name="connsiteY3" fmla="*/ 61 h 9714"/>
              <a:gd name="connsiteX4" fmla="*/ 0 w 10000"/>
              <a:gd name="connsiteY4" fmla="*/ 0 h 9714"/>
              <a:gd name="connsiteX0" fmla="*/ 0 w 10000"/>
              <a:gd name="connsiteY0" fmla="*/ 0 h 9095"/>
              <a:gd name="connsiteX1" fmla="*/ 3718 w 10000"/>
              <a:gd name="connsiteY1" fmla="*/ 9037 h 9095"/>
              <a:gd name="connsiteX2" fmla="*/ 5712 w 10000"/>
              <a:gd name="connsiteY2" fmla="*/ 8929 h 9095"/>
              <a:gd name="connsiteX3" fmla="*/ 10000 w 10000"/>
              <a:gd name="connsiteY3" fmla="*/ 63 h 9095"/>
              <a:gd name="connsiteX4" fmla="*/ 0 w 10000"/>
              <a:gd name="connsiteY4" fmla="*/ 0 h 9095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8989"/>
              <a:gd name="connsiteY0" fmla="*/ 0 h 11618"/>
              <a:gd name="connsiteX1" fmla="*/ 2707 w 8989"/>
              <a:gd name="connsiteY1" fmla="*/ 11554 h 11618"/>
              <a:gd name="connsiteX2" fmla="*/ 4701 w 8989"/>
              <a:gd name="connsiteY2" fmla="*/ 11435 h 11618"/>
              <a:gd name="connsiteX3" fmla="*/ 8989 w 8989"/>
              <a:gd name="connsiteY3" fmla="*/ 1687 h 11618"/>
              <a:gd name="connsiteX4" fmla="*/ 0 w 8989"/>
              <a:gd name="connsiteY4" fmla="*/ 0 h 11618"/>
              <a:gd name="connsiteX0" fmla="*/ 0 w 9888"/>
              <a:gd name="connsiteY0" fmla="*/ 115 h 10115"/>
              <a:gd name="connsiteX1" fmla="*/ 3011 w 9888"/>
              <a:gd name="connsiteY1" fmla="*/ 10060 h 10115"/>
              <a:gd name="connsiteX2" fmla="*/ 5230 w 9888"/>
              <a:gd name="connsiteY2" fmla="*/ 9957 h 10115"/>
              <a:gd name="connsiteX3" fmla="*/ 9888 w 9888"/>
              <a:gd name="connsiteY3" fmla="*/ 0 h 10115"/>
              <a:gd name="connsiteX4" fmla="*/ 0 w 9888"/>
              <a:gd name="connsiteY4" fmla="*/ 115 h 10115"/>
              <a:gd name="connsiteX0" fmla="*/ 0 w 9829"/>
              <a:gd name="connsiteY0" fmla="*/ 0 h 10833"/>
              <a:gd name="connsiteX1" fmla="*/ 2874 w 9829"/>
              <a:gd name="connsiteY1" fmla="*/ 10779 h 10833"/>
              <a:gd name="connsiteX2" fmla="*/ 5118 w 9829"/>
              <a:gd name="connsiteY2" fmla="*/ 10677 h 10833"/>
              <a:gd name="connsiteX3" fmla="*/ 9829 w 9829"/>
              <a:gd name="connsiteY3" fmla="*/ 833 h 10833"/>
              <a:gd name="connsiteX4" fmla="*/ 0 w 9829"/>
              <a:gd name="connsiteY4" fmla="*/ 0 h 10833"/>
              <a:gd name="connsiteX0" fmla="*/ 0 w 10289"/>
              <a:gd name="connsiteY0" fmla="*/ 0 h 10000"/>
              <a:gd name="connsiteX1" fmla="*/ 2924 w 10289"/>
              <a:gd name="connsiteY1" fmla="*/ 9950 h 10000"/>
              <a:gd name="connsiteX2" fmla="*/ 5207 w 10289"/>
              <a:gd name="connsiteY2" fmla="*/ 9856 h 10000"/>
              <a:gd name="connsiteX3" fmla="*/ 10289 w 10289"/>
              <a:gd name="connsiteY3" fmla="*/ 54 h 10000"/>
              <a:gd name="connsiteX4" fmla="*/ 0 w 10289"/>
              <a:gd name="connsiteY4" fmla="*/ 0 h 10000"/>
              <a:gd name="connsiteX0" fmla="*/ 0 w 10289"/>
              <a:gd name="connsiteY0" fmla="*/ 0 h 10953"/>
              <a:gd name="connsiteX1" fmla="*/ 2924 w 10289"/>
              <a:gd name="connsiteY1" fmla="*/ 9950 h 10953"/>
              <a:gd name="connsiteX2" fmla="*/ 3723 w 10289"/>
              <a:gd name="connsiteY2" fmla="*/ 10695 h 10953"/>
              <a:gd name="connsiteX3" fmla="*/ 5207 w 10289"/>
              <a:gd name="connsiteY3" fmla="*/ 9856 h 10953"/>
              <a:gd name="connsiteX4" fmla="*/ 10289 w 10289"/>
              <a:gd name="connsiteY4" fmla="*/ 54 h 10953"/>
              <a:gd name="connsiteX5" fmla="*/ 0 w 10289"/>
              <a:gd name="connsiteY5" fmla="*/ 0 h 10953"/>
              <a:gd name="connsiteX0" fmla="*/ 0 w 10289"/>
              <a:gd name="connsiteY0" fmla="*/ 0 h 11138"/>
              <a:gd name="connsiteX1" fmla="*/ 2924 w 10289"/>
              <a:gd name="connsiteY1" fmla="*/ 9950 h 11138"/>
              <a:gd name="connsiteX2" fmla="*/ 5207 w 10289"/>
              <a:gd name="connsiteY2" fmla="*/ 9856 h 11138"/>
              <a:gd name="connsiteX3" fmla="*/ 10289 w 10289"/>
              <a:gd name="connsiteY3" fmla="*/ 54 h 11138"/>
              <a:gd name="connsiteX4" fmla="*/ 0 w 10289"/>
              <a:gd name="connsiteY4" fmla="*/ 0 h 11138"/>
              <a:gd name="connsiteX0" fmla="*/ 0 w 10289"/>
              <a:gd name="connsiteY0" fmla="*/ 0 h 10669"/>
              <a:gd name="connsiteX1" fmla="*/ 2924 w 10289"/>
              <a:gd name="connsiteY1" fmla="*/ 9950 h 10669"/>
              <a:gd name="connsiteX2" fmla="*/ 5207 w 10289"/>
              <a:gd name="connsiteY2" fmla="*/ 9856 h 10669"/>
              <a:gd name="connsiteX3" fmla="*/ 10289 w 10289"/>
              <a:gd name="connsiteY3" fmla="*/ 54 h 10669"/>
              <a:gd name="connsiteX4" fmla="*/ 0 w 10289"/>
              <a:gd name="connsiteY4" fmla="*/ 0 h 10669"/>
              <a:gd name="connsiteX0" fmla="*/ 0 w 10289"/>
              <a:gd name="connsiteY0" fmla="*/ 0 h 10734"/>
              <a:gd name="connsiteX1" fmla="*/ 2924 w 10289"/>
              <a:gd name="connsiteY1" fmla="*/ 9950 h 10734"/>
              <a:gd name="connsiteX2" fmla="*/ 4455 w 10289"/>
              <a:gd name="connsiteY2" fmla="*/ 10094 h 10734"/>
              <a:gd name="connsiteX3" fmla="*/ 10289 w 10289"/>
              <a:gd name="connsiteY3" fmla="*/ 54 h 10734"/>
              <a:gd name="connsiteX4" fmla="*/ 0 w 10289"/>
              <a:gd name="connsiteY4" fmla="*/ 0 h 10734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9960"/>
              <a:gd name="connsiteX1" fmla="*/ 2924 w 10289"/>
              <a:gd name="connsiteY1" fmla="*/ 9950 h 9960"/>
              <a:gd name="connsiteX2" fmla="*/ 4166 w 10289"/>
              <a:gd name="connsiteY2" fmla="*/ 9776 h 9960"/>
              <a:gd name="connsiteX3" fmla="*/ 10289 w 10289"/>
              <a:gd name="connsiteY3" fmla="*/ 54 h 9960"/>
              <a:gd name="connsiteX4" fmla="*/ 0 w 10289"/>
              <a:gd name="connsiteY4" fmla="*/ 0 h 9960"/>
              <a:gd name="connsiteX0" fmla="*/ 0 w 10000"/>
              <a:gd name="connsiteY0" fmla="*/ 0 h 10000"/>
              <a:gd name="connsiteX1" fmla="*/ 2842 w 10000"/>
              <a:gd name="connsiteY1" fmla="*/ 9990 h 10000"/>
              <a:gd name="connsiteX2" fmla="*/ 4049 w 10000"/>
              <a:gd name="connsiteY2" fmla="*/ 9815 h 10000"/>
              <a:gd name="connsiteX3" fmla="*/ 10000 w 10000"/>
              <a:gd name="connsiteY3" fmla="*/ 54 h 10000"/>
              <a:gd name="connsiteX4" fmla="*/ 0 w 10000"/>
              <a:gd name="connsiteY4" fmla="*/ 0 h 10000"/>
              <a:gd name="connsiteX0" fmla="*/ 0 w 10000"/>
              <a:gd name="connsiteY0" fmla="*/ 0 h 10400"/>
              <a:gd name="connsiteX1" fmla="*/ 2740 w 10000"/>
              <a:gd name="connsiteY1" fmla="*/ 10397 h 10400"/>
              <a:gd name="connsiteX2" fmla="*/ 4049 w 10000"/>
              <a:gd name="connsiteY2" fmla="*/ 9815 h 10400"/>
              <a:gd name="connsiteX3" fmla="*/ 10000 w 10000"/>
              <a:gd name="connsiteY3" fmla="*/ 54 h 10400"/>
              <a:gd name="connsiteX4" fmla="*/ 0 w 10000"/>
              <a:gd name="connsiteY4" fmla="*/ 0 h 10400"/>
              <a:gd name="connsiteX0" fmla="*/ 0 w 10000"/>
              <a:gd name="connsiteY0" fmla="*/ 0 h 10419"/>
              <a:gd name="connsiteX1" fmla="*/ 2740 w 10000"/>
              <a:gd name="connsiteY1" fmla="*/ 10397 h 10419"/>
              <a:gd name="connsiteX2" fmla="*/ 3599 w 10000"/>
              <a:gd name="connsiteY2" fmla="*/ 10338 h 10419"/>
              <a:gd name="connsiteX3" fmla="*/ 10000 w 10000"/>
              <a:gd name="connsiteY3" fmla="*/ 54 h 10419"/>
              <a:gd name="connsiteX4" fmla="*/ 0 w 10000"/>
              <a:gd name="connsiteY4" fmla="*/ 0 h 10419"/>
              <a:gd name="connsiteX0" fmla="*/ 0 w 10000"/>
              <a:gd name="connsiteY0" fmla="*/ 0 h 10397"/>
              <a:gd name="connsiteX1" fmla="*/ 2740 w 10000"/>
              <a:gd name="connsiteY1" fmla="*/ 10397 h 10397"/>
              <a:gd name="connsiteX2" fmla="*/ 3599 w 10000"/>
              <a:gd name="connsiteY2" fmla="*/ 10338 h 10397"/>
              <a:gd name="connsiteX3" fmla="*/ 10000 w 10000"/>
              <a:gd name="connsiteY3" fmla="*/ 54 h 10397"/>
              <a:gd name="connsiteX4" fmla="*/ 0 w 10000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75"/>
              <a:gd name="connsiteY0" fmla="*/ 0 h 10310"/>
              <a:gd name="connsiteX1" fmla="*/ 2801 w 10675"/>
              <a:gd name="connsiteY1" fmla="*/ 10310 h 10310"/>
              <a:gd name="connsiteX2" fmla="*/ 3660 w 10675"/>
              <a:gd name="connsiteY2" fmla="*/ 10251 h 10310"/>
              <a:gd name="connsiteX3" fmla="*/ 10675 w 10675"/>
              <a:gd name="connsiteY3" fmla="*/ 25 h 10310"/>
              <a:gd name="connsiteX4" fmla="*/ 0 w 10675"/>
              <a:gd name="connsiteY4" fmla="*/ 0 h 10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5" h="10310">
                <a:moveTo>
                  <a:pt x="0" y="0"/>
                </a:moveTo>
                <a:cubicBezTo>
                  <a:pt x="3109" y="3835"/>
                  <a:pt x="2511" y="6378"/>
                  <a:pt x="2801" y="10310"/>
                </a:cubicBezTo>
                <a:cubicBezTo>
                  <a:pt x="3337" y="10277"/>
                  <a:pt x="2862" y="10312"/>
                  <a:pt x="3660" y="10251"/>
                </a:cubicBezTo>
                <a:cubicBezTo>
                  <a:pt x="5139" y="5189"/>
                  <a:pt x="6996" y="3438"/>
                  <a:pt x="10675" y="25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75000">
                <a:srgbClr val="7BE5CA"/>
              </a:gs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en-US" sz="1800" dirty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grpSp>
        <p:nvGrpSpPr>
          <p:cNvPr id="60425" name="Group 4">
            <a:extLst>
              <a:ext uri="{FF2B5EF4-FFF2-40B4-BE49-F238E27FC236}">
                <a16:creationId xmlns:a16="http://schemas.microsoft.com/office/drawing/2014/main" id="{09751C76-0EE5-4B24-9F03-B7FA7467354E}"/>
              </a:ext>
            </a:extLst>
          </p:cNvPr>
          <p:cNvGrpSpPr>
            <a:grpSpLocks/>
          </p:cNvGrpSpPr>
          <p:nvPr/>
        </p:nvGrpSpPr>
        <p:grpSpPr bwMode="auto">
          <a:xfrm>
            <a:off x="1328738" y="3152775"/>
            <a:ext cx="2317750" cy="2333625"/>
            <a:chOff x="272609" y="3015788"/>
            <a:chExt cx="2317750" cy="2333625"/>
          </a:xfrm>
        </p:grpSpPr>
        <p:sp>
          <p:nvSpPr>
            <p:cNvPr id="60579" name="Rectangle 4">
              <a:extLst>
                <a:ext uri="{FF2B5EF4-FFF2-40B4-BE49-F238E27FC236}">
                  <a16:creationId xmlns:a16="http://schemas.microsoft.com/office/drawing/2014/main" id="{18399514-C829-4481-B7AE-15A61978A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09" y="3015788"/>
              <a:ext cx="2317750" cy="2333625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580" name="Oval 5">
              <a:extLst>
                <a:ext uri="{FF2B5EF4-FFF2-40B4-BE49-F238E27FC236}">
                  <a16:creationId xmlns:a16="http://schemas.microsoft.com/office/drawing/2014/main" id="{F342899A-BE72-4C35-A214-7A0D0170F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021" y="3068176"/>
              <a:ext cx="2095500" cy="6048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581" name="Text Box 108">
              <a:extLst>
                <a:ext uri="{FF2B5EF4-FFF2-40B4-BE49-F238E27FC236}">
                  <a16:creationId xmlns:a16="http://schemas.microsoft.com/office/drawing/2014/main" id="{0AD03B41-76E3-409D-9808-A1377A6D8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609" y="3225338"/>
              <a:ext cx="18637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routing algorithm</a:t>
              </a:r>
            </a:p>
          </p:txBody>
        </p:sp>
        <p:sp>
          <p:nvSpPr>
            <p:cNvPr id="60582" name="Rectangle 109">
              <a:extLst>
                <a:ext uri="{FF2B5EF4-FFF2-40B4-BE49-F238E27FC236}">
                  <a16:creationId xmlns:a16="http://schemas.microsoft.com/office/drawing/2014/main" id="{29ADED49-A1E0-4BAF-B7B1-4ED1BDD9A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96" y="3973051"/>
              <a:ext cx="2005013" cy="12795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583" name="Text Box 110">
              <a:extLst>
                <a:ext uri="{FF2B5EF4-FFF2-40B4-BE49-F238E27FC236}">
                  <a16:creationId xmlns:a16="http://schemas.microsoft.com/office/drawing/2014/main" id="{1A7A0A5B-8DD0-4CDA-A735-00578B57C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59" y="3925426"/>
              <a:ext cx="185896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local forwarding table</a:t>
              </a:r>
            </a:p>
          </p:txBody>
        </p:sp>
        <p:sp>
          <p:nvSpPr>
            <p:cNvPr id="60584" name="Text Box 111">
              <a:extLst>
                <a:ext uri="{FF2B5EF4-FFF2-40B4-BE49-F238E27FC236}">
                  <a16:creationId xmlns:a16="http://schemas.microsoft.com/office/drawing/2014/main" id="{FF51B759-E1B2-49AB-AEDE-B17BAF158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484" y="4173076"/>
              <a:ext cx="1212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header value</a:t>
              </a:r>
            </a:p>
          </p:txBody>
        </p:sp>
        <p:sp>
          <p:nvSpPr>
            <p:cNvPr id="60585" name="Text Box 112">
              <a:extLst>
                <a:ext uri="{FF2B5EF4-FFF2-40B4-BE49-F238E27FC236}">
                  <a16:creationId xmlns:a16="http://schemas.microsoft.com/office/drawing/2014/main" id="{71EA7177-E44D-4626-B97D-C575CDF82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2284" y="4174663"/>
              <a:ext cx="1041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 link</a:t>
              </a:r>
            </a:p>
          </p:txBody>
        </p:sp>
        <p:sp>
          <p:nvSpPr>
            <p:cNvPr id="60586" name="Line 113">
              <a:extLst>
                <a:ext uri="{FF2B5EF4-FFF2-40B4-BE49-F238E27FC236}">
                  <a16:creationId xmlns:a16="http://schemas.microsoft.com/office/drawing/2014/main" id="{03E814D9-C908-4E39-9B5E-588FE07C0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0709" y="4185776"/>
              <a:ext cx="7937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0587" name="Text Box 114">
              <a:extLst>
                <a:ext uri="{FF2B5EF4-FFF2-40B4-BE49-F238E27FC236}">
                  <a16:creationId xmlns:a16="http://schemas.microsoft.com/office/drawing/2014/main" id="{8288F83E-AB45-4168-8E09-CCC7A7F86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1121" y="4457238"/>
              <a:ext cx="520700" cy="82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0100</a:t>
              </a:r>
            </a:p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0101</a:t>
              </a:r>
            </a:p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0111</a:t>
              </a:r>
            </a:p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1001</a:t>
              </a:r>
            </a:p>
          </p:txBody>
        </p:sp>
        <p:sp>
          <p:nvSpPr>
            <p:cNvPr id="60588" name="Text Box 115">
              <a:extLst>
                <a:ext uri="{FF2B5EF4-FFF2-40B4-BE49-F238E27FC236}">
                  <a16:creationId xmlns:a16="http://schemas.microsoft.com/office/drawing/2014/main" id="{CFBC00E1-E6D8-4791-AFBB-85C025248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6584" y="4457238"/>
              <a:ext cx="268287" cy="82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0589" name="Line 116">
              <a:extLst>
                <a:ext uri="{FF2B5EF4-FFF2-40B4-BE49-F238E27FC236}">
                  <a16:creationId xmlns:a16="http://schemas.microsoft.com/office/drawing/2014/main" id="{9614FBCB-85C9-4850-9267-3975A48A4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96" y="4442951"/>
              <a:ext cx="2006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0590" name="Line 117">
              <a:extLst>
                <a:ext uri="{FF2B5EF4-FFF2-40B4-BE49-F238E27FC236}">
                  <a16:creationId xmlns:a16="http://schemas.microsoft.com/office/drawing/2014/main" id="{6F5E1F5D-44F6-49C6-B030-8F8B03151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59" y="4195301"/>
              <a:ext cx="2006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0591" name="AutoShape 118">
              <a:extLst>
                <a:ext uri="{FF2B5EF4-FFF2-40B4-BE49-F238E27FC236}">
                  <a16:creationId xmlns:a16="http://schemas.microsoft.com/office/drawing/2014/main" id="{F5A2B83F-55AF-4592-AC70-FF016C53FB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50521" y="3680951"/>
              <a:ext cx="241300" cy="273050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0426" name="Group 3">
            <a:extLst>
              <a:ext uri="{FF2B5EF4-FFF2-40B4-BE49-F238E27FC236}">
                <a16:creationId xmlns:a16="http://schemas.microsoft.com/office/drawing/2014/main" id="{F6DA107E-ACD1-4734-BF99-3A22844FC64F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632200"/>
            <a:ext cx="4745038" cy="2989263"/>
            <a:chOff x="2088829" y="3641726"/>
            <a:chExt cx="4743771" cy="2989155"/>
          </a:xfrm>
        </p:grpSpPr>
        <p:sp>
          <p:nvSpPr>
            <p:cNvPr id="60429" name="Freeform 2">
              <a:extLst>
                <a:ext uri="{FF2B5EF4-FFF2-40B4-BE49-F238E27FC236}">
                  <a16:creationId xmlns:a16="http://schemas.microsoft.com/office/drawing/2014/main" id="{ABCD17F1-71C0-4C1F-B1A2-3BEA1C5DA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138" y="4260851"/>
              <a:ext cx="2847975" cy="1481138"/>
            </a:xfrm>
            <a:custGeom>
              <a:avLst/>
              <a:gdLst>
                <a:gd name="T0" fmla="*/ 2147483646 w 1794"/>
                <a:gd name="T1" fmla="*/ 2147483646 h 933"/>
                <a:gd name="T2" fmla="*/ 2147483646 w 1794"/>
                <a:gd name="T3" fmla="*/ 2147483646 h 933"/>
                <a:gd name="T4" fmla="*/ 2147483646 w 1794"/>
                <a:gd name="T5" fmla="*/ 2147483646 h 933"/>
                <a:gd name="T6" fmla="*/ 2147483646 w 1794"/>
                <a:gd name="T7" fmla="*/ 2147483646 h 933"/>
                <a:gd name="T8" fmla="*/ 2147483646 w 1794"/>
                <a:gd name="T9" fmla="*/ 2147483646 h 933"/>
                <a:gd name="T10" fmla="*/ 2147483646 w 1794"/>
                <a:gd name="T11" fmla="*/ 2147483646 h 933"/>
                <a:gd name="T12" fmla="*/ 2147483646 w 1794"/>
                <a:gd name="T13" fmla="*/ 2147483646 h 933"/>
                <a:gd name="T14" fmla="*/ 2147483646 w 1794"/>
                <a:gd name="T15" fmla="*/ 2147483646 h 933"/>
                <a:gd name="T16" fmla="*/ 2147483646 w 1794"/>
                <a:gd name="T17" fmla="*/ 2147483646 h 933"/>
                <a:gd name="T18" fmla="*/ 2147483646 w 1794"/>
                <a:gd name="T19" fmla="*/ 2147483646 h 933"/>
                <a:gd name="T20" fmla="*/ 2147483646 w 1794"/>
                <a:gd name="T21" fmla="*/ 2147483646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60430" name="Freeform 6">
              <a:extLst>
                <a:ext uri="{FF2B5EF4-FFF2-40B4-BE49-F238E27FC236}">
                  <a16:creationId xmlns:a16="http://schemas.microsoft.com/office/drawing/2014/main" id="{8C36BFDA-7588-4D56-B14D-EC52680B3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313" y="4564063"/>
              <a:ext cx="542925" cy="295275"/>
            </a:xfrm>
            <a:custGeom>
              <a:avLst/>
              <a:gdLst>
                <a:gd name="T0" fmla="*/ 0 w 342"/>
                <a:gd name="T1" fmla="*/ 2147483646 h 186"/>
                <a:gd name="T2" fmla="*/ 2147483646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60431" name="Group 7">
              <a:extLst>
                <a:ext uri="{FF2B5EF4-FFF2-40B4-BE49-F238E27FC236}">
                  <a16:creationId xmlns:a16="http://schemas.microsoft.com/office/drawing/2014/main" id="{99514552-65A0-4308-8670-55EDD4E4C1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8600" y="4738688"/>
              <a:ext cx="501650" cy="233363"/>
              <a:chOff x="3600" y="219"/>
              <a:chExt cx="360" cy="175"/>
            </a:xfrm>
          </p:grpSpPr>
          <p:sp>
            <p:nvSpPr>
              <p:cNvPr id="60566" name="Oval 8">
                <a:extLst>
                  <a:ext uri="{FF2B5EF4-FFF2-40B4-BE49-F238E27FC236}">
                    <a16:creationId xmlns:a16="http://schemas.microsoft.com/office/drawing/2014/main" id="{8ADB007A-1096-4676-80F5-F13AF8F62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67" name="Line 9">
                <a:extLst>
                  <a:ext uri="{FF2B5EF4-FFF2-40B4-BE49-F238E27FC236}">
                    <a16:creationId xmlns:a16="http://schemas.microsoft.com/office/drawing/2014/main" id="{D356D04C-543D-42CF-B389-E46969E466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68" name="Line 10">
                <a:extLst>
                  <a:ext uri="{FF2B5EF4-FFF2-40B4-BE49-F238E27FC236}">
                    <a16:creationId xmlns:a16="http://schemas.microsoft.com/office/drawing/2014/main" id="{E55461D3-9F0C-4CFC-8ACC-081029BB6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69" name="Rectangle 11">
                <a:extLst>
                  <a:ext uri="{FF2B5EF4-FFF2-40B4-BE49-F238E27FC236}">
                    <a16:creationId xmlns:a16="http://schemas.microsoft.com/office/drawing/2014/main" id="{A9F44F56-37F5-44F7-975A-92C030F3E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70" name="Oval 12">
                <a:extLst>
                  <a:ext uri="{FF2B5EF4-FFF2-40B4-BE49-F238E27FC236}">
                    <a16:creationId xmlns:a16="http://schemas.microsoft.com/office/drawing/2014/main" id="{76BF8A69-3E54-43BB-A6F6-2F4234113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19"/>
                <a:ext cx="354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571" name="Group 13">
                <a:extLst>
                  <a:ext uri="{FF2B5EF4-FFF2-40B4-BE49-F238E27FC236}">
                    <a16:creationId xmlns:a16="http://schemas.microsoft.com/office/drawing/2014/main" id="{1FEB5FFE-A976-47A8-956C-7B34FD7122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0576" name="Line 14">
                  <a:extLst>
                    <a:ext uri="{FF2B5EF4-FFF2-40B4-BE49-F238E27FC236}">
                      <a16:creationId xmlns:a16="http://schemas.microsoft.com/office/drawing/2014/main" id="{89181802-D269-4B65-9DA0-5C15991344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77" name="Line 15">
                  <a:extLst>
                    <a:ext uri="{FF2B5EF4-FFF2-40B4-BE49-F238E27FC236}">
                      <a16:creationId xmlns:a16="http://schemas.microsoft.com/office/drawing/2014/main" id="{8A5FBF82-C9E9-466C-894A-2F3B9578E8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78" name="Line 16">
                  <a:extLst>
                    <a:ext uri="{FF2B5EF4-FFF2-40B4-BE49-F238E27FC236}">
                      <a16:creationId xmlns:a16="http://schemas.microsoft.com/office/drawing/2014/main" id="{0EFECB3D-0088-471A-A28E-B575A2B9E0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60572" name="Group 17">
                <a:extLst>
                  <a:ext uri="{FF2B5EF4-FFF2-40B4-BE49-F238E27FC236}">
                    <a16:creationId xmlns:a16="http://schemas.microsoft.com/office/drawing/2014/main" id="{8708FD24-602F-4EDF-90D6-37D66C87BF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0573" name="Line 18">
                  <a:extLst>
                    <a:ext uri="{FF2B5EF4-FFF2-40B4-BE49-F238E27FC236}">
                      <a16:creationId xmlns:a16="http://schemas.microsoft.com/office/drawing/2014/main" id="{A43E3A84-FC24-4B18-BE91-F418D14B09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74" name="Line 19">
                  <a:extLst>
                    <a:ext uri="{FF2B5EF4-FFF2-40B4-BE49-F238E27FC236}">
                      <a16:creationId xmlns:a16="http://schemas.microsoft.com/office/drawing/2014/main" id="{718B37C6-6AB8-4D01-B669-9F643A7DFD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75" name="Line 20">
                  <a:extLst>
                    <a:ext uri="{FF2B5EF4-FFF2-40B4-BE49-F238E27FC236}">
                      <a16:creationId xmlns:a16="http://schemas.microsoft.com/office/drawing/2014/main" id="{4099615F-C5CD-4C2A-8025-06A23A62DF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</p:grpSp>
        <p:grpSp>
          <p:nvGrpSpPr>
            <p:cNvPr id="60432" name="Group 21">
              <a:extLst>
                <a:ext uri="{FF2B5EF4-FFF2-40B4-BE49-F238E27FC236}">
                  <a16:creationId xmlns:a16="http://schemas.microsoft.com/office/drawing/2014/main" id="{125F87FC-9AF6-4556-B02C-ACB0DBCDF9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1025" y="5376863"/>
              <a:ext cx="501650" cy="233363"/>
              <a:chOff x="3600" y="219"/>
              <a:chExt cx="360" cy="175"/>
            </a:xfrm>
          </p:grpSpPr>
          <p:sp>
            <p:nvSpPr>
              <p:cNvPr id="60553" name="Oval 22">
                <a:extLst>
                  <a:ext uri="{FF2B5EF4-FFF2-40B4-BE49-F238E27FC236}">
                    <a16:creationId xmlns:a16="http://schemas.microsoft.com/office/drawing/2014/main" id="{24BC62A7-E8B3-437E-AAA3-57EC34DBA5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54" name="Line 23">
                <a:extLst>
                  <a:ext uri="{FF2B5EF4-FFF2-40B4-BE49-F238E27FC236}">
                    <a16:creationId xmlns:a16="http://schemas.microsoft.com/office/drawing/2014/main" id="{349B0995-0BE4-4174-B61C-38265FCE6C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55" name="Line 24">
                <a:extLst>
                  <a:ext uri="{FF2B5EF4-FFF2-40B4-BE49-F238E27FC236}">
                    <a16:creationId xmlns:a16="http://schemas.microsoft.com/office/drawing/2014/main" id="{3D756F81-70B9-461D-831E-5CF084B826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56" name="Rectangle 25">
                <a:extLst>
                  <a:ext uri="{FF2B5EF4-FFF2-40B4-BE49-F238E27FC236}">
                    <a16:creationId xmlns:a16="http://schemas.microsoft.com/office/drawing/2014/main" id="{2F338566-555A-4F80-9252-EAC2FA71E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57" name="Oval 26">
                <a:extLst>
                  <a:ext uri="{FF2B5EF4-FFF2-40B4-BE49-F238E27FC236}">
                    <a16:creationId xmlns:a16="http://schemas.microsoft.com/office/drawing/2014/main" id="{870D195B-FCF5-4380-BA10-81A40C6A8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558" name="Group 27">
                <a:extLst>
                  <a:ext uri="{FF2B5EF4-FFF2-40B4-BE49-F238E27FC236}">
                    <a16:creationId xmlns:a16="http://schemas.microsoft.com/office/drawing/2014/main" id="{E297A948-EAD5-4EB3-BD83-BC6863E73F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0563" name="Line 28">
                  <a:extLst>
                    <a:ext uri="{FF2B5EF4-FFF2-40B4-BE49-F238E27FC236}">
                      <a16:creationId xmlns:a16="http://schemas.microsoft.com/office/drawing/2014/main" id="{028BDA54-5469-463A-8034-04FC2F15E8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64" name="Line 29">
                  <a:extLst>
                    <a:ext uri="{FF2B5EF4-FFF2-40B4-BE49-F238E27FC236}">
                      <a16:creationId xmlns:a16="http://schemas.microsoft.com/office/drawing/2014/main" id="{A637E4CB-1571-4AAA-88E2-DA7CE7441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65" name="Line 30">
                  <a:extLst>
                    <a:ext uri="{FF2B5EF4-FFF2-40B4-BE49-F238E27FC236}">
                      <a16:creationId xmlns:a16="http://schemas.microsoft.com/office/drawing/2014/main" id="{4157191E-EAD5-4FB0-B32C-6D0C97A2DF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60559" name="Group 31">
                <a:extLst>
                  <a:ext uri="{FF2B5EF4-FFF2-40B4-BE49-F238E27FC236}">
                    <a16:creationId xmlns:a16="http://schemas.microsoft.com/office/drawing/2014/main" id="{D923F23A-A135-4E3C-BBC6-42533BB3FD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0560" name="Line 32">
                  <a:extLst>
                    <a:ext uri="{FF2B5EF4-FFF2-40B4-BE49-F238E27FC236}">
                      <a16:creationId xmlns:a16="http://schemas.microsoft.com/office/drawing/2014/main" id="{B4396281-BFF5-49AA-822F-D2C29EFDD6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61" name="Line 33">
                  <a:extLst>
                    <a:ext uri="{FF2B5EF4-FFF2-40B4-BE49-F238E27FC236}">
                      <a16:creationId xmlns:a16="http://schemas.microsoft.com/office/drawing/2014/main" id="{8A77AC6C-C7F2-4BDC-BEA6-B43E28969A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62" name="Line 34">
                  <a:extLst>
                    <a:ext uri="{FF2B5EF4-FFF2-40B4-BE49-F238E27FC236}">
                      <a16:creationId xmlns:a16="http://schemas.microsoft.com/office/drawing/2014/main" id="{9A956FCE-06EC-44D2-9D2C-F81FFB472F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</p:grpSp>
        <p:grpSp>
          <p:nvGrpSpPr>
            <p:cNvPr id="60433" name="Group 35">
              <a:extLst>
                <a:ext uri="{FF2B5EF4-FFF2-40B4-BE49-F238E27FC236}">
                  <a16:creationId xmlns:a16="http://schemas.microsoft.com/office/drawing/2014/main" id="{5D09D9FC-8A72-4340-807D-44D5BD6336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5713" y="4433888"/>
              <a:ext cx="501650" cy="233363"/>
              <a:chOff x="3600" y="219"/>
              <a:chExt cx="360" cy="175"/>
            </a:xfrm>
          </p:grpSpPr>
          <p:sp>
            <p:nvSpPr>
              <p:cNvPr id="60540" name="Oval 36">
                <a:extLst>
                  <a:ext uri="{FF2B5EF4-FFF2-40B4-BE49-F238E27FC236}">
                    <a16:creationId xmlns:a16="http://schemas.microsoft.com/office/drawing/2014/main" id="{69701C35-4D38-44B9-8307-F74074F07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41" name="Line 37">
                <a:extLst>
                  <a:ext uri="{FF2B5EF4-FFF2-40B4-BE49-F238E27FC236}">
                    <a16:creationId xmlns:a16="http://schemas.microsoft.com/office/drawing/2014/main" id="{2AC1E992-88E1-4BD8-B6DC-0F8BD0626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42" name="Line 38">
                <a:extLst>
                  <a:ext uri="{FF2B5EF4-FFF2-40B4-BE49-F238E27FC236}">
                    <a16:creationId xmlns:a16="http://schemas.microsoft.com/office/drawing/2014/main" id="{4CD6B2BA-C505-4729-AF43-49D608241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43" name="Rectangle 39">
                <a:extLst>
                  <a:ext uri="{FF2B5EF4-FFF2-40B4-BE49-F238E27FC236}">
                    <a16:creationId xmlns:a16="http://schemas.microsoft.com/office/drawing/2014/main" id="{2482068B-F2CB-4640-B0E2-5A9AA9F0DE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44" name="Oval 40">
                <a:extLst>
                  <a:ext uri="{FF2B5EF4-FFF2-40B4-BE49-F238E27FC236}">
                    <a16:creationId xmlns:a16="http://schemas.microsoft.com/office/drawing/2014/main" id="{3D1E6339-75A4-4841-B222-36BFB9BAC2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545" name="Group 41">
                <a:extLst>
                  <a:ext uri="{FF2B5EF4-FFF2-40B4-BE49-F238E27FC236}">
                    <a16:creationId xmlns:a16="http://schemas.microsoft.com/office/drawing/2014/main" id="{51AECA0C-BDD7-4D9E-B338-575BEE15BC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0550" name="Line 42">
                  <a:extLst>
                    <a:ext uri="{FF2B5EF4-FFF2-40B4-BE49-F238E27FC236}">
                      <a16:creationId xmlns:a16="http://schemas.microsoft.com/office/drawing/2014/main" id="{49949603-0B53-4A14-A5E1-DB97D80F6A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51" name="Line 43">
                  <a:extLst>
                    <a:ext uri="{FF2B5EF4-FFF2-40B4-BE49-F238E27FC236}">
                      <a16:creationId xmlns:a16="http://schemas.microsoft.com/office/drawing/2014/main" id="{16E80E1E-7212-4D6F-9204-5768E86AF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52" name="Line 44">
                  <a:extLst>
                    <a:ext uri="{FF2B5EF4-FFF2-40B4-BE49-F238E27FC236}">
                      <a16:creationId xmlns:a16="http://schemas.microsoft.com/office/drawing/2014/main" id="{A199B378-4BC5-4FB8-BA3D-431E173B07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60546" name="Group 45">
                <a:extLst>
                  <a:ext uri="{FF2B5EF4-FFF2-40B4-BE49-F238E27FC236}">
                    <a16:creationId xmlns:a16="http://schemas.microsoft.com/office/drawing/2014/main" id="{8E7F39C6-6D0D-40AB-B5D6-75A1A58B46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0547" name="Line 46">
                  <a:extLst>
                    <a:ext uri="{FF2B5EF4-FFF2-40B4-BE49-F238E27FC236}">
                      <a16:creationId xmlns:a16="http://schemas.microsoft.com/office/drawing/2014/main" id="{8D64506E-6808-4394-BB06-3EB8233C0B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48" name="Line 47">
                  <a:extLst>
                    <a:ext uri="{FF2B5EF4-FFF2-40B4-BE49-F238E27FC236}">
                      <a16:creationId xmlns:a16="http://schemas.microsoft.com/office/drawing/2014/main" id="{B0FDE8E4-EEF3-4234-966A-8343E5C3EC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49" name="Line 48">
                  <a:extLst>
                    <a:ext uri="{FF2B5EF4-FFF2-40B4-BE49-F238E27FC236}">
                      <a16:creationId xmlns:a16="http://schemas.microsoft.com/office/drawing/2014/main" id="{95D6CABE-4E83-4F6D-AD00-7265B00557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</p:grpSp>
        <p:grpSp>
          <p:nvGrpSpPr>
            <p:cNvPr id="60434" name="Group 49">
              <a:extLst>
                <a:ext uri="{FF2B5EF4-FFF2-40B4-BE49-F238E27FC236}">
                  <a16:creationId xmlns:a16="http://schemas.microsoft.com/office/drawing/2014/main" id="{C1B63359-E343-44F5-8553-050BC47008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87925" y="5099051"/>
              <a:ext cx="500063" cy="233363"/>
              <a:chOff x="3600" y="219"/>
              <a:chExt cx="360" cy="175"/>
            </a:xfrm>
          </p:grpSpPr>
          <p:sp>
            <p:nvSpPr>
              <p:cNvPr id="60527" name="Oval 50">
                <a:extLst>
                  <a:ext uri="{FF2B5EF4-FFF2-40B4-BE49-F238E27FC236}">
                    <a16:creationId xmlns:a16="http://schemas.microsoft.com/office/drawing/2014/main" id="{748B4CE9-DB76-4649-B269-BF1DA31410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28" name="Line 51">
                <a:extLst>
                  <a:ext uri="{FF2B5EF4-FFF2-40B4-BE49-F238E27FC236}">
                    <a16:creationId xmlns:a16="http://schemas.microsoft.com/office/drawing/2014/main" id="{D746D5FD-CC9F-499A-870C-F956FE4B37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29" name="Line 52">
                <a:extLst>
                  <a:ext uri="{FF2B5EF4-FFF2-40B4-BE49-F238E27FC236}">
                    <a16:creationId xmlns:a16="http://schemas.microsoft.com/office/drawing/2014/main" id="{052E2B3B-7EA9-4CB4-958A-25F8D9EA5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30" name="Rectangle 53">
                <a:extLst>
                  <a:ext uri="{FF2B5EF4-FFF2-40B4-BE49-F238E27FC236}">
                    <a16:creationId xmlns:a16="http://schemas.microsoft.com/office/drawing/2014/main" id="{EED465C1-1AAF-4230-A185-FFCBD71E4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31" name="Oval 54">
                <a:extLst>
                  <a:ext uri="{FF2B5EF4-FFF2-40B4-BE49-F238E27FC236}">
                    <a16:creationId xmlns:a16="http://schemas.microsoft.com/office/drawing/2014/main" id="{9BD1B1B0-5E58-4EC8-8207-67A8AF74D5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6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532" name="Group 55">
                <a:extLst>
                  <a:ext uri="{FF2B5EF4-FFF2-40B4-BE49-F238E27FC236}">
                    <a16:creationId xmlns:a16="http://schemas.microsoft.com/office/drawing/2014/main" id="{71783AB6-37B5-43E3-8E16-5CBBE654FF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0537" name="Line 56">
                  <a:extLst>
                    <a:ext uri="{FF2B5EF4-FFF2-40B4-BE49-F238E27FC236}">
                      <a16:creationId xmlns:a16="http://schemas.microsoft.com/office/drawing/2014/main" id="{21D9A4A5-F1B7-4F28-A3A2-A1EE21B354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38" name="Line 57">
                  <a:extLst>
                    <a:ext uri="{FF2B5EF4-FFF2-40B4-BE49-F238E27FC236}">
                      <a16:creationId xmlns:a16="http://schemas.microsoft.com/office/drawing/2014/main" id="{14D4C8A7-7064-4C34-BB73-4FA8C53B56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39" name="Line 58">
                  <a:extLst>
                    <a:ext uri="{FF2B5EF4-FFF2-40B4-BE49-F238E27FC236}">
                      <a16:creationId xmlns:a16="http://schemas.microsoft.com/office/drawing/2014/main" id="{C25B719C-51B8-4CE2-8794-6F8EF116EC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60533" name="Group 59">
                <a:extLst>
                  <a:ext uri="{FF2B5EF4-FFF2-40B4-BE49-F238E27FC236}">
                    <a16:creationId xmlns:a16="http://schemas.microsoft.com/office/drawing/2014/main" id="{217A3DF3-3FEE-4604-B257-CC2FD427C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0534" name="Line 60">
                  <a:extLst>
                    <a:ext uri="{FF2B5EF4-FFF2-40B4-BE49-F238E27FC236}">
                      <a16:creationId xmlns:a16="http://schemas.microsoft.com/office/drawing/2014/main" id="{23CE3250-FE40-42A3-A22E-CCA2E65B2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35" name="Line 61">
                  <a:extLst>
                    <a:ext uri="{FF2B5EF4-FFF2-40B4-BE49-F238E27FC236}">
                      <a16:creationId xmlns:a16="http://schemas.microsoft.com/office/drawing/2014/main" id="{ED1659A1-3117-4DF5-A750-C5B55BD7A8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36" name="Line 62">
                  <a:extLst>
                    <a:ext uri="{FF2B5EF4-FFF2-40B4-BE49-F238E27FC236}">
                      <a16:creationId xmlns:a16="http://schemas.microsoft.com/office/drawing/2014/main" id="{1004CA0A-06D8-4195-94DF-671039F531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</p:grpSp>
        <p:grpSp>
          <p:nvGrpSpPr>
            <p:cNvPr id="60435" name="Group 63">
              <a:extLst>
                <a:ext uri="{FF2B5EF4-FFF2-40B4-BE49-F238E27FC236}">
                  <a16:creationId xmlns:a16="http://schemas.microsoft.com/office/drawing/2014/main" id="{842F19B4-85A2-4939-BCA6-E9F22B323C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22925" y="5395913"/>
              <a:ext cx="501650" cy="233363"/>
              <a:chOff x="3600" y="219"/>
              <a:chExt cx="360" cy="175"/>
            </a:xfrm>
          </p:grpSpPr>
          <p:sp>
            <p:nvSpPr>
              <p:cNvPr id="60514" name="Oval 64">
                <a:extLst>
                  <a:ext uri="{FF2B5EF4-FFF2-40B4-BE49-F238E27FC236}">
                    <a16:creationId xmlns:a16="http://schemas.microsoft.com/office/drawing/2014/main" id="{3CE608D4-A4DF-4AC2-8EE6-7DF9954AF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15" name="Line 65">
                <a:extLst>
                  <a:ext uri="{FF2B5EF4-FFF2-40B4-BE49-F238E27FC236}">
                    <a16:creationId xmlns:a16="http://schemas.microsoft.com/office/drawing/2014/main" id="{B5866566-FA2D-4873-9343-B4CBE9B62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16" name="Line 66">
                <a:extLst>
                  <a:ext uri="{FF2B5EF4-FFF2-40B4-BE49-F238E27FC236}">
                    <a16:creationId xmlns:a16="http://schemas.microsoft.com/office/drawing/2014/main" id="{8BE4A1F8-F5F5-4130-BFE9-962C7A9BA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17" name="Rectangle 67">
                <a:extLst>
                  <a:ext uri="{FF2B5EF4-FFF2-40B4-BE49-F238E27FC236}">
                    <a16:creationId xmlns:a16="http://schemas.microsoft.com/office/drawing/2014/main" id="{ADB0551D-C41F-4B9C-82D3-3CAAB0BFC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18" name="Oval 68">
                <a:extLst>
                  <a:ext uri="{FF2B5EF4-FFF2-40B4-BE49-F238E27FC236}">
                    <a16:creationId xmlns:a16="http://schemas.microsoft.com/office/drawing/2014/main" id="{6783C4BA-01DF-4D74-ACD8-F3712D2AB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519" name="Group 69">
                <a:extLst>
                  <a:ext uri="{FF2B5EF4-FFF2-40B4-BE49-F238E27FC236}">
                    <a16:creationId xmlns:a16="http://schemas.microsoft.com/office/drawing/2014/main" id="{7595DF5D-B8B5-4845-82F1-F86FDE96FC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0524" name="Line 70">
                  <a:extLst>
                    <a:ext uri="{FF2B5EF4-FFF2-40B4-BE49-F238E27FC236}">
                      <a16:creationId xmlns:a16="http://schemas.microsoft.com/office/drawing/2014/main" id="{E3DDE4B1-5C6C-4811-A3DB-8E0339C36B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25" name="Line 71">
                  <a:extLst>
                    <a:ext uri="{FF2B5EF4-FFF2-40B4-BE49-F238E27FC236}">
                      <a16:creationId xmlns:a16="http://schemas.microsoft.com/office/drawing/2014/main" id="{38A75418-A1BD-4400-BA60-5F0209B63F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26" name="Line 72">
                  <a:extLst>
                    <a:ext uri="{FF2B5EF4-FFF2-40B4-BE49-F238E27FC236}">
                      <a16:creationId xmlns:a16="http://schemas.microsoft.com/office/drawing/2014/main" id="{F4AF5E8C-A622-44AE-9075-332EAC493C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60520" name="Group 73">
                <a:extLst>
                  <a:ext uri="{FF2B5EF4-FFF2-40B4-BE49-F238E27FC236}">
                    <a16:creationId xmlns:a16="http://schemas.microsoft.com/office/drawing/2014/main" id="{ED1C3B7B-CA26-45BC-962F-B5A8574D2E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0521" name="Line 74">
                  <a:extLst>
                    <a:ext uri="{FF2B5EF4-FFF2-40B4-BE49-F238E27FC236}">
                      <a16:creationId xmlns:a16="http://schemas.microsoft.com/office/drawing/2014/main" id="{139DFB12-7D37-42C6-9593-8CE96AF845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22" name="Line 75">
                  <a:extLst>
                    <a:ext uri="{FF2B5EF4-FFF2-40B4-BE49-F238E27FC236}">
                      <a16:creationId xmlns:a16="http://schemas.microsoft.com/office/drawing/2014/main" id="{D9043942-D16A-49A1-9675-44972F5483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23" name="Line 76">
                  <a:extLst>
                    <a:ext uri="{FF2B5EF4-FFF2-40B4-BE49-F238E27FC236}">
                      <a16:creationId xmlns:a16="http://schemas.microsoft.com/office/drawing/2014/main" id="{843B397A-68DC-4C12-ADEB-D75BF9BB27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</p:grpSp>
        <p:grpSp>
          <p:nvGrpSpPr>
            <p:cNvPr id="60436" name="Group 77">
              <a:extLst>
                <a:ext uri="{FF2B5EF4-FFF2-40B4-BE49-F238E27FC236}">
                  <a16:creationId xmlns:a16="http://schemas.microsoft.com/office/drawing/2014/main" id="{194EA32C-9453-4C1C-B491-C7F597C1AF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7425" y="4740276"/>
              <a:ext cx="501650" cy="233363"/>
              <a:chOff x="3600" y="219"/>
              <a:chExt cx="360" cy="175"/>
            </a:xfrm>
          </p:grpSpPr>
          <p:sp>
            <p:nvSpPr>
              <p:cNvPr id="60501" name="Oval 78">
                <a:extLst>
                  <a:ext uri="{FF2B5EF4-FFF2-40B4-BE49-F238E27FC236}">
                    <a16:creationId xmlns:a16="http://schemas.microsoft.com/office/drawing/2014/main" id="{E1C7A376-18E5-47E6-9761-3D397972C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02" name="Line 79">
                <a:extLst>
                  <a:ext uri="{FF2B5EF4-FFF2-40B4-BE49-F238E27FC236}">
                    <a16:creationId xmlns:a16="http://schemas.microsoft.com/office/drawing/2014/main" id="{A193F82A-AF5D-4538-946C-55969A3A6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03" name="Line 80">
                <a:extLst>
                  <a:ext uri="{FF2B5EF4-FFF2-40B4-BE49-F238E27FC236}">
                    <a16:creationId xmlns:a16="http://schemas.microsoft.com/office/drawing/2014/main" id="{CA687A0E-CE21-468F-8551-6BC339F2A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504" name="Rectangle 81">
                <a:extLst>
                  <a:ext uri="{FF2B5EF4-FFF2-40B4-BE49-F238E27FC236}">
                    <a16:creationId xmlns:a16="http://schemas.microsoft.com/office/drawing/2014/main" id="{C937D82B-556C-4A96-92E1-8EE7CF1E4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05" name="Oval 82">
                <a:extLst>
                  <a:ext uri="{FF2B5EF4-FFF2-40B4-BE49-F238E27FC236}">
                    <a16:creationId xmlns:a16="http://schemas.microsoft.com/office/drawing/2014/main" id="{D514BE9A-CDB8-4060-B442-FAFAACF7F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506" name="Group 83">
                <a:extLst>
                  <a:ext uri="{FF2B5EF4-FFF2-40B4-BE49-F238E27FC236}">
                    <a16:creationId xmlns:a16="http://schemas.microsoft.com/office/drawing/2014/main" id="{E53F6950-FF9C-49C8-B11B-00F7C1325F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0511" name="Line 84">
                  <a:extLst>
                    <a:ext uri="{FF2B5EF4-FFF2-40B4-BE49-F238E27FC236}">
                      <a16:creationId xmlns:a16="http://schemas.microsoft.com/office/drawing/2014/main" id="{D43EE6D4-4BD7-4178-86DC-7B7B4DD6F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12" name="Line 85">
                  <a:extLst>
                    <a:ext uri="{FF2B5EF4-FFF2-40B4-BE49-F238E27FC236}">
                      <a16:creationId xmlns:a16="http://schemas.microsoft.com/office/drawing/2014/main" id="{EE079229-D00A-4EE9-AD50-5BFBA3A417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13" name="Line 86">
                  <a:extLst>
                    <a:ext uri="{FF2B5EF4-FFF2-40B4-BE49-F238E27FC236}">
                      <a16:creationId xmlns:a16="http://schemas.microsoft.com/office/drawing/2014/main" id="{B9678359-93BD-486A-8D6C-BF16EC21B9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60507" name="Group 87">
                <a:extLst>
                  <a:ext uri="{FF2B5EF4-FFF2-40B4-BE49-F238E27FC236}">
                    <a16:creationId xmlns:a16="http://schemas.microsoft.com/office/drawing/2014/main" id="{F9C2C1C9-C26F-4E20-84A9-B60992E2D8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0508" name="Line 88">
                  <a:extLst>
                    <a:ext uri="{FF2B5EF4-FFF2-40B4-BE49-F238E27FC236}">
                      <a16:creationId xmlns:a16="http://schemas.microsoft.com/office/drawing/2014/main" id="{FCDBF764-9377-454C-8CD6-F399604CC7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09" name="Line 89">
                  <a:extLst>
                    <a:ext uri="{FF2B5EF4-FFF2-40B4-BE49-F238E27FC236}">
                      <a16:creationId xmlns:a16="http://schemas.microsoft.com/office/drawing/2014/main" id="{C2808CFB-BDB6-45FC-B400-78BD096308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60510" name="Line 90">
                  <a:extLst>
                    <a:ext uri="{FF2B5EF4-FFF2-40B4-BE49-F238E27FC236}">
                      <a16:creationId xmlns:a16="http://schemas.microsoft.com/office/drawing/2014/main" id="{5288CB97-F022-4821-9C70-336DB5CA6F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</p:grpSp>
        <p:sp>
          <p:nvSpPr>
            <p:cNvPr id="60437" name="Freeform 91">
              <a:extLst>
                <a:ext uri="{FF2B5EF4-FFF2-40B4-BE49-F238E27FC236}">
                  <a16:creationId xmlns:a16="http://schemas.microsoft.com/office/drawing/2014/main" id="{A52544A4-83D0-4DFD-8357-7690BDBA6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3713" y="4557713"/>
              <a:ext cx="504825" cy="307975"/>
            </a:xfrm>
            <a:custGeom>
              <a:avLst/>
              <a:gdLst>
                <a:gd name="T0" fmla="*/ 0 w 318"/>
                <a:gd name="T1" fmla="*/ 0 h 194"/>
                <a:gd name="T2" fmla="*/ 2147483646 w 318"/>
                <a:gd name="T3" fmla="*/ 2147483646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60438" name="Freeform 92">
              <a:extLst>
                <a:ext uri="{FF2B5EF4-FFF2-40B4-BE49-F238E27FC236}">
                  <a16:creationId xmlns:a16="http://schemas.microsoft.com/office/drawing/2014/main" id="{F6C3393B-A5F0-4DA4-B2AD-7DA2C889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500" y="4949826"/>
              <a:ext cx="481013" cy="238125"/>
            </a:xfrm>
            <a:custGeom>
              <a:avLst/>
              <a:gdLst>
                <a:gd name="T0" fmla="*/ 0 w 294"/>
                <a:gd name="T1" fmla="*/ 0 h 174"/>
                <a:gd name="T2" fmla="*/ 2147483646 w 294"/>
                <a:gd name="T3" fmla="*/ 2147483646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60439" name="Freeform 93">
              <a:extLst>
                <a:ext uri="{FF2B5EF4-FFF2-40B4-BE49-F238E27FC236}">
                  <a16:creationId xmlns:a16="http://schemas.microsoft.com/office/drawing/2014/main" id="{926888FB-F84A-4699-8B72-2EF09A71D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6238" y="4926013"/>
              <a:ext cx="628650" cy="247650"/>
            </a:xfrm>
            <a:custGeom>
              <a:avLst/>
              <a:gdLst>
                <a:gd name="T0" fmla="*/ 0 w 378"/>
                <a:gd name="T1" fmla="*/ 2147483646 h 174"/>
                <a:gd name="T2" fmla="*/ 2147483646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60440" name="Freeform 94">
              <a:extLst>
                <a:ext uri="{FF2B5EF4-FFF2-40B4-BE49-F238E27FC236}">
                  <a16:creationId xmlns:a16="http://schemas.microsoft.com/office/drawing/2014/main" id="{58F20C5E-314A-42BC-B9B2-5EE579545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988" y="4979988"/>
              <a:ext cx="206375" cy="508000"/>
            </a:xfrm>
            <a:custGeom>
              <a:avLst/>
              <a:gdLst>
                <a:gd name="T0" fmla="*/ 0 w 118"/>
                <a:gd name="T1" fmla="*/ 2147483646 h 500"/>
                <a:gd name="T2" fmla="*/ 2147483646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60441" name="Freeform 95">
              <a:extLst>
                <a:ext uri="{FF2B5EF4-FFF2-40B4-BE49-F238E27FC236}">
                  <a16:creationId xmlns:a16="http://schemas.microsoft.com/office/drawing/2014/main" id="{A5386263-E500-426C-B678-B67B5DC4C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913" y="5513388"/>
              <a:ext cx="736600" cy="74613"/>
            </a:xfrm>
            <a:custGeom>
              <a:avLst/>
              <a:gdLst>
                <a:gd name="T0" fmla="*/ 2147483646 w 370"/>
                <a:gd name="T1" fmla="*/ 2147483646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60442" name="Freeform 96">
              <a:extLst>
                <a:ext uri="{FF2B5EF4-FFF2-40B4-BE49-F238E27FC236}">
                  <a16:creationId xmlns:a16="http://schemas.microsoft.com/office/drawing/2014/main" id="{AC1FC402-3EB4-435E-B32E-9CEAB01D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1338" y="4973638"/>
              <a:ext cx="193675" cy="425450"/>
            </a:xfrm>
            <a:custGeom>
              <a:avLst/>
              <a:gdLst>
                <a:gd name="T0" fmla="*/ 2147483646 w 176"/>
                <a:gd name="T1" fmla="*/ 2147483646 h 412"/>
                <a:gd name="T2" fmla="*/ 2147483646 w 176"/>
                <a:gd name="T3" fmla="*/ 2147483646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60443" name="Text Box 100">
              <a:extLst>
                <a:ext uri="{FF2B5EF4-FFF2-40B4-BE49-F238E27FC236}">
                  <a16:creationId xmlns:a16="http://schemas.microsoft.com/office/drawing/2014/main" id="{571D935A-817D-403D-9D21-4E47B1E91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0876" y="4483071"/>
              <a:ext cx="311067" cy="3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0444" name="Text Box 101">
              <a:extLst>
                <a:ext uri="{FF2B5EF4-FFF2-40B4-BE49-F238E27FC236}">
                  <a16:creationId xmlns:a16="http://schemas.microsoft.com/office/drawing/2014/main" id="{1DC049D3-953B-4842-9976-4A615A615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980" y="4897394"/>
              <a:ext cx="296783" cy="3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0445" name="Text Box 102">
              <a:extLst>
                <a:ext uri="{FF2B5EF4-FFF2-40B4-BE49-F238E27FC236}">
                  <a16:creationId xmlns:a16="http://schemas.microsoft.com/office/drawing/2014/main" id="{3C940000-2E77-4AD8-BA9D-CD996F74D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222" y="4970416"/>
              <a:ext cx="296783" cy="3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grpSp>
          <p:nvGrpSpPr>
            <p:cNvPr id="60446" name="Group 1">
              <a:extLst>
                <a:ext uri="{FF2B5EF4-FFF2-40B4-BE49-F238E27FC236}">
                  <a16:creationId xmlns:a16="http://schemas.microsoft.com/office/drawing/2014/main" id="{1C9F219B-DA7E-4786-BEC0-29CC16C01FEB}"/>
                </a:ext>
              </a:extLst>
            </p:cNvPr>
            <p:cNvGrpSpPr>
              <a:grpSpLocks/>
            </p:cNvGrpSpPr>
            <p:nvPr/>
          </p:nvGrpSpPr>
          <p:grpSpPr bwMode="auto">
            <a:xfrm rot="-2012368">
              <a:off x="2645158" y="5398104"/>
              <a:ext cx="1447800" cy="274638"/>
              <a:chOff x="2436813" y="4587876"/>
              <a:chExt cx="1447800" cy="274638"/>
            </a:xfrm>
          </p:grpSpPr>
          <p:sp>
            <p:nvSpPr>
              <p:cNvPr id="60496" name="Rectangle 97">
                <a:extLst>
                  <a:ext uri="{FF2B5EF4-FFF2-40B4-BE49-F238E27FC236}">
                    <a16:creationId xmlns:a16="http://schemas.microsoft.com/office/drawing/2014/main" id="{217A2873-E4DD-4951-A6CC-1DC9C4159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1850" y="4583083"/>
                <a:ext cx="1155391" cy="23811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97" name="Rectangle 98">
                <a:extLst>
                  <a:ext uri="{FF2B5EF4-FFF2-40B4-BE49-F238E27FC236}">
                    <a16:creationId xmlns:a16="http://schemas.microsoft.com/office/drawing/2014/main" id="{E4FDFBB6-A6A5-448A-8BFD-E5A01AC025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7928" y="4606491"/>
                <a:ext cx="1147455" cy="23811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98" name="Line 99">
                <a:extLst>
                  <a:ext uri="{FF2B5EF4-FFF2-40B4-BE49-F238E27FC236}">
                    <a16:creationId xmlns:a16="http://schemas.microsoft.com/office/drawing/2014/main" id="{F9470A3D-D23D-40EF-BD20-29A16A54E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2418" y="4739659"/>
                <a:ext cx="422162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0499" name="Rectangle 104">
                <a:extLst>
                  <a:ext uri="{FF2B5EF4-FFF2-40B4-BE49-F238E27FC236}">
                    <a16:creationId xmlns:a16="http://schemas.microsoft.com/office/drawing/2014/main" id="{53803DF0-A55F-4B3D-AB24-9CADBF644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7594" y="4610052"/>
                <a:ext cx="426923" cy="2397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00" name="Text Box 105">
                <a:extLst>
                  <a:ext uri="{FF2B5EF4-FFF2-40B4-BE49-F238E27FC236}">
                    <a16:creationId xmlns:a16="http://schemas.microsoft.com/office/drawing/2014/main" id="{F60C8C18-AB78-47EB-ABC0-A72FF238DE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89934">
                <a:off x="3019653" y="4584228"/>
                <a:ext cx="520561" cy="2746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0111</a:t>
                </a:r>
              </a:p>
            </p:txBody>
          </p:sp>
        </p:grpSp>
        <p:sp>
          <p:nvSpPr>
            <p:cNvPr id="60447" name="Text Box 106">
              <a:extLst>
                <a:ext uri="{FF2B5EF4-FFF2-40B4-BE49-F238E27FC236}">
                  <a16:creationId xmlns:a16="http://schemas.microsoft.com/office/drawing/2014/main" id="{6F066490-C6FE-4D45-82C2-287EC70DA4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8829" y="6046702"/>
              <a:ext cx="2339350" cy="584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dest address in arriving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packet</a:t>
              </a:r>
              <a:r>
                <a:rPr lang="ja-JP" altLang="en-US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r>
                <a:rPr lang="en-US" altLang="ja-JP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 header</a:t>
              </a:r>
              <a:endParaRPr lang="en-US" altLang="zh-TW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448" name="Line 107">
              <a:extLst>
                <a:ext uri="{FF2B5EF4-FFF2-40B4-BE49-F238E27FC236}">
                  <a16:creationId xmlns:a16="http://schemas.microsoft.com/office/drawing/2014/main" id="{34976EC3-28D8-43C6-AACC-5243F655E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6848" y="4873581"/>
              <a:ext cx="1407736" cy="914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0449" name="Line 119">
              <a:extLst>
                <a:ext uri="{FF2B5EF4-FFF2-40B4-BE49-F238E27FC236}">
                  <a16:creationId xmlns:a16="http://schemas.microsoft.com/office/drawing/2014/main" id="{104987A3-5000-4AA2-997E-9A8445228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88616" y="5648254"/>
              <a:ext cx="22219" cy="4508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0450" name="Freeform 120">
              <a:extLst>
                <a:ext uri="{FF2B5EF4-FFF2-40B4-BE49-F238E27FC236}">
                  <a16:creationId xmlns:a16="http://schemas.microsoft.com/office/drawing/2014/main" id="{06B228A7-AA00-43A9-A800-EA0CDBAA1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473" y="4834039"/>
              <a:ext cx="1041539" cy="336504"/>
            </a:xfrm>
            <a:custGeom>
              <a:avLst/>
              <a:gdLst>
                <a:gd name="T0" fmla="*/ 0 w 10844"/>
                <a:gd name="T1" fmla="*/ 2147483646 h 14797"/>
                <a:gd name="T2" fmla="*/ 2147483646 w 10844"/>
                <a:gd name="T3" fmla="*/ 2147483646 h 14797"/>
                <a:gd name="T4" fmla="*/ 2147483646 w 10844"/>
                <a:gd name="T5" fmla="*/ 2147483646 h 14797"/>
                <a:gd name="T6" fmla="*/ 0 60000 65536"/>
                <a:gd name="T7" fmla="*/ 0 60000 65536"/>
                <a:gd name="T8" fmla="*/ 0 60000 65536"/>
                <a:gd name="T9" fmla="*/ 0 w 10844"/>
                <a:gd name="T10" fmla="*/ 0 h 14797"/>
                <a:gd name="T11" fmla="*/ 10844 w 10844"/>
                <a:gd name="T12" fmla="*/ 14797 h 147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44" h="14797">
                  <a:moveTo>
                    <a:pt x="0" y="14797"/>
                  </a:moveTo>
                  <a:cubicBezTo>
                    <a:pt x="2168" y="9517"/>
                    <a:pt x="5654" y="-1331"/>
                    <a:pt x="7042" y="135"/>
                  </a:cubicBezTo>
                  <a:cubicBezTo>
                    <a:pt x="8563" y="1950"/>
                    <a:pt x="9984" y="6698"/>
                    <a:pt x="10844" y="9978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0451" name="Freeform 121">
              <a:extLst>
                <a:ext uri="{FF2B5EF4-FFF2-40B4-BE49-F238E27FC236}">
                  <a16:creationId xmlns:a16="http://schemas.microsoft.com/office/drawing/2014/main" id="{4B9CF936-0D5F-462A-A3DB-F3289FAA350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254750" y="4370388"/>
              <a:ext cx="577850" cy="371475"/>
            </a:xfrm>
            <a:custGeom>
              <a:avLst/>
              <a:gdLst>
                <a:gd name="T0" fmla="*/ 0 w 1443"/>
                <a:gd name="T1" fmla="*/ 0 h 816"/>
                <a:gd name="T2" fmla="*/ 2147483646 w 1443"/>
                <a:gd name="T3" fmla="*/ 2147483646 h 816"/>
                <a:gd name="T4" fmla="*/ 2147483646 w 1443"/>
                <a:gd name="T5" fmla="*/ 2147483646 h 816"/>
                <a:gd name="T6" fmla="*/ 2147483646 w 1443"/>
                <a:gd name="T7" fmla="*/ 2147483646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0452" name="Freeform 122">
              <a:extLst>
                <a:ext uri="{FF2B5EF4-FFF2-40B4-BE49-F238E27FC236}">
                  <a16:creationId xmlns:a16="http://schemas.microsoft.com/office/drawing/2014/main" id="{AEEA8792-7E23-4F51-BC33-D4CAE064FF8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43513" y="4086226"/>
              <a:ext cx="577850" cy="371475"/>
            </a:xfrm>
            <a:custGeom>
              <a:avLst/>
              <a:gdLst>
                <a:gd name="T0" fmla="*/ 0 w 1443"/>
                <a:gd name="T1" fmla="*/ 0 h 816"/>
                <a:gd name="T2" fmla="*/ 2147483646 w 1443"/>
                <a:gd name="T3" fmla="*/ 2147483646 h 816"/>
                <a:gd name="T4" fmla="*/ 2147483646 w 1443"/>
                <a:gd name="T5" fmla="*/ 2147483646 h 816"/>
                <a:gd name="T6" fmla="*/ 2147483646 w 1443"/>
                <a:gd name="T7" fmla="*/ 2147483646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0453" name="Freeform 123">
              <a:extLst>
                <a:ext uri="{FF2B5EF4-FFF2-40B4-BE49-F238E27FC236}">
                  <a16:creationId xmlns:a16="http://schemas.microsoft.com/office/drawing/2014/main" id="{79CDDB59-95A2-4C73-96A1-D682A7D725A5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911850" y="5632451"/>
              <a:ext cx="542925" cy="371475"/>
            </a:xfrm>
            <a:custGeom>
              <a:avLst/>
              <a:gdLst>
                <a:gd name="T0" fmla="*/ 0 w 1443"/>
                <a:gd name="T1" fmla="*/ 0 h 816"/>
                <a:gd name="T2" fmla="*/ 2147483646 w 1443"/>
                <a:gd name="T3" fmla="*/ 2147483646 h 816"/>
                <a:gd name="T4" fmla="*/ 2147483646 w 1443"/>
                <a:gd name="T5" fmla="*/ 2147483646 h 816"/>
                <a:gd name="T6" fmla="*/ 2147483646 w 1443"/>
                <a:gd name="T7" fmla="*/ 2147483646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0454" name="Freeform 124">
              <a:extLst>
                <a:ext uri="{FF2B5EF4-FFF2-40B4-BE49-F238E27FC236}">
                  <a16:creationId xmlns:a16="http://schemas.microsoft.com/office/drawing/2014/main" id="{884360E1-0957-475C-880F-5F53D1735BFC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562475" y="5616576"/>
              <a:ext cx="542925" cy="371475"/>
            </a:xfrm>
            <a:custGeom>
              <a:avLst/>
              <a:gdLst>
                <a:gd name="T0" fmla="*/ 0 w 1443"/>
                <a:gd name="T1" fmla="*/ 0 h 816"/>
                <a:gd name="T2" fmla="*/ 2147483646 w 1443"/>
                <a:gd name="T3" fmla="*/ 2147483646 h 816"/>
                <a:gd name="T4" fmla="*/ 2147483646 w 1443"/>
                <a:gd name="T5" fmla="*/ 2147483646 h 816"/>
                <a:gd name="T6" fmla="*/ 2147483646 w 1443"/>
                <a:gd name="T7" fmla="*/ 2147483646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60455" name="Freeform 125">
              <a:extLst>
                <a:ext uri="{FF2B5EF4-FFF2-40B4-BE49-F238E27FC236}">
                  <a16:creationId xmlns:a16="http://schemas.microsoft.com/office/drawing/2014/main" id="{59CD7757-0FA3-430F-AD54-3892319B2B0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202238" y="5324476"/>
              <a:ext cx="542925" cy="452438"/>
            </a:xfrm>
            <a:custGeom>
              <a:avLst/>
              <a:gdLst>
                <a:gd name="T0" fmla="*/ 0 w 1443"/>
                <a:gd name="T1" fmla="*/ 0 h 816"/>
                <a:gd name="T2" fmla="*/ 2147483646 w 1443"/>
                <a:gd name="T3" fmla="*/ 2147483646 h 816"/>
                <a:gd name="T4" fmla="*/ 2147483646 w 1443"/>
                <a:gd name="T5" fmla="*/ 2147483646 h 816"/>
                <a:gd name="T6" fmla="*/ 2147483646 w 1443"/>
                <a:gd name="T7" fmla="*/ 2147483646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60456" name="Group 126">
              <a:extLst>
                <a:ext uri="{FF2B5EF4-FFF2-40B4-BE49-F238E27FC236}">
                  <a16:creationId xmlns:a16="http://schemas.microsoft.com/office/drawing/2014/main" id="{752772F3-3E4D-46EE-839C-ABB3AA42FE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1450" y="3641726"/>
              <a:ext cx="550863" cy="452438"/>
              <a:chOff x="2886" y="1668"/>
              <a:chExt cx="347" cy="285"/>
            </a:xfrm>
          </p:grpSpPr>
          <p:sp>
            <p:nvSpPr>
              <p:cNvPr id="60489" name="Rectangle 127">
                <a:extLst>
                  <a:ext uri="{FF2B5EF4-FFF2-40B4-BE49-F238E27FC236}">
                    <a16:creationId xmlns:a16="http://schemas.microsoft.com/office/drawing/2014/main" id="{23DE6D2A-DD95-46EB-9A4F-6091B871C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90" name="Oval 128">
                <a:extLst>
                  <a:ext uri="{FF2B5EF4-FFF2-40B4-BE49-F238E27FC236}">
                    <a16:creationId xmlns:a16="http://schemas.microsoft.com/office/drawing/2014/main" id="{4035706B-E41C-49D8-9E53-EAE0DF63B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91" name="Rectangle 129">
                <a:extLst>
                  <a:ext uri="{FF2B5EF4-FFF2-40B4-BE49-F238E27FC236}">
                    <a16:creationId xmlns:a16="http://schemas.microsoft.com/office/drawing/2014/main" id="{2476E432-49DB-4EC7-ADB4-980E053D9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92" name="Line 130">
                <a:extLst>
                  <a:ext uri="{FF2B5EF4-FFF2-40B4-BE49-F238E27FC236}">
                    <a16:creationId xmlns:a16="http://schemas.microsoft.com/office/drawing/2014/main" id="{619A695C-86D4-48C2-87D2-0E0FD990AF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93" name="Line 131">
                <a:extLst>
                  <a:ext uri="{FF2B5EF4-FFF2-40B4-BE49-F238E27FC236}">
                    <a16:creationId xmlns:a16="http://schemas.microsoft.com/office/drawing/2014/main" id="{DE27BE2C-4550-483B-B0B7-B51B35BA8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94" name="Line 132">
                <a:extLst>
                  <a:ext uri="{FF2B5EF4-FFF2-40B4-BE49-F238E27FC236}">
                    <a16:creationId xmlns:a16="http://schemas.microsoft.com/office/drawing/2014/main" id="{E54C0E57-83CB-4C2E-8086-4B1A0B64E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95" name="AutoShape 133">
                <a:extLst>
                  <a:ext uri="{FF2B5EF4-FFF2-40B4-BE49-F238E27FC236}">
                    <a16:creationId xmlns:a16="http://schemas.microsoft.com/office/drawing/2014/main" id="{79D8FA11-4D8F-49AE-825B-558E0DAD8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457" name="Group 134">
              <a:extLst>
                <a:ext uri="{FF2B5EF4-FFF2-40B4-BE49-F238E27FC236}">
                  <a16:creationId xmlns:a16="http://schemas.microsoft.com/office/drawing/2014/main" id="{896FF9AF-325A-4C8F-9CE3-393FC9872B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64275" y="3914776"/>
              <a:ext cx="550863" cy="452438"/>
              <a:chOff x="2886" y="1668"/>
              <a:chExt cx="347" cy="285"/>
            </a:xfrm>
          </p:grpSpPr>
          <p:sp>
            <p:nvSpPr>
              <p:cNvPr id="60482" name="Rectangle 135">
                <a:extLst>
                  <a:ext uri="{FF2B5EF4-FFF2-40B4-BE49-F238E27FC236}">
                    <a16:creationId xmlns:a16="http://schemas.microsoft.com/office/drawing/2014/main" id="{E7E87895-51EB-4E53-940B-F58249729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83" name="Oval 136">
                <a:extLst>
                  <a:ext uri="{FF2B5EF4-FFF2-40B4-BE49-F238E27FC236}">
                    <a16:creationId xmlns:a16="http://schemas.microsoft.com/office/drawing/2014/main" id="{53AE7AC0-6D6D-460E-ABC3-8A78841D4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84" name="Rectangle 137">
                <a:extLst>
                  <a:ext uri="{FF2B5EF4-FFF2-40B4-BE49-F238E27FC236}">
                    <a16:creationId xmlns:a16="http://schemas.microsoft.com/office/drawing/2014/main" id="{CB56ABA9-0D8B-416F-89B9-2AFF3836D6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85" name="Line 138">
                <a:extLst>
                  <a:ext uri="{FF2B5EF4-FFF2-40B4-BE49-F238E27FC236}">
                    <a16:creationId xmlns:a16="http://schemas.microsoft.com/office/drawing/2014/main" id="{8E046170-2053-403D-9D28-C23FC2448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86" name="Line 139">
                <a:extLst>
                  <a:ext uri="{FF2B5EF4-FFF2-40B4-BE49-F238E27FC236}">
                    <a16:creationId xmlns:a16="http://schemas.microsoft.com/office/drawing/2014/main" id="{6D1C87DE-6288-450E-8619-6FFBB1FA73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87" name="Line 140">
                <a:extLst>
                  <a:ext uri="{FF2B5EF4-FFF2-40B4-BE49-F238E27FC236}">
                    <a16:creationId xmlns:a16="http://schemas.microsoft.com/office/drawing/2014/main" id="{A0908BA5-76DA-4C34-B406-BFC273107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88" name="AutoShape 141">
                <a:extLst>
                  <a:ext uri="{FF2B5EF4-FFF2-40B4-BE49-F238E27FC236}">
                    <a16:creationId xmlns:a16="http://schemas.microsoft.com/office/drawing/2014/main" id="{7005C91D-7AAC-4491-9D85-AC45A6EEF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458" name="Group 142">
              <a:extLst>
                <a:ext uri="{FF2B5EF4-FFF2-40B4-BE49-F238E27FC236}">
                  <a16:creationId xmlns:a16="http://schemas.microsoft.com/office/drawing/2014/main" id="{4BD7E3D0-93C4-4155-A732-D35F01CD24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94388" y="5991226"/>
              <a:ext cx="550863" cy="452438"/>
              <a:chOff x="2886" y="1668"/>
              <a:chExt cx="347" cy="285"/>
            </a:xfrm>
          </p:grpSpPr>
          <p:sp>
            <p:nvSpPr>
              <p:cNvPr id="60475" name="Rectangle 143">
                <a:extLst>
                  <a:ext uri="{FF2B5EF4-FFF2-40B4-BE49-F238E27FC236}">
                    <a16:creationId xmlns:a16="http://schemas.microsoft.com/office/drawing/2014/main" id="{3ACCD23B-C94A-4C14-AA9B-A1451E77E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76" name="Oval 144">
                <a:extLst>
                  <a:ext uri="{FF2B5EF4-FFF2-40B4-BE49-F238E27FC236}">
                    <a16:creationId xmlns:a16="http://schemas.microsoft.com/office/drawing/2014/main" id="{F87E24FA-6609-4679-A0D4-6F668FDF4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77" name="Rectangle 145">
                <a:extLst>
                  <a:ext uri="{FF2B5EF4-FFF2-40B4-BE49-F238E27FC236}">
                    <a16:creationId xmlns:a16="http://schemas.microsoft.com/office/drawing/2014/main" id="{50779BB9-08C2-4909-809A-75450809FF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78" name="Line 146">
                <a:extLst>
                  <a:ext uri="{FF2B5EF4-FFF2-40B4-BE49-F238E27FC236}">
                    <a16:creationId xmlns:a16="http://schemas.microsoft.com/office/drawing/2014/main" id="{AC590B91-E26D-468F-9E7E-F5E4E7873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79" name="Line 147">
                <a:extLst>
                  <a:ext uri="{FF2B5EF4-FFF2-40B4-BE49-F238E27FC236}">
                    <a16:creationId xmlns:a16="http://schemas.microsoft.com/office/drawing/2014/main" id="{82E4D421-E61B-46CE-BCAB-5FFB8137FC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80" name="Line 148">
                <a:extLst>
                  <a:ext uri="{FF2B5EF4-FFF2-40B4-BE49-F238E27FC236}">
                    <a16:creationId xmlns:a16="http://schemas.microsoft.com/office/drawing/2014/main" id="{F81C405C-C9D1-4AC1-ACD3-3710E5B04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81" name="AutoShape 149">
                <a:extLst>
                  <a:ext uri="{FF2B5EF4-FFF2-40B4-BE49-F238E27FC236}">
                    <a16:creationId xmlns:a16="http://schemas.microsoft.com/office/drawing/2014/main" id="{1E7E2ECC-A218-4692-AE2D-390D277DF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459" name="Group 150">
              <a:extLst>
                <a:ext uri="{FF2B5EF4-FFF2-40B4-BE49-F238E27FC236}">
                  <a16:creationId xmlns:a16="http://schemas.microsoft.com/office/drawing/2014/main" id="{5B095580-A01B-4CD6-AD7F-619689147C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9063" y="5772151"/>
              <a:ext cx="550863" cy="452438"/>
              <a:chOff x="2886" y="1668"/>
              <a:chExt cx="347" cy="285"/>
            </a:xfrm>
          </p:grpSpPr>
          <p:sp>
            <p:nvSpPr>
              <p:cNvPr id="60468" name="Rectangle 151">
                <a:extLst>
                  <a:ext uri="{FF2B5EF4-FFF2-40B4-BE49-F238E27FC236}">
                    <a16:creationId xmlns:a16="http://schemas.microsoft.com/office/drawing/2014/main" id="{D09AA2F8-1285-487E-8D6C-519DAABE6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69" name="Oval 152">
                <a:extLst>
                  <a:ext uri="{FF2B5EF4-FFF2-40B4-BE49-F238E27FC236}">
                    <a16:creationId xmlns:a16="http://schemas.microsoft.com/office/drawing/2014/main" id="{172BDD41-FB0D-4105-A96D-4DFA29C9DB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70" name="Rectangle 153">
                <a:extLst>
                  <a:ext uri="{FF2B5EF4-FFF2-40B4-BE49-F238E27FC236}">
                    <a16:creationId xmlns:a16="http://schemas.microsoft.com/office/drawing/2014/main" id="{99C1139E-7AC5-4353-8138-FF56E0F17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71" name="Line 154">
                <a:extLst>
                  <a:ext uri="{FF2B5EF4-FFF2-40B4-BE49-F238E27FC236}">
                    <a16:creationId xmlns:a16="http://schemas.microsoft.com/office/drawing/2014/main" id="{0CFACFAF-4562-42EA-8491-101E2F6AD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72" name="Line 155">
                <a:extLst>
                  <a:ext uri="{FF2B5EF4-FFF2-40B4-BE49-F238E27FC236}">
                    <a16:creationId xmlns:a16="http://schemas.microsoft.com/office/drawing/2014/main" id="{C4F8CDF4-4C6E-4103-A77D-2333EDBAAD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73" name="Line 156">
                <a:extLst>
                  <a:ext uri="{FF2B5EF4-FFF2-40B4-BE49-F238E27FC236}">
                    <a16:creationId xmlns:a16="http://schemas.microsoft.com/office/drawing/2014/main" id="{5785CD8F-8176-4804-A5C9-34DC2C390F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74" name="AutoShape 157">
                <a:extLst>
                  <a:ext uri="{FF2B5EF4-FFF2-40B4-BE49-F238E27FC236}">
                    <a16:creationId xmlns:a16="http://schemas.microsoft.com/office/drawing/2014/main" id="{CF9ED8C6-CB4A-4E3C-B1E0-17A1058AD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460" name="Group 158">
              <a:extLst>
                <a:ext uri="{FF2B5EF4-FFF2-40B4-BE49-F238E27FC236}">
                  <a16:creationId xmlns:a16="http://schemas.microsoft.com/office/drawing/2014/main" id="{048012E1-8B51-4AC7-8015-CDD04D60C5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3425" y="5964238"/>
              <a:ext cx="550863" cy="452438"/>
              <a:chOff x="2886" y="1668"/>
              <a:chExt cx="347" cy="285"/>
            </a:xfrm>
          </p:grpSpPr>
          <p:sp>
            <p:nvSpPr>
              <p:cNvPr id="60461" name="Rectangle 159">
                <a:extLst>
                  <a:ext uri="{FF2B5EF4-FFF2-40B4-BE49-F238E27FC236}">
                    <a16:creationId xmlns:a16="http://schemas.microsoft.com/office/drawing/2014/main" id="{4402D24E-7FB3-4606-85B8-F19B3E794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62" name="Oval 160">
                <a:extLst>
                  <a:ext uri="{FF2B5EF4-FFF2-40B4-BE49-F238E27FC236}">
                    <a16:creationId xmlns:a16="http://schemas.microsoft.com/office/drawing/2014/main" id="{8EA0B6E9-28FB-4BCC-8989-74641F703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63" name="Rectangle 161">
                <a:extLst>
                  <a:ext uri="{FF2B5EF4-FFF2-40B4-BE49-F238E27FC236}">
                    <a16:creationId xmlns:a16="http://schemas.microsoft.com/office/drawing/2014/main" id="{D984CC11-08C7-4D71-8B59-819991D19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464" name="Line 162">
                <a:extLst>
                  <a:ext uri="{FF2B5EF4-FFF2-40B4-BE49-F238E27FC236}">
                    <a16:creationId xmlns:a16="http://schemas.microsoft.com/office/drawing/2014/main" id="{0A0FE916-75A5-4ECD-B45E-D0BAC18849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65" name="Line 163">
                <a:extLst>
                  <a:ext uri="{FF2B5EF4-FFF2-40B4-BE49-F238E27FC236}">
                    <a16:creationId xmlns:a16="http://schemas.microsoft.com/office/drawing/2014/main" id="{84948739-402E-4F9A-99A8-BC8F06800D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66" name="Line 164">
                <a:extLst>
                  <a:ext uri="{FF2B5EF4-FFF2-40B4-BE49-F238E27FC236}">
                    <a16:creationId xmlns:a16="http://schemas.microsoft.com/office/drawing/2014/main" id="{F900D282-CEA4-4DC1-ADA4-1FF87E500B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60467" name="AutoShape 165">
                <a:extLst>
                  <a:ext uri="{FF2B5EF4-FFF2-40B4-BE49-F238E27FC236}">
                    <a16:creationId xmlns:a16="http://schemas.microsoft.com/office/drawing/2014/main" id="{5491185A-9052-4668-B2CC-7E4F7C84F5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60427" name="Straight Connector 421888">
            <a:extLst>
              <a:ext uri="{FF2B5EF4-FFF2-40B4-BE49-F238E27FC236}">
                <a16:creationId xmlns:a16="http://schemas.microsoft.com/office/drawing/2014/main" id="{88047638-C81C-4015-ADE2-AE1BF69A068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97100" y="2743200"/>
            <a:ext cx="20955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28" name="Straight Connector 421894">
            <a:extLst>
              <a:ext uri="{FF2B5EF4-FFF2-40B4-BE49-F238E27FC236}">
                <a16:creationId xmlns:a16="http://schemas.microsoft.com/office/drawing/2014/main" id="{CAC12FAD-2619-4BB7-8E2D-BEA140BD6F1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503613" y="2444750"/>
            <a:ext cx="1943100" cy="1711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2">
            <a:extLst>
              <a:ext uri="{FF2B5EF4-FFF2-40B4-BE49-F238E27FC236}">
                <a16:creationId xmlns:a16="http://schemas.microsoft.com/office/drawing/2014/main" id="{D7993690-9B84-43CA-86B0-5F910896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65539" name="Picture 36" descr="underline_base">
            <a:extLst>
              <a:ext uri="{FF2B5EF4-FFF2-40B4-BE49-F238E27FC236}">
                <a16:creationId xmlns:a16="http://schemas.microsoft.com/office/drawing/2014/main" id="{4886E375-7688-45C3-96B0-DBC9A6CEC01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75247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540" name="Group 49">
            <a:extLst>
              <a:ext uri="{FF2B5EF4-FFF2-40B4-BE49-F238E27FC236}">
                <a16:creationId xmlns:a16="http://schemas.microsoft.com/office/drawing/2014/main" id="{522FB677-B942-4A28-958D-F6FEA5A4D913}"/>
              </a:ext>
            </a:extLst>
          </p:cNvPr>
          <p:cNvGrpSpPr>
            <a:grpSpLocks/>
          </p:cNvGrpSpPr>
          <p:nvPr/>
        </p:nvGrpSpPr>
        <p:grpSpPr bwMode="auto">
          <a:xfrm>
            <a:off x="6438900" y="2770188"/>
            <a:ext cx="1155700" cy="620712"/>
            <a:chOff x="3600" y="219"/>
            <a:chExt cx="360" cy="175"/>
          </a:xfrm>
        </p:grpSpPr>
        <p:sp>
          <p:nvSpPr>
            <p:cNvPr id="65560" name="Oval 50">
              <a:extLst>
                <a:ext uri="{FF2B5EF4-FFF2-40B4-BE49-F238E27FC236}">
                  <a16:creationId xmlns:a16="http://schemas.microsoft.com/office/drawing/2014/main" id="{265C9075-1D72-4A7A-9A2B-9E9FECBF6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5561" name="Line 51">
              <a:extLst>
                <a:ext uri="{FF2B5EF4-FFF2-40B4-BE49-F238E27FC236}">
                  <a16:creationId xmlns:a16="http://schemas.microsoft.com/office/drawing/2014/main" id="{ED560E8E-F863-425C-AF39-EEBF575AF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65562" name="Line 52">
              <a:extLst>
                <a:ext uri="{FF2B5EF4-FFF2-40B4-BE49-F238E27FC236}">
                  <a16:creationId xmlns:a16="http://schemas.microsoft.com/office/drawing/2014/main" id="{789ECC82-E0B2-4927-9AB9-F820A9CAB5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65563" name="Rectangle 53">
              <a:extLst>
                <a:ext uri="{FF2B5EF4-FFF2-40B4-BE49-F238E27FC236}">
                  <a16:creationId xmlns:a16="http://schemas.microsoft.com/office/drawing/2014/main" id="{FAFF4B83-D44C-4A35-8BDC-66FDB41B8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65564" name="Oval 54">
              <a:extLst>
                <a:ext uri="{FF2B5EF4-FFF2-40B4-BE49-F238E27FC236}">
                  <a16:creationId xmlns:a16="http://schemas.microsoft.com/office/drawing/2014/main" id="{4338863A-95C1-4994-A100-019D88E0D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5565" name="Group 55">
              <a:extLst>
                <a:ext uri="{FF2B5EF4-FFF2-40B4-BE49-F238E27FC236}">
                  <a16:creationId xmlns:a16="http://schemas.microsoft.com/office/drawing/2014/main" id="{AAF69811-3112-4D33-953B-9012911CAB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5570" name="Line 56">
                <a:extLst>
                  <a:ext uri="{FF2B5EF4-FFF2-40B4-BE49-F238E27FC236}">
                    <a16:creationId xmlns:a16="http://schemas.microsoft.com/office/drawing/2014/main" id="{F6682E4B-33AB-4AB0-BA13-C1D67B684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5571" name="Line 57">
                <a:extLst>
                  <a:ext uri="{FF2B5EF4-FFF2-40B4-BE49-F238E27FC236}">
                    <a16:creationId xmlns:a16="http://schemas.microsoft.com/office/drawing/2014/main" id="{60BC90E5-5AAF-4116-A4B5-A8623BFC0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5572" name="Line 58">
                <a:extLst>
                  <a:ext uri="{FF2B5EF4-FFF2-40B4-BE49-F238E27FC236}">
                    <a16:creationId xmlns:a16="http://schemas.microsoft.com/office/drawing/2014/main" id="{D5173DB6-0619-4448-89AE-89BB76EDD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grpSp>
          <p:nvGrpSpPr>
            <p:cNvPr id="65566" name="Group 59">
              <a:extLst>
                <a:ext uri="{FF2B5EF4-FFF2-40B4-BE49-F238E27FC236}">
                  <a16:creationId xmlns:a16="http://schemas.microsoft.com/office/drawing/2014/main" id="{87DC9EDC-D476-4ADF-A47F-D87045735348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5567" name="Line 60">
                <a:extLst>
                  <a:ext uri="{FF2B5EF4-FFF2-40B4-BE49-F238E27FC236}">
                    <a16:creationId xmlns:a16="http://schemas.microsoft.com/office/drawing/2014/main" id="{439F1EA2-F529-4015-96B0-068206297C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5568" name="Line 61">
                <a:extLst>
                  <a:ext uri="{FF2B5EF4-FFF2-40B4-BE49-F238E27FC236}">
                    <a16:creationId xmlns:a16="http://schemas.microsoft.com/office/drawing/2014/main" id="{2CB9ED1D-F273-46B9-979F-ECE43DAFA6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5569" name="Line 62">
                <a:extLst>
                  <a:ext uri="{FF2B5EF4-FFF2-40B4-BE49-F238E27FC236}">
                    <a16:creationId xmlns:a16="http://schemas.microsoft.com/office/drawing/2014/main" id="{28F384E3-4574-4480-9865-B53CD9EC2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</p:grpSp>
      <p:sp>
        <p:nvSpPr>
          <p:cNvPr id="65541" name="Rectangle 2">
            <a:extLst>
              <a:ext uri="{FF2B5EF4-FFF2-40B4-BE49-F238E27FC236}">
                <a16:creationId xmlns:a16="http://schemas.microsoft.com/office/drawing/2014/main" id="{DE152552-F550-4641-B18C-2C60526179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5438" y="177800"/>
            <a:ext cx="8001000" cy="768350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ea typeface="ＭＳ Ｐゴシック" panose="020B0600070205080204" pitchFamily="34" charset="-128"/>
              </a:rPr>
              <a:t>Packet switching versus circuit switching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65542" name="Rectangle 3">
            <a:extLst>
              <a:ext uri="{FF2B5EF4-FFF2-40B4-BE49-F238E27FC236}">
                <a16:creationId xmlns:a16="http://schemas.microsoft.com/office/drawing/2014/main" id="{3BB871D5-740B-4B06-9DC8-83E4D7F1801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981200"/>
            <a:ext cx="3810000" cy="4648200"/>
          </a:xfrm>
        </p:spPr>
        <p:txBody>
          <a:bodyPr/>
          <a:lstStyle/>
          <a:p>
            <a:pPr marL="231775" indent="-231775" eaLnBrk="1" hangingPunct="1">
              <a:buSzPct val="75000"/>
              <a:buFont typeface="Wingdings" panose="05000000000000000000" pitchFamily="2" charset="2"/>
              <a:buNone/>
              <a:tabLst>
                <a:tab pos="566738" algn="l"/>
              </a:tabLst>
            </a:pPr>
            <a:r>
              <a:rPr lang="en-US" altLang="zh-TW" sz="24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example:</a:t>
            </a:r>
          </a:p>
          <a:p>
            <a:pPr marL="231775" indent="-231775" eaLnBrk="1" hangingPunct="1">
              <a:buSzTx/>
              <a:buFont typeface="Wingdings" panose="05000000000000000000" pitchFamily="2" charset="2"/>
              <a:buChar char="§"/>
              <a:tabLst>
                <a:tab pos="566738" algn="l"/>
              </a:tabLst>
            </a:pPr>
            <a:r>
              <a:rPr lang="en-US" altLang="zh-TW" sz="2400" dirty="0">
                <a:ea typeface="ＭＳ Ｐゴシック" panose="020B0600070205080204" pitchFamily="34" charset="-128"/>
              </a:rPr>
              <a:t>1 Mb/s link</a:t>
            </a:r>
          </a:p>
          <a:p>
            <a:pPr marL="231775" indent="-231775" eaLnBrk="1" hangingPunct="1">
              <a:buSzTx/>
              <a:buFont typeface="Wingdings" panose="05000000000000000000" pitchFamily="2" charset="2"/>
              <a:buChar char="§"/>
              <a:tabLst>
                <a:tab pos="566738" algn="l"/>
              </a:tabLst>
            </a:pPr>
            <a:r>
              <a:rPr lang="en-US" altLang="zh-TW" sz="2400" dirty="0">
                <a:ea typeface="ＭＳ Ｐゴシック" panose="020B0600070205080204" pitchFamily="34" charset="-128"/>
              </a:rPr>
              <a:t>each user: </a:t>
            </a:r>
          </a:p>
          <a:p>
            <a:pPr marL="566738" lvl="1" indent="-219075" eaLnBrk="1" hangingPunct="1">
              <a:buClr>
                <a:schemeClr val="tx1"/>
              </a:buClr>
              <a:buFontTx/>
              <a:buChar char="•"/>
              <a:tabLst>
                <a:tab pos="566738" algn="l"/>
              </a:tabLst>
            </a:pPr>
            <a:r>
              <a:rPr lang="en-US" altLang="zh-TW" sz="2000" dirty="0">
                <a:ea typeface="新細明體" panose="02020500000000000000" pitchFamily="18" charset="-120"/>
              </a:rPr>
              <a:t>100 kb/s when </a:t>
            </a:r>
            <a:r>
              <a:rPr lang="ja-JP" altLang="en-US" sz="2000" dirty="0">
                <a:ea typeface="ＭＳ Ｐゴシック" panose="020B0600070205080204" pitchFamily="34" charset="-128"/>
              </a:rPr>
              <a:t>“</a:t>
            </a:r>
            <a:r>
              <a:rPr lang="en-US" altLang="ja-JP" sz="2000" dirty="0">
                <a:ea typeface="ＭＳ Ｐゴシック" panose="020B0600070205080204" pitchFamily="34" charset="-128"/>
              </a:rPr>
              <a:t>active</a:t>
            </a:r>
            <a:r>
              <a:rPr lang="ja-JP" altLang="en-US" sz="2000" dirty="0">
                <a:ea typeface="ＭＳ Ｐゴシック" panose="020B0600070205080204" pitchFamily="34" charset="-128"/>
              </a:rPr>
              <a:t>”</a:t>
            </a:r>
            <a:endParaRPr lang="en-US" altLang="ja-JP" sz="2000" dirty="0">
              <a:ea typeface="ＭＳ Ｐゴシック" panose="020B0600070205080204" pitchFamily="34" charset="-128"/>
            </a:endParaRPr>
          </a:p>
          <a:p>
            <a:pPr marL="566738" lvl="1" indent="-219075" eaLnBrk="1" hangingPunct="1">
              <a:buClr>
                <a:schemeClr val="tx1"/>
              </a:buClr>
              <a:buFontTx/>
              <a:buChar char="•"/>
              <a:tabLst>
                <a:tab pos="566738" algn="l"/>
              </a:tabLst>
            </a:pPr>
            <a:r>
              <a:rPr lang="en-US" altLang="zh-TW" sz="2000" dirty="0">
                <a:ea typeface="新細明體" panose="02020500000000000000" pitchFamily="18" charset="-120"/>
              </a:rPr>
              <a:t>active 10% of time</a:t>
            </a:r>
          </a:p>
          <a:p>
            <a:pPr marL="566738" lvl="1" indent="-219075" eaLnBrk="1" hangingPunct="1">
              <a:tabLst>
                <a:tab pos="566738" algn="l"/>
              </a:tabLst>
            </a:pPr>
            <a:endParaRPr lang="en-US" altLang="zh-TW" sz="2000" dirty="0">
              <a:ea typeface="新細明體" panose="02020500000000000000" pitchFamily="18" charset="-120"/>
            </a:endParaRPr>
          </a:p>
          <a:p>
            <a:pPr marL="231775" indent="-231775" eaLnBrk="1" hangingPunct="1">
              <a:buSzPct val="75000"/>
              <a:tabLst>
                <a:tab pos="566738" algn="l"/>
              </a:tabLst>
            </a:pPr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circuit-switching:</a:t>
            </a:r>
            <a:r>
              <a:rPr lang="en-US" altLang="zh-TW" sz="2400" dirty="0">
                <a:ea typeface="ＭＳ Ｐゴシック" panose="020B0600070205080204" pitchFamily="34" charset="-128"/>
              </a:rPr>
              <a:t> </a:t>
            </a:r>
          </a:p>
          <a:p>
            <a:pPr marL="566738" lvl="1" indent="-219075" eaLnBrk="1" hangingPunct="1">
              <a:tabLst>
                <a:tab pos="566738" algn="l"/>
              </a:tabLst>
            </a:pPr>
            <a:r>
              <a:rPr lang="en-US" altLang="zh-TW" sz="2000" dirty="0">
                <a:ea typeface="新細明體" panose="02020500000000000000" pitchFamily="18" charset="-120"/>
              </a:rPr>
              <a:t>10 users</a:t>
            </a:r>
          </a:p>
          <a:p>
            <a:pPr marL="231775" indent="-231775" eaLnBrk="1" hangingPunct="1">
              <a:buSzPct val="75000"/>
              <a:tabLst>
                <a:tab pos="566738" algn="l"/>
              </a:tabLst>
            </a:pPr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packet switching:</a:t>
            </a:r>
            <a:r>
              <a:rPr lang="en-US" altLang="zh-TW" sz="2400" dirty="0">
                <a:ea typeface="ＭＳ Ｐゴシック" panose="020B0600070205080204" pitchFamily="34" charset="-128"/>
              </a:rPr>
              <a:t> </a:t>
            </a:r>
          </a:p>
          <a:p>
            <a:pPr marL="566738" lvl="1" indent="-219075" eaLnBrk="1" hangingPunct="1">
              <a:tabLst>
                <a:tab pos="566738" algn="l"/>
              </a:tabLst>
            </a:pPr>
            <a:r>
              <a:rPr lang="en-US" altLang="zh-TW" sz="2000" dirty="0">
                <a:ea typeface="新細明體" panose="02020500000000000000" pitchFamily="18" charset="-120"/>
              </a:rPr>
              <a:t>with 35 users, probability &gt; 10 active at same time is less than .0004 *</a:t>
            </a:r>
          </a:p>
          <a:p>
            <a:pPr marL="231775" indent="-231775" eaLnBrk="1" hangingPunct="1">
              <a:tabLst>
                <a:tab pos="566738" algn="l"/>
              </a:tabLst>
            </a:pPr>
            <a:endParaRPr lang="en-US" altLang="zh-TW" sz="2400" dirty="0">
              <a:ea typeface="ＭＳ Ｐゴシック" panose="020B0600070205080204" pitchFamily="34" charset="-128"/>
            </a:endParaRPr>
          </a:p>
        </p:txBody>
      </p:sp>
      <p:sp>
        <p:nvSpPr>
          <p:cNvPr id="65543" name="Rectangle 4">
            <a:extLst>
              <a:ext uri="{FF2B5EF4-FFF2-40B4-BE49-F238E27FC236}">
                <a16:creationId xmlns:a16="http://schemas.microsoft.com/office/drawing/2014/main" id="{09085FC3-FF8B-440A-878A-8AC93838EB6D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8300" y="1122363"/>
            <a:ext cx="8715375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packet switching allows more users to use network!</a:t>
            </a:r>
          </a:p>
        </p:txBody>
      </p:sp>
      <p:sp>
        <p:nvSpPr>
          <p:cNvPr id="65544" name="Line 15">
            <a:extLst>
              <a:ext uri="{FF2B5EF4-FFF2-40B4-BE49-F238E27FC236}">
                <a16:creationId xmlns:a16="http://schemas.microsoft.com/office/drawing/2014/main" id="{CE37D27D-1408-42D3-9529-381D886D12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0038" y="2562225"/>
            <a:ext cx="838200" cy="4572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65545" name="Line 16">
            <a:extLst>
              <a:ext uri="{FF2B5EF4-FFF2-40B4-BE49-F238E27FC236}">
                <a16:creationId xmlns:a16="http://schemas.microsoft.com/office/drawing/2014/main" id="{59A5F52F-3757-4C37-A22F-9C80E25ED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8238" y="3019425"/>
            <a:ext cx="203835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65546" name="Line 17">
            <a:extLst>
              <a:ext uri="{FF2B5EF4-FFF2-40B4-BE49-F238E27FC236}">
                <a16:creationId xmlns:a16="http://schemas.microsoft.com/office/drawing/2014/main" id="{17F1AEDF-9C22-4AFB-B0CB-232188C9EB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8238" y="3171825"/>
            <a:ext cx="203835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65547" name="Line 18">
            <a:extLst>
              <a:ext uri="{FF2B5EF4-FFF2-40B4-BE49-F238E27FC236}">
                <a16:creationId xmlns:a16="http://schemas.microsoft.com/office/drawing/2014/main" id="{FA3A5D1B-0E96-4C2B-9439-5D8234A93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56238" y="3171825"/>
            <a:ext cx="762000" cy="6096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65548" name="Text Box 19">
            <a:extLst>
              <a:ext uri="{FF2B5EF4-FFF2-40B4-BE49-F238E27FC236}">
                <a16:creationId xmlns:a16="http://schemas.microsoft.com/office/drawing/2014/main" id="{4208C54F-718E-40A1-B783-5B711F379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5088" y="2740025"/>
            <a:ext cx="730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>
                <a:solidFill>
                  <a:srgbClr val="000099"/>
                </a:solidFill>
              </a:rPr>
              <a:t>N</a:t>
            </a:r>
            <a:r>
              <a:rPr lang="en-US" altLang="zh-TW" sz="2000">
                <a:solidFill>
                  <a:srgbClr val="000099"/>
                </a:solidFill>
              </a:rPr>
              <a:t> 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99"/>
                </a:solidFill>
              </a:rPr>
              <a:t>users</a:t>
            </a:r>
          </a:p>
        </p:txBody>
      </p:sp>
      <p:sp>
        <p:nvSpPr>
          <p:cNvPr id="65549" name="Text Box 20">
            <a:extLst>
              <a:ext uri="{FF2B5EF4-FFF2-40B4-BE49-F238E27FC236}">
                <a16:creationId xmlns:a16="http://schemas.microsoft.com/office/drawing/2014/main" id="{B02F8968-41F9-4C0A-BF80-FEE9A32C0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2213" y="3303588"/>
            <a:ext cx="1468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1 Mbps link</a:t>
            </a:r>
          </a:p>
        </p:txBody>
      </p:sp>
      <p:sp>
        <p:nvSpPr>
          <p:cNvPr id="65550" name="Line 47">
            <a:extLst>
              <a:ext uri="{FF2B5EF4-FFF2-40B4-BE49-F238E27FC236}">
                <a16:creationId xmlns:a16="http://schemas.microsoft.com/office/drawing/2014/main" id="{683F3D97-BE97-42AF-B725-39D76397EFC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6663" y="3086100"/>
            <a:ext cx="1409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65551" name="Text Box 34">
            <a:extLst>
              <a:ext uri="{FF2B5EF4-FFF2-40B4-BE49-F238E27FC236}">
                <a16:creationId xmlns:a16="http://schemas.microsoft.com/office/drawing/2014/main" id="{A095BEBC-C6F3-4E15-B136-BC350F47E495}"/>
              </a:ext>
            </a:extLst>
          </p:cNvPr>
          <p:cNvSpPr txBox="1">
            <a:spLocks noChangeArrowheads="1"/>
          </p:cNvSpPr>
          <p:nvPr/>
        </p:nvSpPr>
        <p:spPr bwMode="auto">
          <a:xfrm rot="5273514">
            <a:off x="4791869" y="2780507"/>
            <a:ext cx="73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1">
                <a:latin typeface="Arial" panose="020B0604020202020204" pitchFamily="34" charset="0"/>
              </a:rPr>
              <a:t>…..</a:t>
            </a:r>
          </a:p>
        </p:txBody>
      </p:sp>
      <p:grpSp>
        <p:nvGrpSpPr>
          <p:cNvPr id="65552" name="Group 37">
            <a:extLst>
              <a:ext uri="{FF2B5EF4-FFF2-40B4-BE49-F238E27FC236}">
                <a16:creationId xmlns:a16="http://schemas.microsoft.com/office/drawing/2014/main" id="{2D91597B-66F6-4091-901A-265F62548F27}"/>
              </a:ext>
            </a:extLst>
          </p:cNvPr>
          <p:cNvGrpSpPr>
            <a:grpSpLocks/>
          </p:cNvGrpSpPr>
          <p:nvPr/>
        </p:nvGrpSpPr>
        <p:grpSpPr bwMode="auto">
          <a:xfrm>
            <a:off x="4646613" y="2066925"/>
            <a:ext cx="779462" cy="679450"/>
            <a:chOff x="-44" y="1473"/>
            <a:chExt cx="981" cy="1105"/>
          </a:xfrm>
        </p:grpSpPr>
        <p:pic>
          <p:nvPicPr>
            <p:cNvPr id="65558" name="Picture 38" descr="desktop_computer_stylized_medium">
              <a:extLst>
                <a:ext uri="{FF2B5EF4-FFF2-40B4-BE49-F238E27FC236}">
                  <a16:creationId xmlns:a16="http://schemas.microsoft.com/office/drawing/2014/main" id="{157B827F-2473-4078-B8EE-CB4A1AC26B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59" name="Freeform 39">
              <a:extLst>
                <a:ext uri="{FF2B5EF4-FFF2-40B4-BE49-F238E27FC236}">
                  <a16:creationId xmlns:a16="http://schemas.microsoft.com/office/drawing/2014/main" id="{867991D4-6122-4605-9249-95CF09E3FF6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65553" name="Group 40">
            <a:extLst>
              <a:ext uri="{FF2B5EF4-FFF2-40B4-BE49-F238E27FC236}">
                <a16:creationId xmlns:a16="http://schemas.microsoft.com/office/drawing/2014/main" id="{26D0AE37-5813-4C4D-A1AD-85387947BC6D}"/>
              </a:ext>
            </a:extLst>
          </p:cNvPr>
          <p:cNvGrpSpPr>
            <a:grpSpLocks/>
          </p:cNvGrpSpPr>
          <p:nvPr/>
        </p:nvGrpSpPr>
        <p:grpSpPr bwMode="auto">
          <a:xfrm>
            <a:off x="4651375" y="3392488"/>
            <a:ext cx="779463" cy="679450"/>
            <a:chOff x="-44" y="1473"/>
            <a:chExt cx="981" cy="1105"/>
          </a:xfrm>
        </p:grpSpPr>
        <p:pic>
          <p:nvPicPr>
            <p:cNvPr id="65556" name="Picture 41" descr="desktop_computer_stylized_medium">
              <a:extLst>
                <a:ext uri="{FF2B5EF4-FFF2-40B4-BE49-F238E27FC236}">
                  <a16:creationId xmlns:a16="http://schemas.microsoft.com/office/drawing/2014/main" id="{3E550BFF-7C01-4BDE-94EA-F9E8A8D616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57" name="Freeform 42">
              <a:extLst>
                <a:ext uri="{FF2B5EF4-FFF2-40B4-BE49-F238E27FC236}">
                  <a16:creationId xmlns:a16="http://schemas.microsoft.com/office/drawing/2014/main" id="{72F190A2-4BA2-4C2E-8702-13E18A264BF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65554" name="Slide Number Placeholder 3">
            <a:extLst>
              <a:ext uri="{FF2B5EF4-FFF2-40B4-BE49-F238E27FC236}">
                <a16:creationId xmlns:a16="http://schemas.microsoft.com/office/drawing/2014/main" id="{B429C480-20B0-4C49-8698-B756A3B8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E0DD09D5-5CF5-44BB-A8D0-89B58BE9DF98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65555" name="TextBox 1">
            <a:extLst>
              <a:ext uri="{FF2B5EF4-FFF2-40B4-BE49-F238E27FC236}">
                <a16:creationId xmlns:a16="http://schemas.microsoft.com/office/drawing/2014/main" id="{C2FF9C4B-B55F-4C76-9F08-988A80B36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6462713"/>
            <a:ext cx="51546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* Check out the online interactive exercises for more examples</a:t>
            </a:r>
          </a:p>
        </p:txBody>
      </p:sp>
    </p:spTree>
    <p:extLst>
      <p:ext uri="{BB962C8B-B14F-4D97-AF65-F5344CB8AC3E}">
        <p14:creationId xmlns:p14="http://schemas.microsoft.com/office/powerpoint/2010/main" val="196793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2">
            <a:extLst>
              <a:ext uri="{FF2B5EF4-FFF2-40B4-BE49-F238E27FC236}">
                <a16:creationId xmlns:a16="http://schemas.microsoft.com/office/drawing/2014/main" id="{CDAD36EF-FEC8-480B-9C6E-6DAB203FD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4557004-DD23-49FD-8D3D-48C96A36C05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31800" y="1720850"/>
            <a:ext cx="8196263" cy="4648200"/>
          </a:xfrm>
        </p:spPr>
        <p:txBody>
          <a:bodyPr/>
          <a:lstStyle/>
          <a:p>
            <a:pPr eaLnBrk="1" hangingPunct="1">
              <a:buSzPct val="75000"/>
            </a:pPr>
            <a:endParaRPr lang="en-US" altLang="zh-TW" sz="2000" dirty="0">
              <a:ea typeface="新細明體" panose="02020500000000000000" pitchFamily="18" charset="-120"/>
            </a:endParaRPr>
          </a:p>
        </p:txBody>
      </p:sp>
      <p:pic>
        <p:nvPicPr>
          <p:cNvPr id="67590" name="Picture 10" descr="underline_base">
            <a:extLst>
              <a:ext uri="{FF2B5EF4-FFF2-40B4-BE49-F238E27FC236}">
                <a16:creationId xmlns:a16="http://schemas.microsoft.com/office/drawing/2014/main" id="{DE773748-009F-4EA8-87DF-B95151A4049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75247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1" name="Rectangle 2">
            <a:extLst>
              <a:ext uri="{FF2B5EF4-FFF2-40B4-BE49-F238E27FC236}">
                <a16:creationId xmlns:a16="http://schemas.microsoft.com/office/drawing/2014/main" id="{3CC102DD-262F-48C2-AFD6-FCB2BC0C6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8" y="177800"/>
            <a:ext cx="80010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dirty="0">
                <a:solidFill>
                  <a:srgbClr val="000099"/>
                </a:solidFill>
              </a:rPr>
              <a:t>Binomial distribution</a:t>
            </a:r>
            <a:endParaRPr lang="en-US" altLang="zh-TW" sz="4400" dirty="0">
              <a:solidFill>
                <a:srgbClr val="000099"/>
              </a:solidFill>
            </a:endParaRPr>
          </a:p>
        </p:txBody>
      </p:sp>
      <p:sp>
        <p:nvSpPr>
          <p:cNvPr id="67592" name="Slide Number Placeholder 3">
            <a:extLst>
              <a:ext uri="{FF2B5EF4-FFF2-40B4-BE49-F238E27FC236}">
                <a16:creationId xmlns:a16="http://schemas.microsoft.com/office/drawing/2014/main" id="{58CBC61F-2443-4FDF-9183-8A3038E1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0173CE91-134A-4F1B-B3D7-949E93A808B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895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2">
            <a:extLst>
              <a:ext uri="{FF2B5EF4-FFF2-40B4-BE49-F238E27FC236}">
                <a16:creationId xmlns:a16="http://schemas.microsoft.com/office/drawing/2014/main" id="{CDAD36EF-FEC8-480B-9C6E-6DAB203FD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4557004-DD23-49FD-8D3D-48C96A36C05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31800" y="1720850"/>
            <a:ext cx="8196263" cy="4648200"/>
          </a:xfrm>
        </p:spPr>
        <p:txBody>
          <a:bodyPr/>
          <a:lstStyle/>
          <a:p>
            <a:pPr marL="0" indent="0" eaLnBrk="1" hangingPunct="1">
              <a:buSzPct val="75000"/>
              <a:buNone/>
            </a:pPr>
            <a:r>
              <a:rPr lang="en-US" altLang="zh-TW" sz="2400" dirty="0">
                <a:ea typeface="ＭＳ Ｐゴシック" panose="020B0600070205080204" pitchFamily="34" charset="-128"/>
              </a:rPr>
              <a:t>For packet switching:</a:t>
            </a:r>
          </a:p>
          <a:p>
            <a:pPr eaLnBrk="1" hangingPunct="1">
              <a:buSzPct val="75000"/>
            </a:pP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Adv</a:t>
            </a:r>
            <a:r>
              <a:rPr lang="en-US" altLang="zh-TW" sz="2400" dirty="0">
                <a:ea typeface="ＭＳ Ｐゴシック" panose="020B0600070205080204" pitchFamily="34" charset="-128"/>
              </a:rPr>
              <a:t>: great for </a:t>
            </a:r>
            <a:r>
              <a:rPr lang="en-US" altLang="zh-TW" sz="2400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bursty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data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resource sharing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simpler, no call setup</a:t>
            </a:r>
            <a:endParaRPr lang="en-US" altLang="zh-TW" sz="2000" dirty="0">
              <a:ea typeface="新細明體" panose="02020500000000000000" pitchFamily="18" charset="-120"/>
            </a:endParaRPr>
          </a:p>
          <a:p>
            <a:pPr eaLnBrk="1" hangingPunct="1">
              <a:buSzPct val="75000"/>
            </a:pP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Dis:</a:t>
            </a:r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 dirty="0">
                <a:ea typeface="ＭＳ Ｐゴシック" panose="020B0600070205080204" pitchFamily="34" charset="-128"/>
              </a:rPr>
              <a:t>excessive 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congestion</a:t>
            </a:r>
            <a:r>
              <a:rPr lang="en-US" altLang="zh-TW" sz="2400" dirty="0">
                <a:ea typeface="ＭＳ Ｐゴシック" panose="020B0600070205080204" pitchFamily="34" charset="-128"/>
              </a:rPr>
              <a:t> possible </a:t>
            </a:r>
            <a:r>
              <a:rPr lang="en-US" altLang="zh-TW" sz="24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→ </a:t>
            </a:r>
            <a:r>
              <a:rPr lang="en-US" altLang="zh-TW" sz="2400" dirty="0">
                <a:ea typeface="ＭＳ Ｐゴシック" panose="020B0600070205080204" pitchFamily="34" charset="-128"/>
              </a:rPr>
              <a:t>packet delay and loss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protocols needed for reliable data transfer, congestion control</a:t>
            </a:r>
            <a:endParaRPr lang="en-US" altLang="zh-TW" sz="2000" dirty="0">
              <a:ea typeface="新細明體" panose="02020500000000000000" pitchFamily="18" charset="-120"/>
            </a:endParaRP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1BF81DE1-AED9-4B90-836F-3A9877D3509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74638" y="1196975"/>
            <a:ext cx="76200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Is packet switching a </a:t>
            </a:r>
            <a:r>
              <a:rPr lang="ja-JP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slam dunk winner?</a:t>
            </a:r>
            <a:r>
              <a:rPr lang="ja-JP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”</a:t>
            </a:r>
            <a:endParaRPr lang="en-US" altLang="zh-TW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7589" name="Text Box 20">
            <a:extLst>
              <a:ext uri="{FF2B5EF4-FFF2-40B4-BE49-F238E27FC236}">
                <a16:creationId xmlns:a16="http://schemas.microsoft.com/office/drawing/2014/main" id="{7B127934-3464-452E-95B0-11049EB8F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5472113"/>
            <a:ext cx="82343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0070C0"/>
                </a:solidFill>
              </a:rPr>
              <a:t>reserved resources</a:t>
            </a:r>
            <a:r>
              <a:rPr lang="en-US" altLang="zh-TW" sz="2400" dirty="0"/>
              <a:t> (circuit switching) versus </a:t>
            </a:r>
            <a:r>
              <a:rPr lang="en-US" altLang="zh-TW" sz="2400" dirty="0">
                <a:solidFill>
                  <a:srgbClr val="0070C0"/>
                </a:solidFill>
              </a:rPr>
              <a:t>on-demand allocation</a:t>
            </a:r>
            <a:r>
              <a:rPr lang="en-US" altLang="zh-TW" sz="2400" dirty="0"/>
              <a:t> (packet switching)</a:t>
            </a:r>
          </a:p>
        </p:txBody>
      </p:sp>
      <p:pic>
        <p:nvPicPr>
          <p:cNvPr id="67590" name="Picture 10" descr="underline_base">
            <a:extLst>
              <a:ext uri="{FF2B5EF4-FFF2-40B4-BE49-F238E27FC236}">
                <a16:creationId xmlns:a16="http://schemas.microsoft.com/office/drawing/2014/main" id="{DE773748-009F-4EA8-87DF-B95151A4049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75247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1" name="Rectangle 2">
            <a:extLst>
              <a:ext uri="{FF2B5EF4-FFF2-40B4-BE49-F238E27FC236}">
                <a16:creationId xmlns:a16="http://schemas.microsoft.com/office/drawing/2014/main" id="{3CC102DD-262F-48C2-AFD6-FCB2BC0C6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8" y="177800"/>
            <a:ext cx="80010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>
                <a:solidFill>
                  <a:srgbClr val="000099"/>
                </a:solidFill>
              </a:rPr>
              <a:t>Packet switching versus circuit switching</a:t>
            </a:r>
            <a:endParaRPr lang="en-US" altLang="zh-TW" sz="4400">
              <a:solidFill>
                <a:srgbClr val="000099"/>
              </a:solidFill>
            </a:endParaRPr>
          </a:p>
        </p:txBody>
      </p:sp>
      <p:sp>
        <p:nvSpPr>
          <p:cNvPr id="67592" name="Slide Number Placeholder 3">
            <a:extLst>
              <a:ext uri="{FF2B5EF4-FFF2-40B4-BE49-F238E27FC236}">
                <a16:creationId xmlns:a16="http://schemas.microsoft.com/office/drawing/2014/main" id="{58CBC61F-2443-4FDF-9183-8A3038E1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0173CE91-134A-4F1B-B3D7-949E93A808B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2">
            <a:extLst>
              <a:ext uri="{FF2B5EF4-FFF2-40B4-BE49-F238E27FC236}">
                <a16:creationId xmlns:a16="http://schemas.microsoft.com/office/drawing/2014/main" id="{CDAD36EF-FEC8-480B-9C6E-6DAB203FD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4557004-DD23-49FD-8D3D-48C96A36C05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31800" y="1720850"/>
            <a:ext cx="8196263" cy="4648200"/>
          </a:xfrm>
        </p:spPr>
        <p:txBody>
          <a:bodyPr/>
          <a:lstStyle/>
          <a:p>
            <a:pPr eaLnBrk="1" hangingPunct="1">
              <a:buSzPct val="75000"/>
            </a:pPr>
            <a:endParaRPr lang="en-US" altLang="zh-TW" sz="2000" dirty="0">
              <a:ea typeface="新細明體" panose="02020500000000000000" pitchFamily="18" charset="-120"/>
            </a:endParaRPr>
          </a:p>
        </p:txBody>
      </p:sp>
      <p:pic>
        <p:nvPicPr>
          <p:cNvPr id="67590" name="Picture 10" descr="underline_base">
            <a:extLst>
              <a:ext uri="{FF2B5EF4-FFF2-40B4-BE49-F238E27FC236}">
                <a16:creationId xmlns:a16="http://schemas.microsoft.com/office/drawing/2014/main" id="{DE773748-009F-4EA8-87DF-B95151A4049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75247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1" name="Rectangle 2">
            <a:extLst>
              <a:ext uri="{FF2B5EF4-FFF2-40B4-BE49-F238E27FC236}">
                <a16:creationId xmlns:a16="http://schemas.microsoft.com/office/drawing/2014/main" id="{3CC102DD-262F-48C2-AFD6-FCB2BC0C6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8" y="177800"/>
            <a:ext cx="80010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dirty="0">
                <a:solidFill>
                  <a:srgbClr val="000099"/>
                </a:solidFill>
              </a:rPr>
              <a:t>Circuit switching versus Packet switching</a:t>
            </a:r>
            <a:endParaRPr lang="en-US" altLang="zh-TW" sz="4400" dirty="0">
              <a:solidFill>
                <a:srgbClr val="000099"/>
              </a:solidFill>
            </a:endParaRPr>
          </a:p>
        </p:txBody>
      </p:sp>
      <p:sp>
        <p:nvSpPr>
          <p:cNvPr id="67592" name="Slide Number Placeholder 3">
            <a:extLst>
              <a:ext uri="{FF2B5EF4-FFF2-40B4-BE49-F238E27FC236}">
                <a16:creationId xmlns:a16="http://schemas.microsoft.com/office/drawing/2014/main" id="{58CBC61F-2443-4FDF-9183-8A3038E1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0173CE91-134A-4F1B-B3D7-949E93A808B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6B4AC9B-226B-4D63-8D57-00FF573F1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2" y="2057400"/>
            <a:ext cx="7572375" cy="27432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E0B34896-049E-CC3E-CF2A-720BAC1991F1}"/>
              </a:ext>
            </a:extLst>
          </p:cNvPr>
          <p:cNvSpPr txBox="1"/>
          <p:nvPr/>
        </p:nvSpPr>
        <p:spPr>
          <a:xfrm>
            <a:off x="1188720" y="48006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circuit switching</a:t>
            </a:r>
            <a:endParaRPr lang="zh-HK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A53B4A8-8F72-8A10-05CA-90E043A11439}"/>
              </a:ext>
            </a:extLst>
          </p:cNvPr>
          <p:cNvSpPr txBox="1"/>
          <p:nvPr/>
        </p:nvSpPr>
        <p:spPr>
          <a:xfrm>
            <a:off x="5310928" y="4892327"/>
            <a:ext cx="2644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packet switching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257540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標題 1">
            <a:extLst>
              <a:ext uri="{FF2B5EF4-FFF2-40B4-BE49-F238E27FC236}">
                <a16:creationId xmlns:a16="http://schemas.microsoft.com/office/drawing/2014/main" id="{2C28CBAB-6201-4313-891E-388689B481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Internet structure</a:t>
            </a:r>
            <a:endParaRPr lang="zh-TW" altLang="en-US">
              <a:ea typeface="ＭＳ Ｐゴシック" panose="020B0600070205080204" pitchFamily="34" charset="-128"/>
            </a:endParaRPr>
          </a:p>
        </p:txBody>
      </p:sp>
      <p:sp>
        <p:nvSpPr>
          <p:cNvPr id="69635" name="副標題 2">
            <a:extLst>
              <a:ext uri="{FF2B5EF4-FFF2-40B4-BE49-F238E27FC236}">
                <a16:creationId xmlns:a16="http://schemas.microsoft.com/office/drawing/2014/main" id="{6B02511A-5C15-4958-BC9C-FA9B15A46B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>
              <a:ea typeface="ＭＳ Ｐゴシック" panose="020B0600070205080204" pitchFamily="34" charset="-128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DBC16F0-EF8D-4D7D-9474-A4B851955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9637" name="投影片編號版面配置區 4">
            <a:extLst>
              <a:ext uri="{FF2B5EF4-FFF2-40B4-BE49-F238E27FC236}">
                <a16:creationId xmlns:a16="http://schemas.microsoft.com/office/drawing/2014/main" id="{ED98A0F1-F2AF-4BB0-8F23-EB403A159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35102708-6D11-4E56-BC7A-E2C9A85EA9FC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68784CCC-EF3C-426F-8BDA-AA113CAA29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Internet structure: network of networks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pic>
        <p:nvPicPr>
          <p:cNvPr id="70659" name="Picture 76" descr="underline_base">
            <a:extLst>
              <a:ext uri="{FF2B5EF4-FFF2-40B4-BE49-F238E27FC236}">
                <a16:creationId xmlns:a16="http://schemas.microsoft.com/office/drawing/2014/main" id="{918ECE6C-7149-49D1-A7A1-8A3E6825182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0" name="Rectangle 3">
            <a:extLst>
              <a:ext uri="{FF2B5EF4-FFF2-40B4-BE49-F238E27FC236}">
                <a16:creationId xmlns:a16="http://schemas.microsoft.com/office/drawing/2014/main" id="{A3B55BD4-CFB7-4391-9B4D-499DF0773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263650"/>
            <a:ext cx="819626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75000"/>
            </a:pPr>
            <a:r>
              <a:rPr lang="en-US" altLang="zh-TW" sz="2400" dirty="0"/>
              <a:t>End systems connect to Internet via </a:t>
            </a:r>
            <a:r>
              <a:rPr lang="en-US" altLang="zh-TW" sz="2400" dirty="0">
                <a:solidFill>
                  <a:srgbClr val="C00000"/>
                </a:solidFill>
              </a:rPr>
              <a:t>access ISPs </a:t>
            </a:r>
            <a:r>
              <a:rPr lang="en-US" altLang="zh-TW" sz="2400" dirty="0"/>
              <a:t>(</a:t>
            </a:r>
            <a:r>
              <a:rPr lang="en-US" altLang="zh-TW" sz="2400" dirty="0">
                <a:solidFill>
                  <a:srgbClr val="FF0000"/>
                </a:solidFill>
              </a:rPr>
              <a:t>Internet Service Providers</a:t>
            </a:r>
            <a:r>
              <a:rPr lang="en-US" altLang="zh-TW" sz="2400" dirty="0"/>
              <a:t>)</a:t>
            </a:r>
          </a:p>
          <a:p>
            <a:pPr lvl="1" eaLnBrk="1" hangingPunct="1"/>
            <a:r>
              <a:rPr lang="en-US" altLang="zh-TW" dirty="0">
                <a:ea typeface="ＭＳ Ｐゴシック" panose="020B0600070205080204" pitchFamily="34" charset="-128"/>
              </a:rPr>
              <a:t>Residential, company and university ISPs</a:t>
            </a:r>
          </a:p>
          <a:p>
            <a:pPr eaLnBrk="1" hangingPunct="1">
              <a:buSzPct val="75000"/>
            </a:pPr>
            <a:r>
              <a:rPr lang="en-US" altLang="zh-TW" sz="2400" dirty="0">
                <a:solidFill>
                  <a:srgbClr val="C00000"/>
                </a:solidFill>
              </a:rPr>
              <a:t>Access ISPs in turn must be interconnected. </a:t>
            </a:r>
          </a:p>
          <a:p>
            <a:pPr lvl="1" eaLnBrk="1" hangingPunct="1">
              <a:buSzPct val="75000"/>
              <a:buFont typeface="Wingdings" panose="05000000000000000000" pitchFamily="2" charset="2"/>
              <a:buChar char="v"/>
            </a:pPr>
            <a:r>
              <a:rPr lang="en-US" altLang="zh-TW" dirty="0">
                <a:ea typeface="ＭＳ Ｐゴシック" panose="020B0600070205080204" pitchFamily="34" charset="-128"/>
              </a:rPr>
              <a:t>So that any two hosts can send packets to each other</a:t>
            </a:r>
          </a:p>
          <a:p>
            <a:pPr eaLnBrk="1" hangingPunct="1">
              <a:buSzPct val="75000"/>
            </a:pPr>
            <a:r>
              <a:rPr lang="en-US" altLang="zh-TW" sz="2400" dirty="0"/>
              <a:t>Resulting network of networks is very complex</a:t>
            </a:r>
          </a:p>
          <a:p>
            <a:pPr lvl="1" eaLnBrk="1" hangingPunct="1">
              <a:buSzPct val="75000"/>
              <a:buFont typeface="Wingdings" panose="05000000000000000000" pitchFamily="2" charset="2"/>
              <a:buChar char="v"/>
            </a:pPr>
            <a:r>
              <a:rPr lang="en-US" altLang="zh-TW" dirty="0">
                <a:ea typeface="ＭＳ Ｐゴシック" panose="020B0600070205080204" pitchFamily="34" charset="-128"/>
              </a:rPr>
              <a:t>Evolution was driven by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economics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national policies</a:t>
            </a:r>
          </a:p>
          <a:p>
            <a:pPr eaLnBrk="1" hangingPunct="1">
              <a:buSzPct val="75000"/>
            </a:pPr>
            <a:r>
              <a:rPr lang="en-US" altLang="zh-TW" sz="2400" dirty="0"/>
              <a:t>Let</a:t>
            </a:r>
            <a:r>
              <a:rPr lang="ja-JP" altLang="en-US" sz="2400" dirty="0"/>
              <a:t>’</a:t>
            </a:r>
            <a:r>
              <a:rPr lang="en-US" altLang="ja-JP" sz="2400" dirty="0"/>
              <a:t>s take a stepwise approach to describe current Internet structure</a:t>
            </a:r>
            <a:endParaRPr lang="en-US" altLang="zh-TW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A3FC3E93-4E02-4A4B-B8CB-7529673D96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Internet structure: network of networks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B82A340-C07E-4A28-803B-83A3C97F061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3075" y="1073150"/>
            <a:ext cx="8204200" cy="906463"/>
          </a:xfrm>
        </p:spPr>
        <p:txBody>
          <a:bodyPr/>
          <a:lstStyle/>
          <a:p>
            <a:pPr marL="0" indent="0"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TW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Question: </a:t>
            </a:r>
            <a:r>
              <a:rPr lang="en-US" altLang="zh-TW" sz="2400">
                <a:ea typeface="ＭＳ Ｐゴシック" panose="020B0600070205080204" pitchFamily="34" charset="-128"/>
              </a:rPr>
              <a:t>given </a:t>
            </a:r>
            <a:r>
              <a:rPr lang="en-US" altLang="zh-TW" sz="2400" i="1">
                <a:ea typeface="ＭＳ Ｐゴシック" panose="020B0600070205080204" pitchFamily="34" charset="-128"/>
              </a:rPr>
              <a:t>millions</a:t>
            </a:r>
            <a:r>
              <a:rPr lang="en-US" altLang="zh-TW" sz="2400">
                <a:ea typeface="ＭＳ Ｐゴシック" panose="020B0600070205080204" pitchFamily="34" charset="-128"/>
              </a:rPr>
              <a:t> of access ISPs, how to connect them together?</a:t>
            </a:r>
          </a:p>
          <a:p>
            <a:pPr marL="0" indent="0" eaLnBrk="1" hangingPunct="1">
              <a:buSzPct val="75000"/>
              <a:buFont typeface="Wingdings" panose="05000000000000000000" pitchFamily="2" charset="2"/>
              <a:buNone/>
            </a:pPr>
            <a:endParaRPr lang="en-US" altLang="zh-TW" sz="2400">
              <a:ea typeface="ＭＳ Ｐゴシック" panose="020B0600070205080204" pitchFamily="34" charset="-128"/>
            </a:endParaRPr>
          </a:p>
        </p:txBody>
      </p:sp>
      <p:pic>
        <p:nvPicPr>
          <p:cNvPr id="72708" name="Picture 76" descr="underline_base">
            <a:extLst>
              <a:ext uri="{FF2B5EF4-FFF2-40B4-BE49-F238E27FC236}">
                <a16:creationId xmlns:a16="http://schemas.microsoft.com/office/drawing/2014/main" id="{CA57CB0A-F5C0-4C3D-9176-B0889B98A2E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2709" name="Group 5">
            <a:extLst>
              <a:ext uri="{FF2B5EF4-FFF2-40B4-BE49-F238E27FC236}">
                <a16:creationId xmlns:a16="http://schemas.microsoft.com/office/drawing/2014/main" id="{B369349F-28AE-44AC-A170-C31C6BD1845A}"/>
              </a:ext>
            </a:extLst>
          </p:cNvPr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72710" name="Group 2">
              <a:extLst>
                <a:ext uri="{FF2B5EF4-FFF2-40B4-BE49-F238E27FC236}">
                  <a16:creationId xmlns:a16="http://schemas.microsoft.com/office/drawing/2014/main" id="{2425A952-6DE9-4390-B667-0DB576D70A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2762" name="Freeform 84">
                <a:extLst>
                  <a:ext uri="{FF2B5EF4-FFF2-40B4-BE49-F238E27FC236}">
                    <a16:creationId xmlns:a16="http://schemas.microsoft.com/office/drawing/2014/main" id="{2912D78A-8C58-4988-BA2B-C31B0A141A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63" name="TextBox 1">
                <a:extLst>
                  <a:ext uri="{FF2B5EF4-FFF2-40B4-BE49-F238E27FC236}">
                    <a16:creationId xmlns:a16="http://schemas.microsoft.com/office/drawing/2014/main" id="{0412DA06-931D-498A-A273-DACDD21BDE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11" name="Group 131">
              <a:extLst>
                <a:ext uri="{FF2B5EF4-FFF2-40B4-BE49-F238E27FC236}">
                  <a16:creationId xmlns:a16="http://schemas.microsoft.com/office/drawing/2014/main" id="{08204F7F-3100-486E-B0CE-4B3C3A42D1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2760" name="Freeform 84">
                <a:extLst>
                  <a:ext uri="{FF2B5EF4-FFF2-40B4-BE49-F238E27FC236}">
                    <a16:creationId xmlns:a16="http://schemas.microsoft.com/office/drawing/2014/main" id="{B0387147-B2C2-4532-A66A-94061D9BC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61" name="TextBox 133">
                <a:extLst>
                  <a:ext uri="{FF2B5EF4-FFF2-40B4-BE49-F238E27FC236}">
                    <a16:creationId xmlns:a16="http://schemas.microsoft.com/office/drawing/2014/main" id="{8601A33C-7493-4C08-8328-B64EF7FD0D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12" name="Group 135">
              <a:extLst>
                <a:ext uri="{FF2B5EF4-FFF2-40B4-BE49-F238E27FC236}">
                  <a16:creationId xmlns:a16="http://schemas.microsoft.com/office/drawing/2014/main" id="{50653119-8BB9-485F-B61F-75FB71D74B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2758" name="Freeform 84">
                <a:extLst>
                  <a:ext uri="{FF2B5EF4-FFF2-40B4-BE49-F238E27FC236}">
                    <a16:creationId xmlns:a16="http://schemas.microsoft.com/office/drawing/2014/main" id="{12BD1CEB-3E7D-406A-A0F5-9CC4267C8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59" name="TextBox 137">
                <a:extLst>
                  <a:ext uri="{FF2B5EF4-FFF2-40B4-BE49-F238E27FC236}">
                    <a16:creationId xmlns:a16="http://schemas.microsoft.com/office/drawing/2014/main" id="{847F793E-2FB7-40CA-B009-183871EFE4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13" name="Group 138">
              <a:extLst>
                <a:ext uri="{FF2B5EF4-FFF2-40B4-BE49-F238E27FC236}">
                  <a16:creationId xmlns:a16="http://schemas.microsoft.com/office/drawing/2014/main" id="{7905720B-9203-4C5C-B520-895454FD39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2756" name="Freeform 84">
                <a:extLst>
                  <a:ext uri="{FF2B5EF4-FFF2-40B4-BE49-F238E27FC236}">
                    <a16:creationId xmlns:a16="http://schemas.microsoft.com/office/drawing/2014/main" id="{351454FC-89F7-4A06-B858-66132F5F1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57" name="TextBox 140">
                <a:extLst>
                  <a:ext uri="{FF2B5EF4-FFF2-40B4-BE49-F238E27FC236}">
                    <a16:creationId xmlns:a16="http://schemas.microsoft.com/office/drawing/2014/main" id="{D12F814C-33BA-4D12-996C-C44AA9F5C1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14" name="Group 141">
              <a:extLst>
                <a:ext uri="{FF2B5EF4-FFF2-40B4-BE49-F238E27FC236}">
                  <a16:creationId xmlns:a16="http://schemas.microsoft.com/office/drawing/2014/main" id="{7DED7B9E-1D96-4192-8FD0-C08B8D61C5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2754" name="Freeform 84">
                <a:extLst>
                  <a:ext uri="{FF2B5EF4-FFF2-40B4-BE49-F238E27FC236}">
                    <a16:creationId xmlns:a16="http://schemas.microsoft.com/office/drawing/2014/main" id="{A2890CAA-673B-4273-BC51-6CA00C6F1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55" name="TextBox 143">
                <a:extLst>
                  <a:ext uri="{FF2B5EF4-FFF2-40B4-BE49-F238E27FC236}">
                    <a16:creationId xmlns:a16="http://schemas.microsoft.com/office/drawing/2014/main" id="{11F35CD7-D1A4-4893-9816-BA93BD2935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15" name="Group 144">
              <a:extLst>
                <a:ext uri="{FF2B5EF4-FFF2-40B4-BE49-F238E27FC236}">
                  <a16:creationId xmlns:a16="http://schemas.microsoft.com/office/drawing/2014/main" id="{8ABDD85B-9C51-46E4-B8F8-A8E6B29D79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2752" name="Freeform 84">
                <a:extLst>
                  <a:ext uri="{FF2B5EF4-FFF2-40B4-BE49-F238E27FC236}">
                    <a16:creationId xmlns:a16="http://schemas.microsoft.com/office/drawing/2014/main" id="{C8F4D7A6-AE18-4F66-80D0-B87BAE88C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53" name="TextBox 146">
                <a:extLst>
                  <a:ext uri="{FF2B5EF4-FFF2-40B4-BE49-F238E27FC236}">
                    <a16:creationId xmlns:a16="http://schemas.microsoft.com/office/drawing/2014/main" id="{A6AF9105-135C-48F3-9251-8BD75EF87A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16" name="Group 147">
              <a:extLst>
                <a:ext uri="{FF2B5EF4-FFF2-40B4-BE49-F238E27FC236}">
                  <a16:creationId xmlns:a16="http://schemas.microsoft.com/office/drawing/2014/main" id="{4C69C70C-52FB-4B04-A948-9BA9CEFA0B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2750" name="Freeform 84">
                <a:extLst>
                  <a:ext uri="{FF2B5EF4-FFF2-40B4-BE49-F238E27FC236}">
                    <a16:creationId xmlns:a16="http://schemas.microsoft.com/office/drawing/2014/main" id="{50223D7F-103C-44E9-BC1F-740F073514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51" name="TextBox 149">
                <a:extLst>
                  <a:ext uri="{FF2B5EF4-FFF2-40B4-BE49-F238E27FC236}">
                    <a16:creationId xmlns:a16="http://schemas.microsoft.com/office/drawing/2014/main" id="{E15A3B8C-44AA-42E1-81DF-BD61A21ED4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17" name="Group 150">
              <a:extLst>
                <a:ext uri="{FF2B5EF4-FFF2-40B4-BE49-F238E27FC236}">
                  <a16:creationId xmlns:a16="http://schemas.microsoft.com/office/drawing/2014/main" id="{BA32C87B-E406-4815-B58D-A590CD2B9A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2748" name="Freeform 84">
                <a:extLst>
                  <a:ext uri="{FF2B5EF4-FFF2-40B4-BE49-F238E27FC236}">
                    <a16:creationId xmlns:a16="http://schemas.microsoft.com/office/drawing/2014/main" id="{D288AB85-A39F-4AB7-934B-8F86B9F86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49" name="TextBox 152">
                <a:extLst>
                  <a:ext uri="{FF2B5EF4-FFF2-40B4-BE49-F238E27FC236}">
                    <a16:creationId xmlns:a16="http://schemas.microsoft.com/office/drawing/2014/main" id="{C6545ACB-2C24-4905-A402-DDEA6CD7D6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18" name="Group 153">
              <a:extLst>
                <a:ext uri="{FF2B5EF4-FFF2-40B4-BE49-F238E27FC236}">
                  <a16:creationId xmlns:a16="http://schemas.microsoft.com/office/drawing/2014/main" id="{A3532973-4015-468F-864C-280DB7BBD5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2746" name="Freeform 84">
                <a:extLst>
                  <a:ext uri="{FF2B5EF4-FFF2-40B4-BE49-F238E27FC236}">
                    <a16:creationId xmlns:a16="http://schemas.microsoft.com/office/drawing/2014/main" id="{9358B75B-AF9A-4D87-8EF5-342203557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47" name="TextBox 155">
                <a:extLst>
                  <a:ext uri="{FF2B5EF4-FFF2-40B4-BE49-F238E27FC236}">
                    <a16:creationId xmlns:a16="http://schemas.microsoft.com/office/drawing/2014/main" id="{61DEC997-FC42-4FF1-BD73-3EEF9A1F65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19" name="Group 156">
              <a:extLst>
                <a:ext uri="{FF2B5EF4-FFF2-40B4-BE49-F238E27FC236}">
                  <a16:creationId xmlns:a16="http://schemas.microsoft.com/office/drawing/2014/main" id="{506A23A1-83A6-4F89-A473-82345037B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2744" name="Freeform 84">
                <a:extLst>
                  <a:ext uri="{FF2B5EF4-FFF2-40B4-BE49-F238E27FC236}">
                    <a16:creationId xmlns:a16="http://schemas.microsoft.com/office/drawing/2014/main" id="{00DF9DB7-DBAE-4E89-B867-11CD436C5F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45" name="TextBox 158">
                <a:extLst>
                  <a:ext uri="{FF2B5EF4-FFF2-40B4-BE49-F238E27FC236}">
                    <a16:creationId xmlns:a16="http://schemas.microsoft.com/office/drawing/2014/main" id="{5F8AB56D-CDC8-4D79-BDE0-E4ED85B4A6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20" name="Group 160">
              <a:extLst>
                <a:ext uri="{FF2B5EF4-FFF2-40B4-BE49-F238E27FC236}">
                  <a16:creationId xmlns:a16="http://schemas.microsoft.com/office/drawing/2014/main" id="{BAA24F8A-D681-4A9B-952E-C5C470CD8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2742" name="Freeform 84">
                <a:extLst>
                  <a:ext uri="{FF2B5EF4-FFF2-40B4-BE49-F238E27FC236}">
                    <a16:creationId xmlns:a16="http://schemas.microsoft.com/office/drawing/2014/main" id="{157AB249-6E74-49F5-93DB-A3800DEED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43" name="TextBox 162">
                <a:extLst>
                  <a:ext uri="{FF2B5EF4-FFF2-40B4-BE49-F238E27FC236}">
                    <a16:creationId xmlns:a16="http://schemas.microsoft.com/office/drawing/2014/main" id="{7AE10441-E92D-437F-A5A5-2830D5B5DF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21" name="Group 163">
              <a:extLst>
                <a:ext uri="{FF2B5EF4-FFF2-40B4-BE49-F238E27FC236}">
                  <a16:creationId xmlns:a16="http://schemas.microsoft.com/office/drawing/2014/main" id="{6715186A-9698-434E-AAF6-9F64A7614D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2740" name="Freeform 84">
                <a:extLst>
                  <a:ext uri="{FF2B5EF4-FFF2-40B4-BE49-F238E27FC236}">
                    <a16:creationId xmlns:a16="http://schemas.microsoft.com/office/drawing/2014/main" id="{F288BB7C-6094-4F90-AF36-9406C3273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41" name="TextBox 165">
                <a:extLst>
                  <a:ext uri="{FF2B5EF4-FFF2-40B4-BE49-F238E27FC236}">
                    <a16:creationId xmlns:a16="http://schemas.microsoft.com/office/drawing/2014/main" id="{233F0A94-576E-4369-8251-DBCCCAB189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22" name="Group 166">
              <a:extLst>
                <a:ext uri="{FF2B5EF4-FFF2-40B4-BE49-F238E27FC236}">
                  <a16:creationId xmlns:a16="http://schemas.microsoft.com/office/drawing/2014/main" id="{F5B89598-AEB5-4E45-9BD0-9B81BDAD32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2738" name="Freeform 84">
                <a:extLst>
                  <a:ext uri="{FF2B5EF4-FFF2-40B4-BE49-F238E27FC236}">
                    <a16:creationId xmlns:a16="http://schemas.microsoft.com/office/drawing/2014/main" id="{2B4ADB1C-5B7A-48AE-AFDF-C7E7FAFA7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39" name="TextBox 168">
                <a:extLst>
                  <a:ext uri="{FF2B5EF4-FFF2-40B4-BE49-F238E27FC236}">
                    <a16:creationId xmlns:a16="http://schemas.microsoft.com/office/drawing/2014/main" id="{39078E61-BC11-4541-9E4E-9A6F6F7C54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23" name="Group 169">
              <a:extLst>
                <a:ext uri="{FF2B5EF4-FFF2-40B4-BE49-F238E27FC236}">
                  <a16:creationId xmlns:a16="http://schemas.microsoft.com/office/drawing/2014/main" id="{A13678E4-3405-4D51-BD55-DBA23E5AAF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2736" name="Freeform 84">
                <a:extLst>
                  <a:ext uri="{FF2B5EF4-FFF2-40B4-BE49-F238E27FC236}">
                    <a16:creationId xmlns:a16="http://schemas.microsoft.com/office/drawing/2014/main" id="{31EB6F21-EC82-4C2F-9F2E-538FF00ED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37" name="TextBox 171">
                <a:extLst>
                  <a:ext uri="{FF2B5EF4-FFF2-40B4-BE49-F238E27FC236}">
                    <a16:creationId xmlns:a16="http://schemas.microsoft.com/office/drawing/2014/main" id="{C7F9D751-DCDA-4858-B3CF-2A456EB05B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24" name="Group 172">
              <a:extLst>
                <a:ext uri="{FF2B5EF4-FFF2-40B4-BE49-F238E27FC236}">
                  <a16:creationId xmlns:a16="http://schemas.microsoft.com/office/drawing/2014/main" id="{596EE989-F443-4073-BF4B-7FD476482B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2734" name="Freeform 84">
                <a:extLst>
                  <a:ext uri="{FF2B5EF4-FFF2-40B4-BE49-F238E27FC236}">
                    <a16:creationId xmlns:a16="http://schemas.microsoft.com/office/drawing/2014/main" id="{46486676-02BC-4496-90A7-FE7C19F87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35" name="TextBox 174">
                <a:extLst>
                  <a:ext uri="{FF2B5EF4-FFF2-40B4-BE49-F238E27FC236}">
                    <a16:creationId xmlns:a16="http://schemas.microsoft.com/office/drawing/2014/main" id="{A3880D86-47DB-473D-813E-54FAA6194A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2725" name="Group 175">
              <a:extLst>
                <a:ext uri="{FF2B5EF4-FFF2-40B4-BE49-F238E27FC236}">
                  <a16:creationId xmlns:a16="http://schemas.microsoft.com/office/drawing/2014/main" id="{E7A3198A-7D59-419B-AD22-514A6ADED8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2732" name="Freeform 84">
                <a:extLst>
                  <a:ext uri="{FF2B5EF4-FFF2-40B4-BE49-F238E27FC236}">
                    <a16:creationId xmlns:a16="http://schemas.microsoft.com/office/drawing/2014/main" id="{C4C05DD1-2D98-49EC-B664-DB122C06F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2733" name="TextBox 177">
                <a:extLst>
                  <a:ext uri="{FF2B5EF4-FFF2-40B4-BE49-F238E27FC236}">
                    <a16:creationId xmlns:a16="http://schemas.microsoft.com/office/drawing/2014/main" id="{8A595635-EFE6-4242-B5C1-E8DF1C4BA2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72726" name="TextBox 4">
              <a:extLst>
                <a:ext uri="{FF2B5EF4-FFF2-40B4-BE49-F238E27FC236}">
                  <a16:creationId xmlns:a16="http://schemas.microsoft.com/office/drawing/2014/main" id="{948A63AA-FDF3-4638-8EEC-A5D8388B7E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2727" name="TextBox 179">
              <a:extLst>
                <a:ext uri="{FF2B5EF4-FFF2-40B4-BE49-F238E27FC236}">
                  <a16:creationId xmlns:a16="http://schemas.microsoft.com/office/drawing/2014/main" id="{E89FFE6A-ECDB-434E-9ADE-1EC54E63E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2728" name="TextBox 180">
              <a:extLst>
                <a:ext uri="{FF2B5EF4-FFF2-40B4-BE49-F238E27FC236}">
                  <a16:creationId xmlns:a16="http://schemas.microsoft.com/office/drawing/2014/main" id="{AAD07EE3-F199-43CC-AF2E-16A69BB4D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2729" name="TextBox 181">
              <a:extLst>
                <a:ext uri="{FF2B5EF4-FFF2-40B4-BE49-F238E27FC236}">
                  <a16:creationId xmlns:a16="http://schemas.microsoft.com/office/drawing/2014/main" id="{8D7C0797-A276-40C8-A280-DBAB83D6E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2730" name="TextBox 182">
              <a:extLst>
                <a:ext uri="{FF2B5EF4-FFF2-40B4-BE49-F238E27FC236}">
                  <a16:creationId xmlns:a16="http://schemas.microsoft.com/office/drawing/2014/main" id="{A2B420C1-FF58-46DB-88A5-09BFB591D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2731" name="TextBox 183">
              <a:extLst>
                <a:ext uri="{FF2B5EF4-FFF2-40B4-BE49-F238E27FC236}">
                  <a16:creationId xmlns:a16="http://schemas.microsoft.com/office/drawing/2014/main" id="{90F74909-C401-437E-B5B3-43BB04556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A8947989-085E-4A46-8627-A3E313D33DE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Internet structure: network of networks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40FFEC54-0211-40B0-B80A-C955E81239ED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3075" y="1073150"/>
            <a:ext cx="8204200" cy="673100"/>
          </a:xfrm>
        </p:spPr>
        <p:txBody>
          <a:bodyPr/>
          <a:lstStyle/>
          <a:p>
            <a:pPr marL="0" indent="0"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TW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Option: </a:t>
            </a:r>
            <a:r>
              <a:rPr lang="en-US" altLang="zh-TW" sz="2400" i="1">
                <a:ea typeface="ＭＳ Ｐゴシック" panose="020B0600070205080204" pitchFamily="34" charset="-128"/>
              </a:rPr>
              <a:t>connect each access ISP to every other access ISP? </a:t>
            </a:r>
          </a:p>
          <a:p>
            <a:pPr marL="0" indent="0" eaLnBrk="1" hangingPunct="1">
              <a:buSzPct val="75000"/>
              <a:buFont typeface="Wingdings" panose="05000000000000000000" pitchFamily="2" charset="2"/>
              <a:buNone/>
            </a:pPr>
            <a:endParaRPr lang="en-US" altLang="zh-TW" sz="2400">
              <a:ea typeface="ＭＳ Ｐゴシック" panose="020B0600070205080204" pitchFamily="34" charset="-128"/>
            </a:endParaRPr>
          </a:p>
        </p:txBody>
      </p:sp>
      <p:pic>
        <p:nvPicPr>
          <p:cNvPr id="74756" name="Picture 76" descr="underline_base">
            <a:extLst>
              <a:ext uri="{FF2B5EF4-FFF2-40B4-BE49-F238E27FC236}">
                <a16:creationId xmlns:a16="http://schemas.microsoft.com/office/drawing/2014/main" id="{F39B141B-CB7E-43B7-A5AB-7400AF3BB64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4757" name="Group 5">
            <a:extLst>
              <a:ext uri="{FF2B5EF4-FFF2-40B4-BE49-F238E27FC236}">
                <a16:creationId xmlns:a16="http://schemas.microsoft.com/office/drawing/2014/main" id="{C214CD27-A074-4351-8EF4-3BFB171C1F66}"/>
              </a:ext>
            </a:extLst>
          </p:cNvPr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74812" name="Group 2">
              <a:extLst>
                <a:ext uri="{FF2B5EF4-FFF2-40B4-BE49-F238E27FC236}">
                  <a16:creationId xmlns:a16="http://schemas.microsoft.com/office/drawing/2014/main" id="{CE38490A-457F-4D56-8F4B-010C37A04D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4864" name="Freeform 84">
                <a:extLst>
                  <a:ext uri="{FF2B5EF4-FFF2-40B4-BE49-F238E27FC236}">
                    <a16:creationId xmlns:a16="http://schemas.microsoft.com/office/drawing/2014/main" id="{F1E59633-7D2D-4AD7-83CB-C765DDC35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65" name="TextBox 1">
                <a:extLst>
                  <a:ext uri="{FF2B5EF4-FFF2-40B4-BE49-F238E27FC236}">
                    <a16:creationId xmlns:a16="http://schemas.microsoft.com/office/drawing/2014/main" id="{07279A78-8ADB-46FF-A21A-28BDEFCFE3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13" name="Group 131">
              <a:extLst>
                <a:ext uri="{FF2B5EF4-FFF2-40B4-BE49-F238E27FC236}">
                  <a16:creationId xmlns:a16="http://schemas.microsoft.com/office/drawing/2014/main" id="{11BD4ED5-C160-43B2-84AF-BF02357057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4862" name="Freeform 84">
                <a:extLst>
                  <a:ext uri="{FF2B5EF4-FFF2-40B4-BE49-F238E27FC236}">
                    <a16:creationId xmlns:a16="http://schemas.microsoft.com/office/drawing/2014/main" id="{17A83F42-BF4E-489F-8FFB-D76A124AA8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63" name="TextBox 133">
                <a:extLst>
                  <a:ext uri="{FF2B5EF4-FFF2-40B4-BE49-F238E27FC236}">
                    <a16:creationId xmlns:a16="http://schemas.microsoft.com/office/drawing/2014/main" id="{2BCE9FFB-67AD-4E0B-AA41-D77F4BC832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14" name="Group 135">
              <a:extLst>
                <a:ext uri="{FF2B5EF4-FFF2-40B4-BE49-F238E27FC236}">
                  <a16:creationId xmlns:a16="http://schemas.microsoft.com/office/drawing/2014/main" id="{BB43626F-CD3B-4DC9-8452-4F55D58049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4860" name="Freeform 84">
                <a:extLst>
                  <a:ext uri="{FF2B5EF4-FFF2-40B4-BE49-F238E27FC236}">
                    <a16:creationId xmlns:a16="http://schemas.microsoft.com/office/drawing/2014/main" id="{3B4371FC-DB1D-4EC4-9548-0EAA9F055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61" name="TextBox 137">
                <a:extLst>
                  <a:ext uri="{FF2B5EF4-FFF2-40B4-BE49-F238E27FC236}">
                    <a16:creationId xmlns:a16="http://schemas.microsoft.com/office/drawing/2014/main" id="{7D85AB65-81A0-48F8-9A75-C39DB40415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15" name="Group 138">
              <a:extLst>
                <a:ext uri="{FF2B5EF4-FFF2-40B4-BE49-F238E27FC236}">
                  <a16:creationId xmlns:a16="http://schemas.microsoft.com/office/drawing/2014/main" id="{A13B3269-A358-43A2-949C-E895A63155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4858" name="Freeform 84">
                <a:extLst>
                  <a:ext uri="{FF2B5EF4-FFF2-40B4-BE49-F238E27FC236}">
                    <a16:creationId xmlns:a16="http://schemas.microsoft.com/office/drawing/2014/main" id="{E4AD22B1-1C84-4EB7-94E5-6D07597DC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59" name="TextBox 140">
                <a:extLst>
                  <a:ext uri="{FF2B5EF4-FFF2-40B4-BE49-F238E27FC236}">
                    <a16:creationId xmlns:a16="http://schemas.microsoft.com/office/drawing/2014/main" id="{1D9E62C9-96AF-4C94-AD6B-E08CD208F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16" name="Group 141">
              <a:extLst>
                <a:ext uri="{FF2B5EF4-FFF2-40B4-BE49-F238E27FC236}">
                  <a16:creationId xmlns:a16="http://schemas.microsoft.com/office/drawing/2014/main" id="{2AF3226E-761A-41B1-BD75-3A665367F6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4856" name="Freeform 84">
                <a:extLst>
                  <a:ext uri="{FF2B5EF4-FFF2-40B4-BE49-F238E27FC236}">
                    <a16:creationId xmlns:a16="http://schemas.microsoft.com/office/drawing/2014/main" id="{5012B27E-64A2-47AD-A4CD-1C3E47D82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57" name="TextBox 143">
                <a:extLst>
                  <a:ext uri="{FF2B5EF4-FFF2-40B4-BE49-F238E27FC236}">
                    <a16:creationId xmlns:a16="http://schemas.microsoft.com/office/drawing/2014/main" id="{ED8370A2-330E-4D5B-AAA0-0A5C060405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17" name="Group 144">
              <a:extLst>
                <a:ext uri="{FF2B5EF4-FFF2-40B4-BE49-F238E27FC236}">
                  <a16:creationId xmlns:a16="http://schemas.microsoft.com/office/drawing/2014/main" id="{E64FCD73-581E-41DD-83CF-CD0F5EC6BE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4854" name="Freeform 84">
                <a:extLst>
                  <a:ext uri="{FF2B5EF4-FFF2-40B4-BE49-F238E27FC236}">
                    <a16:creationId xmlns:a16="http://schemas.microsoft.com/office/drawing/2014/main" id="{296F79DC-819F-4319-A612-C362B7336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55" name="TextBox 146">
                <a:extLst>
                  <a:ext uri="{FF2B5EF4-FFF2-40B4-BE49-F238E27FC236}">
                    <a16:creationId xmlns:a16="http://schemas.microsoft.com/office/drawing/2014/main" id="{56DA360F-69F7-4B92-B6B7-E9F5598E0E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18" name="Group 147">
              <a:extLst>
                <a:ext uri="{FF2B5EF4-FFF2-40B4-BE49-F238E27FC236}">
                  <a16:creationId xmlns:a16="http://schemas.microsoft.com/office/drawing/2014/main" id="{25285C9E-1088-423A-A8A0-46725E500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4852" name="Freeform 84">
                <a:extLst>
                  <a:ext uri="{FF2B5EF4-FFF2-40B4-BE49-F238E27FC236}">
                    <a16:creationId xmlns:a16="http://schemas.microsoft.com/office/drawing/2014/main" id="{A32E8461-9EBB-442D-97C1-A6F4F5866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53" name="TextBox 149">
                <a:extLst>
                  <a:ext uri="{FF2B5EF4-FFF2-40B4-BE49-F238E27FC236}">
                    <a16:creationId xmlns:a16="http://schemas.microsoft.com/office/drawing/2014/main" id="{982FA877-A1DF-4E39-BBFD-D74F49633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19" name="Group 150">
              <a:extLst>
                <a:ext uri="{FF2B5EF4-FFF2-40B4-BE49-F238E27FC236}">
                  <a16:creationId xmlns:a16="http://schemas.microsoft.com/office/drawing/2014/main" id="{D609FE1A-85BC-4638-B477-7FFC5E167C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4850" name="Freeform 84">
                <a:extLst>
                  <a:ext uri="{FF2B5EF4-FFF2-40B4-BE49-F238E27FC236}">
                    <a16:creationId xmlns:a16="http://schemas.microsoft.com/office/drawing/2014/main" id="{0C349746-EB7A-40AB-9E4A-9F84DAEE8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51" name="TextBox 152">
                <a:extLst>
                  <a:ext uri="{FF2B5EF4-FFF2-40B4-BE49-F238E27FC236}">
                    <a16:creationId xmlns:a16="http://schemas.microsoft.com/office/drawing/2014/main" id="{17AAC95A-4A0D-4725-AC1F-7FB266B2DD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20" name="Group 153">
              <a:extLst>
                <a:ext uri="{FF2B5EF4-FFF2-40B4-BE49-F238E27FC236}">
                  <a16:creationId xmlns:a16="http://schemas.microsoft.com/office/drawing/2014/main" id="{DAD08ABA-9E9C-4C26-BEF6-900E924C58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4848" name="Freeform 84">
                <a:extLst>
                  <a:ext uri="{FF2B5EF4-FFF2-40B4-BE49-F238E27FC236}">
                    <a16:creationId xmlns:a16="http://schemas.microsoft.com/office/drawing/2014/main" id="{C23C27DB-A326-43F4-954B-5C66C5D97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49" name="TextBox 155">
                <a:extLst>
                  <a:ext uri="{FF2B5EF4-FFF2-40B4-BE49-F238E27FC236}">
                    <a16:creationId xmlns:a16="http://schemas.microsoft.com/office/drawing/2014/main" id="{30BC9545-7ADD-43F7-BEB1-1B3811DFA3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21" name="Group 156">
              <a:extLst>
                <a:ext uri="{FF2B5EF4-FFF2-40B4-BE49-F238E27FC236}">
                  <a16:creationId xmlns:a16="http://schemas.microsoft.com/office/drawing/2014/main" id="{D6F61773-B12C-45D1-A155-A7FC0584E9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4846" name="Freeform 84">
                <a:extLst>
                  <a:ext uri="{FF2B5EF4-FFF2-40B4-BE49-F238E27FC236}">
                    <a16:creationId xmlns:a16="http://schemas.microsoft.com/office/drawing/2014/main" id="{CA65AC9B-85BF-4F0F-9C4F-17EF782381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47" name="TextBox 158">
                <a:extLst>
                  <a:ext uri="{FF2B5EF4-FFF2-40B4-BE49-F238E27FC236}">
                    <a16:creationId xmlns:a16="http://schemas.microsoft.com/office/drawing/2014/main" id="{504051C0-C866-4F5F-98C0-D1B7000B71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22" name="Group 160">
              <a:extLst>
                <a:ext uri="{FF2B5EF4-FFF2-40B4-BE49-F238E27FC236}">
                  <a16:creationId xmlns:a16="http://schemas.microsoft.com/office/drawing/2014/main" id="{F4E976E5-FE89-4572-AF45-3B0DFB6C2C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4844" name="Freeform 84">
                <a:extLst>
                  <a:ext uri="{FF2B5EF4-FFF2-40B4-BE49-F238E27FC236}">
                    <a16:creationId xmlns:a16="http://schemas.microsoft.com/office/drawing/2014/main" id="{128838EB-4C1A-45B0-BC94-DB9264EB6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45" name="TextBox 162">
                <a:extLst>
                  <a:ext uri="{FF2B5EF4-FFF2-40B4-BE49-F238E27FC236}">
                    <a16:creationId xmlns:a16="http://schemas.microsoft.com/office/drawing/2014/main" id="{34FFF926-807F-4D05-BBD8-7F33EA0E2F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23" name="Group 163">
              <a:extLst>
                <a:ext uri="{FF2B5EF4-FFF2-40B4-BE49-F238E27FC236}">
                  <a16:creationId xmlns:a16="http://schemas.microsoft.com/office/drawing/2014/main" id="{EC338BB4-F541-4C1B-9899-B38D141DD8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4842" name="Freeform 84">
                <a:extLst>
                  <a:ext uri="{FF2B5EF4-FFF2-40B4-BE49-F238E27FC236}">
                    <a16:creationId xmlns:a16="http://schemas.microsoft.com/office/drawing/2014/main" id="{F19A699D-1EDC-4DBA-ACEF-FA6DFA27DE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43" name="TextBox 165">
                <a:extLst>
                  <a:ext uri="{FF2B5EF4-FFF2-40B4-BE49-F238E27FC236}">
                    <a16:creationId xmlns:a16="http://schemas.microsoft.com/office/drawing/2014/main" id="{361E0D96-0830-484A-AEBC-CE10E6323B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24" name="Group 166">
              <a:extLst>
                <a:ext uri="{FF2B5EF4-FFF2-40B4-BE49-F238E27FC236}">
                  <a16:creationId xmlns:a16="http://schemas.microsoft.com/office/drawing/2014/main" id="{7846546D-3D97-496D-87D5-645F72EDF8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4840" name="Freeform 84">
                <a:extLst>
                  <a:ext uri="{FF2B5EF4-FFF2-40B4-BE49-F238E27FC236}">
                    <a16:creationId xmlns:a16="http://schemas.microsoft.com/office/drawing/2014/main" id="{D2E6BF44-A029-4C9A-8446-2FA034378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41" name="TextBox 168">
                <a:extLst>
                  <a:ext uri="{FF2B5EF4-FFF2-40B4-BE49-F238E27FC236}">
                    <a16:creationId xmlns:a16="http://schemas.microsoft.com/office/drawing/2014/main" id="{F3A0A0A1-FF5C-4B12-8A78-37F8B717FD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25" name="Group 169">
              <a:extLst>
                <a:ext uri="{FF2B5EF4-FFF2-40B4-BE49-F238E27FC236}">
                  <a16:creationId xmlns:a16="http://schemas.microsoft.com/office/drawing/2014/main" id="{428A7FC4-6AA1-47BF-B9C7-83CB498D90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4838" name="Freeform 84">
                <a:extLst>
                  <a:ext uri="{FF2B5EF4-FFF2-40B4-BE49-F238E27FC236}">
                    <a16:creationId xmlns:a16="http://schemas.microsoft.com/office/drawing/2014/main" id="{9C4954E2-FCBC-498B-99EA-E295FA2F7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39" name="TextBox 171">
                <a:extLst>
                  <a:ext uri="{FF2B5EF4-FFF2-40B4-BE49-F238E27FC236}">
                    <a16:creationId xmlns:a16="http://schemas.microsoft.com/office/drawing/2014/main" id="{B7722C7A-3A83-40D6-84B1-C986AFF1D6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26" name="Group 172">
              <a:extLst>
                <a:ext uri="{FF2B5EF4-FFF2-40B4-BE49-F238E27FC236}">
                  <a16:creationId xmlns:a16="http://schemas.microsoft.com/office/drawing/2014/main" id="{3193499C-B78E-437B-A8F1-BE333CFE6B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4836" name="Freeform 84">
                <a:extLst>
                  <a:ext uri="{FF2B5EF4-FFF2-40B4-BE49-F238E27FC236}">
                    <a16:creationId xmlns:a16="http://schemas.microsoft.com/office/drawing/2014/main" id="{B3481544-8F19-48B2-AA6E-CC892E4EE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37" name="TextBox 174">
                <a:extLst>
                  <a:ext uri="{FF2B5EF4-FFF2-40B4-BE49-F238E27FC236}">
                    <a16:creationId xmlns:a16="http://schemas.microsoft.com/office/drawing/2014/main" id="{FD7F0C4E-2AA6-4D5D-926C-3B3F591A97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4827" name="Group 175">
              <a:extLst>
                <a:ext uri="{FF2B5EF4-FFF2-40B4-BE49-F238E27FC236}">
                  <a16:creationId xmlns:a16="http://schemas.microsoft.com/office/drawing/2014/main" id="{83CE1220-9A19-4DD5-B545-F35A98C548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4834" name="Freeform 84">
                <a:extLst>
                  <a:ext uri="{FF2B5EF4-FFF2-40B4-BE49-F238E27FC236}">
                    <a16:creationId xmlns:a16="http://schemas.microsoft.com/office/drawing/2014/main" id="{AB7E455F-23C5-4899-8F4F-3A24B07BB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4835" name="TextBox 177">
                <a:extLst>
                  <a:ext uri="{FF2B5EF4-FFF2-40B4-BE49-F238E27FC236}">
                    <a16:creationId xmlns:a16="http://schemas.microsoft.com/office/drawing/2014/main" id="{E9F083B4-68B9-4E0E-9F8B-EA9C28C637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74828" name="TextBox 4">
              <a:extLst>
                <a:ext uri="{FF2B5EF4-FFF2-40B4-BE49-F238E27FC236}">
                  <a16:creationId xmlns:a16="http://schemas.microsoft.com/office/drawing/2014/main" id="{2D69F478-62F6-4438-A0CA-BF650270A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4829" name="TextBox 179">
              <a:extLst>
                <a:ext uri="{FF2B5EF4-FFF2-40B4-BE49-F238E27FC236}">
                  <a16:creationId xmlns:a16="http://schemas.microsoft.com/office/drawing/2014/main" id="{0459B61F-D225-4E0C-826A-47B8588110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4830" name="TextBox 180">
              <a:extLst>
                <a:ext uri="{FF2B5EF4-FFF2-40B4-BE49-F238E27FC236}">
                  <a16:creationId xmlns:a16="http://schemas.microsoft.com/office/drawing/2014/main" id="{6AD98F55-7205-4227-A22C-0DD56682E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4831" name="TextBox 181">
              <a:extLst>
                <a:ext uri="{FF2B5EF4-FFF2-40B4-BE49-F238E27FC236}">
                  <a16:creationId xmlns:a16="http://schemas.microsoft.com/office/drawing/2014/main" id="{2200BED2-B58C-48C3-9949-43EF0D691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4832" name="TextBox 182">
              <a:extLst>
                <a:ext uri="{FF2B5EF4-FFF2-40B4-BE49-F238E27FC236}">
                  <a16:creationId xmlns:a16="http://schemas.microsoft.com/office/drawing/2014/main" id="{D44A09F4-E901-4D9E-9A85-32CD24872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4833" name="TextBox 183">
              <a:extLst>
                <a:ext uri="{FF2B5EF4-FFF2-40B4-BE49-F238E27FC236}">
                  <a16:creationId xmlns:a16="http://schemas.microsoft.com/office/drawing/2014/main" id="{F4BD6660-A963-400C-9C42-EAF005BB8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19" name="Group 25">
            <a:extLst>
              <a:ext uri="{FF2B5EF4-FFF2-40B4-BE49-F238E27FC236}">
                <a16:creationId xmlns:a16="http://schemas.microsoft.com/office/drawing/2014/main" id="{AD5BFB9C-7D22-4978-8E1C-659D1F424291}"/>
              </a:ext>
            </a:extLst>
          </p:cNvPr>
          <p:cNvGrpSpPr>
            <a:grpSpLocks/>
          </p:cNvGrpSpPr>
          <p:nvPr/>
        </p:nvGrpSpPr>
        <p:grpSpPr bwMode="auto">
          <a:xfrm>
            <a:off x="908050" y="2281238"/>
            <a:ext cx="7361238" cy="3768725"/>
            <a:chOff x="888125" y="2295063"/>
            <a:chExt cx="7361771" cy="3769689"/>
          </a:xfrm>
        </p:grpSpPr>
        <p:cxnSp>
          <p:nvCxnSpPr>
            <p:cNvPr id="74792" name="Straight Connector 7">
              <a:extLst>
                <a:ext uri="{FF2B5EF4-FFF2-40B4-BE49-F238E27FC236}">
                  <a16:creationId xmlns:a16="http://schemas.microsoft.com/office/drawing/2014/main" id="{71507641-0ED6-4738-B6A5-3D204AED8262}"/>
                </a:ext>
              </a:extLst>
            </p:cNvPr>
            <p:cNvCxnSpPr>
              <a:cxnSpLocks noChangeShapeType="1"/>
              <a:stCxn id="74858" idx="0"/>
            </p:cNvCxnSpPr>
            <p:nvPr/>
          </p:nvCxnSpPr>
          <p:spPr bwMode="auto">
            <a:xfrm flipV="1">
              <a:off x="1661409" y="2570969"/>
              <a:ext cx="577293" cy="2802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93" name="Straight Connector 188">
              <a:extLst>
                <a:ext uri="{FF2B5EF4-FFF2-40B4-BE49-F238E27FC236}">
                  <a16:creationId xmlns:a16="http://schemas.microsoft.com/office/drawing/2014/main" id="{A935ABB5-F962-41F6-AF9B-5D2A6E0BA1D9}"/>
                </a:ext>
              </a:extLst>
            </p:cNvPr>
            <p:cNvCxnSpPr>
              <a:cxnSpLocks noChangeShapeType="1"/>
              <a:stCxn id="74858" idx="0"/>
            </p:cNvCxnSpPr>
            <p:nvPr/>
          </p:nvCxnSpPr>
          <p:spPr bwMode="auto">
            <a:xfrm flipH="1" flipV="1">
              <a:off x="1509155" y="3032403"/>
              <a:ext cx="171469" cy="2327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94" name="Straight Connector 190">
              <a:extLst>
                <a:ext uri="{FF2B5EF4-FFF2-40B4-BE49-F238E27FC236}">
                  <a16:creationId xmlns:a16="http://schemas.microsoft.com/office/drawing/2014/main" id="{F54664F1-39B1-4330-A0A1-7889EAC2B461}"/>
                </a:ext>
              </a:extLst>
            </p:cNvPr>
            <p:cNvCxnSpPr>
              <a:cxnSpLocks noChangeShapeType="1"/>
              <a:stCxn id="74858" idx="0"/>
            </p:cNvCxnSpPr>
            <p:nvPr/>
          </p:nvCxnSpPr>
          <p:spPr bwMode="auto">
            <a:xfrm flipH="1" flipV="1">
              <a:off x="1185287" y="3451504"/>
              <a:ext cx="495337" cy="1908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95" name="Straight Connector 192">
              <a:extLst>
                <a:ext uri="{FF2B5EF4-FFF2-40B4-BE49-F238E27FC236}">
                  <a16:creationId xmlns:a16="http://schemas.microsoft.com/office/drawing/2014/main" id="{4C7BDE53-1CF3-41E8-A47A-22098F93B9B3}"/>
                </a:ext>
              </a:extLst>
            </p:cNvPr>
            <p:cNvCxnSpPr>
              <a:cxnSpLocks noChangeShapeType="1"/>
              <a:stCxn id="74858" idx="0"/>
            </p:cNvCxnSpPr>
            <p:nvPr/>
          </p:nvCxnSpPr>
          <p:spPr bwMode="auto">
            <a:xfrm flipH="1" flipV="1">
              <a:off x="1181567" y="4298698"/>
              <a:ext cx="499057" cy="1060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96" name="Straight Connector 195">
              <a:extLst>
                <a:ext uri="{FF2B5EF4-FFF2-40B4-BE49-F238E27FC236}">
                  <a16:creationId xmlns:a16="http://schemas.microsoft.com/office/drawing/2014/main" id="{80262CBA-FCBC-4D0A-A320-2447E8DEFCF5}"/>
                </a:ext>
              </a:extLst>
            </p:cNvPr>
            <p:cNvCxnSpPr>
              <a:cxnSpLocks noChangeShapeType="1"/>
              <a:stCxn id="74858" idx="0"/>
            </p:cNvCxnSpPr>
            <p:nvPr/>
          </p:nvCxnSpPr>
          <p:spPr bwMode="auto">
            <a:xfrm flipH="1" flipV="1">
              <a:off x="1386886" y="4980292"/>
              <a:ext cx="293738" cy="379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97" name="Straight Connector 197">
              <a:extLst>
                <a:ext uri="{FF2B5EF4-FFF2-40B4-BE49-F238E27FC236}">
                  <a16:creationId xmlns:a16="http://schemas.microsoft.com/office/drawing/2014/main" id="{C262ABFE-4304-4483-8F51-63A3329F7C3A}"/>
                </a:ext>
              </a:extLst>
            </p:cNvPr>
            <p:cNvCxnSpPr>
              <a:cxnSpLocks noChangeShapeType="1"/>
              <a:endCxn id="74858" idx="0"/>
            </p:cNvCxnSpPr>
            <p:nvPr/>
          </p:nvCxnSpPr>
          <p:spPr bwMode="auto">
            <a:xfrm flipH="1" flipV="1">
              <a:off x="1661409" y="5373637"/>
              <a:ext cx="1526432" cy="593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98" name="Straight Connector 199">
              <a:extLst>
                <a:ext uri="{FF2B5EF4-FFF2-40B4-BE49-F238E27FC236}">
                  <a16:creationId xmlns:a16="http://schemas.microsoft.com/office/drawing/2014/main" id="{3AB9B60B-78F6-45E3-9931-C4DEB660F4BE}"/>
                </a:ext>
              </a:extLst>
            </p:cNvPr>
            <p:cNvCxnSpPr>
              <a:cxnSpLocks noChangeShapeType="1"/>
              <a:endCxn id="74858" idx="0"/>
            </p:cNvCxnSpPr>
            <p:nvPr/>
          </p:nvCxnSpPr>
          <p:spPr bwMode="auto">
            <a:xfrm flipH="1" flipV="1">
              <a:off x="1680624" y="5359527"/>
              <a:ext cx="2723702" cy="703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99" name="Straight Connector 201">
              <a:extLst>
                <a:ext uri="{FF2B5EF4-FFF2-40B4-BE49-F238E27FC236}">
                  <a16:creationId xmlns:a16="http://schemas.microsoft.com/office/drawing/2014/main" id="{CDA89A2C-EF90-4B6C-95EF-175758D61561}"/>
                </a:ext>
              </a:extLst>
            </p:cNvPr>
            <p:cNvCxnSpPr>
              <a:cxnSpLocks noChangeShapeType="1"/>
              <a:endCxn id="74858" idx="0"/>
            </p:cNvCxnSpPr>
            <p:nvPr/>
          </p:nvCxnSpPr>
          <p:spPr bwMode="auto">
            <a:xfrm flipH="1" flipV="1">
              <a:off x="1680624" y="5359527"/>
              <a:ext cx="3605885" cy="619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00" name="Straight Connector 203">
              <a:extLst>
                <a:ext uri="{FF2B5EF4-FFF2-40B4-BE49-F238E27FC236}">
                  <a16:creationId xmlns:a16="http://schemas.microsoft.com/office/drawing/2014/main" id="{5F602C21-35A1-46B3-8B72-A2893D626A53}"/>
                </a:ext>
              </a:extLst>
            </p:cNvPr>
            <p:cNvCxnSpPr>
              <a:cxnSpLocks noChangeShapeType="1"/>
              <a:endCxn id="74858" idx="0"/>
            </p:cNvCxnSpPr>
            <p:nvPr/>
          </p:nvCxnSpPr>
          <p:spPr bwMode="auto">
            <a:xfrm flipH="1">
              <a:off x="1680624" y="5184745"/>
              <a:ext cx="6569272" cy="1747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01" name="Straight Connector 204">
              <a:extLst>
                <a:ext uri="{FF2B5EF4-FFF2-40B4-BE49-F238E27FC236}">
                  <a16:creationId xmlns:a16="http://schemas.microsoft.com/office/drawing/2014/main" id="{79CF3CAB-B13D-4789-87A9-7B42ED0AC266}"/>
                </a:ext>
              </a:extLst>
            </p:cNvPr>
            <p:cNvCxnSpPr>
              <a:cxnSpLocks noChangeShapeType="1"/>
              <a:endCxn id="74858" idx="0"/>
            </p:cNvCxnSpPr>
            <p:nvPr/>
          </p:nvCxnSpPr>
          <p:spPr bwMode="auto">
            <a:xfrm flipH="1" flipV="1">
              <a:off x="1680624" y="5359527"/>
              <a:ext cx="5742435" cy="4867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02" name="Straight Connector 207">
              <a:extLst>
                <a:ext uri="{FF2B5EF4-FFF2-40B4-BE49-F238E27FC236}">
                  <a16:creationId xmlns:a16="http://schemas.microsoft.com/office/drawing/2014/main" id="{0A252B0B-A2CD-4C60-8BAF-702F4C2607FE}"/>
                </a:ext>
              </a:extLst>
            </p:cNvPr>
            <p:cNvCxnSpPr>
              <a:cxnSpLocks noChangeShapeType="1"/>
              <a:endCxn id="74858" idx="0"/>
            </p:cNvCxnSpPr>
            <p:nvPr/>
          </p:nvCxnSpPr>
          <p:spPr bwMode="auto">
            <a:xfrm flipH="1">
              <a:off x="1680624" y="4311835"/>
              <a:ext cx="6338019" cy="1047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03" name="Straight Connector 209">
              <a:extLst>
                <a:ext uri="{FF2B5EF4-FFF2-40B4-BE49-F238E27FC236}">
                  <a16:creationId xmlns:a16="http://schemas.microsoft.com/office/drawing/2014/main" id="{C6823653-0C3D-468A-8748-090FEC8814AB}"/>
                </a:ext>
              </a:extLst>
            </p:cNvPr>
            <p:cNvCxnSpPr>
              <a:cxnSpLocks noChangeShapeType="1"/>
              <a:endCxn id="74858" idx="0"/>
            </p:cNvCxnSpPr>
            <p:nvPr/>
          </p:nvCxnSpPr>
          <p:spPr bwMode="auto">
            <a:xfrm flipH="1">
              <a:off x="1680624" y="3273553"/>
              <a:ext cx="5749312" cy="2085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04" name="Straight Connector 211">
              <a:extLst>
                <a:ext uri="{FF2B5EF4-FFF2-40B4-BE49-F238E27FC236}">
                  <a16:creationId xmlns:a16="http://schemas.microsoft.com/office/drawing/2014/main" id="{6246A5F0-5DE1-44B2-8435-6BBF3CDFB87D}"/>
                </a:ext>
              </a:extLst>
            </p:cNvPr>
            <p:cNvCxnSpPr>
              <a:cxnSpLocks noChangeShapeType="1"/>
              <a:endCxn id="74858" idx="0"/>
            </p:cNvCxnSpPr>
            <p:nvPr/>
          </p:nvCxnSpPr>
          <p:spPr bwMode="auto">
            <a:xfrm flipH="1">
              <a:off x="1680624" y="2784308"/>
              <a:ext cx="4942318" cy="2575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05" name="Straight Connector 213">
              <a:extLst>
                <a:ext uri="{FF2B5EF4-FFF2-40B4-BE49-F238E27FC236}">
                  <a16:creationId xmlns:a16="http://schemas.microsoft.com/office/drawing/2014/main" id="{EE7C612F-430F-45D7-AD8B-9DE39E0A067F}"/>
                </a:ext>
              </a:extLst>
            </p:cNvPr>
            <p:cNvCxnSpPr>
              <a:cxnSpLocks noChangeShapeType="1"/>
              <a:endCxn id="74858" idx="0"/>
            </p:cNvCxnSpPr>
            <p:nvPr/>
          </p:nvCxnSpPr>
          <p:spPr bwMode="auto">
            <a:xfrm flipH="1">
              <a:off x="1680624" y="2295063"/>
              <a:ext cx="2971398" cy="30644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06" name="Straight Connector 215">
              <a:extLst>
                <a:ext uri="{FF2B5EF4-FFF2-40B4-BE49-F238E27FC236}">
                  <a16:creationId xmlns:a16="http://schemas.microsoft.com/office/drawing/2014/main" id="{95002A21-2ACD-4BD8-9FE0-E670D3F31A07}"/>
                </a:ext>
              </a:extLst>
            </p:cNvPr>
            <p:cNvCxnSpPr>
              <a:cxnSpLocks noChangeShapeType="1"/>
              <a:endCxn id="74858" idx="0"/>
            </p:cNvCxnSpPr>
            <p:nvPr/>
          </p:nvCxnSpPr>
          <p:spPr bwMode="auto">
            <a:xfrm flipH="1">
              <a:off x="1680624" y="2295321"/>
              <a:ext cx="2025496" cy="3064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4807" name="TextBox 24">
              <a:extLst>
                <a:ext uri="{FF2B5EF4-FFF2-40B4-BE49-F238E27FC236}">
                  <a16:creationId xmlns:a16="http://schemas.microsoft.com/office/drawing/2014/main" id="{D81F1897-C861-4824-9995-4EF805DC9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710989">
              <a:off x="859913" y="4114468"/>
              <a:ext cx="3642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4808" name="TextBox 218">
              <a:extLst>
                <a:ext uri="{FF2B5EF4-FFF2-40B4-BE49-F238E27FC236}">
                  <a16:creationId xmlns:a16="http://schemas.microsoft.com/office/drawing/2014/main" id="{0D22E83A-1D55-4547-8616-E9DAE8CF4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7515077">
              <a:off x="4511491" y="5728762"/>
              <a:ext cx="3642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4809" name="TextBox 219">
              <a:extLst>
                <a:ext uri="{FF2B5EF4-FFF2-40B4-BE49-F238E27FC236}">
                  <a16:creationId xmlns:a16="http://schemas.microsoft.com/office/drawing/2014/main" id="{437BB28C-A125-4BC2-B0F1-E1056941D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940343">
              <a:off x="6392354" y="384621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4810" name="TextBox 220">
              <a:extLst>
                <a:ext uri="{FF2B5EF4-FFF2-40B4-BE49-F238E27FC236}">
                  <a16:creationId xmlns:a16="http://schemas.microsoft.com/office/drawing/2014/main" id="{4DB2E40A-0853-4553-B238-B65074C46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48420">
              <a:off x="4482993" y="268468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4811" name="TextBox 221">
              <a:extLst>
                <a:ext uri="{FF2B5EF4-FFF2-40B4-BE49-F238E27FC236}">
                  <a16:creationId xmlns:a16="http://schemas.microsoft.com/office/drawing/2014/main" id="{F7A3961B-2557-4BB2-A697-F63CF72B5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16136">
              <a:off x="2189980" y="268738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20" name="Group 223">
            <a:extLst>
              <a:ext uri="{FF2B5EF4-FFF2-40B4-BE49-F238E27FC236}">
                <a16:creationId xmlns:a16="http://schemas.microsoft.com/office/drawing/2014/main" id="{753165F8-28A7-4915-B38F-BD31A6602479}"/>
              </a:ext>
            </a:extLst>
          </p:cNvPr>
          <p:cNvGrpSpPr>
            <a:grpSpLocks/>
          </p:cNvGrpSpPr>
          <p:nvPr/>
        </p:nvGrpSpPr>
        <p:grpSpPr bwMode="auto">
          <a:xfrm>
            <a:off x="1158875" y="2305050"/>
            <a:ext cx="7094538" cy="3695700"/>
            <a:chOff x="862570" y="2361120"/>
            <a:chExt cx="7094553" cy="3695520"/>
          </a:xfrm>
        </p:grpSpPr>
        <p:cxnSp>
          <p:nvCxnSpPr>
            <p:cNvPr id="74777" name="Straight Connector 224">
              <a:extLst>
                <a:ext uri="{FF2B5EF4-FFF2-40B4-BE49-F238E27FC236}">
                  <a16:creationId xmlns:a16="http://schemas.microsoft.com/office/drawing/2014/main" id="{93BD3744-2764-4B64-B6DD-D06869A79C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46332" y="2897188"/>
              <a:ext cx="4736982" cy="2535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78" name="Straight Connector 225">
              <a:extLst>
                <a:ext uri="{FF2B5EF4-FFF2-40B4-BE49-F238E27FC236}">
                  <a16:creationId xmlns:a16="http://schemas.microsoft.com/office/drawing/2014/main" id="{131C3A4E-5C37-4734-9EC8-BEF2E7BE47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972043" y="2885760"/>
              <a:ext cx="3213953" cy="304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79" name="Straight Connector 226">
              <a:extLst>
                <a:ext uri="{FF2B5EF4-FFF2-40B4-BE49-F238E27FC236}">
                  <a16:creationId xmlns:a16="http://schemas.microsoft.com/office/drawing/2014/main" id="{6A707302-CA8D-4EBA-BCC1-C2A8E4770A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328465" y="2877120"/>
              <a:ext cx="1866171" cy="3179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80" name="Straight Connector 227">
              <a:extLst>
                <a:ext uri="{FF2B5EF4-FFF2-40B4-BE49-F238E27FC236}">
                  <a16:creationId xmlns:a16="http://schemas.microsoft.com/office/drawing/2014/main" id="{D63B8653-F935-4B3A-91C5-F61E032F13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270184" y="2877120"/>
              <a:ext cx="915812" cy="3058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81" name="Straight Connector 228">
              <a:extLst>
                <a:ext uri="{FF2B5EF4-FFF2-40B4-BE49-F238E27FC236}">
                  <a16:creationId xmlns:a16="http://schemas.microsoft.com/office/drawing/2014/main" id="{21D29D43-66D1-4D5E-BC63-17BD253E07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67438" y="2901156"/>
              <a:ext cx="1141702" cy="2801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82" name="Straight Connector 229">
              <a:extLst>
                <a:ext uri="{FF2B5EF4-FFF2-40B4-BE49-F238E27FC236}">
                  <a16:creationId xmlns:a16="http://schemas.microsoft.com/office/drawing/2014/main" id="{91248B5E-545D-4A30-A288-2443602863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71406" y="2889250"/>
              <a:ext cx="1785717" cy="2355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83" name="Straight Connector 230">
              <a:extLst>
                <a:ext uri="{FF2B5EF4-FFF2-40B4-BE49-F238E27FC236}">
                  <a16:creationId xmlns:a16="http://schemas.microsoft.com/office/drawing/2014/main" id="{8CAB9800-AF36-470A-921F-F75A73D972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79344" y="2881313"/>
              <a:ext cx="1587707" cy="1386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84" name="Straight Connector 231">
              <a:extLst>
                <a:ext uri="{FF2B5EF4-FFF2-40B4-BE49-F238E27FC236}">
                  <a16:creationId xmlns:a16="http://schemas.microsoft.com/office/drawing/2014/main" id="{9472CF3F-1226-44A6-93F7-CBA5283AA0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79344" y="2897188"/>
              <a:ext cx="602786" cy="2909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85" name="Straight Connector 232">
              <a:extLst>
                <a:ext uri="{FF2B5EF4-FFF2-40B4-BE49-F238E27FC236}">
                  <a16:creationId xmlns:a16="http://schemas.microsoft.com/office/drawing/2014/main" id="{8C928274-282E-46E3-A2B4-029D624C50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84546" y="2364240"/>
              <a:ext cx="1558252" cy="51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86" name="Straight Connector 233">
              <a:extLst>
                <a:ext uri="{FF2B5EF4-FFF2-40B4-BE49-F238E27FC236}">
                  <a16:creationId xmlns:a16="http://schemas.microsoft.com/office/drawing/2014/main" id="{F6FFF717-FDC6-4006-AC3C-113EC9028D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1549" y="2361120"/>
              <a:ext cx="2485808" cy="533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87" name="Straight Connector 234">
              <a:extLst>
                <a:ext uri="{FF2B5EF4-FFF2-40B4-BE49-F238E27FC236}">
                  <a16:creationId xmlns:a16="http://schemas.microsoft.com/office/drawing/2014/main" id="{ED594D6D-10A7-4A8C-B92D-5BD81EF14C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81460" y="2548080"/>
              <a:ext cx="4078617" cy="33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88" name="Straight Connector 235">
              <a:extLst>
                <a:ext uri="{FF2B5EF4-FFF2-40B4-BE49-F238E27FC236}">
                  <a16:creationId xmlns:a16="http://schemas.microsoft.com/office/drawing/2014/main" id="{2C69B0C8-6263-49C2-BA0A-EE2B0483F8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09418" y="2903040"/>
              <a:ext cx="4842020" cy="30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89" name="Straight Connector 236">
              <a:extLst>
                <a:ext uri="{FF2B5EF4-FFF2-40B4-BE49-F238E27FC236}">
                  <a16:creationId xmlns:a16="http://schemas.microsoft.com/office/drawing/2014/main" id="{31C57F3A-8A26-4903-B36F-287D3C22DC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4801" y="2894400"/>
              <a:ext cx="5242556" cy="3770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90" name="Straight Connector 237">
              <a:extLst>
                <a:ext uri="{FF2B5EF4-FFF2-40B4-BE49-F238E27FC236}">
                  <a16:creationId xmlns:a16="http://schemas.microsoft.com/office/drawing/2014/main" id="{AD2BFE92-2736-4249-A8A1-6F7819B227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62570" y="2901156"/>
              <a:ext cx="5296930" cy="13866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91" name="Straight Connector 238">
              <a:extLst>
                <a:ext uri="{FF2B5EF4-FFF2-40B4-BE49-F238E27FC236}">
                  <a16:creationId xmlns:a16="http://schemas.microsoft.com/office/drawing/2014/main" id="{315D9252-32F3-48EB-9390-DFB7D6D6E6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01367" y="2901156"/>
              <a:ext cx="5077977" cy="2026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239">
            <a:extLst>
              <a:ext uri="{FF2B5EF4-FFF2-40B4-BE49-F238E27FC236}">
                <a16:creationId xmlns:a16="http://schemas.microsoft.com/office/drawing/2014/main" id="{5C3EF905-F0A3-42B3-8A07-D6FB0490ED81}"/>
              </a:ext>
            </a:extLst>
          </p:cNvPr>
          <p:cNvGrpSpPr>
            <a:grpSpLocks/>
          </p:cNvGrpSpPr>
          <p:nvPr/>
        </p:nvGrpSpPr>
        <p:grpSpPr bwMode="auto">
          <a:xfrm>
            <a:off x="1095375" y="2195513"/>
            <a:ext cx="7158038" cy="3798887"/>
            <a:chOff x="799176" y="2251902"/>
            <a:chExt cx="7158126" cy="3799069"/>
          </a:xfrm>
        </p:grpSpPr>
        <p:cxnSp>
          <p:nvCxnSpPr>
            <p:cNvPr id="74762" name="Straight Connector 240">
              <a:extLst>
                <a:ext uri="{FF2B5EF4-FFF2-40B4-BE49-F238E27FC236}">
                  <a16:creationId xmlns:a16="http://schemas.microsoft.com/office/drawing/2014/main" id="{DBC14A86-32E5-4A62-991E-A7F52B0924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12365" y="2732956"/>
              <a:ext cx="3121627" cy="3204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63" name="Straight Connector 241">
              <a:extLst>
                <a:ext uri="{FF2B5EF4-FFF2-40B4-BE49-F238E27FC236}">
                  <a16:creationId xmlns:a16="http://schemas.microsoft.com/office/drawing/2014/main" id="{90C2C20B-77C6-4517-B14F-21A2BC94B0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09682" y="2721528"/>
              <a:ext cx="2384511" cy="3329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64" name="Straight Connector 242">
              <a:extLst>
                <a:ext uri="{FF2B5EF4-FFF2-40B4-BE49-F238E27FC236}">
                  <a16:creationId xmlns:a16="http://schemas.microsoft.com/office/drawing/2014/main" id="{46982A84-17CC-4C6D-83F5-DD22593583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01042" y="2712888"/>
              <a:ext cx="1091382" cy="31978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65" name="Straight Connector 243">
              <a:extLst>
                <a:ext uri="{FF2B5EF4-FFF2-40B4-BE49-F238E27FC236}">
                  <a16:creationId xmlns:a16="http://schemas.microsoft.com/office/drawing/2014/main" id="{30B33E39-D557-4EF7-8AE1-8C8524BB12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71306" y="2712888"/>
              <a:ext cx="538376" cy="269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66" name="Straight Connector 244">
              <a:extLst>
                <a:ext uri="{FF2B5EF4-FFF2-40B4-BE49-F238E27FC236}">
                  <a16:creationId xmlns:a16="http://schemas.microsoft.com/office/drawing/2014/main" id="{69461CC6-C84A-45B7-9F07-939151864C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007181" y="2736924"/>
              <a:ext cx="1021059" cy="2069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67" name="Straight Connector 245">
              <a:extLst>
                <a:ext uri="{FF2B5EF4-FFF2-40B4-BE49-F238E27FC236}">
                  <a16:creationId xmlns:a16="http://schemas.microsoft.com/office/drawing/2014/main" id="{88E09959-8908-4D4B-AF4F-7166082BAA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9176" y="2725018"/>
              <a:ext cx="1225097" cy="1413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68" name="Straight Connector 246">
              <a:extLst>
                <a:ext uri="{FF2B5EF4-FFF2-40B4-BE49-F238E27FC236}">
                  <a16:creationId xmlns:a16="http://schemas.microsoft.com/office/drawing/2014/main" id="{A7BF2558-2D93-4542-B3F5-2ED6FDAB74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32218" y="2704755"/>
              <a:ext cx="1107153" cy="588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69" name="Straight Connector 247">
              <a:extLst>
                <a:ext uri="{FF2B5EF4-FFF2-40B4-BE49-F238E27FC236}">
                  <a16:creationId xmlns:a16="http://schemas.microsoft.com/office/drawing/2014/main" id="{04505EA7-99CD-4140-A212-E5272D025F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93642" y="2704755"/>
              <a:ext cx="745729" cy="216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70" name="Straight Connector 248">
              <a:extLst>
                <a:ext uri="{FF2B5EF4-FFF2-40B4-BE49-F238E27FC236}">
                  <a16:creationId xmlns:a16="http://schemas.microsoft.com/office/drawing/2014/main" id="{D708C91D-49D8-43EB-B303-227F6D4831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2880" y="2251902"/>
              <a:ext cx="1141349" cy="460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71" name="Straight Connector 249">
              <a:extLst>
                <a:ext uri="{FF2B5EF4-FFF2-40B4-BE49-F238E27FC236}">
                  <a16:creationId xmlns:a16="http://schemas.microsoft.com/office/drawing/2014/main" id="{3C236320-133F-4AE4-B4EA-D3B445EE4F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18321" y="2332076"/>
              <a:ext cx="2284094" cy="398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72" name="Straight Connector 250">
              <a:extLst>
                <a:ext uri="{FF2B5EF4-FFF2-40B4-BE49-F238E27FC236}">
                  <a16:creationId xmlns:a16="http://schemas.microsoft.com/office/drawing/2014/main" id="{2273A7EB-2FA0-4C05-AA0A-8F05D1BB8A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035602" y="2721528"/>
              <a:ext cx="4016700" cy="14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73" name="Straight Connector 251">
              <a:extLst>
                <a:ext uri="{FF2B5EF4-FFF2-40B4-BE49-F238E27FC236}">
                  <a16:creationId xmlns:a16="http://schemas.microsoft.com/office/drawing/2014/main" id="{85E74109-3BF0-483E-A0CB-FC9BE45F81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044240" y="2738808"/>
              <a:ext cx="4755057" cy="529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74" name="Straight Connector 252">
              <a:extLst>
                <a:ext uri="{FF2B5EF4-FFF2-40B4-BE49-F238E27FC236}">
                  <a16:creationId xmlns:a16="http://schemas.microsoft.com/office/drawing/2014/main" id="{C77001EB-31F6-4D62-9D78-10906D9A5D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018321" y="2730168"/>
              <a:ext cx="5710381" cy="15549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75" name="Straight Connector 253">
              <a:extLst>
                <a:ext uri="{FF2B5EF4-FFF2-40B4-BE49-F238E27FC236}">
                  <a16:creationId xmlns:a16="http://schemas.microsoft.com/office/drawing/2014/main" id="{CC571B4D-C6C6-45A7-B346-B55748D905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036178" y="2736924"/>
              <a:ext cx="5921124" cy="2462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76" name="Straight Connector 254">
              <a:extLst>
                <a:ext uri="{FF2B5EF4-FFF2-40B4-BE49-F238E27FC236}">
                  <a16:creationId xmlns:a16="http://schemas.microsoft.com/office/drawing/2014/main" id="{7357FB49-62A4-4923-BBC4-713A59057F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016335" y="2736924"/>
              <a:ext cx="5165304" cy="3000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FCD17F2-D0AC-4B54-B0EB-AFE730CB3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138" y="3403600"/>
            <a:ext cx="4268787" cy="1200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connecting each access ISP to each other directly </a:t>
            </a:r>
            <a:r>
              <a:rPr lang="en-US" altLang="zh-TW" sz="2400" i="1">
                <a:solidFill>
                  <a:srgbClr val="CC0000"/>
                </a:solidFill>
                <a:latin typeface="Arial" panose="020B0604020202020204" pitchFamily="34" charset="0"/>
              </a:rPr>
              <a:t>doesn</a:t>
            </a:r>
            <a:r>
              <a:rPr lang="en-US" altLang="en-US" sz="2400" i="1">
                <a:solidFill>
                  <a:srgbClr val="CC0000"/>
                </a:solidFill>
                <a:latin typeface="Arial" panose="020B0604020202020204" pitchFamily="34" charset="0"/>
              </a:rPr>
              <a:t>’</a:t>
            </a:r>
            <a:r>
              <a:rPr lang="en-US" altLang="zh-TW" sz="2400" i="1">
                <a:solidFill>
                  <a:srgbClr val="CC0000"/>
                </a:solidFill>
                <a:latin typeface="Arial" panose="020B0604020202020204" pitchFamily="34" charset="0"/>
              </a:rPr>
              <a:t>t scale: </a:t>
            </a:r>
            <a:r>
              <a:rPr lang="en-US" altLang="zh-TW" sz="2400">
                <a:latin typeface="Arial" panose="020B0604020202020204" pitchFamily="34" charset="0"/>
              </a:rPr>
              <a:t>O(</a:t>
            </a:r>
            <a:r>
              <a:rPr lang="en-US" altLang="zh-TW" sz="2400" i="1">
                <a:latin typeface="Arial" panose="020B0604020202020204" pitchFamily="34" charset="0"/>
              </a:rPr>
              <a:t>N</a:t>
            </a:r>
            <a:r>
              <a:rPr lang="en-US" altLang="zh-TW" sz="2400" baseline="30000">
                <a:latin typeface="Arial" panose="020B0604020202020204" pitchFamily="34" charset="0"/>
              </a:rPr>
              <a:t>2</a:t>
            </a:r>
            <a:r>
              <a:rPr lang="en-US" altLang="zh-TW" sz="2400">
                <a:latin typeface="Arial" panose="020B0604020202020204" pitchFamily="34" charset="0"/>
              </a:rPr>
              <a:t>) connections.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4C9D06D-A435-4D98-8085-33F4F5EA51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Internet structure: network of networks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pic>
        <p:nvPicPr>
          <p:cNvPr id="76803" name="Picture 76" descr="underline_base">
            <a:extLst>
              <a:ext uri="{FF2B5EF4-FFF2-40B4-BE49-F238E27FC236}">
                <a16:creationId xmlns:a16="http://schemas.microsoft.com/office/drawing/2014/main" id="{24BF10A8-C9FF-488C-86B4-542B1AB92FC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6804" name="Group 5">
            <a:extLst>
              <a:ext uri="{FF2B5EF4-FFF2-40B4-BE49-F238E27FC236}">
                <a16:creationId xmlns:a16="http://schemas.microsoft.com/office/drawing/2014/main" id="{A49BB1DD-CFD3-44F4-918D-75F6560FBAB0}"/>
              </a:ext>
            </a:extLst>
          </p:cNvPr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76904" name="Group 2">
              <a:extLst>
                <a:ext uri="{FF2B5EF4-FFF2-40B4-BE49-F238E27FC236}">
                  <a16:creationId xmlns:a16="http://schemas.microsoft.com/office/drawing/2014/main" id="{B9CCD4AE-C855-45A6-B761-3628B86409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6956" name="Freeform 84">
                <a:extLst>
                  <a:ext uri="{FF2B5EF4-FFF2-40B4-BE49-F238E27FC236}">
                    <a16:creationId xmlns:a16="http://schemas.microsoft.com/office/drawing/2014/main" id="{BEA38006-D9FE-4581-8028-58BE2E064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57" name="TextBox 1">
                <a:extLst>
                  <a:ext uri="{FF2B5EF4-FFF2-40B4-BE49-F238E27FC236}">
                    <a16:creationId xmlns:a16="http://schemas.microsoft.com/office/drawing/2014/main" id="{D4237D79-5593-424F-AF45-1DBA8F9D9B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05" name="Group 131">
              <a:extLst>
                <a:ext uri="{FF2B5EF4-FFF2-40B4-BE49-F238E27FC236}">
                  <a16:creationId xmlns:a16="http://schemas.microsoft.com/office/drawing/2014/main" id="{73A82636-7813-42C6-ABF8-F5443A6B31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6954" name="Freeform 84">
                <a:extLst>
                  <a:ext uri="{FF2B5EF4-FFF2-40B4-BE49-F238E27FC236}">
                    <a16:creationId xmlns:a16="http://schemas.microsoft.com/office/drawing/2014/main" id="{A9ECEE1F-5B5C-4BC3-BE3D-79D8550C9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55" name="TextBox 133">
                <a:extLst>
                  <a:ext uri="{FF2B5EF4-FFF2-40B4-BE49-F238E27FC236}">
                    <a16:creationId xmlns:a16="http://schemas.microsoft.com/office/drawing/2014/main" id="{66670DF9-55D1-4FA8-81F1-8A48FDFBE9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06" name="Group 135">
              <a:extLst>
                <a:ext uri="{FF2B5EF4-FFF2-40B4-BE49-F238E27FC236}">
                  <a16:creationId xmlns:a16="http://schemas.microsoft.com/office/drawing/2014/main" id="{B35F8CD9-86BD-4DAE-B65C-42A6D64297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6952" name="Freeform 84">
                <a:extLst>
                  <a:ext uri="{FF2B5EF4-FFF2-40B4-BE49-F238E27FC236}">
                    <a16:creationId xmlns:a16="http://schemas.microsoft.com/office/drawing/2014/main" id="{0E13E1CE-B9F6-4EF9-8996-CFD09B27B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53" name="TextBox 137">
                <a:extLst>
                  <a:ext uri="{FF2B5EF4-FFF2-40B4-BE49-F238E27FC236}">
                    <a16:creationId xmlns:a16="http://schemas.microsoft.com/office/drawing/2014/main" id="{F3A62404-C7B4-4BF0-8608-AEB8D6C359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07" name="Group 138">
              <a:extLst>
                <a:ext uri="{FF2B5EF4-FFF2-40B4-BE49-F238E27FC236}">
                  <a16:creationId xmlns:a16="http://schemas.microsoft.com/office/drawing/2014/main" id="{E828AC7B-0702-4A49-89B6-BE240E3546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6950" name="Freeform 84">
                <a:extLst>
                  <a:ext uri="{FF2B5EF4-FFF2-40B4-BE49-F238E27FC236}">
                    <a16:creationId xmlns:a16="http://schemas.microsoft.com/office/drawing/2014/main" id="{47A8C4E2-67DB-4359-A39D-6F3D3503E8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51" name="TextBox 140">
                <a:extLst>
                  <a:ext uri="{FF2B5EF4-FFF2-40B4-BE49-F238E27FC236}">
                    <a16:creationId xmlns:a16="http://schemas.microsoft.com/office/drawing/2014/main" id="{C79AFDDE-1C39-4769-B10A-EDB9EBAF20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08" name="Group 141">
              <a:extLst>
                <a:ext uri="{FF2B5EF4-FFF2-40B4-BE49-F238E27FC236}">
                  <a16:creationId xmlns:a16="http://schemas.microsoft.com/office/drawing/2014/main" id="{69352E6D-0652-4D59-8EB4-3D2D294EBF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6948" name="Freeform 84">
                <a:extLst>
                  <a:ext uri="{FF2B5EF4-FFF2-40B4-BE49-F238E27FC236}">
                    <a16:creationId xmlns:a16="http://schemas.microsoft.com/office/drawing/2014/main" id="{D0BD404C-9EA8-4AA8-AB99-5CF1C0D8D6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49" name="TextBox 143">
                <a:extLst>
                  <a:ext uri="{FF2B5EF4-FFF2-40B4-BE49-F238E27FC236}">
                    <a16:creationId xmlns:a16="http://schemas.microsoft.com/office/drawing/2014/main" id="{29C4654B-B563-4FE8-8147-8A615BCB9A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09" name="Group 144">
              <a:extLst>
                <a:ext uri="{FF2B5EF4-FFF2-40B4-BE49-F238E27FC236}">
                  <a16:creationId xmlns:a16="http://schemas.microsoft.com/office/drawing/2014/main" id="{9D043BC9-4CF6-4A38-962C-78A989A604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6946" name="Freeform 84">
                <a:extLst>
                  <a:ext uri="{FF2B5EF4-FFF2-40B4-BE49-F238E27FC236}">
                    <a16:creationId xmlns:a16="http://schemas.microsoft.com/office/drawing/2014/main" id="{AB62343B-9E04-4416-B6E3-2F0DCC4E4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47" name="TextBox 146">
                <a:extLst>
                  <a:ext uri="{FF2B5EF4-FFF2-40B4-BE49-F238E27FC236}">
                    <a16:creationId xmlns:a16="http://schemas.microsoft.com/office/drawing/2014/main" id="{CC82FA63-6C95-41D3-8FE7-B4EB87BE03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10" name="Group 147">
              <a:extLst>
                <a:ext uri="{FF2B5EF4-FFF2-40B4-BE49-F238E27FC236}">
                  <a16:creationId xmlns:a16="http://schemas.microsoft.com/office/drawing/2014/main" id="{9D7219FE-F676-421B-A345-4B00E504D4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6944" name="Freeform 84">
                <a:extLst>
                  <a:ext uri="{FF2B5EF4-FFF2-40B4-BE49-F238E27FC236}">
                    <a16:creationId xmlns:a16="http://schemas.microsoft.com/office/drawing/2014/main" id="{410170ED-FC38-4D6D-814F-A8D8EA90AA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45" name="TextBox 149">
                <a:extLst>
                  <a:ext uri="{FF2B5EF4-FFF2-40B4-BE49-F238E27FC236}">
                    <a16:creationId xmlns:a16="http://schemas.microsoft.com/office/drawing/2014/main" id="{7CFECF1A-2DAE-46FB-AA4C-B9773E6B38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11" name="Group 150">
              <a:extLst>
                <a:ext uri="{FF2B5EF4-FFF2-40B4-BE49-F238E27FC236}">
                  <a16:creationId xmlns:a16="http://schemas.microsoft.com/office/drawing/2014/main" id="{433B9D59-7EE5-4A16-BBE1-0995B795ED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6942" name="Freeform 84">
                <a:extLst>
                  <a:ext uri="{FF2B5EF4-FFF2-40B4-BE49-F238E27FC236}">
                    <a16:creationId xmlns:a16="http://schemas.microsoft.com/office/drawing/2014/main" id="{BF1FC269-DA2B-413E-994D-27B818545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43" name="TextBox 152">
                <a:extLst>
                  <a:ext uri="{FF2B5EF4-FFF2-40B4-BE49-F238E27FC236}">
                    <a16:creationId xmlns:a16="http://schemas.microsoft.com/office/drawing/2014/main" id="{10D2AC80-55F0-4BF6-94F3-1504EE27E9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12" name="Group 153">
              <a:extLst>
                <a:ext uri="{FF2B5EF4-FFF2-40B4-BE49-F238E27FC236}">
                  <a16:creationId xmlns:a16="http://schemas.microsoft.com/office/drawing/2014/main" id="{495A8EEE-A87D-4A7F-AF8D-9AC85FA64E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6940" name="Freeform 84">
                <a:extLst>
                  <a:ext uri="{FF2B5EF4-FFF2-40B4-BE49-F238E27FC236}">
                    <a16:creationId xmlns:a16="http://schemas.microsoft.com/office/drawing/2014/main" id="{0994FB73-923F-4E55-A257-2DA50022E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41" name="TextBox 155">
                <a:extLst>
                  <a:ext uri="{FF2B5EF4-FFF2-40B4-BE49-F238E27FC236}">
                    <a16:creationId xmlns:a16="http://schemas.microsoft.com/office/drawing/2014/main" id="{73A501CE-53E1-4A4E-873D-5256EDFDB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13" name="Group 156">
              <a:extLst>
                <a:ext uri="{FF2B5EF4-FFF2-40B4-BE49-F238E27FC236}">
                  <a16:creationId xmlns:a16="http://schemas.microsoft.com/office/drawing/2014/main" id="{D134F0E5-222B-40AC-BB72-413A183784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6938" name="Freeform 84">
                <a:extLst>
                  <a:ext uri="{FF2B5EF4-FFF2-40B4-BE49-F238E27FC236}">
                    <a16:creationId xmlns:a16="http://schemas.microsoft.com/office/drawing/2014/main" id="{EB208642-FC39-4FF5-A226-7F890A887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39" name="TextBox 158">
                <a:extLst>
                  <a:ext uri="{FF2B5EF4-FFF2-40B4-BE49-F238E27FC236}">
                    <a16:creationId xmlns:a16="http://schemas.microsoft.com/office/drawing/2014/main" id="{029F3CF1-9A18-416D-B31A-7F3AE056AA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14" name="Group 160">
              <a:extLst>
                <a:ext uri="{FF2B5EF4-FFF2-40B4-BE49-F238E27FC236}">
                  <a16:creationId xmlns:a16="http://schemas.microsoft.com/office/drawing/2014/main" id="{C0649C08-ED13-42E7-B2DC-64C784998B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6936" name="Freeform 84">
                <a:extLst>
                  <a:ext uri="{FF2B5EF4-FFF2-40B4-BE49-F238E27FC236}">
                    <a16:creationId xmlns:a16="http://schemas.microsoft.com/office/drawing/2014/main" id="{F9893D8D-51D4-4432-83B3-5091BDF0FB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37" name="TextBox 162">
                <a:extLst>
                  <a:ext uri="{FF2B5EF4-FFF2-40B4-BE49-F238E27FC236}">
                    <a16:creationId xmlns:a16="http://schemas.microsoft.com/office/drawing/2014/main" id="{C26CBA0D-C6FE-4D90-8735-4C38806ED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15" name="Group 163">
              <a:extLst>
                <a:ext uri="{FF2B5EF4-FFF2-40B4-BE49-F238E27FC236}">
                  <a16:creationId xmlns:a16="http://schemas.microsoft.com/office/drawing/2014/main" id="{64FCEBFA-57F8-4CDD-B733-89A0EB47DA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6934" name="Freeform 84">
                <a:extLst>
                  <a:ext uri="{FF2B5EF4-FFF2-40B4-BE49-F238E27FC236}">
                    <a16:creationId xmlns:a16="http://schemas.microsoft.com/office/drawing/2014/main" id="{E3610289-5A9C-43E8-84AF-1643A578F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35" name="TextBox 165">
                <a:extLst>
                  <a:ext uri="{FF2B5EF4-FFF2-40B4-BE49-F238E27FC236}">
                    <a16:creationId xmlns:a16="http://schemas.microsoft.com/office/drawing/2014/main" id="{8FD4184D-DB9C-445C-B8F6-68CA34CA02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16" name="Group 166">
              <a:extLst>
                <a:ext uri="{FF2B5EF4-FFF2-40B4-BE49-F238E27FC236}">
                  <a16:creationId xmlns:a16="http://schemas.microsoft.com/office/drawing/2014/main" id="{185345E5-AB19-494A-B009-CD6C20DF50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6932" name="Freeform 84">
                <a:extLst>
                  <a:ext uri="{FF2B5EF4-FFF2-40B4-BE49-F238E27FC236}">
                    <a16:creationId xmlns:a16="http://schemas.microsoft.com/office/drawing/2014/main" id="{53E059B1-DF19-4F84-81C8-D20B534BC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33" name="TextBox 168">
                <a:extLst>
                  <a:ext uri="{FF2B5EF4-FFF2-40B4-BE49-F238E27FC236}">
                    <a16:creationId xmlns:a16="http://schemas.microsoft.com/office/drawing/2014/main" id="{84ECE108-FB5E-4C90-858F-73FF9E8927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17" name="Group 169">
              <a:extLst>
                <a:ext uri="{FF2B5EF4-FFF2-40B4-BE49-F238E27FC236}">
                  <a16:creationId xmlns:a16="http://schemas.microsoft.com/office/drawing/2014/main" id="{D67DFD98-82FD-496B-A583-8B108BC9A4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6930" name="Freeform 84">
                <a:extLst>
                  <a:ext uri="{FF2B5EF4-FFF2-40B4-BE49-F238E27FC236}">
                    <a16:creationId xmlns:a16="http://schemas.microsoft.com/office/drawing/2014/main" id="{BD645AC5-16D6-44E2-8427-A3E08288B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31" name="TextBox 171">
                <a:extLst>
                  <a:ext uri="{FF2B5EF4-FFF2-40B4-BE49-F238E27FC236}">
                    <a16:creationId xmlns:a16="http://schemas.microsoft.com/office/drawing/2014/main" id="{2158F741-216E-42C7-8A29-6F4855C7AB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18" name="Group 172">
              <a:extLst>
                <a:ext uri="{FF2B5EF4-FFF2-40B4-BE49-F238E27FC236}">
                  <a16:creationId xmlns:a16="http://schemas.microsoft.com/office/drawing/2014/main" id="{E715D593-DEAB-4B44-B183-D12C72CEBE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6928" name="Freeform 84">
                <a:extLst>
                  <a:ext uri="{FF2B5EF4-FFF2-40B4-BE49-F238E27FC236}">
                    <a16:creationId xmlns:a16="http://schemas.microsoft.com/office/drawing/2014/main" id="{33DBE906-A89A-44B5-988E-78559435BF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29" name="TextBox 174">
                <a:extLst>
                  <a:ext uri="{FF2B5EF4-FFF2-40B4-BE49-F238E27FC236}">
                    <a16:creationId xmlns:a16="http://schemas.microsoft.com/office/drawing/2014/main" id="{6C402590-46F3-4CEC-B6F5-29DAC7B75B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6919" name="Group 175">
              <a:extLst>
                <a:ext uri="{FF2B5EF4-FFF2-40B4-BE49-F238E27FC236}">
                  <a16:creationId xmlns:a16="http://schemas.microsoft.com/office/drawing/2014/main" id="{2F5A7B12-F414-4B3A-8708-A50698EEEA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6926" name="Freeform 84">
                <a:extLst>
                  <a:ext uri="{FF2B5EF4-FFF2-40B4-BE49-F238E27FC236}">
                    <a16:creationId xmlns:a16="http://schemas.microsoft.com/office/drawing/2014/main" id="{3C94C770-0404-47DF-BDA1-4C1267A6E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27" name="TextBox 177">
                <a:extLst>
                  <a:ext uri="{FF2B5EF4-FFF2-40B4-BE49-F238E27FC236}">
                    <a16:creationId xmlns:a16="http://schemas.microsoft.com/office/drawing/2014/main" id="{17B21954-CD91-4B19-958E-7EC0C93BED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76920" name="TextBox 4">
              <a:extLst>
                <a:ext uri="{FF2B5EF4-FFF2-40B4-BE49-F238E27FC236}">
                  <a16:creationId xmlns:a16="http://schemas.microsoft.com/office/drawing/2014/main" id="{473FE66A-B4F7-4EF9-8499-D9E52CBB5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6921" name="TextBox 179">
              <a:extLst>
                <a:ext uri="{FF2B5EF4-FFF2-40B4-BE49-F238E27FC236}">
                  <a16:creationId xmlns:a16="http://schemas.microsoft.com/office/drawing/2014/main" id="{D2989B5A-8F85-4D42-B338-5C4AA2AA8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6922" name="TextBox 180">
              <a:extLst>
                <a:ext uri="{FF2B5EF4-FFF2-40B4-BE49-F238E27FC236}">
                  <a16:creationId xmlns:a16="http://schemas.microsoft.com/office/drawing/2014/main" id="{6EB5290C-3B69-41FE-A8FC-99F21C3E5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6923" name="TextBox 181">
              <a:extLst>
                <a:ext uri="{FF2B5EF4-FFF2-40B4-BE49-F238E27FC236}">
                  <a16:creationId xmlns:a16="http://schemas.microsoft.com/office/drawing/2014/main" id="{D90232DF-CF6C-4142-9F48-29BBD9061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6924" name="TextBox 182">
              <a:extLst>
                <a:ext uri="{FF2B5EF4-FFF2-40B4-BE49-F238E27FC236}">
                  <a16:creationId xmlns:a16="http://schemas.microsoft.com/office/drawing/2014/main" id="{0EA1AD28-413A-424C-B0D1-00C84F700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6925" name="TextBox 183">
              <a:extLst>
                <a:ext uri="{FF2B5EF4-FFF2-40B4-BE49-F238E27FC236}">
                  <a16:creationId xmlns:a16="http://schemas.microsoft.com/office/drawing/2014/main" id="{C40E3AB3-3B9A-43AC-AF3E-367958705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76805" name="Rectangle 3">
            <a:extLst>
              <a:ext uri="{FF2B5EF4-FFF2-40B4-BE49-F238E27FC236}">
                <a16:creationId xmlns:a16="http://schemas.microsoft.com/office/drawing/2014/main" id="{A445EB20-421F-4A5F-A729-30DD085B6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TW" sz="2400" i="1">
                <a:solidFill>
                  <a:srgbClr val="CC0000"/>
                </a:solidFill>
              </a:rPr>
              <a:t>Option: </a:t>
            </a:r>
            <a:r>
              <a:rPr lang="en-US" altLang="zh-TW" sz="2400" i="1"/>
              <a:t>connect each access ISP to a global transit ISP? </a:t>
            </a:r>
            <a:r>
              <a:rPr lang="en-US" altLang="zh-TW" sz="2400" i="1">
                <a:solidFill>
                  <a:srgbClr val="C00000"/>
                </a:solidFill>
                <a:latin typeface="Arial" panose="020B0604020202020204" pitchFamily="34" charset="0"/>
              </a:rPr>
              <a:t>Customer</a:t>
            </a:r>
            <a:r>
              <a:rPr lang="en-US" altLang="zh-TW" sz="2400" i="1">
                <a:latin typeface="Arial" panose="020B0604020202020204" pitchFamily="34" charset="0"/>
              </a:rPr>
              <a:t> and </a:t>
            </a:r>
            <a:r>
              <a:rPr lang="en-US" altLang="zh-TW" sz="2400" i="1">
                <a:solidFill>
                  <a:srgbClr val="C00000"/>
                </a:solidFill>
                <a:latin typeface="Arial" panose="020B0604020202020204" pitchFamily="34" charset="0"/>
              </a:rPr>
              <a:t>provider </a:t>
            </a:r>
            <a:r>
              <a:rPr lang="en-US" altLang="zh-TW" sz="2400" i="1">
                <a:latin typeface="Arial" panose="020B0604020202020204" pitchFamily="34" charset="0"/>
              </a:rPr>
              <a:t>ISPs have economic agreement.</a:t>
            </a:r>
            <a:endParaRPr lang="en-US" altLang="zh-TW" sz="2400"/>
          </a:p>
        </p:txBody>
      </p:sp>
      <p:sp>
        <p:nvSpPr>
          <p:cNvPr id="76806" name="Oval 3">
            <a:extLst>
              <a:ext uri="{FF2B5EF4-FFF2-40B4-BE49-F238E27FC236}">
                <a16:creationId xmlns:a16="http://schemas.microsoft.com/office/drawing/2014/main" id="{E8C5543A-4FE5-4F18-A0E8-2311C0C87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6213" y="3192463"/>
            <a:ext cx="3709987" cy="1862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grpSp>
        <p:nvGrpSpPr>
          <p:cNvPr id="76807" name="Group 133">
            <a:extLst>
              <a:ext uri="{FF2B5EF4-FFF2-40B4-BE49-F238E27FC236}">
                <a16:creationId xmlns:a16="http://schemas.microsoft.com/office/drawing/2014/main" id="{69117D48-C29F-4181-A2C6-94C240785952}"/>
              </a:ext>
            </a:extLst>
          </p:cNvPr>
          <p:cNvGrpSpPr>
            <a:grpSpLocks/>
          </p:cNvGrpSpPr>
          <p:nvPr/>
        </p:nvGrpSpPr>
        <p:grpSpPr bwMode="auto">
          <a:xfrm>
            <a:off x="3138488" y="4392613"/>
            <a:ext cx="617537" cy="250825"/>
            <a:chOff x="2356" y="1300"/>
            <a:chExt cx="555" cy="194"/>
          </a:xfrm>
        </p:grpSpPr>
        <p:sp>
          <p:nvSpPr>
            <p:cNvPr id="76896" name="Oval 407">
              <a:extLst>
                <a:ext uri="{FF2B5EF4-FFF2-40B4-BE49-F238E27FC236}">
                  <a16:creationId xmlns:a16="http://schemas.microsoft.com/office/drawing/2014/main" id="{A2A90D46-5E6B-4E16-B9EA-ED6ADCFED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97" name="Rectangle 410">
              <a:extLst>
                <a:ext uri="{FF2B5EF4-FFF2-40B4-BE49-F238E27FC236}">
                  <a16:creationId xmlns:a16="http://schemas.microsoft.com/office/drawing/2014/main" id="{014A88A9-CF22-4DE1-ABF0-209EB05B8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98" name="Oval 411">
              <a:extLst>
                <a:ext uri="{FF2B5EF4-FFF2-40B4-BE49-F238E27FC236}">
                  <a16:creationId xmlns:a16="http://schemas.microsoft.com/office/drawing/2014/main" id="{728B35E8-8F1D-46B9-A609-35EB9338D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6899" name="Group 137">
              <a:extLst>
                <a:ext uri="{FF2B5EF4-FFF2-40B4-BE49-F238E27FC236}">
                  <a16:creationId xmlns:a16="http://schemas.microsoft.com/office/drawing/2014/main" id="{184531DE-BA60-4D54-B3BA-3AB8D4F040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76902" name="Freeform 138">
                <a:extLst>
                  <a:ext uri="{FF2B5EF4-FFF2-40B4-BE49-F238E27FC236}">
                    <a16:creationId xmlns:a16="http://schemas.microsoft.com/office/drawing/2014/main" id="{46AD1D34-CA44-47BF-8CC4-79892EA02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903" name="Freeform 139">
                <a:extLst>
                  <a:ext uri="{FF2B5EF4-FFF2-40B4-BE49-F238E27FC236}">
                    <a16:creationId xmlns:a16="http://schemas.microsoft.com/office/drawing/2014/main" id="{FB6B6903-0720-4B10-BC37-A0188B7E31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76900" name="Line 140">
              <a:extLst>
                <a:ext uri="{FF2B5EF4-FFF2-40B4-BE49-F238E27FC236}">
                  <a16:creationId xmlns:a16="http://schemas.microsoft.com/office/drawing/2014/main" id="{5F1E5CB3-7315-4939-BE2C-ACDE59C95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6901" name="Line 141">
              <a:extLst>
                <a:ext uri="{FF2B5EF4-FFF2-40B4-BE49-F238E27FC236}">
                  <a16:creationId xmlns:a16="http://schemas.microsoft.com/office/drawing/2014/main" id="{415152B4-8337-497B-B172-463CE60B1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76808" name="Group 133">
            <a:extLst>
              <a:ext uri="{FF2B5EF4-FFF2-40B4-BE49-F238E27FC236}">
                <a16:creationId xmlns:a16="http://schemas.microsoft.com/office/drawing/2014/main" id="{83F3D485-5471-4AE7-96BB-BB6D2114BF48}"/>
              </a:ext>
            </a:extLst>
          </p:cNvPr>
          <p:cNvGrpSpPr>
            <a:grpSpLocks/>
          </p:cNvGrpSpPr>
          <p:nvPr/>
        </p:nvGrpSpPr>
        <p:grpSpPr bwMode="auto">
          <a:xfrm>
            <a:off x="4132263" y="3706813"/>
            <a:ext cx="617537" cy="250825"/>
            <a:chOff x="2356" y="1300"/>
            <a:chExt cx="555" cy="194"/>
          </a:xfrm>
        </p:grpSpPr>
        <p:sp>
          <p:nvSpPr>
            <p:cNvPr id="76888" name="Oval 407">
              <a:extLst>
                <a:ext uri="{FF2B5EF4-FFF2-40B4-BE49-F238E27FC236}">
                  <a16:creationId xmlns:a16="http://schemas.microsoft.com/office/drawing/2014/main" id="{7575B721-68A9-434D-B4C6-8F5EC3291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89" name="Rectangle 410">
              <a:extLst>
                <a:ext uri="{FF2B5EF4-FFF2-40B4-BE49-F238E27FC236}">
                  <a16:creationId xmlns:a16="http://schemas.microsoft.com/office/drawing/2014/main" id="{210772E7-7989-4D8D-B20C-816A8846D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90" name="Oval 411">
              <a:extLst>
                <a:ext uri="{FF2B5EF4-FFF2-40B4-BE49-F238E27FC236}">
                  <a16:creationId xmlns:a16="http://schemas.microsoft.com/office/drawing/2014/main" id="{3EBD218C-3D20-4604-8C56-894589671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6891" name="Group 137">
              <a:extLst>
                <a:ext uri="{FF2B5EF4-FFF2-40B4-BE49-F238E27FC236}">
                  <a16:creationId xmlns:a16="http://schemas.microsoft.com/office/drawing/2014/main" id="{32A80A15-0379-452E-8870-CAB20DE01D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76894" name="Freeform 138">
                <a:extLst>
                  <a:ext uri="{FF2B5EF4-FFF2-40B4-BE49-F238E27FC236}">
                    <a16:creationId xmlns:a16="http://schemas.microsoft.com/office/drawing/2014/main" id="{DC46A9FF-BE18-4B49-89D6-8486A6D95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895" name="Freeform 139">
                <a:extLst>
                  <a:ext uri="{FF2B5EF4-FFF2-40B4-BE49-F238E27FC236}">
                    <a16:creationId xmlns:a16="http://schemas.microsoft.com/office/drawing/2014/main" id="{F3BE452F-737C-4CA9-8E5F-ABEBA998C1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76892" name="Line 140">
              <a:extLst>
                <a:ext uri="{FF2B5EF4-FFF2-40B4-BE49-F238E27FC236}">
                  <a16:creationId xmlns:a16="http://schemas.microsoft.com/office/drawing/2014/main" id="{D298E2F1-8045-4C9C-A5F3-D066ECBB7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6893" name="Line 141">
              <a:extLst>
                <a:ext uri="{FF2B5EF4-FFF2-40B4-BE49-F238E27FC236}">
                  <a16:creationId xmlns:a16="http://schemas.microsoft.com/office/drawing/2014/main" id="{AE6666AF-003B-4F19-9CAE-0345333FA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76809" name="Group 133">
            <a:extLst>
              <a:ext uri="{FF2B5EF4-FFF2-40B4-BE49-F238E27FC236}">
                <a16:creationId xmlns:a16="http://schemas.microsoft.com/office/drawing/2014/main" id="{8A4902B3-08E4-4532-B717-67A7B8CEF47B}"/>
              </a:ext>
            </a:extLst>
          </p:cNvPr>
          <p:cNvGrpSpPr>
            <a:grpSpLocks/>
          </p:cNvGrpSpPr>
          <p:nvPr/>
        </p:nvGrpSpPr>
        <p:grpSpPr bwMode="auto">
          <a:xfrm>
            <a:off x="4706938" y="4013200"/>
            <a:ext cx="617537" cy="250825"/>
            <a:chOff x="2356" y="1300"/>
            <a:chExt cx="555" cy="194"/>
          </a:xfrm>
        </p:grpSpPr>
        <p:sp>
          <p:nvSpPr>
            <p:cNvPr id="76880" name="Oval 407">
              <a:extLst>
                <a:ext uri="{FF2B5EF4-FFF2-40B4-BE49-F238E27FC236}">
                  <a16:creationId xmlns:a16="http://schemas.microsoft.com/office/drawing/2014/main" id="{7CEB126F-427A-4BDD-AECF-94CFFB409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81" name="Rectangle 410">
              <a:extLst>
                <a:ext uri="{FF2B5EF4-FFF2-40B4-BE49-F238E27FC236}">
                  <a16:creationId xmlns:a16="http://schemas.microsoft.com/office/drawing/2014/main" id="{ED40BEBE-7281-4F91-B84C-17008EC66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82" name="Oval 411">
              <a:extLst>
                <a:ext uri="{FF2B5EF4-FFF2-40B4-BE49-F238E27FC236}">
                  <a16:creationId xmlns:a16="http://schemas.microsoft.com/office/drawing/2014/main" id="{4F31356B-799F-487D-9479-4FD829201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6883" name="Group 137">
              <a:extLst>
                <a:ext uri="{FF2B5EF4-FFF2-40B4-BE49-F238E27FC236}">
                  <a16:creationId xmlns:a16="http://schemas.microsoft.com/office/drawing/2014/main" id="{22672A95-D11C-4941-B790-611AB26275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76886" name="Freeform 138">
                <a:extLst>
                  <a:ext uri="{FF2B5EF4-FFF2-40B4-BE49-F238E27FC236}">
                    <a16:creationId xmlns:a16="http://schemas.microsoft.com/office/drawing/2014/main" id="{323824AE-0BD9-41B7-88AF-00A04493A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887" name="Freeform 139">
                <a:extLst>
                  <a:ext uri="{FF2B5EF4-FFF2-40B4-BE49-F238E27FC236}">
                    <a16:creationId xmlns:a16="http://schemas.microsoft.com/office/drawing/2014/main" id="{8C9F9AC8-D479-428F-84F1-B7244565D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76884" name="Line 140">
              <a:extLst>
                <a:ext uri="{FF2B5EF4-FFF2-40B4-BE49-F238E27FC236}">
                  <a16:creationId xmlns:a16="http://schemas.microsoft.com/office/drawing/2014/main" id="{28EB8D2E-CFB6-4BC4-B362-513CC840CA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6885" name="Line 141">
              <a:extLst>
                <a:ext uri="{FF2B5EF4-FFF2-40B4-BE49-F238E27FC236}">
                  <a16:creationId xmlns:a16="http://schemas.microsoft.com/office/drawing/2014/main" id="{B65FDF47-29E7-455B-9663-EAF170772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76810" name="Group 133">
            <a:extLst>
              <a:ext uri="{FF2B5EF4-FFF2-40B4-BE49-F238E27FC236}">
                <a16:creationId xmlns:a16="http://schemas.microsoft.com/office/drawing/2014/main" id="{B77DB0AB-66BF-408B-9191-45F58FDB2790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3538538"/>
            <a:ext cx="617538" cy="250825"/>
            <a:chOff x="2356" y="1300"/>
            <a:chExt cx="555" cy="194"/>
          </a:xfrm>
        </p:grpSpPr>
        <p:sp>
          <p:nvSpPr>
            <p:cNvPr id="76872" name="Oval 407">
              <a:extLst>
                <a:ext uri="{FF2B5EF4-FFF2-40B4-BE49-F238E27FC236}">
                  <a16:creationId xmlns:a16="http://schemas.microsoft.com/office/drawing/2014/main" id="{B200333D-39D0-4D62-AC95-A1EEF9E91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73" name="Rectangle 410">
              <a:extLst>
                <a:ext uri="{FF2B5EF4-FFF2-40B4-BE49-F238E27FC236}">
                  <a16:creationId xmlns:a16="http://schemas.microsoft.com/office/drawing/2014/main" id="{10D70724-2F8C-4922-97FE-3165829B7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74" name="Oval 411">
              <a:extLst>
                <a:ext uri="{FF2B5EF4-FFF2-40B4-BE49-F238E27FC236}">
                  <a16:creationId xmlns:a16="http://schemas.microsoft.com/office/drawing/2014/main" id="{5531ADCC-96F3-4E04-8D69-092A7C085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6875" name="Group 137">
              <a:extLst>
                <a:ext uri="{FF2B5EF4-FFF2-40B4-BE49-F238E27FC236}">
                  <a16:creationId xmlns:a16="http://schemas.microsoft.com/office/drawing/2014/main" id="{2A8C7E25-26F1-48FE-B428-EBD743D280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76878" name="Freeform 138">
                <a:extLst>
                  <a:ext uri="{FF2B5EF4-FFF2-40B4-BE49-F238E27FC236}">
                    <a16:creationId xmlns:a16="http://schemas.microsoft.com/office/drawing/2014/main" id="{52532C20-4ADE-47FD-A226-798896862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879" name="Freeform 139">
                <a:extLst>
                  <a:ext uri="{FF2B5EF4-FFF2-40B4-BE49-F238E27FC236}">
                    <a16:creationId xmlns:a16="http://schemas.microsoft.com/office/drawing/2014/main" id="{0D110164-4088-4C6D-B67B-70D2BE6BC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76876" name="Line 140">
              <a:extLst>
                <a:ext uri="{FF2B5EF4-FFF2-40B4-BE49-F238E27FC236}">
                  <a16:creationId xmlns:a16="http://schemas.microsoft.com/office/drawing/2014/main" id="{7FCE2C7D-CBE0-4A4D-9926-96F3A7A0C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6877" name="Line 141">
              <a:extLst>
                <a:ext uri="{FF2B5EF4-FFF2-40B4-BE49-F238E27FC236}">
                  <a16:creationId xmlns:a16="http://schemas.microsoft.com/office/drawing/2014/main" id="{4765075C-CBDE-403B-944F-4A57EAF85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76811" name="Group 133">
            <a:extLst>
              <a:ext uri="{FF2B5EF4-FFF2-40B4-BE49-F238E27FC236}">
                <a16:creationId xmlns:a16="http://schemas.microsoft.com/office/drawing/2014/main" id="{80C07DE5-2881-4FCC-B481-1282B4FEAD18}"/>
              </a:ext>
            </a:extLst>
          </p:cNvPr>
          <p:cNvGrpSpPr>
            <a:grpSpLocks/>
          </p:cNvGrpSpPr>
          <p:nvPr/>
        </p:nvGrpSpPr>
        <p:grpSpPr bwMode="auto">
          <a:xfrm>
            <a:off x="3813175" y="4121150"/>
            <a:ext cx="617538" cy="250825"/>
            <a:chOff x="2356" y="1300"/>
            <a:chExt cx="555" cy="194"/>
          </a:xfrm>
        </p:grpSpPr>
        <p:sp>
          <p:nvSpPr>
            <p:cNvPr id="76864" name="Oval 407">
              <a:extLst>
                <a:ext uri="{FF2B5EF4-FFF2-40B4-BE49-F238E27FC236}">
                  <a16:creationId xmlns:a16="http://schemas.microsoft.com/office/drawing/2014/main" id="{458A353F-6D48-415F-A1AE-A9F87F274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65" name="Rectangle 410">
              <a:extLst>
                <a:ext uri="{FF2B5EF4-FFF2-40B4-BE49-F238E27FC236}">
                  <a16:creationId xmlns:a16="http://schemas.microsoft.com/office/drawing/2014/main" id="{6A02831F-EC8B-4833-9553-015E2739A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66" name="Oval 411">
              <a:extLst>
                <a:ext uri="{FF2B5EF4-FFF2-40B4-BE49-F238E27FC236}">
                  <a16:creationId xmlns:a16="http://schemas.microsoft.com/office/drawing/2014/main" id="{17441B6B-4B46-4C8F-8DBD-BDF05FE5E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6867" name="Group 137">
              <a:extLst>
                <a:ext uri="{FF2B5EF4-FFF2-40B4-BE49-F238E27FC236}">
                  <a16:creationId xmlns:a16="http://schemas.microsoft.com/office/drawing/2014/main" id="{05219EB8-ADE9-4B56-A285-995A34B46B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76870" name="Freeform 138">
                <a:extLst>
                  <a:ext uri="{FF2B5EF4-FFF2-40B4-BE49-F238E27FC236}">
                    <a16:creationId xmlns:a16="http://schemas.microsoft.com/office/drawing/2014/main" id="{C77FDF83-DEA8-4818-A0BC-F9A3C43D8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871" name="Freeform 139">
                <a:extLst>
                  <a:ext uri="{FF2B5EF4-FFF2-40B4-BE49-F238E27FC236}">
                    <a16:creationId xmlns:a16="http://schemas.microsoft.com/office/drawing/2014/main" id="{CC2D885A-BFA3-48C6-8DCE-E8767615E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76868" name="Line 140">
              <a:extLst>
                <a:ext uri="{FF2B5EF4-FFF2-40B4-BE49-F238E27FC236}">
                  <a16:creationId xmlns:a16="http://schemas.microsoft.com/office/drawing/2014/main" id="{E4834A07-526A-40C2-8260-4799A7278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6869" name="Line 141">
              <a:extLst>
                <a:ext uri="{FF2B5EF4-FFF2-40B4-BE49-F238E27FC236}">
                  <a16:creationId xmlns:a16="http://schemas.microsoft.com/office/drawing/2014/main" id="{7AC3B1ED-09E4-4672-8429-72F055C40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76812" name="Group 133">
            <a:extLst>
              <a:ext uri="{FF2B5EF4-FFF2-40B4-BE49-F238E27FC236}">
                <a16:creationId xmlns:a16="http://schemas.microsoft.com/office/drawing/2014/main" id="{9A84368C-08DE-4A66-8A17-3F01BC044E82}"/>
              </a:ext>
            </a:extLst>
          </p:cNvPr>
          <p:cNvGrpSpPr>
            <a:grpSpLocks/>
          </p:cNvGrpSpPr>
          <p:nvPr/>
        </p:nvGrpSpPr>
        <p:grpSpPr bwMode="auto">
          <a:xfrm>
            <a:off x="4368800" y="4610100"/>
            <a:ext cx="617538" cy="250825"/>
            <a:chOff x="2356" y="1300"/>
            <a:chExt cx="555" cy="194"/>
          </a:xfrm>
        </p:grpSpPr>
        <p:sp>
          <p:nvSpPr>
            <p:cNvPr id="76856" name="Oval 407">
              <a:extLst>
                <a:ext uri="{FF2B5EF4-FFF2-40B4-BE49-F238E27FC236}">
                  <a16:creationId xmlns:a16="http://schemas.microsoft.com/office/drawing/2014/main" id="{0C14E770-CCB2-4D92-AC63-94AF20C03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57" name="Rectangle 410">
              <a:extLst>
                <a:ext uri="{FF2B5EF4-FFF2-40B4-BE49-F238E27FC236}">
                  <a16:creationId xmlns:a16="http://schemas.microsoft.com/office/drawing/2014/main" id="{B78CCD31-4916-4D75-83CE-C1013F398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58" name="Oval 411">
              <a:extLst>
                <a:ext uri="{FF2B5EF4-FFF2-40B4-BE49-F238E27FC236}">
                  <a16:creationId xmlns:a16="http://schemas.microsoft.com/office/drawing/2014/main" id="{CDE0F030-FBD5-4B0C-BB80-31DB21CBF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6859" name="Group 137">
              <a:extLst>
                <a:ext uri="{FF2B5EF4-FFF2-40B4-BE49-F238E27FC236}">
                  <a16:creationId xmlns:a16="http://schemas.microsoft.com/office/drawing/2014/main" id="{66BB9F2D-DFD4-4262-95F0-C28A2D0447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76862" name="Freeform 138">
                <a:extLst>
                  <a:ext uri="{FF2B5EF4-FFF2-40B4-BE49-F238E27FC236}">
                    <a16:creationId xmlns:a16="http://schemas.microsoft.com/office/drawing/2014/main" id="{2073FB79-7A7A-4CF3-BC13-12BE2C3E2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863" name="Freeform 139">
                <a:extLst>
                  <a:ext uri="{FF2B5EF4-FFF2-40B4-BE49-F238E27FC236}">
                    <a16:creationId xmlns:a16="http://schemas.microsoft.com/office/drawing/2014/main" id="{38BFDF93-F6CD-43AC-A82B-536BB5DF4A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76860" name="Line 140">
              <a:extLst>
                <a:ext uri="{FF2B5EF4-FFF2-40B4-BE49-F238E27FC236}">
                  <a16:creationId xmlns:a16="http://schemas.microsoft.com/office/drawing/2014/main" id="{5302246C-09F5-4A35-8D5B-D35650A64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6861" name="Line 141">
              <a:extLst>
                <a:ext uri="{FF2B5EF4-FFF2-40B4-BE49-F238E27FC236}">
                  <a16:creationId xmlns:a16="http://schemas.microsoft.com/office/drawing/2014/main" id="{2DEC224E-2F29-4B2E-8A57-13AC0A38A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76813" name="Group 133">
            <a:extLst>
              <a:ext uri="{FF2B5EF4-FFF2-40B4-BE49-F238E27FC236}">
                <a16:creationId xmlns:a16="http://schemas.microsoft.com/office/drawing/2014/main" id="{A51646BD-2E8A-421B-ACD1-DFA6F0B9334A}"/>
              </a:ext>
            </a:extLst>
          </p:cNvPr>
          <p:cNvGrpSpPr>
            <a:grpSpLocks/>
          </p:cNvGrpSpPr>
          <p:nvPr/>
        </p:nvGrpSpPr>
        <p:grpSpPr bwMode="auto">
          <a:xfrm>
            <a:off x="5389563" y="4411663"/>
            <a:ext cx="617537" cy="250825"/>
            <a:chOff x="2356" y="1300"/>
            <a:chExt cx="555" cy="194"/>
          </a:xfrm>
        </p:grpSpPr>
        <p:sp>
          <p:nvSpPr>
            <p:cNvPr id="76848" name="Oval 407">
              <a:extLst>
                <a:ext uri="{FF2B5EF4-FFF2-40B4-BE49-F238E27FC236}">
                  <a16:creationId xmlns:a16="http://schemas.microsoft.com/office/drawing/2014/main" id="{9E0D1242-0D6C-4E27-8AF7-DAC238DF2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49" name="Rectangle 410">
              <a:extLst>
                <a:ext uri="{FF2B5EF4-FFF2-40B4-BE49-F238E27FC236}">
                  <a16:creationId xmlns:a16="http://schemas.microsoft.com/office/drawing/2014/main" id="{EA06BE6A-C44B-44B1-A502-10BF26987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50" name="Oval 411">
              <a:extLst>
                <a:ext uri="{FF2B5EF4-FFF2-40B4-BE49-F238E27FC236}">
                  <a16:creationId xmlns:a16="http://schemas.microsoft.com/office/drawing/2014/main" id="{9EFDDA99-08C6-45A1-A512-55CE57B19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6851" name="Group 137">
              <a:extLst>
                <a:ext uri="{FF2B5EF4-FFF2-40B4-BE49-F238E27FC236}">
                  <a16:creationId xmlns:a16="http://schemas.microsoft.com/office/drawing/2014/main" id="{EAEB216A-0AAF-4FCD-A2FA-D1E14247FD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76854" name="Freeform 138">
                <a:extLst>
                  <a:ext uri="{FF2B5EF4-FFF2-40B4-BE49-F238E27FC236}">
                    <a16:creationId xmlns:a16="http://schemas.microsoft.com/office/drawing/2014/main" id="{1A0C6869-AE0C-4FFE-85BD-B4F297460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855" name="Freeform 139">
                <a:extLst>
                  <a:ext uri="{FF2B5EF4-FFF2-40B4-BE49-F238E27FC236}">
                    <a16:creationId xmlns:a16="http://schemas.microsoft.com/office/drawing/2014/main" id="{50F20A55-D35E-40CA-8B19-E3B6F0367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76852" name="Line 140">
              <a:extLst>
                <a:ext uri="{FF2B5EF4-FFF2-40B4-BE49-F238E27FC236}">
                  <a16:creationId xmlns:a16="http://schemas.microsoft.com/office/drawing/2014/main" id="{9C33623E-1E62-4A54-AC28-E0E44DB07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6853" name="Line 141">
              <a:extLst>
                <a:ext uri="{FF2B5EF4-FFF2-40B4-BE49-F238E27FC236}">
                  <a16:creationId xmlns:a16="http://schemas.microsoft.com/office/drawing/2014/main" id="{C6DD63CC-E644-43FE-8946-5FA9318C0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76814" name="Group 133">
            <a:extLst>
              <a:ext uri="{FF2B5EF4-FFF2-40B4-BE49-F238E27FC236}">
                <a16:creationId xmlns:a16="http://schemas.microsoft.com/office/drawing/2014/main" id="{0B515B44-0D6B-410A-B717-42CC385931EE}"/>
              </a:ext>
            </a:extLst>
          </p:cNvPr>
          <p:cNvGrpSpPr>
            <a:grpSpLocks/>
          </p:cNvGrpSpPr>
          <p:nvPr/>
        </p:nvGrpSpPr>
        <p:grpSpPr bwMode="auto">
          <a:xfrm>
            <a:off x="3502025" y="3351213"/>
            <a:ext cx="617538" cy="250825"/>
            <a:chOff x="2356" y="1300"/>
            <a:chExt cx="555" cy="194"/>
          </a:xfrm>
        </p:grpSpPr>
        <p:sp>
          <p:nvSpPr>
            <p:cNvPr id="76840" name="Oval 407">
              <a:extLst>
                <a:ext uri="{FF2B5EF4-FFF2-40B4-BE49-F238E27FC236}">
                  <a16:creationId xmlns:a16="http://schemas.microsoft.com/office/drawing/2014/main" id="{790F5784-9ABC-4EBA-A0C9-9327D67AC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41" name="Rectangle 410">
              <a:extLst>
                <a:ext uri="{FF2B5EF4-FFF2-40B4-BE49-F238E27FC236}">
                  <a16:creationId xmlns:a16="http://schemas.microsoft.com/office/drawing/2014/main" id="{3AD45B97-08C7-42C5-B552-1D3D4BE29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6842" name="Oval 411">
              <a:extLst>
                <a:ext uri="{FF2B5EF4-FFF2-40B4-BE49-F238E27FC236}">
                  <a16:creationId xmlns:a16="http://schemas.microsoft.com/office/drawing/2014/main" id="{D79BB998-C671-4700-A393-67778BB6B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6843" name="Group 137">
              <a:extLst>
                <a:ext uri="{FF2B5EF4-FFF2-40B4-BE49-F238E27FC236}">
                  <a16:creationId xmlns:a16="http://schemas.microsoft.com/office/drawing/2014/main" id="{F109E353-9053-4FEA-A7A6-B1F78B203B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76846" name="Freeform 138">
                <a:extLst>
                  <a:ext uri="{FF2B5EF4-FFF2-40B4-BE49-F238E27FC236}">
                    <a16:creationId xmlns:a16="http://schemas.microsoft.com/office/drawing/2014/main" id="{01D53477-82CF-4EF8-A39E-7FF9D3E1F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6847" name="Freeform 139">
                <a:extLst>
                  <a:ext uri="{FF2B5EF4-FFF2-40B4-BE49-F238E27FC236}">
                    <a16:creationId xmlns:a16="http://schemas.microsoft.com/office/drawing/2014/main" id="{0B12DD28-FF5E-499C-BB94-3EA93239F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76844" name="Line 140">
              <a:extLst>
                <a:ext uri="{FF2B5EF4-FFF2-40B4-BE49-F238E27FC236}">
                  <a16:creationId xmlns:a16="http://schemas.microsoft.com/office/drawing/2014/main" id="{82DED4EB-A18A-4C76-A84D-8DDD6AD69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6845" name="Line 141">
              <a:extLst>
                <a:ext uri="{FF2B5EF4-FFF2-40B4-BE49-F238E27FC236}">
                  <a16:creationId xmlns:a16="http://schemas.microsoft.com/office/drawing/2014/main" id="{C8686901-657A-45FD-9191-31E97A199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cxnSp>
        <p:nvCxnSpPr>
          <p:cNvPr id="76815" name="Straight Connector 10">
            <a:extLst>
              <a:ext uri="{FF2B5EF4-FFF2-40B4-BE49-F238E27FC236}">
                <a16:creationId xmlns:a16="http://schemas.microsoft.com/office/drawing/2014/main" id="{44DF13D0-F7B7-40C9-B15E-A796D502939C}"/>
              </a:ext>
            </a:extLst>
          </p:cNvPr>
          <p:cNvCxnSpPr>
            <a:cxnSpLocks noChangeShapeType="1"/>
            <a:stCxn id="76845" idx="0"/>
            <a:endCxn id="76876" idx="0"/>
          </p:cNvCxnSpPr>
          <p:nvPr/>
        </p:nvCxnSpPr>
        <p:spPr bwMode="auto">
          <a:xfrm>
            <a:off x="4114800" y="3432175"/>
            <a:ext cx="1131888" cy="18573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6" name="Straight Connector 297">
            <a:extLst>
              <a:ext uri="{FF2B5EF4-FFF2-40B4-BE49-F238E27FC236}">
                <a16:creationId xmlns:a16="http://schemas.microsoft.com/office/drawing/2014/main" id="{68C3051A-C6B1-43BB-ADE5-E1FB75F01B64}"/>
              </a:ext>
            </a:extLst>
          </p:cNvPr>
          <p:cNvCxnSpPr>
            <a:cxnSpLocks noChangeShapeType="1"/>
            <a:endCxn id="76882" idx="1"/>
          </p:cNvCxnSpPr>
          <p:nvPr/>
        </p:nvCxnSpPr>
        <p:spPr bwMode="auto">
          <a:xfrm>
            <a:off x="4656138" y="3924300"/>
            <a:ext cx="139700" cy="11271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7" name="Straight Connector 298">
            <a:extLst>
              <a:ext uri="{FF2B5EF4-FFF2-40B4-BE49-F238E27FC236}">
                <a16:creationId xmlns:a16="http://schemas.microsoft.com/office/drawing/2014/main" id="{44EE01BF-06F9-495A-BD1C-012B9590718D}"/>
              </a:ext>
            </a:extLst>
          </p:cNvPr>
          <p:cNvCxnSpPr>
            <a:cxnSpLocks noChangeShapeType="1"/>
            <a:endCxn id="76884" idx="1"/>
          </p:cNvCxnSpPr>
          <p:nvPr/>
        </p:nvCxnSpPr>
        <p:spPr bwMode="auto">
          <a:xfrm flipV="1">
            <a:off x="4425950" y="4200525"/>
            <a:ext cx="280988" cy="6191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8" name="Straight Connector 299">
            <a:extLst>
              <a:ext uri="{FF2B5EF4-FFF2-40B4-BE49-F238E27FC236}">
                <a16:creationId xmlns:a16="http://schemas.microsoft.com/office/drawing/2014/main" id="{79AF3C63-38FC-4CFF-A7F8-34C2A7EBB64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83050" y="3962400"/>
            <a:ext cx="223838" cy="14922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9" name="Straight Connector 300">
            <a:extLst>
              <a:ext uri="{FF2B5EF4-FFF2-40B4-BE49-F238E27FC236}">
                <a16:creationId xmlns:a16="http://schemas.microsoft.com/office/drawing/2014/main" id="{5FD7C0A2-E3DF-4927-8A58-6F85CF78D73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38563" y="4367213"/>
            <a:ext cx="222250" cy="14763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0" name="Straight Connector 301">
            <a:extLst>
              <a:ext uri="{FF2B5EF4-FFF2-40B4-BE49-F238E27FC236}">
                <a16:creationId xmlns:a16="http://schemas.microsoft.com/office/drawing/2014/main" id="{AB0C49EC-A05B-4794-99B0-CB7DC096E681}"/>
              </a:ext>
            </a:extLst>
          </p:cNvPr>
          <p:cNvCxnSpPr>
            <a:cxnSpLocks noChangeShapeType="1"/>
            <a:stCxn id="76858" idx="0"/>
          </p:cNvCxnSpPr>
          <p:nvPr/>
        </p:nvCxnSpPr>
        <p:spPr bwMode="auto">
          <a:xfrm flipV="1">
            <a:off x="4675188" y="4267200"/>
            <a:ext cx="292100" cy="3429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1" name="Straight Connector 302">
            <a:extLst>
              <a:ext uri="{FF2B5EF4-FFF2-40B4-BE49-F238E27FC236}">
                <a16:creationId xmlns:a16="http://schemas.microsoft.com/office/drawing/2014/main" id="{A114C258-E92A-4E8A-8832-EE425B0D564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243513" y="4248150"/>
            <a:ext cx="412750" cy="1682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2" name="Straight Connector 303">
            <a:extLst>
              <a:ext uri="{FF2B5EF4-FFF2-40B4-BE49-F238E27FC236}">
                <a16:creationId xmlns:a16="http://schemas.microsoft.com/office/drawing/2014/main" id="{C39B0171-8AE9-405D-BFAF-13449D35BCF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27638" y="3776663"/>
            <a:ext cx="328612" cy="2667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3" name="Straight Connector 304">
            <a:extLst>
              <a:ext uri="{FF2B5EF4-FFF2-40B4-BE49-F238E27FC236}">
                <a16:creationId xmlns:a16="http://schemas.microsoft.com/office/drawing/2014/main" id="{B311A84E-7C96-4183-BC07-3CBF4AC80250}"/>
              </a:ext>
            </a:extLst>
          </p:cNvPr>
          <p:cNvCxnSpPr>
            <a:cxnSpLocks noChangeShapeType="1"/>
            <a:endCxn id="76840" idx="4"/>
          </p:cNvCxnSpPr>
          <p:nvPr/>
        </p:nvCxnSpPr>
        <p:spPr bwMode="auto">
          <a:xfrm flipH="1" flipV="1">
            <a:off x="3810000" y="3602038"/>
            <a:ext cx="476250" cy="1174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4" name="Straight Connector 22">
            <a:extLst>
              <a:ext uri="{FF2B5EF4-FFF2-40B4-BE49-F238E27FC236}">
                <a16:creationId xmlns:a16="http://schemas.microsoft.com/office/drawing/2014/main" id="{92B045BC-8B5A-40AE-ADB4-116B9D4D3D79}"/>
              </a:ext>
            </a:extLst>
          </p:cNvPr>
          <p:cNvCxnSpPr>
            <a:cxnSpLocks noChangeShapeType="1"/>
            <a:endCxn id="76842" idx="1"/>
          </p:cNvCxnSpPr>
          <p:nvPr/>
        </p:nvCxnSpPr>
        <p:spPr bwMode="auto">
          <a:xfrm>
            <a:off x="2362200" y="2578100"/>
            <a:ext cx="1230313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5" name="Straight Connector 305">
            <a:extLst>
              <a:ext uri="{FF2B5EF4-FFF2-40B4-BE49-F238E27FC236}">
                <a16:creationId xmlns:a16="http://schemas.microsoft.com/office/drawing/2014/main" id="{7B229C38-42FF-4407-B6A2-810A9475F06C}"/>
              </a:ext>
            </a:extLst>
          </p:cNvPr>
          <p:cNvCxnSpPr>
            <a:cxnSpLocks noChangeShapeType="1"/>
            <a:endCxn id="76844" idx="0"/>
          </p:cNvCxnSpPr>
          <p:nvPr/>
        </p:nvCxnSpPr>
        <p:spPr bwMode="auto">
          <a:xfrm>
            <a:off x="1617663" y="2909888"/>
            <a:ext cx="1885950" cy="519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6" name="Straight Connector 306">
            <a:extLst>
              <a:ext uri="{FF2B5EF4-FFF2-40B4-BE49-F238E27FC236}">
                <a16:creationId xmlns:a16="http://schemas.microsoft.com/office/drawing/2014/main" id="{EB85D018-8618-4C09-A19C-B418D9D5EBE1}"/>
              </a:ext>
            </a:extLst>
          </p:cNvPr>
          <p:cNvCxnSpPr>
            <a:cxnSpLocks noChangeShapeType="1"/>
            <a:endCxn id="76844" idx="1"/>
          </p:cNvCxnSpPr>
          <p:nvPr/>
        </p:nvCxnSpPr>
        <p:spPr bwMode="auto">
          <a:xfrm>
            <a:off x="1230313" y="3278188"/>
            <a:ext cx="2273300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7" name="Straight Connector 307">
            <a:extLst>
              <a:ext uri="{FF2B5EF4-FFF2-40B4-BE49-F238E27FC236}">
                <a16:creationId xmlns:a16="http://schemas.microsoft.com/office/drawing/2014/main" id="{A87F529A-ABF3-4EC9-B404-1B28554134D2}"/>
              </a:ext>
            </a:extLst>
          </p:cNvPr>
          <p:cNvCxnSpPr>
            <a:cxnSpLocks noChangeShapeType="1"/>
            <a:endCxn id="76900" idx="0"/>
          </p:cNvCxnSpPr>
          <p:nvPr/>
        </p:nvCxnSpPr>
        <p:spPr bwMode="auto">
          <a:xfrm>
            <a:off x="1166813" y="4260850"/>
            <a:ext cx="1971675" cy="211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8" name="Straight Connector 308">
            <a:extLst>
              <a:ext uri="{FF2B5EF4-FFF2-40B4-BE49-F238E27FC236}">
                <a16:creationId xmlns:a16="http://schemas.microsoft.com/office/drawing/2014/main" id="{A1FEDD10-5282-49FC-97A2-84E68865FFDC}"/>
              </a:ext>
            </a:extLst>
          </p:cNvPr>
          <p:cNvCxnSpPr>
            <a:cxnSpLocks noChangeShapeType="1"/>
            <a:endCxn id="76896" idx="2"/>
          </p:cNvCxnSpPr>
          <p:nvPr/>
        </p:nvCxnSpPr>
        <p:spPr bwMode="auto">
          <a:xfrm flipV="1">
            <a:off x="1393825" y="4573588"/>
            <a:ext cx="1744663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9" name="Straight Connector 309">
            <a:extLst>
              <a:ext uri="{FF2B5EF4-FFF2-40B4-BE49-F238E27FC236}">
                <a16:creationId xmlns:a16="http://schemas.microsoft.com/office/drawing/2014/main" id="{1B8C617B-BD29-4520-B418-A64EB9CE4BAE}"/>
              </a:ext>
            </a:extLst>
          </p:cNvPr>
          <p:cNvCxnSpPr>
            <a:cxnSpLocks noChangeShapeType="1"/>
            <a:endCxn id="76896" idx="3"/>
          </p:cNvCxnSpPr>
          <p:nvPr/>
        </p:nvCxnSpPr>
        <p:spPr bwMode="auto">
          <a:xfrm flipV="1">
            <a:off x="1797050" y="4622800"/>
            <a:ext cx="1431925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30" name="Straight Connector 310">
            <a:extLst>
              <a:ext uri="{FF2B5EF4-FFF2-40B4-BE49-F238E27FC236}">
                <a16:creationId xmlns:a16="http://schemas.microsoft.com/office/drawing/2014/main" id="{38B292F8-D10C-4208-AC16-3EDA3124BBF7}"/>
              </a:ext>
            </a:extLst>
          </p:cNvPr>
          <p:cNvCxnSpPr>
            <a:cxnSpLocks noChangeShapeType="1"/>
            <a:stCxn id="76927" idx="0"/>
            <a:endCxn id="76896" idx="4"/>
          </p:cNvCxnSpPr>
          <p:nvPr/>
        </p:nvCxnSpPr>
        <p:spPr bwMode="auto">
          <a:xfrm flipV="1">
            <a:off x="3389313" y="4643438"/>
            <a:ext cx="57150" cy="1211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31" name="Straight Connector 311">
            <a:extLst>
              <a:ext uri="{FF2B5EF4-FFF2-40B4-BE49-F238E27FC236}">
                <a16:creationId xmlns:a16="http://schemas.microsoft.com/office/drawing/2014/main" id="{8B31AAA1-313D-45E7-8EC6-6630F8B74D3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616450" y="4872038"/>
            <a:ext cx="6350" cy="1135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32" name="Straight Connector 312">
            <a:extLst>
              <a:ext uri="{FF2B5EF4-FFF2-40B4-BE49-F238E27FC236}">
                <a16:creationId xmlns:a16="http://schemas.microsoft.com/office/drawing/2014/main" id="{9EB1BB8F-3647-407E-85AB-308F606BC457}"/>
              </a:ext>
            </a:extLst>
          </p:cNvPr>
          <p:cNvCxnSpPr>
            <a:cxnSpLocks noChangeShapeType="1"/>
            <a:stCxn id="76930" idx="1"/>
          </p:cNvCxnSpPr>
          <p:nvPr/>
        </p:nvCxnSpPr>
        <p:spPr bwMode="auto">
          <a:xfrm flipH="1" flipV="1">
            <a:off x="4924425" y="4821238"/>
            <a:ext cx="506413" cy="1058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33" name="Straight Connector 313">
            <a:extLst>
              <a:ext uri="{FF2B5EF4-FFF2-40B4-BE49-F238E27FC236}">
                <a16:creationId xmlns:a16="http://schemas.microsoft.com/office/drawing/2014/main" id="{DC6C048B-F767-4752-BEBE-FA9D66937BA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832475" y="4648200"/>
            <a:ext cx="1722438" cy="1020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34" name="Straight Connector 314">
            <a:extLst>
              <a:ext uri="{FF2B5EF4-FFF2-40B4-BE49-F238E27FC236}">
                <a16:creationId xmlns:a16="http://schemas.microsoft.com/office/drawing/2014/main" id="{4E218D4E-38D8-4D77-8A2A-3E1714FB511B}"/>
              </a:ext>
            </a:extLst>
          </p:cNvPr>
          <p:cNvCxnSpPr>
            <a:cxnSpLocks noChangeShapeType="1"/>
            <a:endCxn id="76853" idx="1"/>
          </p:cNvCxnSpPr>
          <p:nvPr/>
        </p:nvCxnSpPr>
        <p:spPr bwMode="auto">
          <a:xfrm flipH="1" flipV="1">
            <a:off x="6002338" y="4600575"/>
            <a:ext cx="2244725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35" name="Straight Connector 315">
            <a:extLst>
              <a:ext uri="{FF2B5EF4-FFF2-40B4-BE49-F238E27FC236}">
                <a16:creationId xmlns:a16="http://schemas.microsoft.com/office/drawing/2014/main" id="{8AED11FD-EB27-447E-9001-A23D6C9F442B}"/>
              </a:ext>
            </a:extLst>
          </p:cNvPr>
          <p:cNvCxnSpPr>
            <a:cxnSpLocks noChangeShapeType="1"/>
            <a:endCxn id="76853" idx="0"/>
          </p:cNvCxnSpPr>
          <p:nvPr/>
        </p:nvCxnSpPr>
        <p:spPr bwMode="auto">
          <a:xfrm flipH="1">
            <a:off x="6002338" y="4295775"/>
            <a:ext cx="2017712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36" name="Straight Connector 316">
            <a:extLst>
              <a:ext uri="{FF2B5EF4-FFF2-40B4-BE49-F238E27FC236}">
                <a16:creationId xmlns:a16="http://schemas.microsoft.com/office/drawing/2014/main" id="{61CF757F-5692-4B20-B772-C7BEA604EAA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61050" y="3227388"/>
            <a:ext cx="1422400" cy="454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37" name="Straight Connector 317">
            <a:extLst>
              <a:ext uri="{FF2B5EF4-FFF2-40B4-BE49-F238E27FC236}">
                <a16:creationId xmlns:a16="http://schemas.microsoft.com/office/drawing/2014/main" id="{07D89668-63D6-484C-909F-3E7A395A4A4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84838" y="2803525"/>
            <a:ext cx="898525" cy="728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38" name="Straight Connector 318">
            <a:extLst>
              <a:ext uri="{FF2B5EF4-FFF2-40B4-BE49-F238E27FC236}">
                <a16:creationId xmlns:a16="http://schemas.microsoft.com/office/drawing/2014/main" id="{BC5D6150-7E30-432E-8A2B-A866ACA9F010}"/>
              </a:ext>
            </a:extLst>
          </p:cNvPr>
          <p:cNvCxnSpPr>
            <a:cxnSpLocks noChangeShapeType="1"/>
            <a:stCxn id="76938" idx="9"/>
          </p:cNvCxnSpPr>
          <p:nvPr/>
        </p:nvCxnSpPr>
        <p:spPr bwMode="auto">
          <a:xfrm>
            <a:off x="4849813" y="2381250"/>
            <a:ext cx="555625" cy="1125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6839" name="TextBox 39958">
            <a:extLst>
              <a:ext uri="{FF2B5EF4-FFF2-40B4-BE49-F238E27FC236}">
                <a16:creationId xmlns:a16="http://schemas.microsoft.com/office/drawing/2014/main" id="{E665C427-D9E2-446A-91EC-F85607F7C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663" y="3584575"/>
            <a:ext cx="10080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latin typeface="Arial" panose="020B0604020202020204" pitchFamily="34" charset="0"/>
              </a:rPr>
              <a:t>global</a:t>
            </a:r>
            <a:br>
              <a:rPr lang="en-US" altLang="zh-TW" sz="2400" i="1">
                <a:latin typeface="Arial" panose="020B0604020202020204" pitchFamily="34" charset="0"/>
              </a:rPr>
            </a:br>
            <a:r>
              <a:rPr lang="en-US" altLang="zh-TW" sz="2400" i="1">
                <a:latin typeface="Arial" panose="020B0604020202020204" pitchFamily="34" charset="0"/>
              </a:rPr>
              <a:t>ISP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C32C69D6-3B0C-4905-8F7B-4EE3D88C2D3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Internet structure: network of networks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pic>
        <p:nvPicPr>
          <p:cNvPr id="78851" name="Picture 76" descr="underline_base">
            <a:extLst>
              <a:ext uri="{FF2B5EF4-FFF2-40B4-BE49-F238E27FC236}">
                <a16:creationId xmlns:a16="http://schemas.microsoft.com/office/drawing/2014/main" id="{D62FE926-F9D3-4869-80A8-E597E1C1D23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8852" name="Group 5">
            <a:extLst>
              <a:ext uri="{FF2B5EF4-FFF2-40B4-BE49-F238E27FC236}">
                <a16:creationId xmlns:a16="http://schemas.microsoft.com/office/drawing/2014/main" id="{C4DA2BF6-5F88-453B-A0A2-9B208B53E754}"/>
              </a:ext>
            </a:extLst>
          </p:cNvPr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79122" name="Group 2">
              <a:extLst>
                <a:ext uri="{FF2B5EF4-FFF2-40B4-BE49-F238E27FC236}">
                  <a16:creationId xmlns:a16="http://schemas.microsoft.com/office/drawing/2014/main" id="{AECDBB9D-B455-4362-BFF7-47B061DA5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9174" name="Freeform 84">
                <a:extLst>
                  <a:ext uri="{FF2B5EF4-FFF2-40B4-BE49-F238E27FC236}">
                    <a16:creationId xmlns:a16="http://schemas.microsoft.com/office/drawing/2014/main" id="{638382E4-127C-47E0-B05B-002D783D7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75" name="TextBox 1">
                <a:extLst>
                  <a:ext uri="{FF2B5EF4-FFF2-40B4-BE49-F238E27FC236}">
                    <a16:creationId xmlns:a16="http://schemas.microsoft.com/office/drawing/2014/main" id="{65DE28D3-D759-4007-8736-2B9D5D78F6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23" name="Group 131">
              <a:extLst>
                <a:ext uri="{FF2B5EF4-FFF2-40B4-BE49-F238E27FC236}">
                  <a16:creationId xmlns:a16="http://schemas.microsoft.com/office/drawing/2014/main" id="{45C332CA-573C-4605-84EF-A0CA1809A4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9172" name="Freeform 84">
                <a:extLst>
                  <a:ext uri="{FF2B5EF4-FFF2-40B4-BE49-F238E27FC236}">
                    <a16:creationId xmlns:a16="http://schemas.microsoft.com/office/drawing/2014/main" id="{F2F545B2-0C5F-49C5-A377-07201961E4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73" name="TextBox 133">
                <a:extLst>
                  <a:ext uri="{FF2B5EF4-FFF2-40B4-BE49-F238E27FC236}">
                    <a16:creationId xmlns:a16="http://schemas.microsoft.com/office/drawing/2014/main" id="{D10C4B36-D398-4F2C-B896-F66902F474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24" name="Group 135">
              <a:extLst>
                <a:ext uri="{FF2B5EF4-FFF2-40B4-BE49-F238E27FC236}">
                  <a16:creationId xmlns:a16="http://schemas.microsoft.com/office/drawing/2014/main" id="{CC9372CF-B371-42CF-BB4B-08E13BCC6C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9170" name="Freeform 84">
                <a:extLst>
                  <a:ext uri="{FF2B5EF4-FFF2-40B4-BE49-F238E27FC236}">
                    <a16:creationId xmlns:a16="http://schemas.microsoft.com/office/drawing/2014/main" id="{6301C762-631B-461A-8E94-8F2A46353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71" name="TextBox 137">
                <a:extLst>
                  <a:ext uri="{FF2B5EF4-FFF2-40B4-BE49-F238E27FC236}">
                    <a16:creationId xmlns:a16="http://schemas.microsoft.com/office/drawing/2014/main" id="{5C949813-CDED-4440-B5FE-8755A2EB74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25" name="Group 138">
              <a:extLst>
                <a:ext uri="{FF2B5EF4-FFF2-40B4-BE49-F238E27FC236}">
                  <a16:creationId xmlns:a16="http://schemas.microsoft.com/office/drawing/2014/main" id="{8E8A15F1-5957-483F-853C-E2C2C1C9FD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9168" name="Freeform 84">
                <a:extLst>
                  <a:ext uri="{FF2B5EF4-FFF2-40B4-BE49-F238E27FC236}">
                    <a16:creationId xmlns:a16="http://schemas.microsoft.com/office/drawing/2014/main" id="{B73CB740-4089-45B5-AD45-0F935B8FD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69" name="TextBox 140">
                <a:extLst>
                  <a:ext uri="{FF2B5EF4-FFF2-40B4-BE49-F238E27FC236}">
                    <a16:creationId xmlns:a16="http://schemas.microsoft.com/office/drawing/2014/main" id="{052A0C98-A11B-4BF9-A7C9-09ADE45765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26" name="Group 141">
              <a:extLst>
                <a:ext uri="{FF2B5EF4-FFF2-40B4-BE49-F238E27FC236}">
                  <a16:creationId xmlns:a16="http://schemas.microsoft.com/office/drawing/2014/main" id="{581DCD27-9EFD-4773-AA8F-991C97628A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9166" name="Freeform 84">
                <a:extLst>
                  <a:ext uri="{FF2B5EF4-FFF2-40B4-BE49-F238E27FC236}">
                    <a16:creationId xmlns:a16="http://schemas.microsoft.com/office/drawing/2014/main" id="{4E985F95-5ED0-4D82-ADC4-EAB50E0E3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67" name="TextBox 143">
                <a:extLst>
                  <a:ext uri="{FF2B5EF4-FFF2-40B4-BE49-F238E27FC236}">
                    <a16:creationId xmlns:a16="http://schemas.microsoft.com/office/drawing/2014/main" id="{B3B739F0-E56E-4CC4-9BB5-A17095B2B0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27" name="Group 144">
              <a:extLst>
                <a:ext uri="{FF2B5EF4-FFF2-40B4-BE49-F238E27FC236}">
                  <a16:creationId xmlns:a16="http://schemas.microsoft.com/office/drawing/2014/main" id="{2D40C8B2-2B7A-4E84-9BBA-B71F6FD673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9164" name="Freeform 84">
                <a:extLst>
                  <a:ext uri="{FF2B5EF4-FFF2-40B4-BE49-F238E27FC236}">
                    <a16:creationId xmlns:a16="http://schemas.microsoft.com/office/drawing/2014/main" id="{42E53A72-D2DA-4C57-92C1-4E3CC03D6D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65" name="TextBox 146">
                <a:extLst>
                  <a:ext uri="{FF2B5EF4-FFF2-40B4-BE49-F238E27FC236}">
                    <a16:creationId xmlns:a16="http://schemas.microsoft.com/office/drawing/2014/main" id="{9B35723A-76F8-4802-A915-A2E548F417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28" name="Group 147">
              <a:extLst>
                <a:ext uri="{FF2B5EF4-FFF2-40B4-BE49-F238E27FC236}">
                  <a16:creationId xmlns:a16="http://schemas.microsoft.com/office/drawing/2014/main" id="{2F5A6D8E-EE62-4D4B-8389-E0F09DE8C6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9162" name="Freeform 84">
                <a:extLst>
                  <a:ext uri="{FF2B5EF4-FFF2-40B4-BE49-F238E27FC236}">
                    <a16:creationId xmlns:a16="http://schemas.microsoft.com/office/drawing/2014/main" id="{3BDEDFEC-09A4-4DF6-B865-A2CE5FCF97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63" name="TextBox 149">
                <a:extLst>
                  <a:ext uri="{FF2B5EF4-FFF2-40B4-BE49-F238E27FC236}">
                    <a16:creationId xmlns:a16="http://schemas.microsoft.com/office/drawing/2014/main" id="{73C8C628-6B2F-4F20-9868-333BFF0395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29" name="Group 150">
              <a:extLst>
                <a:ext uri="{FF2B5EF4-FFF2-40B4-BE49-F238E27FC236}">
                  <a16:creationId xmlns:a16="http://schemas.microsoft.com/office/drawing/2014/main" id="{C0D8BAA1-799A-4306-ADFF-72CA93DE81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9160" name="Freeform 84">
                <a:extLst>
                  <a:ext uri="{FF2B5EF4-FFF2-40B4-BE49-F238E27FC236}">
                    <a16:creationId xmlns:a16="http://schemas.microsoft.com/office/drawing/2014/main" id="{DD7BE061-03F2-4A62-AB47-CD5A4F1DAD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61" name="TextBox 152">
                <a:extLst>
                  <a:ext uri="{FF2B5EF4-FFF2-40B4-BE49-F238E27FC236}">
                    <a16:creationId xmlns:a16="http://schemas.microsoft.com/office/drawing/2014/main" id="{AB23C04A-E54F-4CA8-9342-04652E2F40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30" name="Group 153">
              <a:extLst>
                <a:ext uri="{FF2B5EF4-FFF2-40B4-BE49-F238E27FC236}">
                  <a16:creationId xmlns:a16="http://schemas.microsoft.com/office/drawing/2014/main" id="{9B4E1792-A539-40BD-A8F4-7D02BCA16E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9158" name="Freeform 84">
                <a:extLst>
                  <a:ext uri="{FF2B5EF4-FFF2-40B4-BE49-F238E27FC236}">
                    <a16:creationId xmlns:a16="http://schemas.microsoft.com/office/drawing/2014/main" id="{1363F973-ECB3-4D48-BEA1-79BA9C1FE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59" name="TextBox 155">
                <a:extLst>
                  <a:ext uri="{FF2B5EF4-FFF2-40B4-BE49-F238E27FC236}">
                    <a16:creationId xmlns:a16="http://schemas.microsoft.com/office/drawing/2014/main" id="{B06255C0-4292-449E-A0D2-EE43B3E2DD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31" name="Group 156">
              <a:extLst>
                <a:ext uri="{FF2B5EF4-FFF2-40B4-BE49-F238E27FC236}">
                  <a16:creationId xmlns:a16="http://schemas.microsoft.com/office/drawing/2014/main" id="{141FBAA5-0185-4860-ADA0-C363B3E14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9156" name="Freeform 84">
                <a:extLst>
                  <a:ext uri="{FF2B5EF4-FFF2-40B4-BE49-F238E27FC236}">
                    <a16:creationId xmlns:a16="http://schemas.microsoft.com/office/drawing/2014/main" id="{3702ACDC-941A-457F-88D6-7E815371C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57" name="TextBox 158">
                <a:extLst>
                  <a:ext uri="{FF2B5EF4-FFF2-40B4-BE49-F238E27FC236}">
                    <a16:creationId xmlns:a16="http://schemas.microsoft.com/office/drawing/2014/main" id="{826EA4EB-1142-4FF8-84B7-9CE4633251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32" name="Group 160">
              <a:extLst>
                <a:ext uri="{FF2B5EF4-FFF2-40B4-BE49-F238E27FC236}">
                  <a16:creationId xmlns:a16="http://schemas.microsoft.com/office/drawing/2014/main" id="{863C270B-B98C-48FC-B660-821B8BA251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9154" name="Freeform 84">
                <a:extLst>
                  <a:ext uri="{FF2B5EF4-FFF2-40B4-BE49-F238E27FC236}">
                    <a16:creationId xmlns:a16="http://schemas.microsoft.com/office/drawing/2014/main" id="{4C611B7D-8660-4D0F-B60A-659E9E8E51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55" name="TextBox 162">
                <a:extLst>
                  <a:ext uri="{FF2B5EF4-FFF2-40B4-BE49-F238E27FC236}">
                    <a16:creationId xmlns:a16="http://schemas.microsoft.com/office/drawing/2014/main" id="{11E79C84-C994-433E-B704-4666B6F738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33" name="Group 163">
              <a:extLst>
                <a:ext uri="{FF2B5EF4-FFF2-40B4-BE49-F238E27FC236}">
                  <a16:creationId xmlns:a16="http://schemas.microsoft.com/office/drawing/2014/main" id="{111D7F74-327A-4F17-BE63-7A06DEECBD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9152" name="Freeform 84">
                <a:extLst>
                  <a:ext uri="{FF2B5EF4-FFF2-40B4-BE49-F238E27FC236}">
                    <a16:creationId xmlns:a16="http://schemas.microsoft.com/office/drawing/2014/main" id="{98534E45-3639-4CA8-991C-743D69BD73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53" name="TextBox 165">
                <a:extLst>
                  <a:ext uri="{FF2B5EF4-FFF2-40B4-BE49-F238E27FC236}">
                    <a16:creationId xmlns:a16="http://schemas.microsoft.com/office/drawing/2014/main" id="{0B752C5A-F0B2-4742-A67D-5F7A15ECD9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34" name="Group 166">
              <a:extLst>
                <a:ext uri="{FF2B5EF4-FFF2-40B4-BE49-F238E27FC236}">
                  <a16:creationId xmlns:a16="http://schemas.microsoft.com/office/drawing/2014/main" id="{8BEE818A-B6A4-4A60-ADFD-D3CC59170B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9150" name="Freeform 84">
                <a:extLst>
                  <a:ext uri="{FF2B5EF4-FFF2-40B4-BE49-F238E27FC236}">
                    <a16:creationId xmlns:a16="http://schemas.microsoft.com/office/drawing/2014/main" id="{30D7935A-E260-446B-A832-C364B08E0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51" name="TextBox 168">
                <a:extLst>
                  <a:ext uri="{FF2B5EF4-FFF2-40B4-BE49-F238E27FC236}">
                    <a16:creationId xmlns:a16="http://schemas.microsoft.com/office/drawing/2014/main" id="{066D3977-1C70-45D9-8E1A-7419FCF3F2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35" name="Group 169">
              <a:extLst>
                <a:ext uri="{FF2B5EF4-FFF2-40B4-BE49-F238E27FC236}">
                  <a16:creationId xmlns:a16="http://schemas.microsoft.com/office/drawing/2014/main" id="{B8A07AAD-C51C-4A8C-A3DE-0F3844992D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9148" name="Freeform 84">
                <a:extLst>
                  <a:ext uri="{FF2B5EF4-FFF2-40B4-BE49-F238E27FC236}">
                    <a16:creationId xmlns:a16="http://schemas.microsoft.com/office/drawing/2014/main" id="{EA711D32-B116-43DD-AF34-EF2F7BB90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49" name="TextBox 171">
                <a:extLst>
                  <a:ext uri="{FF2B5EF4-FFF2-40B4-BE49-F238E27FC236}">
                    <a16:creationId xmlns:a16="http://schemas.microsoft.com/office/drawing/2014/main" id="{EAF3A8F9-9145-41FF-9BDC-C0C2AF317B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36" name="Group 172">
              <a:extLst>
                <a:ext uri="{FF2B5EF4-FFF2-40B4-BE49-F238E27FC236}">
                  <a16:creationId xmlns:a16="http://schemas.microsoft.com/office/drawing/2014/main" id="{DC234BB7-B883-40F9-BC2D-ECCD64F8C5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9146" name="Freeform 84">
                <a:extLst>
                  <a:ext uri="{FF2B5EF4-FFF2-40B4-BE49-F238E27FC236}">
                    <a16:creationId xmlns:a16="http://schemas.microsoft.com/office/drawing/2014/main" id="{D8A048B3-508B-4708-955C-D9A8C024B6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47" name="TextBox 174">
                <a:extLst>
                  <a:ext uri="{FF2B5EF4-FFF2-40B4-BE49-F238E27FC236}">
                    <a16:creationId xmlns:a16="http://schemas.microsoft.com/office/drawing/2014/main" id="{8AB4A35F-6902-4D67-AB22-DD8CE0E26C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79137" name="Group 175">
              <a:extLst>
                <a:ext uri="{FF2B5EF4-FFF2-40B4-BE49-F238E27FC236}">
                  <a16:creationId xmlns:a16="http://schemas.microsoft.com/office/drawing/2014/main" id="{B2479915-5502-4A48-B2A8-5F7B131342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9144" name="Freeform 84">
                <a:extLst>
                  <a:ext uri="{FF2B5EF4-FFF2-40B4-BE49-F238E27FC236}">
                    <a16:creationId xmlns:a16="http://schemas.microsoft.com/office/drawing/2014/main" id="{3ECC9027-6D33-4249-A9D7-AEFA4ED80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45" name="TextBox 177">
                <a:extLst>
                  <a:ext uri="{FF2B5EF4-FFF2-40B4-BE49-F238E27FC236}">
                    <a16:creationId xmlns:a16="http://schemas.microsoft.com/office/drawing/2014/main" id="{560F0E4C-85FF-4815-8BD2-BC4B498014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79138" name="TextBox 4">
              <a:extLst>
                <a:ext uri="{FF2B5EF4-FFF2-40B4-BE49-F238E27FC236}">
                  <a16:creationId xmlns:a16="http://schemas.microsoft.com/office/drawing/2014/main" id="{84A7A50C-EEFA-4485-9687-CAA4E325E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9139" name="TextBox 179">
              <a:extLst>
                <a:ext uri="{FF2B5EF4-FFF2-40B4-BE49-F238E27FC236}">
                  <a16:creationId xmlns:a16="http://schemas.microsoft.com/office/drawing/2014/main" id="{0EC223DA-996C-4C22-BFE6-026AF59B0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9140" name="TextBox 180">
              <a:extLst>
                <a:ext uri="{FF2B5EF4-FFF2-40B4-BE49-F238E27FC236}">
                  <a16:creationId xmlns:a16="http://schemas.microsoft.com/office/drawing/2014/main" id="{844F166E-3243-4FD9-AA97-26CC2E384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9141" name="TextBox 181">
              <a:extLst>
                <a:ext uri="{FF2B5EF4-FFF2-40B4-BE49-F238E27FC236}">
                  <a16:creationId xmlns:a16="http://schemas.microsoft.com/office/drawing/2014/main" id="{38A2D440-3501-47EA-9D4A-630EC114B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9142" name="TextBox 182">
              <a:extLst>
                <a:ext uri="{FF2B5EF4-FFF2-40B4-BE49-F238E27FC236}">
                  <a16:creationId xmlns:a16="http://schemas.microsoft.com/office/drawing/2014/main" id="{EE716418-C40D-46E4-BF95-20231ACF7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79143" name="TextBox 183">
              <a:extLst>
                <a:ext uri="{FF2B5EF4-FFF2-40B4-BE49-F238E27FC236}">
                  <a16:creationId xmlns:a16="http://schemas.microsoft.com/office/drawing/2014/main" id="{2AB763DF-1DC0-428B-949F-6ED67B556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78853" name="Rectangle 3">
            <a:extLst>
              <a:ext uri="{FF2B5EF4-FFF2-40B4-BE49-F238E27FC236}">
                <a16:creationId xmlns:a16="http://schemas.microsoft.com/office/drawing/2014/main" id="{E14C7D49-CA8F-4CC6-B94D-8BD3A0D4A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TW" sz="2400" dirty="0"/>
              <a:t>But if </a:t>
            </a:r>
            <a:r>
              <a:rPr lang="en-US" altLang="zh-TW" sz="2400" dirty="0">
                <a:solidFill>
                  <a:srgbClr val="0070C0"/>
                </a:solidFill>
              </a:rPr>
              <a:t>one global ISP </a:t>
            </a:r>
            <a:r>
              <a:rPr lang="en-US" altLang="zh-TW" sz="2400" dirty="0"/>
              <a:t>is viable business, there will be </a:t>
            </a:r>
            <a:r>
              <a:rPr lang="en-US" altLang="zh-TW" sz="2400" dirty="0">
                <a:solidFill>
                  <a:srgbClr val="0070C0"/>
                </a:solidFill>
              </a:rPr>
              <a:t>competitors</a:t>
            </a:r>
            <a:r>
              <a:rPr lang="en-US" altLang="zh-TW" sz="2400" dirty="0"/>
              <a:t> ….</a:t>
            </a:r>
          </a:p>
        </p:txBody>
      </p:sp>
      <p:grpSp>
        <p:nvGrpSpPr>
          <p:cNvPr id="78854" name="Group 8">
            <a:extLst>
              <a:ext uri="{FF2B5EF4-FFF2-40B4-BE49-F238E27FC236}">
                <a16:creationId xmlns:a16="http://schemas.microsoft.com/office/drawing/2014/main" id="{A090DC44-3F09-416F-8051-AC187CDA06DC}"/>
              </a:ext>
            </a:extLst>
          </p:cNvPr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79039" name="Oval 3">
              <a:extLst>
                <a:ext uri="{FF2B5EF4-FFF2-40B4-BE49-F238E27FC236}">
                  <a16:creationId xmlns:a16="http://schemas.microsoft.com/office/drawing/2014/main" id="{8F8BF389-55BE-4708-B03E-823B1E4DF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79040" name="Group 133">
              <a:extLst>
                <a:ext uri="{FF2B5EF4-FFF2-40B4-BE49-F238E27FC236}">
                  <a16:creationId xmlns:a16="http://schemas.microsoft.com/office/drawing/2014/main" id="{E584CF28-3C77-43E6-9DFC-B3BBACB507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79114" name="Oval 407">
                <a:extLst>
                  <a:ext uri="{FF2B5EF4-FFF2-40B4-BE49-F238E27FC236}">
                    <a16:creationId xmlns:a16="http://schemas.microsoft.com/office/drawing/2014/main" id="{FA39DAFA-1387-451A-BA8A-E325ED774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115" name="Rectangle 410">
                <a:extLst>
                  <a:ext uri="{FF2B5EF4-FFF2-40B4-BE49-F238E27FC236}">
                    <a16:creationId xmlns:a16="http://schemas.microsoft.com/office/drawing/2014/main" id="{580C1623-154A-43BA-9DB2-741980D2B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116" name="Oval 411">
                <a:extLst>
                  <a:ext uri="{FF2B5EF4-FFF2-40B4-BE49-F238E27FC236}">
                    <a16:creationId xmlns:a16="http://schemas.microsoft.com/office/drawing/2014/main" id="{C2FF6BCD-DC6F-42E2-A651-AF975B921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117" name="Group 137">
                <a:extLst>
                  <a:ext uri="{FF2B5EF4-FFF2-40B4-BE49-F238E27FC236}">
                    <a16:creationId xmlns:a16="http://schemas.microsoft.com/office/drawing/2014/main" id="{23D4E169-E418-4A08-BF54-0A9CA8FDFE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120" name="Freeform 138">
                  <a:extLst>
                    <a:ext uri="{FF2B5EF4-FFF2-40B4-BE49-F238E27FC236}">
                      <a16:creationId xmlns:a16="http://schemas.microsoft.com/office/drawing/2014/main" id="{DB3ED547-3745-44B3-BF1D-7005B0CF10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121" name="Freeform 139">
                  <a:extLst>
                    <a:ext uri="{FF2B5EF4-FFF2-40B4-BE49-F238E27FC236}">
                      <a16:creationId xmlns:a16="http://schemas.microsoft.com/office/drawing/2014/main" id="{8CC836D1-31A7-4E8A-8F07-11FD268C2E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118" name="Line 140">
                <a:extLst>
                  <a:ext uri="{FF2B5EF4-FFF2-40B4-BE49-F238E27FC236}">
                    <a16:creationId xmlns:a16="http://schemas.microsoft.com/office/drawing/2014/main" id="{6B07BEA8-F78D-4353-B842-E4A8E25EE3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19" name="Line 141">
                <a:extLst>
                  <a:ext uri="{FF2B5EF4-FFF2-40B4-BE49-F238E27FC236}">
                    <a16:creationId xmlns:a16="http://schemas.microsoft.com/office/drawing/2014/main" id="{0BE24269-60A3-43DE-BF9A-6739B803F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79041" name="Straight Connector 10">
              <a:extLst>
                <a:ext uri="{FF2B5EF4-FFF2-40B4-BE49-F238E27FC236}">
                  <a16:creationId xmlns:a16="http://schemas.microsoft.com/office/drawing/2014/main" id="{EE2FCE54-1478-4C6C-B221-2A543A673F77}"/>
                </a:ext>
              </a:extLst>
            </p:cNvPr>
            <p:cNvCxnSpPr>
              <a:cxnSpLocks noChangeShapeType="1"/>
              <a:stCxn id="79119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042" name="Straight Connector 297">
              <a:extLst>
                <a:ext uri="{FF2B5EF4-FFF2-40B4-BE49-F238E27FC236}">
                  <a16:creationId xmlns:a16="http://schemas.microsoft.com/office/drawing/2014/main" id="{7206D31A-408C-4763-BE87-A0EC09C5DA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043" name="Straight Connector 298">
              <a:extLst>
                <a:ext uri="{FF2B5EF4-FFF2-40B4-BE49-F238E27FC236}">
                  <a16:creationId xmlns:a16="http://schemas.microsoft.com/office/drawing/2014/main" id="{0D075443-9194-4ED6-99C7-6093689295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044" name="Straight Connector 299">
              <a:extLst>
                <a:ext uri="{FF2B5EF4-FFF2-40B4-BE49-F238E27FC236}">
                  <a16:creationId xmlns:a16="http://schemas.microsoft.com/office/drawing/2014/main" id="{640936EC-8A53-4B0B-9195-4EECA11B41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045" name="Straight Connector 300">
              <a:extLst>
                <a:ext uri="{FF2B5EF4-FFF2-40B4-BE49-F238E27FC236}">
                  <a16:creationId xmlns:a16="http://schemas.microsoft.com/office/drawing/2014/main" id="{990B6CE8-0D00-4587-9352-5910BCAA53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046" name="Straight Connector 301">
              <a:extLst>
                <a:ext uri="{FF2B5EF4-FFF2-40B4-BE49-F238E27FC236}">
                  <a16:creationId xmlns:a16="http://schemas.microsoft.com/office/drawing/2014/main" id="{EEFE46DC-4185-4A29-B3D3-B210EAE84C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047" name="Straight Connector 302">
              <a:extLst>
                <a:ext uri="{FF2B5EF4-FFF2-40B4-BE49-F238E27FC236}">
                  <a16:creationId xmlns:a16="http://schemas.microsoft.com/office/drawing/2014/main" id="{E4D91AD9-EF14-44D9-8AE7-7B7C14EE24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048" name="Straight Connector 303">
              <a:extLst>
                <a:ext uri="{FF2B5EF4-FFF2-40B4-BE49-F238E27FC236}">
                  <a16:creationId xmlns:a16="http://schemas.microsoft.com/office/drawing/2014/main" id="{478A1F7B-0636-4189-9334-99204C7CD4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049" name="Straight Connector 304">
              <a:extLst>
                <a:ext uri="{FF2B5EF4-FFF2-40B4-BE49-F238E27FC236}">
                  <a16:creationId xmlns:a16="http://schemas.microsoft.com/office/drawing/2014/main" id="{DEA611C2-8A01-4784-A0B0-D37E6B2BFC8F}"/>
                </a:ext>
              </a:extLst>
            </p:cNvPr>
            <p:cNvCxnSpPr>
              <a:cxnSpLocks noChangeShapeType="1"/>
              <a:endCxn id="79114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050" name="TextBox 39958">
              <a:extLst>
                <a:ext uri="{FF2B5EF4-FFF2-40B4-BE49-F238E27FC236}">
                  <a16:creationId xmlns:a16="http://schemas.microsoft.com/office/drawing/2014/main" id="{11528872-9A56-47A3-8A3C-78CD943AF4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B</a:t>
              </a:r>
            </a:p>
          </p:txBody>
        </p:sp>
        <p:grpSp>
          <p:nvGrpSpPr>
            <p:cNvPr id="79051" name="Group 133">
              <a:extLst>
                <a:ext uri="{FF2B5EF4-FFF2-40B4-BE49-F238E27FC236}">
                  <a16:creationId xmlns:a16="http://schemas.microsoft.com/office/drawing/2014/main" id="{9FD0C411-3682-434F-BDB6-95FDC6134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79106" name="Oval 407">
                <a:extLst>
                  <a:ext uri="{FF2B5EF4-FFF2-40B4-BE49-F238E27FC236}">
                    <a16:creationId xmlns:a16="http://schemas.microsoft.com/office/drawing/2014/main" id="{20699D38-131B-4155-9327-8B3E3C6C2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107" name="Rectangle 410">
                <a:extLst>
                  <a:ext uri="{FF2B5EF4-FFF2-40B4-BE49-F238E27FC236}">
                    <a16:creationId xmlns:a16="http://schemas.microsoft.com/office/drawing/2014/main" id="{E5872225-4E91-48EF-A9AE-6870D5E7A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108" name="Oval 411">
                <a:extLst>
                  <a:ext uri="{FF2B5EF4-FFF2-40B4-BE49-F238E27FC236}">
                    <a16:creationId xmlns:a16="http://schemas.microsoft.com/office/drawing/2014/main" id="{5AD16A5C-C771-41BE-8342-CE4252EB3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109" name="Group 137">
                <a:extLst>
                  <a:ext uri="{FF2B5EF4-FFF2-40B4-BE49-F238E27FC236}">
                    <a16:creationId xmlns:a16="http://schemas.microsoft.com/office/drawing/2014/main" id="{793FD3A9-B83A-45AC-AD76-F2A9857B02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112" name="Freeform 138">
                  <a:extLst>
                    <a:ext uri="{FF2B5EF4-FFF2-40B4-BE49-F238E27FC236}">
                      <a16:creationId xmlns:a16="http://schemas.microsoft.com/office/drawing/2014/main" id="{BEEB86E6-6180-4AA1-B823-05C0929A0D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113" name="Freeform 139">
                  <a:extLst>
                    <a:ext uri="{FF2B5EF4-FFF2-40B4-BE49-F238E27FC236}">
                      <a16:creationId xmlns:a16="http://schemas.microsoft.com/office/drawing/2014/main" id="{78816422-8373-4768-826E-2F75EAE486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110" name="Line 140">
                <a:extLst>
                  <a:ext uri="{FF2B5EF4-FFF2-40B4-BE49-F238E27FC236}">
                    <a16:creationId xmlns:a16="http://schemas.microsoft.com/office/drawing/2014/main" id="{88269E1D-82F6-4EAF-BE6E-7515C8C2CF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11" name="Line 141">
                <a:extLst>
                  <a:ext uri="{FF2B5EF4-FFF2-40B4-BE49-F238E27FC236}">
                    <a16:creationId xmlns:a16="http://schemas.microsoft.com/office/drawing/2014/main" id="{778E55A5-6253-4E4D-87AD-E90AAC425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9052" name="Group 133">
              <a:extLst>
                <a:ext uri="{FF2B5EF4-FFF2-40B4-BE49-F238E27FC236}">
                  <a16:creationId xmlns:a16="http://schemas.microsoft.com/office/drawing/2014/main" id="{C653C681-0211-4C05-A847-4D82C547FE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79098" name="Oval 407">
                <a:extLst>
                  <a:ext uri="{FF2B5EF4-FFF2-40B4-BE49-F238E27FC236}">
                    <a16:creationId xmlns:a16="http://schemas.microsoft.com/office/drawing/2014/main" id="{BF0B7626-5FED-4D66-A70A-4FD2F8225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99" name="Rectangle 410">
                <a:extLst>
                  <a:ext uri="{FF2B5EF4-FFF2-40B4-BE49-F238E27FC236}">
                    <a16:creationId xmlns:a16="http://schemas.microsoft.com/office/drawing/2014/main" id="{D6560815-E16D-403C-AC52-7E7A8DC83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100" name="Oval 411">
                <a:extLst>
                  <a:ext uri="{FF2B5EF4-FFF2-40B4-BE49-F238E27FC236}">
                    <a16:creationId xmlns:a16="http://schemas.microsoft.com/office/drawing/2014/main" id="{02C8E4CB-1185-412D-B698-B1C04C4DC3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101" name="Group 137">
                <a:extLst>
                  <a:ext uri="{FF2B5EF4-FFF2-40B4-BE49-F238E27FC236}">
                    <a16:creationId xmlns:a16="http://schemas.microsoft.com/office/drawing/2014/main" id="{24F9D5E8-1D48-410E-BD0A-2C3C9D7266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104" name="Freeform 138">
                  <a:extLst>
                    <a:ext uri="{FF2B5EF4-FFF2-40B4-BE49-F238E27FC236}">
                      <a16:creationId xmlns:a16="http://schemas.microsoft.com/office/drawing/2014/main" id="{19A07DFB-9103-48D2-8E38-70F9ED7BA6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105" name="Freeform 139">
                  <a:extLst>
                    <a:ext uri="{FF2B5EF4-FFF2-40B4-BE49-F238E27FC236}">
                      <a16:creationId xmlns:a16="http://schemas.microsoft.com/office/drawing/2014/main" id="{02474FA3-DA0F-4003-9D91-4B4049E87E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102" name="Line 140">
                <a:extLst>
                  <a:ext uri="{FF2B5EF4-FFF2-40B4-BE49-F238E27FC236}">
                    <a16:creationId xmlns:a16="http://schemas.microsoft.com/office/drawing/2014/main" id="{B59C647C-19B7-4D20-B66E-A669B527B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103" name="Line 141">
                <a:extLst>
                  <a:ext uri="{FF2B5EF4-FFF2-40B4-BE49-F238E27FC236}">
                    <a16:creationId xmlns:a16="http://schemas.microsoft.com/office/drawing/2014/main" id="{FBA2BC89-B668-41E6-9E8F-54635EC54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9053" name="Group 133">
              <a:extLst>
                <a:ext uri="{FF2B5EF4-FFF2-40B4-BE49-F238E27FC236}">
                  <a16:creationId xmlns:a16="http://schemas.microsoft.com/office/drawing/2014/main" id="{4E6992A5-5747-495E-8E87-7B3D99EFAA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79090" name="Oval 407">
                <a:extLst>
                  <a:ext uri="{FF2B5EF4-FFF2-40B4-BE49-F238E27FC236}">
                    <a16:creationId xmlns:a16="http://schemas.microsoft.com/office/drawing/2014/main" id="{F4D6ADE5-D4CF-49F5-BF99-27090ED5C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91" name="Rectangle 410">
                <a:extLst>
                  <a:ext uri="{FF2B5EF4-FFF2-40B4-BE49-F238E27FC236}">
                    <a16:creationId xmlns:a16="http://schemas.microsoft.com/office/drawing/2014/main" id="{D042157B-5B9A-4453-9B63-3CEE25B18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92" name="Oval 411">
                <a:extLst>
                  <a:ext uri="{FF2B5EF4-FFF2-40B4-BE49-F238E27FC236}">
                    <a16:creationId xmlns:a16="http://schemas.microsoft.com/office/drawing/2014/main" id="{21AA0E8F-CE35-403F-BF23-D338D2DBA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093" name="Group 137">
                <a:extLst>
                  <a:ext uri="{FF2B5EF4-FFF2-40B4-BE49-F238E27FC236}">
                    <a16:creationId xmlns:a16="http://schemas.microsoft.com/office/drawing/2014/main" id="{E1B96850-C954-4F2A-BF91-5A5CB7424C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096" name="Freeform 138">
                  <a:extLst>
                    <a:ext uri="{FF2B5EF4-FFF2-40B4-BE49-F238E27FC236}">
                      <a16:creationId xmlns:a16="http://schemas.microsoft.com/office/drawing/2014/main" id="{7BB44BA8-3F88-45C8-84F0-EF5F5C7335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097" name="Freeform 139">
                  <a:extLst>
                    <a:ext uri="{FF2B5EF4-FFF2-40B4-BE49-F238E27FC236}">
                      <a16:creationId xmlns:a16="http://schemas.microsoft.com/office/drawing/2014/main" id="{C8E66746-D18D-4246-B91D-E8FFE2B3DA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094" name="Line 140">
                <a:extLst>
                  <a:ext uri="{FF2B5EF4-FFF2-40B4-BE49-F238E27FC236}">
                    <a16:creationId xmlns:a16="http://schemas.microsoft.com/office/drawing/2014/main" id="{E5FA6342-6AE1-414E-827B-8B540195AF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095" name="Line 141">
                <a:extLst>
                  <a:ext uri="{FF2B5EF4-FFF2-40B4-BE49-F238E27FC236}">
                    <a16:creationId xmlns:a16="http://schemas.microsoft.com/office/drawing/2014/main" id="{DAEE15C2-F975-466A-A5BF-4E6B4B54D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9054" name="Group 133">
              <a:extLst>
                <a:ext uri="{FF2B5EF4-FFF2-40B4-BE49-F238E27FC236}">
                  <a16:creationId xmlns:a16="http://schemas.microsoft.com/office/drawing/2014/main" id="{AEA177AA-5F54-4840-8CA3-58D86095E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79082" name="Oval 407">
                <a:extLst>
                  <a:ext uri="{FF2B5EF4-FFF2-40B4-BE49-F238E27FC236}">
                    <a16:creationId xmlns:a16="http://schemas.microsoft.com/office/drawing/2014/main" id="{AE223026-3D5F-485B-9148-3A523C704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83" name="Rectangle 410">
                <a:extLst>
                  <a:ext uri="{FF2B5EF4-FFF2-40B4-BE49-F238E27FC236}">
                    <a16:creationId xmlns:a16="http://schemas.microsoft.com/office/drawing/2014/main" id="{FEDC520F-B51D-4C57-8A88-159FA1858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84" name="Oval 411">
                <a:extLst>
                  <a:ext uri="{FF2B5EF4-FFF2-40B4-BE49-F238E27FC236}">
                    <a16:creationId xmlns:a16="http://schemas.microsoft.com/office/drawing/2014/main" id="{CF4EE5E0-3F3A-4383-B6AE-958F4A478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085" name="Group 137">
                <a:extLst>
                  <a:ext uri="{FF2B5EF4-FFF2-40B4-BE49-F238E27FC236}">
                    <a16:creationId xmlns:a16="http://schemas.microsoft.com/office/drawing/2014/main" id="{BA06E730-D439-422B-B8EE-278B119B99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088" name="Freeform 138">
                  <a:extLst>
                    <a:ext uri="{FF2B5EF4-FFF2-40B4-BE49-F238E27FC236}">
                      <a16:creationId xmlns:a16="http://schemas.microsoft.com/office/drawing/2014/main" id="{1501CDF0-6E6F-4F02-9ED6-3F001FC9B8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089" name="Freeform 139">
                  <a:extLst>
                    <a:ext uri="{FF2B5EF4-FFF2-40B4-BE49-F238E27FC236}">
                      <a16:creationId xmlns:a16="http://schemas.microsoft.com/office/drawing/2014/main" id="{6FFD53F7-8269-4680-AB64-932A041B51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086" name="Line 140">
                <a:extLst>
                  <a:ext uri="{FF2B5EF4-FFF2-40B4-BE49-F238E27FC236}">
                    <a16:creationId xmlns:a16="http://schemas.microsoft.com/office/drawing/2014/main" id="{3B94D31B-8D10-4088-BA96-A17447D1D3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087" name="Line 141">
                <a:extLst>
                  <a:ext uri="{FF2B5EF4-FFF2-40B4-BE49-F238E27FC236}">
                    <a16:creationId xmlns:a16="http://schemas.microsoft.com/office/drawing/2014/main" id="{51344C3F-622F-4280-8A54-2A42FA5586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9055" name="Group 133">
              <a:extLst>
                <a:ext uri="{FF2B5EF4-FFF2-40B4-BE49-F238E27FC236}">
                  <a16:creationId xmlns:a16="http://schemas.microsoft.com/office/drawing/2014/main" id="{0C450E20-A550-4C8E-BDD8-EF08CAEA2B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79074" name="Oval 407">
                <a:extLst>
                  <a:ext uri="{FF2B5EF4-FFF2-40B4-BE49-F238E27FC236}">
                    <a16:creationId xmlns:a16="http://schemas.microsoft.com/office/drawing/2014/main" id="{81CD2C79-FA39-41EA-88B5-56C02EC7A4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75" name="Rectangle 410">
                <a:extLst>
                  <a:ext uri="{FF2B5EF4-FFF2-40B4-BE49-F238E27FC236}">
                    <a16:creationId xmlns:a16="http://schemas.microsoft.com/office/drawing/2014/main" id="{4B0FD96E-6DA0-4C53-AB1F-7C89059AB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76" name="Oval 411">
                <a:extLst>
                  <a:ext uri="{FF2B5EF4-FFF2-40B4-BE49-F238E27FC236}">
                    <a16:creationId xmlns:a16="http://schemas.microsoft.com/office/drawing/2014/main" id="{DEFD789D-7156-476A-9C42-9F1AB479F7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077" name="Group 137">
                <a:extLst>
                  <a:ext uri="{FF2B5EF4-FFF2-40B4-BE49-F238E27FC236}">
                    <a16:creationId xmlns:a16="http://schemas.microsoft.com/office/drawing/2014/main" id="{DC511655-C911-4B5C-BE0B-872A21EF4C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080" name="Freeform 138">
                  <a:extLst>
                    <a:ext uri="{FF2B5EF4-FFF2-40B4-BE49-F238E27FC236}">
                      <a16:creationId xmlns:a16="http://schemas.microsoft.com/office/drawing/2014/main" id="{68BBBE40-80A1-4DA7-81C7-730D79E0B9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081" name="Freeform 139">
                  <a:extLst>
                    <a:ext uri="{FF2B5EF4-FFF2-40B4-BE49-F238E27FC236}">
                      <a16:creationId xmlns:a16="http://schemas.microsoft.com/office/drawing/2014/main" id="{310D77F9-1F4B-4DA6-821C-832A1F56A3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078" name="Line 140">
                <a:extLst>
                  <a:ext uri="{FF2B5EF4-FFF2-40B4-BE49-F238E27FC236}">
                    <a16:creationId xmlns:a16="http://schemas.microsoft.com/office/drawing/2014/main" id="{91CDEC68-D36F-4F02-9344-3C2A7A6A09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079" name="Line 141">
                <a:extLst>
                  <a:ext uri="{FF2B5EF4-FFF2-40B4-BE49-F238E27FC236}">
                    <a16:creationId xmlns:a16="http://schemas.microsoft.com/office/drawing/2014/main" id="{F728CFE8-2652-4816-93D2-A60B966C5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9056" name="Group 133">
              <a:extLst>
                <a:ext uri="{FF2B5EF4-FFF2-40B4-BE49-F238E27FC236}">
                  <a16:creationId xmlns:a16="http://schemas.microsoft.com/office/drawing/2014/main" id="{A77E970D-CD6D-45A6-8700-B23D7D673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79066" name="Oval 407">
                <a:extLst>
                  <a:ext uri="{FF2B5EF4-FFF2-40B4-BE49-F238E27FC236}">
                    <a16:creationId xmlns:a16="http://schemas.microsoft.com/office/drawing/2014/main" id="{145F66C2-ABD1-49CD-A914-148E12F08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67" name="Rectangle 410">
                <a:extLst>
                  <a:ext uri="{FF2B5EF4-FFF2-40B4-BE49-F238E27FC236}">
                    <a16:creationId xmlns:a16="http://schemas.microsoft.com/office/drawing/2014/main" id="{08AE5A1B-380C-4FDC-B5AD-10D58DC35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68" name="Oval 411">
                <a:extLst>
                  <a:ext uri="{FF2B5EF4-FFF2-40B4-BE49-F238E27FC236}">
                    <a16:creationId xmlns:a16="http://schemas.microsoft.com/office/drawing/2014/main" id="{05C13F92-5648-4ED0-ABE8-27BAA0F95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069" name="Group 137">
                <a:extLst>
                  <a:ext uri="{FF2B5EF4-FFF2-40B4-BE49-F238E27FC236}">
                    <a16:creationId xmlns:a16="http://schemas.microsoft.com/office/drawing/2014/main" id="{D60B6CC5-8C65-4F31-9D5B-32048AD992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072" name="Freeform 138">
                  <a:extLst>
                    <a:ext uri="{FF2B5EF4-FFF2-40B4-BE49-F238E27FC236}">
                      <a16:creationId xmlns:a16="http://schemas.microsoft.com/office/drawing/2014/main" id="{3D6ED948-D548-4D57-B3C1-972B848DF7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073" name="Freeform 139">
                  <a:extLst>
                    <a:ext uri="{FF2B5EF4-FFF2-40B4-BE49-F238E27FC236}">
                      <a16:creationId xmlns:a16="http://schemas.microsoft.com/office/drawing/2014/main" id="{86E0C3EC-492F-49CC-A506-1D5637ACF4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070" name="Line 140">
                <a:extLst>
                  <a:ext uri="{FF2B5EF4-FFF2-40B4-BE49-F238E27FC236}">
                    <a16:creationId xmlns:a16="http://schemas.microsoft.com/office/drawing/2014/main" id="{1BF3F1AC-7A59-4EC7-B436-D844D9A744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071" name="Line 141">
                <a:extLst>
                  <a:ext uri="{FF2B5EF4-FFF2-40B4-BE49-F238E27FC236}">
                    <a16:creationId xmlns:a16="http://schemas.microsoft.com/office/drawing/2014/main" id="{85CD40E3-5D86-400B-B249-D76DF1227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9057" name="Group 133">
              <a:extLst>
                <a:ext uri="{FF2B5EF4-FFF2-40B4-BE49-F238E27FC236}">
                  <a16:creationId xmlns:a16="http://schemas.microsoft.com/office/drawing/2014/main" id="{2B6B56AF-85EE-4E14-88DD-7AB22C76F1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79058" name="Oval 407">
                <a:extLst>
                  <a:ext uri="{FF2B5EF4-FFF2-40B4-BE49-F238E27FC236}">
                    <a16:creationId xmlns:a16="http://schemas.microsoft.com/office/drawing/2014/main" id="{C27209F1-4A01-4D86-9AC8-E2AA797D5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59" name="Rectangle 410">
                <a:extLst>
                  <a:ext uri="{FF2B5EF4-FFF2-40B4-BE49-F238E27FC236}">
                    <a16:creationId xmlns:a16="http://schemas.microsoft.com/office/drawing/2014/main" id="{1BC05BEF-99ED-47B9-9BC0-D5A852684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60" name="Oval 411">
                <a:extLst>
                  <a:ext uri="{FF2B5EF4-FFF2-40B4-BE49-F238E27FC236}">
                    <a16:creationId xmlns:a16="http://schemas.microsoft.com/office/drawing/2014/main" id="{06E7A518-5528-4E55-BD0F-9CF76387CD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061" name="Group 137">
                <a:extLst>
                  <a:ext uri="{FF2B5EF4-FFF2-40B4-BE49-F238E27FC236}">
                    <a16:creationId xmlns:a16="http://schemas.microsoft.com/office/drawing/2014/main" id="{64359AB0-CAB9-4AB8-A845-32E9CBC12A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064" name="Freeform 138">
                  <a:extLst>
                    <a:ext uri="{FF2B5EF4-FFF2-40B4-BE49-F238E27FC236}">
                      <a16:creationId xmlns:a16="http://schemas.microsoft.com/office/drawing/2014/main" id="{E9B876F2-534F-4A9A-88FB-3F724E9581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065" name="Freeform 139">
                  <a:extLst>
                    <a:ext uri="{FF2B5EF4-FFF2-40B4-BE49-F238E27FC236}">
                      <a16:creationId xmlns:a16="http://schemas.microsoft.com/office/drawing/2014/main" id="{A286FEFF-49EC-4F86-8D4B-38E0CF890F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062" name="Line 140">
                <a:extLst>
                  <a:ext uri="{FF2B5EF4-FFF2-40B4-BE49-F238E27FC236}">
                    <a16:creationId xmlns:a16="http://schemas.microsoft.com/office/drawing/2014/main" id="{DEC7F510-4D0F-4C51-A047-E67B75C81A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063" name="Line 141">
                <a:extLst>
                  <a:ext uri="{FF2B5EF4-FFF2-40B4-BE49-F238E27FC236}">
                    <a16:creationId xmlns:a16="http://schemas.microsoft.com/office/drawing/2014/main" id="{000B887B-0BE3-47E0-9EFC-339328FEC1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78855" name="Group 331">
            <a:extLst>
              <a:ext uri="{FF2B5EF4-FFF2-40B4-BE49-F238E27FC236}">
                <a16:creationId xmlns:a16="http://schemas.microsoft.com/office/drawing/2014/main" id="{5AA724BA-0616-4B6C-987C-7D80DB9343F8}"/>
              </a:ext>
            </a:extLst>
          </p:cNvPr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78956" name="Oval 332">
              <a:extLst>
                <a:ext uri="{FF2B5EF4-FFF2-40B4-BE49-F238E27FC236}">
                  <a16:creationId xmlns:a16="http://schemas.microsoft.com/office/drawing/2014/main" id="{A4A958F0-642F-45D4-A40A-DD606DB04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78957" name="Group 133">
              <a:extLst>
                <a:ext uri="{FF2B5EF4-FFF2-40B4-BE49-F238E27FC236}">
                  <a16:creationId xmlns:a16="http://schemas.microsoft.com/office/drawing/2014/main" id="{7872E847-8146-49AB-AD49-805FE115FF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79031" name="Oval 407">
                <a:extLst>
                  <a:ext uri="{FF2B5EF4-FFF2-40B4-BE49-F238E27FC236}">
                    <a16:creationId xmlns:a16="http://schemas.microsoft.com/office/drawing/2014/main" id="{8C26DFE6-6D61-4CAE-826A-F0DE594E9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32" name="Rectangle 410">
                <a:extLst>
                  <a:ext uri="{FF2B5EF4-FFF2-40B4-BE49-F238E27FC236}">
                    <a16:creationId xmlns:a16="http://schemas.microsoft.com/office/drawing/2014/main" id="{8F182EA4-0019-40BA-B4D7-8A8DF72D8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33" name="Oval 411">
                <a:extLst>
                  <a:ext uri="{FF2B5EF4-FFF2-40B4-BE49-F238E27FC236}">
                    <a16:creationId xmlns:a16="http://schemas.microsoft.com/office/drawing/2014/main" id="{F4477AD6-BBF0-465F-B685-5F3BA1A7F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034" name="Group 137">
                <a:extLst>
                  <a:ext uri="{FF2B5EF4-FFF2-40B4-BE49-F238E27FC236}">
                    <a16:creationId xmlns:a16="http://schemas.microsoft.com/office/drawing/2014/main" id="{F17DEF5A-567A-4042-A456-E58DED88B5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037" name="Freeform 138">
                  <a:extLst>
                    <a:ext uri="{FF2B5EF4-FFF2-40B4-BE49-F238E27FC236}">
                      <a16:creationId xmlns:a16="http://schemas.microsoft.com/office/drawing/2014/main" id="{6B7383FB-CEDD-4336-91F8-158EA6A31D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038" name="Freeform 139">
                  <a:extLst>
                    <a:ext uri="{FF2B5EF4-FFF2-40B4-BE49-F238E27FC236}">
                      <a16:creationId xmlns:a16="http://schemas.microsoft.com/office/drawing/2014/main" id="{242A1431-23FE-41B5-9008-2DCF6B5096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035" name="Line 140">
                <a:extLst>
                  <a:ext uri="{FF2B5EF4-FFF2-40B4-BE49-F238E27FC236}">
                    <a16:creationId xmlns:a16="http://schemas.microsoft.com/office/drawing/2014/main" id="{DB66F9EA-6AAE-47D3-83FA-CDA66144BA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036" name="Line 141">
                <a:extLst>
                  <a:ext uri="{FF2B5EF4-FFF2-40B4-BE49-F238E27FC236}">
                    <a16:creationId xmlns:a16="http://schemas.microsoft.com/office/drawing/2014/main" id="{53598A97-2529-4F21-B4A1-967F6B75D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78958" name="Straight Connector 334">
              <a:extLst>
                <a:ext uri="{FF2B5EF4-FFF2-40B4-BE49-F238E27FC236}">
                  <a16:creationId xmlns:a16="http://schemas.microsoft.com/office/drawing/2014/main" id="{72DC902E-1340-403A-B910-525E606DE09F}"/>
                </a:ext>
              </a:extLst>
            </p:cNvPr>
            <p:cNvCxnSpPr>
              <a:cxnSpLocks noChangeShapeType="1"/>
              <a:stCxn id="79036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59" name="Straight Connector 335">
              <a:extLst>
                <a:ext uri="{FF2B5EF4-FFF2-40B4-BE49-F238E27FC236}">
                  <a16:creationId xmlns:a16="http://schemas.microsoft.com/office/drawing/2014/main" id="{AA90C10B-A7A4-4637-802B-4E2A77C89D5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60" name="Straight Connector 336">
              <a:extLst>
                <a:ext uri="{FF2B5EF4-FFF2-40B4-BE49-F238E27FC236}">
                  <a16:creationId xmlns:a16="http://schemas.microsoft.com/office/drawing/2014/main" id="{3788A0C6-6A72-4DC1-863E-5E4D1F533D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61" name="Straight Connector 337">
              <a:extLst>
                <a:ext uri="{FF2B5EF4-FFF2-40B4-BE49-F238E27FC236}">
                  <a16:creationId xmlns:a16="http://schemas.microsoft.com/office/drawing/2014/main" id="{E35067FB-7320-4941-8274-983AA4749E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62" name="Straight Connector 338">
              <a:extLst>
                <a:ext uri="{FF2B5EF4-FFF2-40B4-BE49-F238E27FC236}">
                  <a16:creationId xmlns:a16="http://schemas.microsoft.com/office/drawing/2014/main" id="{A622DC1C-694F-47A0-9FE0-3B17310283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63" name="Straight Connector 339">
              <a:extLst>
                <a:ext uri="{FF2B5EF4-FFF2-40B4-BE49-F238E27FC236}">
                  <a16:creationId xmlns:a16="http://schemas.microsoft.com/office/drawing/2014/main" id="{74E7A79F-EC22-4C8E-A76A-38A211C4BA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64" name="Straight Connector 340">
              <a:extLst>
                <a:ext uri="{FF2B5EF4-FFF2-40B4-BE49-F238E27FC236}">
                  <a16:creationId xmlns:a16="http://schemas.microsoft.com/office/drawing/2014/main" id="{17AADF3A-00C0-438B-8B1E-BBB95BF149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65" name="Straight Connector 341">
              <a:extLst>
                <a:ext uri="{FF2B5EF4-FFF2-40B4-BE49-F238E27FC236}">
                  <a16:creationId xmlns:a16="http://schemas.microsoft.com/office/drawing/2014/main" id="{014A4B3B-EB49-4AD3-8A8F-B2C23412EE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66" name="Straight Connector 342">
              <a:extLst>
                <a:ext uri="{FF2B5EF4-FFF2-40B4-BE49-F238E27FC236}">
                  <a16:creationId xmlns:a16="http://schemas.microsoft.com/office/drawing/2014/main" id="{F80B8435-6DFF-4442-B866-E36FF5CA93F2}"/>
                </a:ext>
              </a:extLst>
            </p:cNvPr>
            <p:cNvCxnSpPr>
              <a:cxnSpLocks noChangeShapeType="1"/>
              <a:endCxn id="79031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967" name="TextBox 343">
              <a:extLst>
                <a:ext uri="{FF2B5EF4-FFF2-40B4-BE49-F238E27FC236}">
                  <a16:creationId xmlns:a16="http://schemas.microsoft.com/office/drawing/2014/main" id="{ACDE5FE5-C328-4F7A-AE95-F24F460E5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A</a:t>
              </a:r>
            </a:p>
          </p:txBody>
        </p:sp>
        <p:grpSp>
          <p:nvGrpSpPr>
            <p:cNvPr id="78968" name="Group 133">
              <a:extLst>
                <a:ext uri="{FF2B5EF4-FFF2-40B4-BE49-F238E27FC236}">
                  <a16:creationId xmlns:a16="http://schemas.microsoft.com/office/drawing/2014/main" id="{419A31C9-274F-42BF-BC75-2607C87192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79023" name="Oval 407">
                <a:extLst>
                  <a:ext uri="{FF2B5EF4-FFF2-40B4-BE49-F238E27FC236}">
                    <a16:creationId xmlns:a16="http://schemas.microsoft.com/office/drawing/2014/main" id="{925AB996-4442-4FA1-B305-7597D045D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24" name="Rectangle 410">
                <a:extLst>
                  <a:ext uri="{FF2B5EF4-FFF2-40B4-BE49-F238E27FC236}">
                    <a16:creationId xmlns:a16="http://schemas.microsoft.com/office/drawing/2014/main" id="{590F520C-F56B-4D8D-B22B-38D17E598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25" name="Oval 411">
                <a:extLst>
                  <a:ext uri="{FF2B5EF4-FFF2-40B4-BE49-F238E27FC236}">
                    <a16:creationId xmlns:a16="http://schemas.microsoft.com/office/drawing/2014/main" id="{65D53105-7A13-4048-8937-80E30E67F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026" name="Group 137">
                <a:extLst>
                  <a:ext uri="{FF2B5EF4-FFF2-40B4-BE49-F238E27FC236}">
                    <a16:creationId xmlns:a16="http://schemas.microsoft.com/office/drawing/2014/main" id="{89538AEA-9C6E-4692-BAB6-5DE7819730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029" name="Freeform 138">
                  <a:extLst>
                    <a:ext uri="{FF2B5EF4-FFF2-40B4-BE49-F238E27FC236}">
                      <a16:creationId xmlns:a16="http://schemas.microsoft.com/office/drawing/2014/main" id="{39889D29-6857-40BC-AA83-4E0879F3B1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030" name="Freeform 139">
                  <a:extLst>
                    <a:ext uri="{FF2B5EF4-FFF2-40B4-BE49-F238E27FC236}">
                      <a16:creationId xmlns:a16="http://schemas.microsoft.com/office/drawing/2014/main" id="{121C5409-03DE-4942-8CD7-4F0D44E2B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027" name="Line 140">
                <a:extLst>
                  <a:ext uri="{FF2B5EF4-FFF2-40B4-BE49-F238E27FC236}">
                    <a16:creationId xmlns:a16="http://schemas.microsoft.com/office/drawing/2014/main" id="{EA9DFC8E-C69E-4EFE-886B-BB175D0C99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028" name="Line 141">
                <a:extLst>
                  <a:ext uri="{FF2B5EF4-FFF2-40B4-BE49-F238E27FC236}">
                    <a16:creationId xmlns:a16="http://schemas.microsoft.com/office/drawing/2014/main" id="{931C17C7-3981-4817-AD3F-27B66B9B19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969" name="Group 133">
              <a:extLst>
                <a:ext uri="{FF2B5EF4-FFF2-40B4-BE49-F238E27FC236}">
                  <a16:creationId xmlns:a16="http://schemas.microsoft.com/office/drawing/2014/main" id="{08FDD7A8-E378-40C0-9F88-146512DC6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79015" name="Oval 407">
                <a:extLst>
                  <a:ext uri="{FF2B5EF4-FFF2-40B4-BE49-F238E27FC236}">
                    <a16:creationId xmlns:a16="http://schemas.microsoft.com/office/drawing/2014/main" id="{FD94BCF9-F6AA-4E73-874A-CA17A4798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16" name="Rectangle 410">
                <a:extLst>
                  <a:ext uri="{FF2B5EF4-FFF2-40B4-BE49-F238E27FC236}">
                    <a16:creationId xmlns:a16="http://schemas.microsoft.com/office/drawing/2014/main" id="{6553083F-6DA1-4AEB-BD83-E5932594D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17" name="Oval 411">
                <a:extLst>
                  <a:ext uri="{FF2B5EF4-FFF2-40B4-BE49-F238E27FC236}">
                    <a16:creationId xmlns:a16="http://schemas.microsoft.com/office/drawing/2014/main" id="{F88436E9-EE6E-43FD-9132-244112C28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018" name="Group 137">
                <a:extLst>
                  <a:ext uri="{FF2B5EF4-FFF2-40B4-BE49-F238E27FC236}">
                    <a16:creationId xmlns:a16="http://schemas.microsoft.com/office/drawing/2014/main" id="{71780317-CD52-447A-9F61-58BAB7B382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021" name="Freeform 138">
                  <a:extLst>
                    <a:ext uri="{FF2B5EF4-FFF2-40B4-BE49-F238E27FC236}">
                      <a16:creationId xmlns:a16="http://schemas.microsoft.com/office/drawing/2014/main" id="{601D88BF-152E-4F41-B6E5-2B2DB38157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022" name="Freeform 139">
                  <a:extLst>
                    <a:ext uri="{FF2B5EF4-FFF2-40B4-BE49-F238E27FC236}">
                      <a16:creationId xmlns:a16="http://schemas.microsoft.com/office/drawing/2014/main" id="{F57AC73D-EC47-4126-BD06-27CE60E565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019" name="Line 140">
                <a:extLst>
                  <a:ext uri="{FF2B5EF4-FFF2-40B4-BE49-F238E27FC236}">
                    <a16:creationId xmlns:a16="http://schemas.microsoft.com/office/drawing/2014/main" id="{FA316090-92D3-49B1-8732-B313F50E1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020" name="Line 141">
                <a:extLst>
                  <a:ext uri="{FF2B5EF4-FFF2-40B4-BE49-F238E27FC236}">
                    <a16:creationId xmlns:a16="http://schemas.microsoft.com/office/drawing/2014/main" id="{A38F2F65-2493-40BB-8A97-B858885336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970" name="Group 133">
              <a:extLst>
                <a:ext uri="{FF2B5EF4-FFF2-40B4-BE49-F238E27FC236}">
                  <a16:creationId xmlns:a16="http://schemas.microsoft.com/office/drawing/2014/main" id="{7DC01AFB-B3E1-4AA0-90D4-7B2042B57F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79007" name="Oval 407">
                <a:extLst>
                  <a:ext uri="{FF2B5EF4-FFF2-40B4-BE49-F238E27FC236}">
                    <a16:creationId xmlns:a16="http://schemas.microsoft.com/office/drawing/2014/main" id="{98E3CEF1-36FB-4D3D-A7A8-3BE5C4C4A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08" name="Rectangle 410">
                <a:extLst>
                  <a:ext uri="{FF2B5EF4-FFF2-40B4-BE49-F238E27FC236}">
                    <a16:creationId xmlns:a16="http://schemas.microsoft.com/office/drawing/2014/main" id="{3D3793DB-4E0B-4630-8BF2-5E2D52AB9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09" name="Oval 411">
                <a:extLst>
                  <a:ext uri="{FF2B5EF4-FFF2-40B4-BE49-F238E27FC236}">
                    <a16:creationId xmlns:a16="http://schemas.microsoft.com/office/drawing/2014/main" id="{51B4FE65-1560-4378-A291-7DC7E9C2D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010" name="Group 137">
                <a:extLst>
                  <a:ext uri="{FF2B5EF4-FFF2-40B4-BE49-F238E27FC236}">
                    <a16:creationId xmlns:a16="http://schemas.microsoft.com/office/drawing/2014/main" id="{EB10309B-217F-4037-B6EE-F85D7AE1E1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013" name="Freeform 138">
                  <a:extLst>
                    <a:ext uri="{FF2B5EF4-FFF2-40B4-BE49-F238E27FC236}">
                      <a16:creationId xmlns:a16="http://schemas.microsoft.com/office/drawing/2014/main" id="{4303E068-A020-43FB-8B76-E1253E4CE1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014" name="Freeform 139">
                  <a:extLst>
                    <a:ext uri="{FF2B5EF4-FFF2-40B4-BE49-F238E27FC236}">
                      <a16:creationId xmlns:a16="http://schemas.microsoft.com/office/drawing/2014/main" id="{EA2777D6-B875-453B-AD38-C42B8305D6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011" name="Line 140">
                <a:extLst>
                  <a:ext uri="{FF2B5EF4-FFF2-40B4-BE49-F238E27FC236}">
                    <a16:creationId xmlns:a16="http://schemas.microsoft.com/office/drawing/2014/main" id="{45AD391C-50E0-4CC8-810C-FF5768B02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012" name="Line 141">
                <a:extLst>
                  <a:ext uri="{FF2B5EF4-FFF2-40B4-BE49-F238E27FC236}">
                    <a16:creationId xmlns:a16="http://schemas.microsoft.com/office/drawing/2014/main" id="{34534681-A461-4953-8659-C29339D7DB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971" name="Group 133">
              <a:extLst>
                <a:ext uri="{FF2B5EF4-FFF2-40B4-BE49-F238E27FC236}">
                  <a16:creationId xmlns:a16="http://schemas.microsoft.com/office/drawing/2014/main" id="{5D667661-5ECB-44E4-8869-CB3CC8F7FF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78999" name="Oval 407">
                <a:extLst>
                  <a:ext uri="{FF2B5EF4-FFF2-40B4-BE49-F238E27FC236}">
                    <a16:creationId xmlns:a16="http://schemas.microsoft.com/office/drawing/2014/main" id="{42EC53FD-FD52-4287-9982-F9860163B3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00" name="Rectangle 410">
                <a:extLst>
                  <a:ext uri="{FF2B5EF4-FFF2-40B4-BE49-F238E27FC236}">
                    <a16:creationId xmlns:a16="http://schemas.microsoft.com/office/drawing/2014/main" id="{B30B7C1A-FC02-41DD-936E-91E676D3B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001" name="Oval 411">
                <a:extLst>
                  <a:ext uri="{FF2B5EF4-FFF2-40B4-BE49-F238E27FC236}">
                    <a16:creationId xmlns:a16="http://schemas.microsoft.com/office/drawing/2014/main" id="{CEC5AFE1-8844-4B20-B4A6-63C2FB694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002" name="Group 137">
                <a:extLst>
                  <a:ext uri="{FF2B5EF4-FFF2-40B4-BE49-F238E27FC236}">
                    <a16:creationId xmlns:a16="http://schemas.microsoft.com/office/drawing/2014/main" id="{09F4DDB2-01FE-4E7D-9FB8-831C00A480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005" name="Freeform 138">
                  <a:extLst>
                    <a:ext uri="{FF2B5EF4-FFF2-40B4-BE49-F238E27FC236}">
                      <a16:creationId xmlns:a16="http://schemas.microsoft.com/office/drawing/2014/main" id="{D597593E-91EE-4DD6-9052-29C9984CAE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9006" name="Freeform 139">
                  <a:extLst>
                    <a:ext uri="{FF2B5EF4-FFF2-40B4-BE49-F238E27FC236}">
                      <a16:creationId xmlns:a16="http://schemas.microsoft.com/office/drawing/2014/main" id="{B46D2E9C-14FA-4F16-A306-3F18CCC61E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9003" name="Line 140">
                <a:extLst>
                  <a:ext uri="{FF2B5EF4-FFF2-40B4-BE49-F238E27FC236}">
                    <a16:creationId xmlns:a16="http://schemas.microsoft.com/office/drawing/2014/main" id="{417ADFA6-646B-439C-8C5A-D57414B941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9004" name="Line 141">
                <a:extLst>
                  <a:ext uri="{FF2B5EF4-FFF2-40B4-BE49-F238E27FC236}">
                    <a16:creationId xmlns:a16="http://schemas.microsoft.com/office/drawing/2014/main" id="{D6C045AF-D7EA-423F-8E95-39AAAB0B6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972" name="Group 133">
              <a:extLst>
                <a:ext uri="{FF2B5EF4-FFF2-40B4-BE49-F238E27FC236}">
                  <a16:creationId xmlns:a16="http://schemas.microsoft.com/office/drawing/2014/main" id="{1EBA8694-FD6A-4FB3-848B-B6203BAFAA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78991" name="Oval 407">
                <a:extLst>
                  <a:ext uri="{FF2B5EF4-FFF2-40B4-BE49-F238E27FC236}">
                    <a16:creationId xmlns:a16="http://schemas.microsoft.com/office/drawing/2014/main" id="{45543960-6DFB-4143-9378-DF9BE41939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92" name="Rectangle 410">
                <a:extLst>
                  <a:ext uri="{FF2B5EF4-FFF2-40B4-BE49-F238E27FC236}">
                    <a16:creationId xmlns:a16="http://schemas.microsoft.com/office/drawing/2014/main" id="{3114D4A3-757E-45B0-98F7-3C88262180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93" name="Oval 411">
                <a:extLst>
                  <a:ext uri="{FF2B5EF4-FFF2-40B4-BE49-F238E27FC236}">
                    <a16:creationId xmlns:a16="http://schemas.microsoft.com/office/drawing/2014/main" id="{CA062BEC-971F-4B0D-954A-7EF252F04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8994" name="Group 137">
                <a:extLst>
                  <a:ext uri="{FF2B5EF4-FFF2-40B4-BE49-F238E27FC236}">
                    <a16:creationId xmlns:a16="http://schemas.microsoft.com/office/drawing/2014/main" id="{0342CD68-9A85-4054-9B9F-670D1FAB2C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8997" name="Freeform 138">
                  <a:extLst>
                    <a:ext uri="{FF2B5EF4-FFF2-40B4-BE49-F238E27FC236}">
                      <a16:creationId xmlns:a16="http://schemas.microsoft.com/office/drawing/2014/main" id="{75C8C164-5BEE-41BD-808C-729FAF4670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8998" name="Freeform 139">
                  <a:extLst>
                    <a:ext uri="{FF2B5EF4-FFF2-40B4-BE49-F238E27FC236}">
                      <a16:creationId xmlns:a16="http://schemas.microsoft.com/office/drawing/2014/main" id="{F4323756-6078-4629-84B9-DC58E895E8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8995" name="Line 140">
                <a:extLst>
                  <a:ext uri="{FF2B5EF4-FFF2-40B4-BE49-F238E27FC236}">
                    <a16:creationId xmlns:a16="http://schemas.microsoft.com/office/drawing/2014/main" id="{A9CB1964-5A45-4456-9585-7D101F1E7B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8996" name="Line 141">
                <a:extLst>
                  <a:ext uri="{FF2B5EF4-FFF2-40B4-BE49-F238E27FC236}">
                    <a16:creationId xmlns:a16="http://schemas.microsoft.com/office/drawing/2014/main" id="{A876D800-7C96-47BE-95FF-CF90A4AB6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973" name="Group 133">
              <a:extLst>
                <a:ext uri="{FF2B5EF4-FFF2-40B4-BE49-F238E27FC236}">
                  <a16:creationId xmlns:a16="http://schemas.microsoft.com/office/drawing/2014/main" id="{1608FAAD-3A68-4F2C-990E-CBDD83C6E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78983" name="Oval 407">
                <a:extLst>
                  <a:ext uri="{FF2B5EF4-FFF2-40B4-BE49-F238E27FC236}">
                    <a16:creationId xmlns:a16="http://schemas.microsoft.com/office/drawing/2014/main" id="{D5ACD947-E0B0-4D1F-B4CC-C0A15A4D2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84" name="Rectangle 410">
                <a:extLst>
                  <a:ext uri="{FF2B5EF4-FFF2-40B4-BE49-F238E27FC236}">
                    <a16:creationId xmlns:a16="http://schemas.microsoft.com/office/drawing/2014/main" id="{9AA37A2B-5469-4976-9A27-1AE917F61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85" name="Oval 411">
                <a:extLst>
                  <a:ext uri="{FF2B5EF4-FFF2-40B4-BE49-F238E27FC236}">
                    <a16:creationId xmlns:a16="http://schemas.microsoft.com/office/drawing/2014/main" id="{E4E5BCE3-6FC3-4FAF-9579-6E00518EE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8986" name="Group 137">
                <a:extLst>
                  <a:ext uri="{FF2B5EF4-FFF2-40B4-BE49-F238E27FC236}">
                    <a16:creationId xmlns:a16="http://schemas.microsoft.com/office/drawing/2014/main" id="{1285816E-CB6E-4204-9A21-E46635FDAF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8989" name="Freeform 138">
                  <a:extLst>
                    <a:ext uri="{FF2B5EF4-FFF2-40B4-BE49-F238E27FC236}">
                      <a16:creationId xmlns:a16="http://schemas.microsoft.com/office/drawing/2014/main" id="{14640BDD-A01F-4B07-A07D-1900FB188D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8990" name="Freeform 139">
                  <a:extLst>
                    <a:ext uri="{FF2B5EF4-FFF2-40B4-BE49-F238E27FC236}">
                      <a16:creationId xmlns:a16="http://schemas.microsoft.com/office/drawing/2014/main" id="{0220D522-8F9D-4F11-BDF3-87D9D99993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8987" name="Line 140">
                <a:extLst>
                  <a:ext uri="{FF2B5EF4-FFF2-40B4-BE49-F238E27FC236}">
                    <a16:creationId xmlns:a16="http://schemas.microsoft.com/office/drawing/2014/main" id="{FAE2FFCA-2A5B-4AB0-9A3C-28F41B9707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8988" name="Line 141">
                <a:extLst>
                  <a:ext uri="{FF2B5EF4-FFF2-40B4-BE49-F238E27FC236}">
                    <a16:creationId xmlns:a16="http://schemas.microsoft.com/office/drawing/2014/main" id="{54C98AF8-C3BB-47C8-AF3D-EF80097CC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974" name="Group 133">
              <a:extLst>
                <a:ext uri="{FF2B5EF4-FFF2-40B4-BE49-F238E27FC236}">
                  <a16:creationId xmlns:a16="http://schemas.microsoft.com/office/drawing/2014/main" id="{C30DCDCD-DE35-4EB0-B1F2-181C843611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78975" name="Oval 407">
                <a:extLst>
                  <a:ext uri="{FF2B5EF4-FFF2-40B4-BE49-F238E27FC236}">
                    <a16:creationId xmlns:a16="http://schemas.microsoft.com/office/drawing/2014/main" id="{1E4E1C8E-46C4-457B-A57E-66D6B21B6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76" name="Rectangle 410">
                <a:extLst>
                  <a:ext uri="{FF2B5EF4-FFF2-40B4-BE49-F238E27FC236}">
                    <a16:creationId xmlns:a16="http://schemas.microsoft.com/office/drawing/2014/main" id="{07BD6A1D-C745-4D9E-8C6B-940416CAF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77" name="Oval 411">
                <a:extLst>
                  <a:ext uri="{FF2B5EF4-FFF2-40B4-BE49-F238E27FC236}">
                    <a16:creationId xmlns:a16="http://schemas.microsoft.com/office/drawing/2014/main" id="{B61153E5-FC15-45CB-AB2A-4A8A48835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8978" name="Group 137">
                <a:extLst>
                  <a:ext uri="{FF2B5EF4-FFF2-40B4-BE49-F238E27FC236}">
                    <a16:creationId xmlns:a16="http://schemas.microsoft.com/office/drawing/2014/main" id="{C39F018E-6D7E-4724-8599-0F9BD16786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8981" name="Freeform 138">
                  <a:extLst>
                    <a:ext uri="{FF2B5EF4-FFF2-40B4-BE49-F238E27FC236}">
                      <a16:creationId xmlns:a16="http://schemas.microsoft.com/office/drawing/2014/main" id="{BC8D6907-72DA-45AF-9903-422F28EA21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8982" name="Freeform 139">
                  <a:extLst>
                    <a:ext uri="{FF2B5EF4-FFF2-40B4-BE49-F238E27FC236}">
                      <a16:creationId xmlns:a16="http://schemas.microsoft.com/office/drawing/2014/main" id="{37591FF5-B2BB-4AA9-BE81-CEFAA5C44B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8979" name="Line 140">
                <a:extLst>
                  <a:ext uri="{FF2B5EF4-FFF2-40B4-BE49-F238E27FC236}">
                    <a16:creationId xmlns:a16="http://schemas.microsoft.com/office/drawing/2014/main" id="{4BABEA52-CDFD-420E-AEA5-8AF4C73BB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8980" name="Line 141">
                <a:extLst>
                  <a:ext uri="{FF2B5EF4-FFF2-40B4-BE49-F238E27FC236}">
                    <a16:creationId xmlns:a16="http://schemas.microsoft.com/office/drawing/2014/main" id="{F004B3AF-A080-4969-9BB0-4C685C1826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78856" name="Group 416">
            <a:extLst>
              <a:ext uri="{FF2B5EF4-FFF2-40B4-BE49-F238E27FC236}">
                <a16:creationId xmlns:a16="http://schemas.microsoft.com/office/drawing/2014/main" id="{E42A84E2-79A5-431F-A20C-CE20A5A0E6D1}"/>
              </a:ext>
            </a:extLst>
          </p:cNvPr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78873" name="Oval 417">
              <a:extLst>
                <a:ext uri="{FF2B5EF4-FFF2-40B4-BE49-F238E27FC236}">
                  <a16:creationId xmlns:a16="http://schemas.microsoft.com/office/drawing/2014/main" id="{2214A071-CFD5-4D06-8379-9D45162BC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78874" name="Group 133">
              <a:extLst>
                <a:ext uri="{FF2B5EF4-FFF2-40B4-BE49-F238E27FC236}">
                  <a16:creationId xmlns:a16="http://schemas.microsoft.com/office/drawing/2014/main" id="{5D01E0AF-A40E-4023-B531-F70945398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78948" name="Oval 492">
                <a:extLst>
                  <a:ext uri="{FF2B5EF4-FFF2-40B4-BE49-F238E27FC236}">
                    <a16:creationId xmlns:a16="http://schemas.microsoft.com/office/drawing/2014/main" id="{ECC308EF-9810-4C30-B993-F3CA8B64E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49" name="Rectangle 410">
                <a:extLst>
                  <a:ext uri="{FF2B5EF4-FFF2-40B4-BE49-F238E27FC236}">
                    <a16:creationId xmlns:a16="http://schemas.microsoft.com/office/drawing/2014/main" id="{62F9FEB2-E96F-4AD9-A3F6-2128020A7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50" name="Oval 411">
                <a:extLst>
                  <a:ext uri="{FF2B5EF4-FFF2-40B4-BE49-F238E27FC236}">
                    <a16:creationId xmlns:a16="http://schemas.microsoft.com/office/drawing/2014/main" id="{DDD6DFEF-5A9F-428F-A69C-8FF82E310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8951" name="Group 137">
                <a:extLst>
                  <a:ext uri="{FF2B5EF4-FFF2-40B4-BE49-F238E27FC236}">
                    <a16:creationId xmlns:a16="http://schemas.microsoft.com/office/drawing/2014/main" id="{D0E65002-1337-407D-A815-0D36192783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8954" name="Freeform 138">
                  <a:extLst>
                    <a:ext uri="{FF2B5EF4-FFF2-40B4-BE49-F238E27FC236}">
                      <a16:creationId xmlns:a16="http://schemas.microsoft.com/office/drawing/2014/main" id="{BFBE0E03-100D-47DA-ACC4-C64BCCA3FD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8955" name="Freeform 139">
                  <a:extLst>
                    <a:ext uri="{FF2B5EF4-FFF2-40B4-BE49-F238E27FC236}">
                      <a16:creationId xmlns:a16="http://schemas.microsoft.com/office/drawing/2014/main" id="{ECA61DAA-B792-452F-B8B9-7E90407CF9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8952" name="Line 140">
                <a:extLst>
                  <a:ext uri="{FF2B5EF4-FFF2-40B4-BE49-F238E27FC236}">
                    <a16:creationId xmlns:a16="http://schemas.microsoft.com/office/drawing/2014/main" id="{435CDEF5-513F-4C92-AE29-58D883B8A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8953" name="Line 141">
                <a:extLst>
                  <a:ext uri="{FF2B5EF4-FFF2-40B4-BE49-F238E27FC236}">
                    <a16:creationId xmlns:a16="http://schemas.microsoft.com/office/drawing/2014/main" id="{453DC249-A364-4849-8F21-2F72BAA700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78875" name="Straight Connector 419">
              <a:extLst>
                <a:ext uri="{FF2B5EF4-FFF2-40B4-BE49-F238E27FC236}">
                  <a16:creationId xmlns:a16="http://schemas.microsoft.com/office/drawing/2014/main" id="{24DF44D7-161D-4148-AFE3-C8D8595B2B83}"/>
                </a:ext>
              </a:extLst>
            </p:cNvPr>
            <p:cNvCxnSpPr>
              <a:cxnSpLocks noChangeShapeType="1"/>
              <a:stCxn id="78953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76" name="Straight Connector 420">
              <a:extLst>
                <a:ext uri="{FF2B5EF4-FFF2-40B4-BE49-F238E27FC236}">
                  <a16:creationId xmlns:a16="http://schemas.microsoft.com/office/drawing/2014/main" id="{46426146-5594-4996-9EFD-785886BB52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77" name="Straight Connector 421">
              <a:extLst>
                <a:ext uri="{FF2B5EF4-FFF2-40B4-BE49-F238E27FC236}">
                  <a16:creationId xmlns:a16="http://schemas.microsoft.com/office/drawing/2014/main" id="{128528FB-F77E-4B25-ADED-8A97719A3E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78" name="Straight Connector 422">
              <a:extLst>
                <a:ext uri="{FF2B5EF4-FFF2-40B4-BE49-F238E27FC236}">
                  <a16:creationId xmlns:a16="http://schemas.microsoft.com/office/drawing/2014/main" id="{D57BE521-10EE-459E-A9F7-DCC2D9E44E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79" name="Straight Connector 423">
              <a:extLst>
                <a:ext uri="{FF2B5EF4-FFF2-40B4-BE49-F238E27FC236}">
                  <a16:creationId xmlns:a16="http://schemas.microsoft.com/office/drawing/2014/main" id="{91B0715F-0F75-4BB3-AD7F-282E1ECD02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80" name="Straight Connector 424">
              <a:extLst>
                <a:ext uri="{FF2B5EF4-FFF2-40B4-BE49-F238E27FC236}">
                  <a16:creationId xmlns:a16="http://schemas.microsoft.com/office/drawing/2014/main" id="{9319DB72-4D06-4C55-A9D2-E376C6D167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81" name="Straight Connector 425">
              <a:extLst>
                <a:ext uri="{FF2B5EF4-FFF2-40B4-BE49-F238E27FC236}">
                  <a16:creationId xmlns:a16="http://schemas.microsoft.com/office/drawing/2014/main" id="{30F7FDD4-44CD-4F81-B87A-F239281823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82" name="Straight Connector 426">
              <a:extLst>
                <a:ext uri="{FF2B5EF4-FFF2-40B4-BE49-F238E27FC236}">
                  <a16:creationId xmlns:a16="http://schemas.microsoft.com/office/drawing/2014/main" id="{4A2F359D-99C6-4FB2-825A-838D9E040F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83" name="Straight Connector 427">
              <a:extLst>
                <a:ext uri="{FF2B5EF4-FFF2-40B4-BE49-F238E27FC236}">
                  <a16:creationId xmlns:a16="http://schemas.microsoft.com/office/drawing/2014/main" id="{8B4BD65E-9F3F-4C6B-88A7-B8A21C1A2E1A}"/>
                </a:ext>
              </a:extLst>
            </p:cNvPr>
            <p:cNvCxnSpPr>
              <a:cxnSpLocks noChangeShapeType="1"/>
              <a:endCxn id="78948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884" name="TextBox 428">
              <a:extLst>
                <a:ext uri="{FF2B5EF4-FFF2-40B4-BE49-F238E27FC236}">
                  <a16:creationId xmlns:a16="http://schemas.microsoft.com/office/drawing/2014/main" id="{690A4957-FEC5-486D-BA63-4F5AECFF8E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C</a:t>
              </a:r>
            </a:p>
          </p:txBody>
        </p:sp>
        <p:grpSp>
          <p:nvGrpSpPr>
            <p:cNvPr id="78885" name="Group 133">
              <a:extLst>
                <a:ext uri="{FF2B5EF4-FFF2-40B4-BE49-F238E27FC236}">
                  <a16:creationId xmlns:a16="http://schemas.microsoft.com/office/drawing/2014/main" id="{DE193123-866E-4202-B38D-C2478ED88C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78940" name="Oval 407">
                <a:extLst>
                  <a:ext uri="{FF2B5EF4-FFF2-40B4-BE49-F238E27FC236}">
                    <a16:creationId xmlns:a16="http://schemas.microsoft.com/office/drawing/2014/main" id="{2FA9DBEF-C66A-4B0E-A831-E29AEDF35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41" name="Rectangle 410">
                <a:extLst>
                  <a:ext uri="{FF2B5EF4-FFF2-40B4-BE49-F238E27FC236}">
                    <a16:creationId xmlns:a16="http://schemas.microsoft.com/office/drawing/2014/main" id="{B1C72679-EA81-4CB1-9241-4DB5E1C6A5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42" name="Oval 411">
                <a:extLst>
                  <a:ext uri="{FF2B5EF4-FFF2-40B4-BE49-F238E27FC236}">
                    <a16:creationId xmlns:a16="http://schemas.microsoft.com/office/drawing/2014/main" id="{1C4B762E-51DE-4A37-9DA9-B02AB9D53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8943" name="Group 137">
                <a:extLst>
                  <a:ext uri="{FF2B5EF4-FFF2-40B4-BE49-F238E27FC236}">
                    <a16:creationId xmlns:a16="http://schemas.microsoft.com/office/drawing/2014/main" id="{68B9C0D0-A1AE-4266-8242-61081F34BA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8946" name="Freeform 138">
                  <a:extLst>
                    <a:ext uri="{FF2B5EF4-FFF2-40B4-BE49-F238E27FC236}">
                      <a16:creationId xmlns:a16="http://schemas.microsoft.com/office/drawing/2014/main" id="{EF2FD3A3-E2E4-41D0-BE5D-2D5670A5D5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8947" name="Freeform 139">
                  <a:extLst>
                    <a:ext uri="{FF2B5EF4-FFF2-40B4-BE49-F238E27FC236}">
                      <a16:creationId xmlns:a16="http://schemas.microsoft.com/office/drawing/2014/main" id="{AD01C541-87D8-4916-B6DB-F5E0FBAC1D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8944" name="Line 140">
                <a:extLst>
                  <a:ext uri="{FF2B5EF4-FFF2-40B4-BE49-F238E27FC236}">
                    <a16:creationId xmlns:a16="http://schemas.microsoft.com/office/drawing/2014/main" id="{FC0E471B-AEEB-4177-886B-6445EF207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8945" name="Line 141">
                <a:extLst>
                  <a:ext uri="{FF2B5EF4-FFF2-40B4-BE49-F238E27FC236}">
                    <a16:creationId xmlns:a16="http://schemas.microsoft.com/office/drawing/2014/main" id="{AAC6FB25-F84B-4218-BD72-B61F72E99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886" name="Group 133">
              <a:extLst>
                <a:ext uri="{FF2B5EF4-FFF2-40B4-BE49-F238E27FC236}">
                  <a16:creationId xmlns:a16="http://schemas.microsoft.com/office/drawing/2014/main" id="{8C44C789-8338-4E8A-B30C-8572274A0A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78932" name="Oval 407">
                <a:extLst>
                  <a:ext uri="{FF2B5EF4-FFF2-40B4-BE49-F238E27FC236}">
                    <a16:creationId xmlns:a16="http://schemas.microsoft.com/office/drawing/2014/main" id="{B0E2504F-30C5-4E10-9786-EE5D9AF080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33" name="Rectangle 410">
                <a:extLst>
                  <a:ext uri="{FF2B5EF4-FFF2-40B4-BE49-F238E27FC236}">
                    <a16:creationId xmlns:a16="http://schemas.microsoft.com/office/drawing/2014/main" id="{425FBDAA-3991-4AAD-A3AF-019E40CEA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34" name="Oval 411">
                <a:extLst>
                  <a:ext uri="{FF2B5EF4-FFF2-40B4-BE49-F238E27FC236}">
                    <a16:creationId xmlns:a16="http://schemas.microsoft.com/office/drawing/2014/main" id="{763E1101-C507-478F-91C3-0884D44CA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8935" name="Group 137">
                <a:extLst>
                  <a:ext uri="{FF2B5EF4-FFF2-40B4-BE49-F238E27FC236}">
                    <a16:creationId xmlns:a16="http://schemas.microsoft.com/office/drawing/2014/main" id="{F3D097CA-74CA-4D82-A23D-25C40BDFF3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8938" name="Freeform 138">
                  <a:extLst>
                    <a:ext uri="{FF2B5EF4-FFF2-40B4-BE49-F238E27FC236}">
                      <a16:creationId xmlns:a16="http://schemas.microsoft.com/office/drawing/2014/main" id="{AF589C41-8838-4847-8264-677B6D03F0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8939" name="Freeform 139">
                  <a:extLst>
                    <a:ext uri="{FF2B5EF4-FFF2-40B4-BE49-F238E27FC236}">
                      <a16:creationId xmlns:a16="http://schemas.microsoft.com/office/drawing/2014/main" id="{31036BF9-1852-4AEF-891F-A2A3889D86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8936" name="Line 140">
                <a:extLst>
                  <a:ext uri="{FF2B5EF4-FFF2-40B4-BE49-F238E27FC236}">
                    <a16:creationId xmlns:a16="http://schemas.microsoft.com/office/drawing/2014/main" id="{A5D819B3-43B9-4A97-8488-412F9FE9E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8937" name="Line 141">
                <a:extLst>
                  <a:ext uri="{FF2B5EF4-FFF2-40B4-BE49-F238E27FC236}">
                    <a16:creationId xmlns:a16="http://schemas.microsoft.com/office/drawing/2014/main" id="{B5CD614E-0AB4-47FD-9383-AFB28B87AB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887" name="Group 133">
              <a:extLst>
                <a:ext uri="{FF2B5EF4-FFF2-40B4-BE49-F238E27FC236}">
                  <a16:creationId xmlns:a16="http://schemas.microsoft.com/office/drawing/2014/main" id="{C80DDEBF-D923-4F4B-8196-750B23F0BA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78924" name="Oval 407">
                <a:extLst>
                  <a:ext uri="{FF2B5EF4-FFF2-40B4-BE49-F238E27FC236}">
                    <a16:creationId xmlns:a16="http://schemas.microsoft.com/office/drawing/2014/main" id="{A05237E3-22C9-49F5-B85E-EAED22B835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25" name="Rectangle 410">
                <a:extLst>
                  <a:ext uri="{FF2B5EF4-FFF2-40B4-BE49-F238E27FC236}">
                    <a16:creationId xmlns:a16="http://schemas.microsoft.com/office/drawing/2014/main" id="{B97E0E12-CF87-4579-AE73-24954E56C6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26" name="Oval 411">
                <a:extLst>
                  <a:ext uri="{FF2B5EF4-FFF2-40B4-BE49-F238E27FC236}">
                    <a16:creationId xmlns:a16="http://schemas.microsoft.com/office/drawing/2014/main" id="{55BA76B6-4BC2-4A3B-B8BF-CD01F78AD8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8927" name="Group 137">
                <a:extLst>
                  <a:ext uri="{FF2B5EF4-FFF2-40B4-BE49-F238E27FC236}">
                    <a16:creationId xmlns:a16="http://schemas.microsoft.com/office/drawing/2014/main" id="{4000DCDF-5E95-417C-A140-9FE4AECD51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8930" name="Freeform 138">
                  <a:extLst>
                    <a:ext uri="{FF2B5EF4-FFF2-40B4-BE49-F238E27FC236}">
                      <a16:creationId xmlns:a16="http://schemas.microsoft.com/office/drawing/2014/main" id="{3100C7B8-2A57-47E1-9FCE-36E435AFB0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8931" name="Freeform 139">
                  <a:extLst>
                    <a:ext uri="{FF2B5EF4-FFF2-40B4-BE49-F238E27FC236}">
                      <a16:creationId xmlns:a16="http://schemas.microsoft.com/office/drawing/2014/main" id="{9ADA9532-C2AE-4981-A6AB-AC3F9A00AF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8928" name="Line 140">
                <a:extLst>
                  <a:ext uri="{FF2B5EF4-FFF2-40B4-BE49-F238E27FC236}">
                    <a16:creationId xmlns:a16="http://schemas.microsoft.com/office/drawing/2014/main" id="{EED643E7-0FD8-4113-BC4A-4670081EE2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8929" name="Line 141">
                <a:extLst>
                  <a:ext uri="{FF2B5EF4-FFF2-40B4-BE49-F238E27FC236}">
                    <a16:creationId xmlns:a16="http://schemas.microsoft.com/office/drawing/2014/main" id="{2C9AF33B-6441-46A9-98F4-410968433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888" name="Group 133">
              <a:extLst>
                <a:ext uri="{FF2B5EF4-FFF2-40B4-BE49-F238E27FC236}">
                  <a16:creationId xmlns:a16="http://schemas.microsoft.com/office/drawing/2014/main" id="{97FFF100-0F28-457F-AC07-491E7928B9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78916" name="Oval 407">
                <a:extLst>
                  <a:ext uri="{FF2B5EF4-FFF2-40B4-BE49-F238E27FC236}">
                    <a16:creationId xmlns:a16="http://schemas.microsoft.com/office/drawing/2014/main" id="{BB26A06A-1A09-4B8E-B24A-B2D6A92D98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17" name="Rectangle 410">
                <a:extLst>
                  <a:ext uri="{FF2B5EF4-FFF2-40B4-BE49-F238E27FC236}">
                    <a16:creationId xmlns:a16="http://schemas.microsoft.com/office/drawing/2014/main" id="{95E32085-A390-45A7-9B18-2F3500E6B6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18" name="Oval 411">
                <a:extLst>
                  <a:ext uri="{FF2B5EF4-FFF2-40B4-BE49-F238E27FC236}">
                    <a16:creationId xmlns:a16="http://schemas.microsoft.com/office/drawing/2014/main" id="{55A26413-C819-4245-9F81-EBE1049C8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8919" name="Group 137">
                <a:extLst>
                  <a:ext uri="{FF2B5EF4-FFF2-40B4-BE49-F238E27FC236}">
                    <a16:creationId xmlns:a16="http://schemas.microsoft.com/office/drawing/2014/main" id="{DCFE884C-2A5E-4C2B-AE58-0F356FCBB5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8922" name="Freeform 138">
                  <a:extLst>
                    <a:ext uri="{FF2B5EF4-FFF2-40B4-BE49-F238E27FC236}">
                      <a16:creationId xmlns:a16="http://schemas.microsoft.com/office/drawing/2014/main" id="{F6D6875A-3ED5-425A-97EF-071D9AF90E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8923" name="Freeform 139">
                  <a:extLst>
                    <a:ext uri="{FF2B5EF4-FFF2-40B4-BE49-F238E27FC236}">
                      <a16:creationId xmlns:a16="http://schemas.microsoft.com/office/drawing/2014/main" id="{13DE6F91-E26E-478C-80DA-25C5383427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8920" name="Line 140">
                <a:extLst>
                  <a:ext uri="{FF2B5EF4-FFF2-40B4-BE49-F238E27FC236}">
                    <a16:creationId xmlns:a16="http://schemas.microsoft.com/office/drawing/2014/main" id="{F1C9376E-39A8-424C-8B18-962004210A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8921" name="Line 141">
                <a:extLst>
                  <a:ext uri="{FF2B5EF4-FFF2-40B4-BE49-F238E27FC236}">
                    <a16:creationId xmlns:a16="http://schemas.microsoft.com/office/drawing/2014/main" id="{21788BED-9206-4094-BCBA-0F1422ECF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889" name="Group 133">
              <a:extLst>
                <a:ext uri="{FF2B5EF4-FFF2-40B4-BE49-F238E27FC236}">
                  <a16:creationId xmlns:a16="http://schemas.microsoft.com/office/drawing/2014/main" id="{5DD7E79A-6F56-49C7-B04D-04D4081C65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78908" name="Oval 407">
                <a:extLst>
                  <a:ext uri="{FF2B5EF4-FFF2-40B4-BE49-F238E27FC236}">
                    <a16:creationId xmlns:a16="http://schemas.microsoft.com/office/drawing/2014/main" id="{6F9DFBC0-3D32-4844-81D6-5563B9E2C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09" name="Rectangle 410">
                <a:extLst>
                  <a:ext uri="{FF2B5EF4-FFF2-40B4-BE49-F238E27FC236}">
                    <a16:creationId xmlns:a16="http://schemas.microsoft.com/office/drawing/2014/main" id="{FF24F48C-A0D0-4EB5-9832-EE421267A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10" name="Oval 411">
                <a:extLst>
                  <a:ext uri="{FF2B5EF4-FFF2-40B4-BE49-F238E27FC236}">
                    <a16:creationId xmlns:a16="http://schemas.microsoft.com/office/drawing/2014/main" id="{1F7EC07D-9BB8-4C91-8F98-A8B87536AF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8911" name="Group 137">
                <a:extLst>
                  <a:ext uri="{FF2B5EF4-FFF2-40B4-BE49-F238E27FC236}">
                    <a16:creationId xmlns:a16="http://schemas.microsoft.com/office/drawing/2014/main" id="{57538B0F-A891-4A54-8113-2FBE2AEBE1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8914" name="Freeform 138">
                  <a:extLst>
                    <a:ext uri="{FF2B5EF4-FFF2-40B4-BE49-F238E27FC236}">
                      <a16:creationId xmlns:a16="http://schemas.microsoft.com/office/drawing/2014/main" id="{2E01F203-2E93-4BDA-ADAD-6FCA65B412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8915" name="Freeform 139">
                  <a:extLst>
                    <a:ext uri="{FF2B5EF4-FFF2-40B4-BE49-F238E27FC236}">
                      <a16:creationId xmlns:a16="http://schemas.microsoft.com/office/drawing/2014/main" id="{B1E116EB-A03C-4F1A-9C05-0EA3DAB252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8912" name="Line 140">
                <a:extLst>
                  <a:ext uri="{FF2B5EF4-FFF2-40B4-BE49-F238E27FC236}">
                    <a16:creationId xmlns:a16="http://schemas.microsoft.com/office/drawing/2014/main" id="{C010A4E9-56A0-4CAD-83BA-F1D3748728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8913" name="Line 141">
                <a:extLst>
                  <a:ext uri="{FF2B5EF4-FFF2-40B4-BE49-F238E27FC236}">
                    <a16:creationId xmlns:a16="http://schemas.microsoft.com/office/drawing/2014/main" id="{CBD0F1D0-1E61-4E6B-893F-FC153D7869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890" name="Group 133">
              <a:extLst>
                <a:ext uri="{FF2B5EF4-FFF2-40B4-BE49-F238E27FC236}">
                  <a16:creationId xmlns:a16="http://schemas.microsoft.com/office/drawing/2014/main" id="{24A44F8A-A9C9-4935-9F9B-89ED441C8D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78900" name="Oval 407">
                <a:extLst>
                  <a:ext uri="{FF2B5EF4-FFF2-40B4-BE49-F238E27FC236}">
                    <a16:creationId xmlns:a16="http://schemas.microsoft.com/office/drawing/2014/main" id="{A2970EAD-3FB7-467E-A266-991E6672F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01" name="Rectangle 410">
                <a:extLst>
                  <a:ext uri="{FF2B5EF4-FFF2-40B4-BE49-F238E27FC236}">
                    <a16:creationId xmlns:a16="http://schemas.microsoft.com/office/drawing/2014/main" id="{0E7054A0-19C0-49F5-9835-4F28BF8E5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902" name="Oval 411">
                <a:extLst>
                  <a:ext uri="{FF2B5EF4-FFF2-40B4-BE49-F238E27FC236}">
                    <a16:creationId xmlns:a16="http://schemas.microsoft.com/office/drawing/2014/main" id="{674FB1D6-678C-4AB0-8C95-8BCAB80A0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8903" name="Group 137">
                <a:extLst>
                  <a:ext uri="{FF2B5EF4-FFF2-40B4-BE49-F238E27FC236}">
                    <a16:creationId xmlns:a16="http://schemas.microsoft.com/office/drawing/2014/main" id="{97F35C93-4486-4BAB-BEEC-DF450B80E1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8906" name="Freeform 138">
                  <a:extLst>
                    <a:ext uri="{FF2B5EF4-FFF2-40B4-BE49-F238E27FC236}">
                      <a16:creationId xmlns:a16="http://schemas.microsoft.com/office/drawing/2014/main" id="{610C39EA-9673-4851-8005-BBCFBEB120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8907" name="Freeform 139">
                  <a:extLst>
                    <a:ext uri="{FF2B5EF4-FFF2-40B4-BE49-F238E27FC236}">
                      <a16:creationId xmlns:a16="http://schemas.microsoft.com/office/drawing/2014/main" id="{E8EAB076-0EF0-495E-B4E9-B180BC683C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8904" name="Line 140">
                <a:extLst>
                  <a:ext uri="{FF2B5EF4-FFF2-40B4-BE49-F238E27FC236}">
                    <a16:creationId xmlns:a16="http://schemas.microsoft.com/office/drawing/2014/main" id="{16954AFD-E55B-4E3D-8F5B-69FA91211C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8905" name="Line 141">
                <a:extLst>
                  <a:ext uri="{FF2B5EF4-FFF2-40B4-BE49-F238E27FC236}">
                    <a16:creationId xmlns:a16="http://schemas.microsoft.com/office/drawing/2014/main" id="{B087A3F0-F6F1-4999-81E3-9F91725F5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78891" name="Group 133">
              <a:extLst>
                <a:ext uri="{FF2B5EF4-FFF2-40B4-BE49-F238E27FC236}">
                  <a16:creationId xmlns:a16="http://schemas.microsoft.com/office/drawing/2014/main" id="{33FBAEF1-76CE-4DA7-BAAF-1C1D11E09D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78892" name="Oval 407">
                <a:extLst>
                  <a:ext uri="{FF2B5EF4-FFF2-40B4-BE49-F238E27FC236}">
                    <a16:creationId xmlns:a16="http://schemas.microsoft.com/office/drawing/2014/main" id="{94EAB85F-3CF0-41C5-90F0-0136913D4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893" name="Rectangle 410">
                <a:extLst>
                  <a:ext uri="{FF2B5EF4-FFF2-40B4-BE49-F238E27FC236}">
                    <a16:creationId xmlns:a16="http://schemas.microsoft.com/office/drawing/2014/main" id="{0E5B02A8-E02C-48F7-B0EC-FD660CFCB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894" name="Oval 411">
                <a:extLst>
                  <a:ext uri="{FF2B5EF4-FFF2-40B4-BE49-F238E27FC236}">
                    <a16:creationId xmlns:a16="http://schemas.microsoft.com/office/drawing/2014/main" id="{74D40ED2-3611-4974-AA0D-635F477E9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8895" name="Group 137">
                <a:extLst>
                  <a:ext uri="{FF2B5EF4-FFF2-40B4-BE49-F238E27FC236}">
                    <a16:creationId xmlns:a16="http://schemas.microsoft.com/office/drawing/2014/main" id="{125CAF6C-A623-4058-BB0E-31A4F69902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8898" name="Freeform 138">
                  <a:extLst>
                    <a:ext uri="{FF2B5EF4-FFF2-40B4-BE49-F238E27FC236}">
                      <a16:creationId xmlns:a16="http://schemas.microsoft.com/office/drawing/2014/main" id="{48D8539A-E0E4-4111-A96C-65BEF3D511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78899" name="Freeform 139">
                  <a:extLst>
                    <a:ext uri="{FF2B5EF4-FFF2-40B4-BE49-F238E27FC236}">
                      <a16:creationId xmlns:a16="http://schemas.microsoft.com/office/drawing/2014/main" id="{51530D66-C31D-40C5-BAAB-D61472E691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78896" name="Line 140">
                <a:extLst>
                  <a:ext uri="{FF2B5EF4-FFF2-40B4-BE49-F238E27FC236}">
                    <a16:creationId xmlns:a16="http://schemas.microsoft.com/office/drawing/2014/main" id="{6525C6E0-4E95-4EC3-84A4-0AC5A2DC63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78897" name="Line 141">
                <a:extLst>
                  <a:ext uri="{FF2B5EF4-FFF2-40B4-BE49-F238E27FC236}">
                    <a16:creationId xmlns:a16="http://schemas.microsoft.com/office/drawing/2014/main" id="{94CB205C-E4F4-4DD0-A889-E895DEE25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cxnSp>
        <p:nvCxnSpPr>
          <p:cNvPr id="78857" name="Straight Connector 12">
            <a:extLst>
              <a:ext uri="{FF2B5EF4-FFF2-40B4-BE49-F238E27FC236}">
                <a16:creationId xmlns:a16="http://schemas.microsoft.com/office/drawing/2014/main" id="{51D42F83-66C3-4539-80A6-CAF5939914D5}"/>
              </a:ext>
            </a:extLst>
          </p:cNvPr>
          <p:cNvCxnSpPr>
            <a:cxnSpLocks noChangeShapeType="1"/>
            <a:endCxn id="79033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58" name="Straight Connector 500">
            <a:extLst>
              <a:ext uri="{FF2B5EF4-FFF2-40B4-BE49-F238E27FC236}">
                <a16:creationId xmlns:a16="http://schemas.microsoft.com/office/drawing/2014/main" id="{F6D0A151-979B-4739-B600-EC5ED88E6AF0}"/>
              </a:ext>
            </a:extLst>
          </p:cNvPr>
          <p:cNvCxnSpPr>
            <a:cxnSpLocks noChangeShapeType="1"/>
            <a:endCxn id="79035" idx="1"/>
          </p:cNvCxnSpPr>
          <p:nvPr/>
        </p:nvCxnSpPr>
        <p:spPr bwMode="auto">
          <a:xfrm>
            <a:off x="1638300" y="2849563"/>
            <a:ext cx="900113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59" name="Straight Connector 501">
            <a:extLst>
              <a:ext uri="{FF2B5EF4-FFF2-40B4-BE49-F238E27FC236}">
                <a16:creationId xmlns:a16="http://schemas.microsoft.com/office/drawing/2014/main" id="{028B270D-61D1-411D-B157-E63BA7F956C8}"/>
              </a:ext>
            </a:extLst>
          </p:cNvPr>
          <p:cNvCxnSpPr>
            <a:cxnSpLocks noChangeShapeType="1"/>
            <a:endCxn id="79031" idx="2"/>
          </p:cNvCxnSpPr>
          <p:nvPr/>
        </p:nvCxnSpPr>
        <p:spPr bwMode="auto">
          <a:xfrm flipV="1">
            <a:off x="1235075" y="2973388"/>
            <a:ext cx="1303338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0" name="Straight Connector 502">
            <a:extLst>
              <a:ext uri="{FF2B5EF4-FFF2-40B4-BE49-F238E27FC236}">
                <a16:creationId xmlns:a16="http://schemas.microsoft.com/office/drawing/2014/main" id="{556F1533-887A-4489-AC53-DE53AB9767C5}"/>
              </a:ext>
            </a:extLst>
          </p:cNvPr>
          <p:cNvCxnSpPr>
            <a:cxnSpLocks noChangeShapeType="1"/>
            <a:endCxn id="79001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1" name="Straight Connector 503">
            <a:extLst>
              <a:ext uri="{FF2B5EF4-FFF2-40B4-BE49-F238E27FC236}">
                <a16:creationId xmlns:a16="http://schemas.microsoft.com/office/drawing/2014/main" id="{58B14FAF-DA6C-4CD7-81A2-1B9E455D92AF}"/>
              </a:ext>
            </a:extLst>
          </p:cNvPr>
          <p:cNvCxnSpPr>
            <a:cxnSpLocks noChangeShapeType="1"/>
            <a:endCxn id="79001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2" name="Straight Connector 504">
            <a:extLst>
              <a:ext uri="{FF2B5EF4-FFF2-40B4-BE49-F238E27FC236}">
                <a16:creationId xmlns:a16="http://schemas.microsoft.com/office/drawing/2014/main" id="{DB43C942-A031-49D9-8313-E33F9A118D5C}"/>
              </a:ext>
            </a:extLst>
          </p:cNvPr>
          <p:cNvCxnSpPr>
            <a:cxnSpLocks noChangeShapeType="1"/>
            <a:endCxn id="79084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3" name="Straight Connector 505">
            <a:extLst>
              <a:ext uri="{FF2B5EF4-FFF2-40B4-BE49-F238E27FC236}">
                <a16:creationId xmlns:a16="http://schemas.microsoft.com/office/drawing/2014/main" id="{FED3BB33-6682-4BD5-B800-8D8C998E5AE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4" name="Straight Connector 506">
            <a:extLst>
              <a:ext uri="{FF2B5EF4-FFF2-40B4-BE49-F238E27FC236}">
                <a16:creationId xmlns:a16="http://schemas.microsoft.com/office/drawing/2014/main" id="{C50DB6E8-DBF7-4A58-8499-AF35B4A02879}"/>
              </a:ext>
            </a:extLst>
          </p:cNvPr>
          <p:cNvCxnSpPr>
            <a:cxnSpLocks noChangeShapeType="1"/>
            <a:stCxn id="79150" idx="4"/>
            <a:endCxn id="79079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5" name="Straight Connector 507">
            <a:extLst>
              <a:ext uri="{FF2B5EF4-FFF2-40B4-BE49-F238E27FC236}">
                <a16:creationId xmlns:a16="http://schemas.microsoft.com/office/drawing/2014/main" id="{66D08644-6452-44B4-B0AE-379C2607C19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6" name="Straight Connector 508">
            <a:extLst>
              <a:ext uri="{FF2B5EF4-FFF2-40B4-BE49-F238E27FC236}">
                <a16:creationId xmlns:a16="http://schemas.microsoft.com/office/drawing/2014/main" id="{52890D23-E714-4BC5-9F98-1D3B2940E41A}"/>
              </a:ext>
            </a:extLst>
          </p:cNvPr>
          <p:cNvCxnSpPr>
            <a:cxnSpLocks noChangeShapeType="1"/>
            <a:endCxn id="79066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7" name="Straight Connector 509">
            <a:extLst>
              <a:ext uri="{FF2B5EF4-FFF2-40B4-BE49-F238E27FC236}">
                <a16:creationId xmlns:a16="http://schemas.microsoft.com/office/drawing/2014/main" id="{2810729A-B223-425B-BAC4-877E39D17ACD}"/>
              </a:ext>
            </a:extLst>
          </p:cNvPr>
          <p:cNvCxnSpPr>
            <a:cxnSpLocks noChangeShapeType="1"/>
            <a:stCxn id="79148" idx="0"/>
          </p:cNvCxnSpPr>
          <p:nvPr/>
        </p:nvCxnSpPr>
        <p:spPr bwMode="auto">
          <a:xfrm flipH="1" flipV="1">
            <a:off x="5319713" y="4694238"/>
            <a:ext cx="285750" cy="1160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8" name="Straight Connector 510">
            <a:extLst>
              <a:ext uri="{FF2B5EF4-FFF2-40B4-BE49-F238E27FC236}">
                <a16:creationId xmlns:a16="http://schemas.microsoft.com/office/drawing/2014/main" id="{AAF514CD-52F3-4E26-80AB-A489EAD9430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9" name="Straight Connector 511">
            <a:extLst>
              <a:ext uri="{FF2B5EF4-FFF2-40B4-BE49-F238E27FC236}">
                <a16:creationId xmlns:a16="http://schemas.microsoft.com/office/drawing/2014/main" id="{5A638A8B-5733-48D3-91E3-D96F037B4DEE}"/>
              </a:ext>
            </a:extLst>
          </p:cNvPr>
          <p:cNvCxnSpPr>
            <a:cxnSpLocks noChangeShapeType="1"/>
            <a:stCxn id="79145" idx="0"/>
          </p:cNvCxnSpPr>
          <p:nvPr/>
        </p:nvCxnSpPr>
        <p:spPr bwMode="auto">
          <a:xfrm flipH="1" flipV="1">
            <a:off x="3144838" y="5192713"/>
            <a:ext cx="244475" cy="661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70" name="Straight Connector 512">
            <a:extLst>
              <a:ext uri="{FF2B5EF4-FFF2-40B4-BE49-F238E27FC236}">
                <a16:creationId xmlns:a16="http://schemas.microsoft.com/office/drawing/2014/main" id="{669E0097-57E0-49E6-A69C-AA797613D40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71" name="Straight Connector 513">
            <a:extLst>
              <a:ext uri="{FF2B5EF4-FFF2-40B4-BE49-F238E27FC236}">
                <a16:creationId xmlns:a16="http://schemas.microsoft.com/office/drawing/2014/main" id="{91DDB158-49F8-4CF6-A4F3-AFD2D7E968F3}"/>
              </a:ext>
            </a:extLst>
          </p:cNvPr>
          <p:cNvCxnSpPr>
            <a:cxnSpLocks noChangeShapeType="1"/>
            <a:endCxn id="78896" idx="0"/>
          </p:cNvCxnSpPr>
          <p:nvPr/>
        </p:nvCxnSpPr>
        <p:spPr bwMode="auto">
          <a:xfrm flipV="1">
            <a:off x="1362075" y="5045075"/>
            <a:ext cx="706438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72" name="Straight Connector 514">
            <a:extLst>
              <a:ext uri="{FF2B5EF4-FFF2-40B4-BE49-F238E27FC236}">
                <a16:creationId xmlns:a16="http://schemas.microsoft.com/office/drawing/2014/main" id="{76925FE5-F91F-45E7-8860-9ED359183A3B}"/>
              </a:ext>
            </a:extLst>
          </p:cNvPr>
          <p:cNvCxnSpPr>
            <a:cxnSpLocks noChangeShapeType="1"/>
            <a:endCxn id="78952" idx="1"/>
          </p:cNvCxnSpPr>
          <p:nvPr/>
        </p:nvCxnSpPr>
        <p:spPr bwMode="auto">
          <a:xfrm>
            <a:off x="1155700" y="4376738"/>
            <a:ext cx="996950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CA76F3A-DB68-4685-A2E4-7B1C8BFD50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Internet structure: network of networks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pic>
        <p:nvPicPr>
          <p:cNvPr id="80899" name="Picture 76" descr="underline_base">
            <a:extLst>
              <a:ext uri="{FF2B5EF4-FFF2-40B4-BE49-F238E27FC236}">
                <a16:creationId xmlns:a16="http://schemas.microsoft.com/office/drawing/2014/main" id="{F17CD28F-C56B-400D-BF97-1FAADACB468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0900" name="Group 5">
            <a:extLst>
              <a:ext uri="{FF2B5EF4-FFF2-40B4-BE49-F238E27FC236}">
                <a16:creationId xmlns:a16="http://schemas.microsoft.com/office/drawing/2014/main" id="{42460F9F-5403-47E9-B3A2-1F44355153DC}"/>
              </a:ext>
            </a:extLst>
          </p:cNvPr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81193" name="Group 2">
              <a:extLst>
                <a:ext uri="{FF2B5EF4-FFF2-40B4-BE49-F238E27FC236}">
                  <a16:creationId xmlns:a16="http://schemas.microsoft.com/office/drawing/2014/main" id="{470C6F3F-357C-4A38-84C7-1F48212C5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81245" name="Freeform 84">
                <a:extLst>
                  <a:ext uri="{FF2B5EF4-FFF2-40B4-BE49-F238E27FC236}">
                    <a16:creationId xmlns:a16="http://schemas.microsoft.com/office/drawing/2014/main" id="{5F074ED2-3111-4149-B47A-0A89C3F3B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46" name="TextBox 1">
                <a:extLst>
                  <a:ext uri="{FF2B5EF4-FFF2-40B4-BE49-F238E27FC236}">
                    <a16:creationId xmlns:a16="http://schemas.microsoft.com/office/drawing/2014/main" id="{24DAB371-7E65-414A-BD99-838A2A517E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4" name="Group 131">
              <a:extLst>
                <a:ext uri="{FF2B5EF4-FFF2-40B4-BE49-F238E27FC236}">
                  <a16:creationId xmlns:a16="http://schemas.microsoft.com/office/drawing/2014/main" id="{4F406206-2462-4F9C-900D-A59644411F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81243" name="Freeform 84">
                <a:extLst>
                  <a:ext uri="{FF2B5EF4-FFF2-40B4-BE49-F238E27FC236}">
                    <a16:creationId xmlns:a16="http://schemas.microsoft.com/office/drawing/2014/main" id="{7CEED58A-A923-4754-A4A8-409B6B882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44" name="TextBox 133">
                <a:extLst>
                  <a:ext uri="{FF2B5EF4-FFF2-40B4-BE49-F238E27FC236}">
                    <a16:creationId xmlns:a16="http://schemas.microsoft.com/office/drawing/2014/main" id="{21471D43-4D96-4EB8-B822-494FB5ECAD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5" name="Group 135">
              <a:extLst>
                <a:ext uri="{FF2B5EF4-FFF2-40B4-BE49-F238E27FC236}">
                  <a16:creationId xmlns:a16="http://schemas.microsoft.com/office/drawing/2014/main" id="{9BF2EF4A-6E2E-4592-9425-72161E1851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81241" name="Freeform 84">
                <a:extLst>
                  <a:ext uri="{FF2B5EF4-FFF2-40B4-BE49-F238E27FC236}">
                    <a16:creationId xmlns:a16="http://schemas.microsoft.com/office/drawing/2014/main" id="{4AB91528-3CFB-453D-A224-160168466D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42" name="TextBox 137">
                <a:extLst>
                  <a:ext uri="{FF2B5EF4-FFF2-40B4-BE49-F238E27FC236}">
                    <a16:creationId xmlns:a16="http://schemas.microsoft.com/office/drawing/2014/main" id="{667AC504-16DC-4C5B-B7D9-829F9A29B9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6" name="Group 138">
              <a:extLst>
                <a:ext uri="{FF2B5EF4-FFF2-40B4-BE49-F238E27FC236}">
                  <a16:creationId xmlns:a16="http://schemas.microsoft.com/office/drawing/2014/main" id="{B71F7343-9B5D-4C6B-965E-0D99B800B9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81239" name="Freeform 84">
                <a:extLst>
                  <a:ext uri="{FF2B5EF4-FFF2-40B4-BE49-F238E27FC236}">
                    <a16:creationId xmlns:a16="http://schemas.microsoft.com/office/drawing/2014/main" id="{979C5982-085F-4A4F-B08E-17E1D8B85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40" name="TextBox 140">
                <a:extLst>
                  <a:ext uri="{FF2B5EF4-FFF2-40B4-BE49-F238E27FC236}">
                    <a16:creationId xmlns:a16="http://schemas.microsoft.com/office/drawing/2014/main" id="{9190C657-12E9-4F01-96FC-8144C82B1E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7" name="Group 141">
              <a:extLst>
                <a:ext uri="{FF2B5EF4-FFF2-40B4-BE49-F238E27FC236}">
                  <a16:creationId xmlns:a16="http://schemas.microsoft.com/office/drawing/2014/main" id="{5544C0D2-1693-4EE9-A281-46C598D606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81237" name="Freeform 84">
                <a:extLst>
                  <a:ext uri="{FF2B5EF4-FFF2-40B4-BE49-F238E27FC236}">
                    <a16:creationId xmlns:a16="http://schemas.microsoft.com/office/drawing/2014/main" id="{D71D05D2-2761-452F-A972-3BB248370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38" name="TextBox 143">
                <a:extLst>
                  <a:ext uri="{FF2B5EF4-FFF2-40B4-BE49-F238E27FC236}">
                    <a16:creationId xmlns:a16="http://schemas.microsoft.com/office/drawing/2014/main" id="{1ADDFCEC-4BFB-49CD-831E-AD225CB5E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8" name="Group 144">
              <a:extLst>
                <a:ext uri="{FF2B5EF4-FFF2-40B4-BE49-F238E27FC236}">
                  <a16:creationId xmlns:a16="http://schemas.microsoft.com/office/drawing/2014/main" id="{931FB7FB-563D-4A84-9E30-FB10BB3F44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81235" name="Freeform 84">
                <a:extLst>
                  <a:ext uri="{FF2B5EF4-FFF2-40B4-BE49-F238E27FC236}">
                    <a16:creationId xmlns:a16="http://schemas.microsoft.com/office/drawing/2014/main" id="{0FEA9B12-90C5-4542-9248-E586D2984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36" name="TextBox 146">
                <a:extLst>
                  <a:ext uri="{FF2B5EF4-FFF2-40B4-BE49-F238E27FC236}">
                    <a16:creationId xmlns:a16="http://schemas.microsoft.com/office/drawing/2014/main" id="{75AEE9C1-52E8-4E1A-97E2-B761BD769B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9" name="Group 147">
              <a:extLst>
                <a:ext uri="{FF2B5EF4-FFF2-40B4-BE49-F238E27FC236}">
                  <a16:creationId xmlns:a16="http://schemas.microsoft.com/office/drawing/2014/main" id="{33AFD10D-8100-4E6F-A87A-C615A4971D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81233" name="Freeform 84">
                <a:extLst>
                  <a:ext uri="{FF2B5EF4-FFF2-40B4-BE49-F238E27FC236}">
                    <a16:creationId xmlns:a16="http://schemas.microsoft.com/office/drawing/2014/main" id="{7B200F71-6838-40FE-9950-69CE77ED74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34" name="TextBox 149">
                <a:extLst>
                  <a:ext uri="{FF2B5EF4-FFF2-40B4-BE49-F238E27FC236}">
                    <a16:creationId xmlns:a16="http://schemas.microsoft.com/office/drawing/2014/main" id="{AB402212-0FAE-4F73-AFFA-9CB3C4E407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0" name="Group 150">
              <a:extLst>
                <a:ext uri="{FF2B5EF4-FFF2-40B4-BE49-F238E27FC236}">
                  <a16:creationId xmlns:a16="http://schemas.microsoft.com/office/drawing/2014/main" id="{A7945145-F56E-4838-9CB4-5063C7F02F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81231" name="Freeform 84">
                <a:extLst>
                  <a:ext uri="{FF2B5EF4-FFF2-40B4-BE49-F238E27FC236}">
                    <a16:creationId xmlns:a16="http://schemas.microsoft.com/office/drawing/2014/main" id="{8B440D4B-D4E6-4EBE-9D17-CCDDA4682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32" name="TextBox 152">
                <a:extLst>
                  <a:ext uri="{FF2B5EF4-FFF2-40B4-BE49-F238E27FC236}">
                    <a16:creationId xmlns:a16="http://schemas.microsoft.com/office/drawing/2014/main" id="{A0BC1E95-18DE-4CA4-802B-8E1566CBC2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1" name="Group 153">
              <a:extLst>
                <a:ext uri="{FF2B5EF4-FFF2-40B4-BE49-F238E27FC236}">
                  <a16:creationId xmlns:a16="http://schemas.microsoft.com/office/drawing/2014/main" id="{B03A6625-86A6-4967-A876-39AF93BF6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81229" name="Freeform 84">
                <a:extLst>
                  <a:ext uri="{FF2B5EF4-FFF2-40B4-BE49-F238E27FC236}">
                    <a16:creationId xmlns:a16="http://schemas.microsoft.com/office/drawing/2014/main" id="{E8004B00-34C0-4E16-96FD-27434728FF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30" name="TextBox 155">
                <a:extLst>
                  <a:ext uri="{FF2B5EF4-FFF2-40B4-BE49-F238E27FC236}">
                    <a16:creationId xmlns:a16="http://schemas.microsoft.com/office/drawing/2014/main" id="{342419F8-3BAC-4A9B-B3D6-3313193C64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2" name="Group 156">
              <a:extLst>
                <a:ext uri="{FF2B5EF4-FFF2-40B4-BE49-F238E27FC236}">
                  <a16:creationId xmlns:a16="http://schemas.microsoft.com/office/drawing/2014/main" id="{09CC63FB-C7E3-443A-9BAA-56BBFF8619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81227" name="Freeform 84">
                <a:extLst>
                  <a:ext uri="{FF2B5EF4-FFF2-40B4-BE49-F238E27FC236}">
                    <a16:creationId xmlns:a16="http://schemas.microsoft.com/office/drawing/2014/main" id="{06400C62-FBF3-46A2-99B4-1E8DE2C05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28" name="TextBox 158">
                <a:extLst>
                  <a:ext uri="{FF2B5EF4-FFF2-40B4-BE49-F238E27FC236}">
                    <a16:creationId xmlns:a16="http://schemas.microsoft.com/office/drawing/2014/main" id="{AE2589B3-FB1D-4A1F-B144-C2DBF7CC5D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3" name="Group 160">
              <a:extLst>
                <a:ext uri="{FF2B5EF4-FFF2-40B4-BE49-F238E27FC236}">
                  <a16:creationId xmlns:a16="http://schemas.microsoft.com/office/drawing/2014/main" id="{4AFAB9BF-97F8-46E1-B65C-0BE1CB17D7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81225" name="Freeform 84">
                <a:extLst>
                  <a:ext uri="{FF2B5EF4-FFF2-40B4-BE49-F238E27FC236}">
                    <a16:creationId xmlns:a16="http://schemas.microsoft.com/office/drawing/2014/main" id="{A4709E2A-5EE8-4CD1-9D74-A49BC9B7A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26" name="TextBox 162">
                <a:extLst>
                  <a:ext uri="{FF2B5EF4-FFF2-40B4-BE49-F238E27FC236}">
                    <a16:creationId xmlns:a16="http://schemas.microsoft.com/office/drawing/2014/main" id="{087EB797-D494-4658-8DD4-4A013A90BE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4" name="Group 163">
              <a:extLst>
                <a:ext uri="{FF2B5EF4-FFF2-40B4-BE49-F238E27FC236}">
                  <a16:creationId xmlns:a16="http://schemas.microsoft.com/office/drawing/2014/main" id="{C42E0910-1AA8-416D-AB96-4EEE2EC84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81223" name="Freeform 84">
                <a:extLst>
                  <a:ext uri="{FF2B5EF4-FFF2-40B4-BE49-F238E27FC236}">
                    <a16:creationId xmlns:a16="http://schemas.microsoft.com/office/drawing/2014/main" id="{83AC1374-1A66-494E-B37B-38CA17AB7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24" name="TextBox 165">
                <a:extLst>
                  <a:ext uri="{FF2B5EF4-FFF2-40B4-BE49-F238E27FC236}">
                    <a16:creationId xmlns:a16="http://schemas.microsoft.com/office/drawing/2014/main" id="{A418D7DA-3CBB-4996-9EE2-C868C2C4F5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5" name="Group 166">
              <a:extLst>
                <a:ext uri="{FF2B5EF4-FFF2-40B4-BE49-F238E27FC236}">
                  <a16:creationId xmlns:a16="http://schemas.microsoft.com/office/drawing/2014/main" id="{FDF5743D-0DA4-4782-84AA-FDC3F35408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81221" name="Freeform 84">
                <a:extLst>
                  <a:ext uri="{FF2B5EF4-FFF2-40B4-BE49-F238E27FC236}">
                    <a16:creationId xmlns:a16="http://schemas.microsoft.com/office/drawing/2014/main" id="{6CACC76A-4A15-47FB-96EB-5BEE0C40E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22" name="TextBox 168">
                <a:extLst>
                  <a:ext uri="{FF2B5EF4-FFF2-40B4-BE49-F238E27FC236}">
                    <a16:creationId xmlns:a16="http://schemas.microsoft.com/office/drawing/2014/main" id="{3F131045-810B-483C-926A-39BBE6DF7A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6" name="Group 169">
              <a:extLst>
                <a:ext uri="{FF2B5EF4-FFF2-40B4-BE49-F238E27FC236}">
                  <a16:creationId xmlns:a16="http://schemas.microsoft.com/office/drawing/2014/main" id="{773ED4B9-48E1-4E05-A0FE-3EDFBB150D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81219" name="Freeform 84">
                <a:extLst>
                  <a:ext uri="{FF2B5EF4-FFF2-40B4-BE49-F238E27FC236}">
                    <a16:creationId xmlns:a16="http://schemas.microsoft.com/office/drawing/2014/main" id="{309F1C01-3196-4786-A136-E0000BD43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20" name="TextBox 171">
                <a:extLst>
                  <a:ext uri="{FF2B5EF4-FFF2-40B4-BE49-F238E27FC236}">
                    <a16:creationId xmlns:a16="http://schemas.microsoft.com/office/drawing/2014/main" id="{52FBFC57-DEEC-4768-B7BB-AB52C607A3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7" name="Group 172">
              <a:extLst>
                <a:ext uri="{FF2B5EF4-FFF2-40B4-BE49-F238E27FC236}">
                  <a16:creationId xmlns:a16="http://schemas.microsoft.com/office/drawing/2014/main" id="{86AE298D-BF4F-47E0-96C0-BB7BF2A443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81217" name="Freeform 84">
                <a:extLst>
                  <a:ext uri="{FF2B5EF4-FFF2-40B4-BE49-F238E27FC236}">
                    <a16:creationId xmlns:a16="http://schemas.microsoft.com/office/drawing/2014/main" id="{57FBBE39-4B41-48E3-8661-01C6E3792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18" name="TextBox 174">
                <a:extLst>
                  <a:ext uri="{FF2B5EF4-FFF2-40B4-BE49-F238E27FC236}">
                    <a16:creationId xmlns:a16="http://schemas.microsoft.com/office/drawing/2014/main" id="{25CDE36D-8936-4120-AD94-573F369349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8" name="Group 175">
              <a:extLst>
                <a:ext uri="{FF2B5EF4-FFF2-40B4-BE49-F238E27FC236}">
                  <a16:creationId xmlns:a16="http://schemas.microsoft.com/office/drawing/2014/main" id="{61614811-C726-4F09-A46F-0645817F5D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81215" name="Freeform 84">
                <a:extLst>
                  <a:ext uri="{FF2B5EF4-FFF2-40B4-BE49-F238E27FC236}">
                    <a16:creationId xmlns:a16="http://schemas.microsoft.com/office/drawing/2014/main" id="{78D760E8-D302-49BA-BE31-AC52FD69C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16" name="TextBox 177">
                <a:extLst>
                  <a:ext uri="{FF2B5EF4-FFF2-40B4-BE49-F238E27FC236}">
                    <a16:creationId xmlns:a16="http://schemas.microsoft.com/office/drawing/2014/main" id="{DD08AE3B-6C99-4AE4-8689-0CDB2083E1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81209" name="TextBox 4">
              <a:extLst>
                <a:ext uri="{FF2B5EF4-FFF2-40B4-BE49-F238E27FC236}">
                  <a16:creationId xmlns:a16="http://schemas.microsoft.com/office/drawing/2014/main" id="{AE39F058-41FB-468D-B878-F9EBB3235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1210" name="TextBox 179">
              <a:extLst>
                <a:ext uri="{FF2B5EF4-FFF2-40B4-BE49-F238E27FC236}">
                  <a16:creationId xmlns:a16="http://schemas.microsoft.com/office/drawing/2014/main" id="{D2B03E94-8395-4D03-9CDA-2271BE35E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1211" name="TextBox 180">
              <a:extLst>
                <a:ext uri="{FF2B5EF4-FFF2-40B4-BE49-F238E27FC236}">
                  <a16:creationId xmlns:a16="http://schemas.microsoft.com/office/drawing/2014/main" id="{BC92B917-8070-433F-ADA9-BC00DB265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1212" name="TextBox 181">
              <a:extLst>
                <a:ext uri="{FF2B5EF4-FFF2-40B4-BE49-F238E27FC236}">
                  <a16:creationId xmlns:a16="http://schemas.microsoft.com/office/drawing/2014/main" id="{7CD799A2-495A-40C3-9E68-1D649EE5A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1213" name="TextBox 182">
              <a:extLst>
                <a:ext uri="{FF2B5EF4-FFF2-40B4-BE49-F238E27FC236}">
                  <a16:creationId xmlns:a16="http://schemas.microsoft.com/office/drawing/2014/main" id="{7D9480E8-46FF-49D8-96BB-EA041A7C8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1214" name="TextBox 183">
              <a:extLst>
                <a:ext uri="{FF2B5EF4-FFF2-40B4-BE49-F238E27FC236}">
                  <a16:creationId xmlns:a16="http://schemas.microsoft.com/office/drawing/2014/main" id="{F2A4F48A-6188-4CB8-8DDB-EBD7953A1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80901" name="Rectangle 3">
            <a:extLst>
              <a:ext uri="{FF2B5EF4-FFF2-40B4-BE49-F238E27FC236}">
                <a16:creationId xmlns:a16="http://schemas.microsoft.com/office/drawing/2014/main" id="{E5D9A067-3C7F-4AD6-AFF0-31CA0623F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TW" sz="2400"/>
              <a:t>But if one global ISP is viable business, there will be competitors ….  which must be interconnected</a:t>
            </a:r>
          </a:p>
        </p:txBody>
      </p:sp>
      <p:grpSp>
        <p:nvGrpSpPr>
          <p:cNvPr id="80902" name="Group 8">
            <a:extLst>
              <a:ext uri="{FF2B5EF4-FFF2-40B4-BE49-F238E27FC236}">
                <a16:creationId xmlns:a16="http://schemas.microsoft.com/office/drawing/2014/main" id="{C9F64F22-96EC-4479-95A5-4C9E0EA05B6D}"/>
              </a:ext>
            </a:extLst>
          </p:cNvPr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81110" name="Oval 3">
              <a:extLst>
                <a:ext uri="{FF2B5EF4-FFF2-40B4-BE49-F238E27FC236}">
                  <a16:creationId xmlns:a16="http://schemas.microsoft.com/office/drawing/2014/main" id="{9CBBD2DA-08C0-461A-871D-311CE388C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1111" name="Group 133">
              <a:extLst>
                <a:ext uri="{FF2B5EF4-FFF2-40B4-BE49-F238E27FC236}">
                  <a16:creationId xmlns:a16="http://schemas.microsoft.com/office/drawing/2014/main" id="{2001429C-9D39-4B96-ABE4-D142FF5F5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1185" name="Oval 407">
                <a:extLst>
                  <a:ext uri="{FF2B5EF4-FFF2-40B4-BE49-F238E27FC236}">
                    <a16:creationId xmlns:a16="http://schemas.microsoft.com/office/drawing/2014/main" id="{5457C828-406F-4120-A942-DC54806BE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86" name="Rectangle 410">
                <a:extLst>
                  <a:ext uri="{FF2B5EF4-FFF2-40B4-BE49-F238E27FC236}">
                    <a16:creationId xmlns:a16="http://schemas.microsoft.com/office/drawing/2014/main" id="{1C4A77F2-7D4B-4200-96D0-238C813B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87" name="Oval 411">
                <a:extLst>
                  <a:ext uri="{FF2B5EF4-FFF2-40B4-BE49-F238E27FC236}">
                    <a16:creationId xmlns:a16="http://schemas.microsoft.com/office/drawing/2014/main" id="{B830C9A7-940C-4E11-B071-7053F88F6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88" name="Group 137">
                <a:extLst>
                  <a:ext uri="{FF2B5EF4-FFF2-40B4-BE49-F238E27FC236}">
                    <a16:creationId xmlns:a16="http://schemas.microsoft.com/office/drawing/2014/main" id="{B520984D-AE04-4D9B-810D-2ED0D98999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91" name="Freeform 138">
                  <a:extLst>
                    <a:ext uri="{FF2B5EF4-FFF2-40B4-BE49-F238E27FC236}">
                      <a16:creationId xmlns:a16="http://schemas.microsoft.com/office/drawing/2014/main" id="{801705DC-52DD-424D-9C29-C1015A19B1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92" name="Freeform 139">
                  <a:extLst>
                    <a:ext uri="{FF2B5EF4-FFF2-40B4-BE49-F238E27FC236}">
                      <a16:creationId xmlns:a16="http://schemas.microsoft.com/office/drawing/2014/main" id="{69B80756-964F-4300-8845-444DF8F75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89" name="Line 140">
                <a:extLst>
                  <a:ext uri="{FF2B5EF4-FFF2-40B4-BE49-F238E27FC236}">
                    <a16:creationId xmlns:a16="http://schemas.microsoft.com/office/drawing/2014/main" id="{12526B55-4BBB-4EFA-8C33-861C88FA51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90" name="Line 141">
                <a:extLst>
                  <a:ext uri="{FF2B5EF4-FFF2-40B4-BE49-F238E27FC236}">
                    <a16:creationId xmlns:a16="http://schemas.microsoft.com/office/drawing/2014/main" id="{50DE5A88-2D4F-4F30-85DA-BE1F241F9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1112" name="Straight Connector 10">
              <a:extLst>
                <a:ext uri="{FF2B5EF4-FFF2-40B4-BE49-F238E27FC236}">
                  <a16:creationId xmlns:a16="http://schemas.microsoft.com/office/drawing/2014/main" id="{CC0D4F06-B0B1-4775-8715-EA4854044C1F}"/>
                </a:ext>
              </a:extLst>
            </p:cNvPr>
            <p:cNvCxnSpPr>
              <a:cxnSpLocks noChangeShapeType="1"/>
              <a:stCxn id="81190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3" name="Straight Connector 297">
              <a:extLst>
                <a:ext uri="{FF2B5EF4-FFF2-40B4-BE49-F238E27FC236}">
                  <a16:creationId xmlns:a16="http://schemas.microsoft.com/office/drawing/2014/main" id="{11FDB85F-2D8B-4519-A9E0-7A9B4BDE7F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4" name="Straight Connector 298">
              <a:extLst>
                <a:ext uri="{FF2B5EF4-FFF2-40B4-BE49-F238E27FC236}">
                  <a16:creationId xmlns:a16="http://schemas.microsoft.com/office/drawing/2014/main" id="{BF7DED2F-1C99-4603-B375-1716D6CA2C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5" name="Straight Connector 299">
              <a:extLst>
                <a:ext uri="{FF2B5EF4-FFF2-40B4-BE49-F238E27FC236}">
                  <a16:creationId xmlns:a16="http://schemas.microsoft.com/office/drawing/2014/main" id="{257A9F56-2849-4386-9D52-87A6E1D441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6" name="Straight Connector 300">
              <a:extLst>
                <a:ext uri="{FF2B5EF4-FFF2-40B4-BE49-F238E27FC236}">
                  <a16:creationId xmlns:a16="http://schemas.microsoft.com/office/drawing/2014/main" id="{96EBBFAD-FC03-4A07-9BD4-90A815B369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7" name="Straight Connector 301">
              <a:extLst>
                <a:ext uri="{FF2B5EF4-FFF2-40B4-BE49-F238E27FC236}">
                  <a16:creationId xmlns:a16="http://schemas.microsoft.com/office/drawing/2014/main" id="{5EFB7FA4-00E9-4DBE-96EC-CAC0688745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8" name="Straight Connector 302">
              <a:extLst>
                <a:ext uri="{FF2B5EF4-FFF2-40B4-BE49-F238E27FC236}">
                  <a16:creationId xmlns:a16="http://schemas.microsoft.com/office/drawing/2014/main" id="{9A4E91CF-49CB-462A-811A-CF4192470C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9" name="Straight Connector 303">
              <a:extLst>
                <a:ext uri="{FF2B5EF4-FFF2-40B4-BE49-F238E27FC236}">
                  <a16:creationId xmlns:a16="http://schemas.microsoft.com/office/drawing/2014/main" id="{BA37FE20-7B36-43F4-B415-7836C7F3CE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20" name="Straight Connector 304">
              <a:extLst>
                <a:ext uri="{FF2B5EF4-FFF2-40B4-BE49-F238E27FC236}">
                  <a16:creationId xmlns:a16="http://schemas.microsoft.com/office/drawing/2014/main" id="{97C2F70B-5B2B-47FF-9CE4-56FAEE1B8C22}"/>
                </a:ext>
              </a:extLst>
            </p:cNvPr>
            <p:cNvCxnSpPr>
              <a:cxnSpLocks noChangeShapeType="1"/>
              <a:endCxn id="81185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121" name="TextBox 39958">
              <a:extLst>
                <a:ext uri="{FF2B5EF4-FFF2-40B4-BE49-F238E27FC236}">
                  <a16:creationId xmlns:a16="http://schemas.microsoft.com/office/drawing/2014/main" id="{318D155F-61DF-4B0F-B3BD-6C395BD74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B</a:t>
              </a:r>
            </a:p>
          </p:txBody>
        </p:sp>
        <p:grpSp>
          <p:nvGrpSpPr>
            <p:cNvPr id="81122" name="Group 133">
              <a:extLst>
                <a:ext uri="{FF2B5EF4-FFF2-40B4-BE49-F238E27FC236}">
                  <a16:creationId xmlns:a16="http://schemas.microsoft.com/office/drawing/2014/main" id="{A922B54E-0F97-4741-B35F-BEC5C558AA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1177" name="Oval 407">
                <a:extLst>
                  <a:ext uri="{FF2B5EF4-FFF2-40B4-BE49-F238E27FC236}">
                    <a16:creationId xmlns:a16="http://schemas.microsoft.com/office/drawing/2014/main" id="{025F5598-847B-4229-BF0F-37C21C0B6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78" name="Rectangle 410">
                <a:extLst>
                  <a:ext uri="{FF2B5EF4-FFF2-40B4-BE49-F238E27FC236}">
                    <a16:creationId xmlns:a16="http://schemas.microsoft.com/office/drawing/2014/main" id="{7F92A4E9-AD34-4623-B1A9-2B87A78E9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79" name="Oval 411">
                <a:extLst>
                  <a:ext uri="{FF2B5EF4-FFF2-40B4-BE49-F238E27FC236}">
                    <a16:creationId xmlns:a16="http://schemas.microsoft.com/office/drawing/2014/main" id="{612CC67E-E802-49BA-9F17-2AADDDF1A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80" name="Group 137">
                <a:extLst>
                  <a:ext uri="{FF2B5EF4-FFF2-40B4-BE49-F238E27FC236}">
                    <a16:creationId xmlns:a16="http://schemas.microsoft.com/office/drawing/2014/main" id="{6F1F4E98-1AC3-4A85-88AC-B6A31C0913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83" name="Freeform 138">
                  <a:extLst>
                    <a:ext uri="{FF2B5EF4-FFF2-40B4-BE49-F238E27FC236}">
                      <a16:creationId xmlns:a16="http://schemas.microsoft.com/office/drawing/2014/main" id="{08A8D2B3-63C2-4AFF-9C62-B29A981855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84" name="Freeform 139">
                  <a:extLst>
                    <a:ext uri="{FF2B5EF4-FFF2-40B4-BE49-F238E27FC236}">
                      <a16:creationId xmlns:a16="http://schemas.microsoft.com/office/drawing/2014/main" id="{07130EC8-1937-4739-806C-112836C183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81" name="Line 140">
                <a:extLst>
                  <a:ext uri="{FF2B5EF4-FFF2-40B4-BE49-F238E27FC236}">
                    <a16:creationId xmlns:a16="http://schemas.microsoft.com/office/drawing/2014/main" id="{99BF1A70-5213-4606-872D-C960270AF4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82" name="Line 141">
                <a:extLst>
                  <a:ext uri="{FF2B5EF4-FFF2-40B4-BE49-F238E27FC236}">
                    <a16:creationId xmlns:a16="http://schemas.microsoft.com/office/drawing/2014/main" id="{CA6D2B0A-F88C-471F-8E7F-7FB487125A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3" name="Group 133">
              <a:extLst>
                <a:ext uri="{FF2B5EF4-FFF2-40B4-BE49-F238E27FC236}">
                  <a16:creationId xmlns:a16="http://schemas.microsoft.com/office/drawing/2014/main" id="{BBB7D6C6-B4B7-42D1-86AC-6F29C36ECA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1169" name="Oval 407">
                <a:extLst>
                  <a:ext uri="{FF2B5EF4-FFF2-40B4-BE49-F238E27FC236}">
                    <a16:creationId xmlns:a16="http://schemas.microsoft.com/office/drawing/2014/main" id="{1A0CC1D1-8747-4BA2-944B-86DFCFCA6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70" name="Rectangle 410">
                <a:extLst>
                  <a:ext uri="{FF2B5EF4-FFF2-40B4-BE49-F238E27FC236}">
                    <a16:creationId xmlns:a16="http://schemas.microsoft.com/office/drawing/2014/main" id="{9B8520E4-EC82-4C2E-8588-F8DB5B550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71" name="Oval 411">
                <a:extLst>
                  <a:ext uri="{FF2B5EF4-FFF2-40B4-BE49-F238E27FC236}">
                    <a16:creationId xmlns:a16="http://schemas.microsoft.com/office/drawing/2014/main" id="{89030283-9CBF-4C7C-BFD5-6895BAFF2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72" name="Group 137">
                <a:extLst>
                  <a:ext uri="{FF2B5EF4-FFF2-40B4-BE49-F238E27FC236}">
                    <a16:creationId xmlns:a16="http://schemas.microsoft.com/office/drawing/2014/main" id="{88C4230A-9607-435B-AF41-177A6ED525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75" name="Freeform 138">
                  <a:extLst>
                    <a:ext uri="{FF2B5EF4-FFF2-40B4-BE49-F238E27FC236}">
                      <a16:creationId xmlns:a16="http://schemas.microsoft.com/office/drawing/2014/main" id="{B225F0A5-E64A-4703-BB6A-EA2570C7EB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76" name="Freeform 139">
                  <a:extLst>
                    <a:ext uri="{FF2B5EF4-FFF2-40B4-BE49-F238E27FC236}">
                      <a16:creationId xmlns:a16="http://schemas.microsoft.com/office/drawing/2014/main" id="{34DCB36D-B2F5-4012-BC85-0DD3616720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73" name="Line 140">
                <a:extLst>
                  <a:ext uri="{FF2B5EF4-FFF2-40B4-BE49-F238E27FC236}">
                    <a16:creationId xmlns:a16="http://schemas.microsoft.com/office/drawing/2014/main" id="{9421A326-AA31-450B-AFA4-267CE4252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74" name="Line 141">
                <a:extLst>
                  <a:ext uri="{FF2B5EF4-FFF2-40B4-BE49-F238E27FC236}">
                    <a16:creationId xmlns:a16="http://schemas.microsoft.com/office/drawing/2014/main" id="{9B796197-1968-4C77-B8B2-BAE31F931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4" name="Group 133">
              <a:extLst>
                <a:ext uri="{FF2B5EF4-FFF2-40B4-BE49-F238E27FC236}">
                  <a16:creationId xmlns:a16="http://schemas.microsoft.com/office/drawing/2014/main" id="{F4361D8D-40D4-4E5A-A107-43004DA71E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1161" name="Oval 407">
                <a:extLst>
                  <a:ext uri="{FF2B5EF4-FFF2-40B4-BE49-F238E27FC236}">
                    <a16:creationId xmlns:a16="http://schemas.microsoft.com/office/drawing/2014/main" id="{AC51B766-855F-432A-898F-D73E62E02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62" name="Rectangle 410">
                <a:extLst>
                  <a:ext uri="{FF2B5EF4-FFF2-40B4-BE49-F238E27FC236}">
                    <a16:creationId xmlns:a16="http://schemas.microsoft.com/office/drawing/2014/main" id="{5E3C8F0D-DFDB-4AF5-81AE-577697019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63" name="Oval 411">
                <a:extLst>
                  <a:ext uri="{FF2B5EF4-FFF2-40B4-BE49-F238E27FC236}">
                    <a16:creationId xmlns:a16="http://schemas.microsoft.com/office/drawing/2014/main" id="{A2EA57A7-488C-423F-ACE5-47DB188F2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64" name="Group 137">
                <a:extLst>
                  <a:ext uri="{FF2B5EF4-FFF2-40B4-BE49-F238E27FC236}">
                    <a16:creationId xmlns:a16="http://schemas.microsoft.com/office/drawing/2014/main" id="{BE0642A1-E718-4A2A-AD2F-88B133A764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67" name="Freeform 138">
                  <a:extLst>
                    <a:ext uri="{FF2B5EF4-FFF2-40B4-BE49-F238E27FC236}">
                      <a16:creationId xmlns:a16="http://schemas.microsoft.com/office/drawing/2014/main" id="{D9F4B30D-E041-4F3A-B64E-EA58C527CD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68" name="Freeform 139">
                  <a:extLst>
                    <a:ext uri="{FF2B5EF4-FFF2-40B4-BE49-F238E27FC236}">
                      <a16:creationId xmlns:a16="http://schemas.microsoft.com/office/drawing/2014/main" id="{4CDE9BCB-97DF-4624-855E-336CA208E2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65" name="Line 140">
                <a:extLst>
                  <a:ext uri="{FF2B5EF4-FFF2-40B4-BE49-F238E27FC236}">
                    <a16:creationId xmlns:a16="http://schemas.microsoft.com/office/drawing/2014/main" id="{C5DD6151-784E-40C3-AFAA-71D2B6CD0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66" name="Line 141">
                <a:extLst>
                  <a:ext uri="{FF2B5EF4-FFF2-40B4-BE49-F238E27FC236}">
                    <a16:creationId xmlns:a16="http://schemas.microsoft.com/office/drawing/2014/main" id="{B7AE321D-42E4-4CE3-B40F-4FA2988D0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5" name="Group 133">
              <a:extLst>
                <a:ext uri="{FF2B5EF4-FFF2-40B4-BE49-F238E27FC236}">
                  <a16:creationId xmlns:a16="http://schemas.microsoft.com/office/drawing/2014/main" id="{557BCFCB-88C8-4630-ACD0-76E7BB64CA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1153" name="Oval 407">
                <a:extLst>
                  <a:ext uri="{FF2B5EF4-FFF2-40B4-BE49-F238E27FC236}">
                    <a16:creationId xmlns:a16="http://schemas.microsoft.com/office/drawing/2014/main" id="{59A01D26-E2C3-4C3D-99FD-E037AE87C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54" name="Rectangle 410">
                <a:extLst>
                  <a:ext uri="{FF2B5EF4-FFF2-40B4-BE49-F238E27FC236}">
                    <a16:creationId xmlns:a16="http://schemas.microsoft.com/office/drawing/2014/main" id="{D9FB341E-8428-405F-A988-AFF5F40B1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55" name="Oval 411">
                <a:extLst>
                  <a:ext uri="{FF2B5EF4-FFF2-40B4-BE49-F238E27FC236}">
                    <a16:creationId xmlns:a16="http://schemas.microsoft.com/office/drawing/2014/main" id="{118A527F-43D7-48D1-9397-FB18034E3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56" name="Group 137">
                <a:extLst>
                  <a:ext uri="{FF2B5EF4-FFF2-40B4-BE49-F238E27FC236}">
                    <a16:creationId xmlns:a16="http://schemas.microsoft.com/office/drawing/2014/main" id="{A2753C62-8058-4B48-849A-DC0334BC72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59" name="Freeform 138">
                  <a:extLst>
                    <a:ext uri="{FF2B5EF4-FFF2-40B4-BE49-F238E27FC236}">
                      <a16:creationId xmlns:a16="http://schemas.microsoft.com/office/drawing/2014/main" id="{54A1A2DC-10DB-4276-B843-F1B39D5AB4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60" name="Freeform 139">
                  <a:extLst>
                    <a:ext uri="{FF2B5EF4-FFF2-40B4-BE49-F238E27FC236}">
                      <a16:creationId xmlns:a16="http://schemas.microsoft.com/office/drawing/2014/main" id="{AAC3EF91-C697-4A43-9F73-44E61AB669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57" name="Line 140">
                <a:extLst>
                  <a:ext uri="{FF2B5EF4-FFF2-40B4-BE49-F238E27FC236}">
                    <a16:creationId xmlns:a16="http://schemas.microsoft.com/office/drawing/2014/main" id="{B855A916-B0E0-4DF7-8FD3-34453A6AB7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58" name="Line 141">
                <a:extLst>
                  <a:ext uri="{FF2B5EF4-FFF2-40B4-BE49-F238E27FC236}">
                    <a16:creationId xmlns:a16="http://schemas.microsoft.com/office/drawing/2014/main" id="{90DDF17E-6A75-4FB0-BC4F-E2851325C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6" name="Group 133">
              <a:extLst>
                <a:ext uri="{FF2B5EF4-FFF2-40B4-BE49-F238E27FC236}">
                  <a16:creationId xmlns:a16="http://schemas.microsoft.com/office/drawing/2014/main" id="{5588CF54-CD41-4A40-BC28-67B60863BE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1145" name="Oval 407">
                <a:extLst>
                  <a:ext uri="{FF2B5EF4-FFF2-40B4-BE49-F238E27FC236}">
                    <a16:creationId xmlns:a16="http://schemas.microsoft.com/office/drawing/2014/main" id="{37DEB053-6E69-4420-A105-CB78BA2EC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46" name="Rectangle 410">
                <a:extLst>
                  <a:ext uri="{FF2B5EF4-FFF2-40B4-BE49-F238E27FC236}">
                    <a16:creationId xmlns:a16="http://schemas.microsoft.com/office/drawing/2014/main" id="{B3A14959-B217-46D2-AC0D-2A5E4FDB9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47" name="Oval 411">
                <a:extLst>
                  <a:ext uri="{FF2B5EF4-FFF2-40B4-BE49-F238E27FC236}">
                    <a16:creationId xmlns:a16="http://schemas.microsoft.com/office/drawing/2014/main" id="{CB842FF6-7718-483C-8780-EDC722D19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48" name="Group 137">
                <a:extLst>
                  <a:ext uri="{FF2B5EF4-FFF2-40B4-BE49-F238E27FC236}">
                    <a16:creationId xmlns:a16="http://schemas.microsoft.com/office/drawing/2014/main" id="{75186C4A-CF02-44F1-BEE3-1677AA966E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51" name="Freeform 138">
                  <a:extLst>
                    <a:ext uri="{FF2B5EF4-FFF2-40B4-BE49-F238E27FC236}">
                      <a16:creationId xmlns:a16="http://schemas.microsoft.com/office/drawing/2014/main" id="{0232241B-488A-4CAC-B82A-182C9B4C8A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52" name="Freeform 139">
                  <a:extLst>
                    <a:ext uri="{FF2B5EF4-FFF2-40B4-BE49-F238E27FC236}">
                      <a16:creationId xmlns:a16="http://schemas.microsoft.com/office/drawing/2014/main" id="{B8A39390-5627-40CE-9AD3-D6B2040D2C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49" name="Line 140">
                <a:extLst>
                  <a:ext uri="{FF2B5EF4-FFF2-40B4-BE49-F238E27FC236}">
                    <a16:creationId xmlns:a16="http://schemas.microsoft.com/office/drawing/2014/main" id="{B5B5F177-28B0-42CE-A6B2-BA4876360B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50" name="Line 141">
                <a:extLst>
                  <a:ext uri="{FF2B5EF4-FFF2-40B4-BE49-F238E27FC236}">
                    <a16:creationId xmlns:a16="http://schemas.microsoft.com/office/drawing/2014/main" id="{4B35CA06-DE1A-4712-925C-8F51250EE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7" name="Group 133">
              <a:extLst>
                <a:ext uri="{FF2B5EF4-FFF2-40B4-BE49-F238E27FC236}">
                  <a16:creationId xmlns:a16="http://schemas.microsoft.com/office/drawing/2014/main" id="{D3AC61F1-4308-49CA-8348-AF3A86D095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1137" name="Oval 407">
                <a:extLst>
                  <a:ext uri="{FF2B5EF4-FFF2-40B4-BE49-F238E27FC236}">
                    <a16:creationId xmlns:a16="http://schemas.microsoft.com/office/drawing/2014/main" id="{1DBD1663-4EBB-43E9-A35C-74A461950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38" name="Rectangle 410">
                <a:extLst>
                  <a:ext uri="{FF2B5EF4-FFF2-40B4-BE49-F238E27FC236}">
                    <a16:creationId xmlns:a16="http://schemas.microsoft.com/office/drawing/2014/main" id="{3F771BD8-049A-4442-AA74-B2E313A23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39" name="Oval 411">
                <a:extLst>
                  <a:ext uri="{FF2B5EF4-FFF2-40B4-BE49-F238E27FC236}">
                    <a16:creationId xmlns:a16="http://schemas.microsoft.com/office/drawing/2014/main" id="{E3FB3B0A-301D-421A-B601-17B5D7962F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40" name="Group 137">
                <a:extLst>
                  <a:ext uri="{FF2B5EF4-FFF2-40B4-BE49-F238E27FC236}">
                    <a16:creationId xmlns:a16="http://schemas.microsoft.com/office/drawing/2014/main" id="{40AA54AD-985E-4211-BFD7-2D575F7F6A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43" name="Freeform 138">
                  <a:extLst>
                    <a:ext uri="{FF2B5EF4-FFF2-40B4-BE49-F238E27FC236}">
                      <a16:creationId xmlns:a16="http://schemas.microsoft.com/office/drawing/2014/main" id="{5FB2D335-9924-466A-B0BD-FC72B8568B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44" name="Freeform 139">
                  <a:extLst>
                    <a:ext uri="{FF2B5EF4-FFF2-40B4-BE49-F238E27FC236}">
                      <a16:creationId xmlns:a16="http://schemas.microsoft.com/office/drawing/2014/main" id="{F27CF49E-BF1B-453B-AD9D-27C24B640D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41" name="Line 140">
                <a:extLst>
                  <a:ext uri="{FF2B5EF4-FFF2-40B4-BE49-F238E27FC236}">
                    <a16:creationId xmlns:a16="http://schemas.microsoft.com/office/drawing/2014/main" id="{DB981C82-0E14-447F-B20C-000F9583D8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42" name="Line 141">
                <a:extLst>
                  <a:ext uri="{FF2B5EF4-FFF2-40B4-BE49-F238E27FC236}">
                    <a16:creationId xmlns:a16="http://schemas.microsoft.com/office/drawing/2014/main" id="{FAA50723-E148-43FD-8D7F-DEB652CA74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8" name="Group 133">
              <a:extLst>
                <a:ext uri="{FF2B5EF4-FFF2-40B4-BE49-F238E27FC236}">
                  <a16:creationId xmlns:a16="http://schemas.microsoft.com/office/drawing/2014/main" id="{E74E911A-EE8C-45DB-AA11-EFFE4FC5DC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1129" name="Oval 407">
                <a:extLst>
                  <a:ext uri="{FF2B5EF4-FFF2-40B4-BE49-F238E27FC236}">
                    <a16:creationId xmlns:a16="http://schemas.microsoft.com/office/drawing/2014/main" id="{38709830-6571-4016-9354-1205F00DC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30" name="Rectangle 410">
                <a:extLst>
                  <a:ext uri="{FF2B5EF4-FFF2-40B4-BE49-F238E27FC236}">
                    <a16:creationId xmlns:a16="http://schemas.microsoft.com/office/drawing/2014/main" id="{AE8456FB-3580-480B-A781-0A7CB732B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31" name="Oval 411">
                <a:extLst>
                  <a:ext uri="{FF2B5EF4-FFF2-40B4-BE49-F238E27FC236}">
                    <a16:creationId xmlns:a16="http://schemas.microsoft.com/office/drawing/2014/main" id="{F98F4C4A-3B21-4181-803A-3C265DADC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32" name="Group 137">
                <a:extLst>
                  <a:ext uri="{FF2B5EF4-FFF2-40B4-BE49-F238E27FC236}">
                    <a16:creationId xmlns:a16="http://schemas.microsoft.com/office/drawing/2014/main" id="{CD1A15EA-B133-4B2B-8ABF-A1452842D7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35" name="Freeform 138">
                  <a:extLst>
                    <a:ext uri="{FF2B5EF4-FFF2-40B4-BE49-F238E27FC236}">
                      <a16:creationId xmlns:a16="http://schemas.microsoft.com/office/drawing/2014/main" id="{84B3CB58-A310-46C5-BC2F-A4E64574EB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36" name="Freeform 139">
                  <a:extLst>
                    <a:ext uri="{FF2B5EF4-FFF2-40B4-BE49-F238E27FC236}">
                      <a16:creationId xmlns:a16="http://schemas.microsoft.com/office/drawing/2014/main" id="{67ECA2F0-9B5E-499C-892B-D8F6DB92F0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33" name="Line 140">
                <a:extLst>
                  <a:ext uri="{FF2B5EF4-FFF2-40B4-BE49-F238E27FC236}">
                    <a16:creationId xmlns:a16="http://schemas.microsoft.com/office/drawing/2014/main" id="{B13F7F4F-B2F2-4BAF-B9C9-CAF44D2A6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34" name="Line 141">
                <a:extLst>
                  <a:ext uri="{FF2B5EF4-FFF2-40B4-BE49-F238E27FC236}">
                    <a16:creationId xmlns:a16="http://schemas.microsoft.com/office/drawing/2014/main" id="{D8537AA9-0B8D-4A79-8D74-B8D1CC588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80903" name="Group 331">
            <a:extLst>
              <a:ext uri="{FF2B5EF4-FFF2-40B4-BE49-F238E27FC236}">
                <a16:creationId xmlns:a16="http://schemas.microsoft.com/office/drawing/2014/main" id="{B299C888-7319-4CD1-A1B3-308D5B3A1305}"/>
              </a:ext>
            </a:extLst>
          </p:cNvPr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81027" name="Oval 332">
              <a:extLst>
                <a:ext uri="{FF2B5EF4-FFF2-40B4-BE49-F238E27FC236}">
                  <a16:creationId xmlns:a16="http://schemas.microsoft.com/office/drawing/2014/main" id="{CEAE63FA-0FB8-4417-A28B-357C7EB8E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1028" name="Group 133">
              <a:extLst>
                <a:ext uri="{FF2B5EF4-FFF2-40B4-BE49-F238E27FC236}">
                  <a16:creationId xmlns:a16="http://schemas.microsoft.com/office/drawing/2014/main" id="{4A7CF941-0685-4155-994E-954ACE6A01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1102" name="Oval 407">
                <a:extLst>
                  <a:ext uri="{FF2B5EF4-FFF2-40B4-BE49-F238E27FC236}">
                    <a16:creationId xmlns:a16="http://schemas.microsoft.com/office/drawing/2014/main" id="{58A1C1D7-31B3-415B-83A8-1E1416185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03" name="Rectangle 410">
                <a:extLst>
                  <a:ext uri="{FF2B5EF4-FFF2-40B4-BE49-F238E27FC236}">
                    <a16:creationId xmlns:a16="http://schemas.microsoft.com/office/drawing/2014/main" id="{5D3DDF3E-C6AC-4199-B7E0-F34A2E4BB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04" name="Oval 411">
                <a:extLst>
                  <a:ext uri="{FF2B5EF4-FFF2-40B4-BE49-F238E27FC236}">
                    <a16:creationId xmlns:a16="http://schemas.microsoft.com/office/drawing/2014/main" id="{47553B7D-F04A-442A-AB71-376720223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05" name="Group 137">
                <a:extLst>
                  <a:ext uri="{FF2B5EF4-FFF2-40B4-BE49-F238E27FC236}">
                    <a16:creationId xmlns:a16="http://schemas.microsoft.com/office/drawing/2014/main" id="{0705350B-EF9A-4BE7-A525-E6E2A7B2B9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08" name="Freeform 138">
                  <a:extLst>
                    <a:ext uri="{FF2B5EF4-FFF2-40B4-BE49-F238E27FC236}">
                      <a16:creationId xmlns:a16="http://schemas.microsoft.com/office/drawing/2014/main" id="{12941D63-9896-4727-81E8-56BB5030EB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09" name="Freeform 139">
                  <a:extLst>
                    <a:ext uri="{FF2B5EF4-FFF2-40B4-BE49-F238E27FC236}">
                      <a16:creationId xmlns:a16="http://schemas.microsoft.com/office/drawing/2014/main" id="{D17CA203-34BB-47BD-A1AE-0189A85D9A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06" name="Line 140">
                <a:extLst>
                  <a:ext uri="{FF2B5EF4-FFF2-40B4-BE49-F238E27FC236}">
                    <a16:creationId xmlns:a16="http://schemas.microsoft.com/office/drawing/2014/main" id="{A1E2A3CF-2A43-4E45-A5AD-502653995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07" name="Line 141">
                <a:extLst>
                  <a:ext uri="{FF2B5EF4-FFF2-40B4-BE49-F238E27FC236}">
                    <a16:creationId xmlns:a16="http://schemas.microsoft.com/office/drawing/2014/main" id="{CF0C3B59-DF29-4769-8354-B5C563FFD2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1029" name="Straight Connector 334">
              <a:extLst>
                <a:ext uri="{FF2B5EF4-FFF2-40B4-BE49-F238E27FC236}">
                  <a16:creationId xmlns:a16="http://schemas.microsoft.com/office/drawing/2014/main" id="{023CA378-CE4A-4C28-BB53-1E2D6E1C13CF}"/>
                </a:ext>
              </a:extLst>
            </p:cNvPr>
            <p:cNvCxnSpPr>
              <a:cxnSpLocks noChangeShapeType="1"/>
              <a:stCxn id="81107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0" name="Straight Connector 335">
              <a:extLst>
                <a:ext uri="{FF2B5EF4-FFF2-40B4-BE49-F238E27FC236}">
                  <a16:creationId xmlns:a16="http://schemas.microsoft.com/office/drawing/2014/main" id="{B1A035EB-250D-4FFA-9624-C15E0F530B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1" name="Straight Connector 336">
              <a:extLst>
                <a:ext uri="{FF2B5EF4-FFF2-40B4-BE49-F238E27FC236}">
                  <a16:creationId xmlns:a16="http://schemas.microsoft.com/office/drawing/2014/main" id="{18C463A7-218F-404B-B69A-E379791307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2" name="Straight Connector 337">
              <a:extLst>
                <a:ext uri="{FF2B5EF4-FFF2-40B4-BE49-F238E27FC236}">
                  <a16:creationId xmlns:a16="http://schemas.microsoft.com/office/drawing/2014/main" id="{B4FCF9DF-C02D-47AE-A2B1-6FAB82DF5C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3" name="Straight Connector 338">
              <a:extLst>
                <a:ext uri="{FF2B5EF4-FFF2-40B4-BE49-F238E27FC236}">
                  <a16:creationId xmlns:a16="http://schemas.microsoft.com/office/drawing/2014/main" id="{FBEF4485-1BBC-47EB-9280-B6E14EC608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4" name="Straight Connector 339">
              <a:extLst>
                <a:ext uri="{FF2B5EF4-FFF2-40B4-BE49-F238E27FC236}">
                  <a16:creationId xmlns:a16="http://schemas.microsoft.com/office/drawing/2014/main" id="{FD153243-6F47-47CA-B5AC-FFBF3BADE9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5" name="Straight Connector 340">
              <a:extLst>
                <a:ext uri="{FF2B5EF4-FFF2-40B4-BE49-F238E27FC236}">
                  <a16:creationId xmlns:a16="http://schemas.microsoft.com/office/drawing/2014/main" id="{F9627DCC-C751-44C9-ABFB-0B699249E4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6" name="Straight Connector 341">
              <a:extLst>
                <a:ext uri="{FF2B5EF4-FFF2-40B4-BE49-F238E27FC236}">
                  <a16:creationId xmlns:a16="http://schemas.microsoft.com/office/drawing/2014/main" id="{D6085010-9DA2-4D5B-BE20-65B5E584FD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7" name="Straight Connector 342">
              <a:extLst>
                <a:ext uri="{FF2B5EF4-FFF2-40B4-BE49-F238E27FC236}">
                  <a16:creationId xmlns:a16="http://schemas.microsoft.com/office/drawing/2014/main" id="{091733D1-5349-48B7-B50D-F598C84CF198}"/>
                </a:ext>
              </a:extLst>
            </p:cNvPr>
            <p:cNvCxnSpPr>
              <a:cxnSpLocks noChangeShapeType="1"/>
              <a:endCxn id="81102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038" name="TextBox 343">
              <a:extLst>
                <a:ext uri="{FF2B5EF4-FFF2-40B4-BE49-F238E27FC236}">
                  <a16:creationId xmlns:a16="http://schemas.microsoft.com/office/drawing/2014/main" id="{A0F7616D-4FB7-4EA3-A180-BB1F9149C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A</a:t>
              </a:r>
            </a:p>
          </p:txBody>
        </p:sp>
        <p:grpSp>
          <p:nvGrpSpPr>
            <p:cNvPr id="81039" name="Group 133">
              <a:extLst>
                <a:ext uri="{FF2B5EF4-FFF2-40B4-BE49-F238E27FC236}">
                  <a16:creationId xmlns:a16="http://schemas.microsoft.com/office/drawing/2014/main" id="{E1AD4837-7C5A-4A1A-9C7F-4396335BD9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1094" name="Oval 407">
                <a:extLst>
                  <a:ext uri="{FF2B5EF4-FFF2-40B4-BE49-F238E27FC236}">
                    <a16:creationId xmlns:a16="http://schemas.microsoft.com/office/drawing/2014/main" id="{38317135-E02C-49ED-B20D-237511448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95" name="Rectangle 410">
                <a:extLst>
                  <a:ext uri="{FF2B5EF4-FFF2-40B4-BE49-F238E27FC236}">
                    <a16:creationId xmlns:a16="http://schemas.microsoft.com/office/drawing/2014/main" id="{2D3FAE65-42B8-4A64-A830-F591DF6A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96" name="Oval 411">
                <a:extLst>
                  <a:ext uri="{FF2B5EF4-FFF2-40B4-BE49-F238E27FC236}">
                    <a16:creationId xmlns:a16="http://schemas.microsoft.com/office/drawing/2014/main" id="{FD4BEC28-D425-4889-991D-059D02EBA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97" name="Group 137">
                <a:extLst>
                  <a:ext uri="{FF2B5EF4-FFF2-40B4-BE49-F238E27FC236}">
                    <a16:creationId xmlns:a16="http://schemas.microsoft.com/office/drawing/2014/main" id="{B35FFEB5-2DC0-4953-9470-3418DBF595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00" name="Freeform 138">
                  <a:extLst>
                    <a:ext uri="{FF2B5EF4-FFF2-40B4-BE49-F238E27FC236}">
                      <a16:creationId xmlns:a16="http://schemas.microsoft.com/office/drawing/2014/main" id="{597B27DF-9AB9-4C51-A79F-7E3C583FE0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01" name="Freeform 139">
                  <a:extLst>
                    <a:ext uri="{FF2B5EF4-FFF2-40B4-BE49-F238E27FC236}">
                      <a16:creationId xmlns:a16="http://schemas.microsoft.com/office/drawing/2014/main" id="{D7D2B998-D9D0-410E-96E4-661465833E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98" name="Line 140">
                <a:extLst>
                  <a:ext uri="{FF2B5EF4-FFF2-40B4-BE49-F238E27FC236}">
                    <a16:creationId xmlns:a16="http://schemas.microsoft.com/office/drawing/2014/main" id="{4E90E9A2-2AED-4A02-B93E-0574D43B6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99" name="Line 141">
                <a:extLst>
                  <a:ext uri="{FF2B5EF4-FFF2-40B4-BE49-F238E27FC236}">
                    <a16:creationId xmlns:a16="http://schemas.microsoft.com/office/drawing/2014/main" id="{B7024178-8934-4EAB-A02E-5D2FA099F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0" name="Group 133">
              <a:extLst>
                <a:ext uri="{FF2B5EF4-FFF2-40B4-BE49-F238E27FC236}">
                  <a16:creationId xmlns:a16="http://schemas.microsoft.com/office/drawing/2014/main" id="{F4CD689A-8B8B-461E-919B-74F5750CBC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1086" name="Oval 407">
                <a:extLst>
                  <a:ext uri="{FF2B5EF4-FFF2-40B4-BE49-F238E27FC236}">
                    <a16:creationId xmlns:a16="http://schemas.microsoft.com/office/drawing/2014/main" id="{A17A78BF-D731-4699-BAD0-12BA32464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87" name="Rectangle 410">
                <a:extLst>
                  <a:ext uri="{FF2B5EF4-FFF2-40B4-BE49-F238E27FC236}">
                    <a16:creationId xmlns:a16="http://schemas.microsoft.com/office/drawing/2014/main" id="{C6878E33-E0CE-47B6-AAB2-057C16398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88" name="Oval 411">
                <a:extLst>
                  <a:ext uri="{FF2B5EF4-FFF2-40B4-BE49-F238E27FC236}">
                    <a16:creationId xmlns:a16="http://schemas.microsoft.com/office/drawing/2014/main" id="{BAA8B12A-FA79-466F-A6B9-C5FD66495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89" name="Group 137">
                <a:extLst>
                  <a:ext uri="{FF2B5EF4-FFF2-40B4-BE49-F238E27FC236}">
                    <a16:creationId xmlns:a16="http://schemas.microsoft.com/office/drawing/2014/main" id="{7F463643-8BCD-498E-9915-2D7A94BEA8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92" name="Freeform 138">
                  <a:extLst>
                    <a:ext uri="{FF2B5EF4-FFF2-40B4-BE49-F238E27FC236}">
                      <a16:creationId xmlns:a16="http://schemas.microsoft.com/office/drawing/2014/main" id="{358FA7C1-C493-4654-B6C4-D41693FE98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93" name="Freeform 139">
                  <a:extLst>
                    <a:ext uri="{FF2B5EF4-FFF2-40B4-BE49-F238E27FC236}">
                      <a16:creationId xmlns:a16="http://schemas.microsoft.com/office/drawing/2014/main" id="{80FFD731-8080-47F0-9E4C-16A3B22F3E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90" name="Line 140">
                <a:extLst>
                  <a:ext uri="{FF2B5EF4-FFF2-40B4-BE49-F238E27FC236}">
                    <a16:creationId xmlns:a16="http://schemas.microsoft.com/office/drawing/2014/main" id="{479E8403-AB3B-4FFE-BD50-BAFD6FAFD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91" name="Line 141">
                <a:extLst>
                  <a:ext uri="{FF2B5EF4-FFF2-40B4-BE49-F238E27FC236}">
                    <a16:creationId xmlns:a16="http://schemas.microsoft.com/office/drawing/2014/main" id="{8F143974-A06E-40CF-889F-EA1C35122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1" name="Group 133">
              <a:extLst>
                <a:ext uri="{FF2B5EF4-FFF2-40B4-BE49-F238E27FC236}">
                  <a16:creationId xmlns:a16="http://schemas.microsoft.com/office/drawing/2014/main" id="{E715A5F1-9702-43F0-B739-6AF519C42F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1078" name="Oval 407">
                <a:extLst>
                  <a:ext uri="{FF2B5EF4-FFF2-40B4-BE49-F238E27FC236}">
                    <a16:creationId xmlns:a16="http://schemas.microsoft.com/office/drawing/2014/main" id="{B0029DD6-1101-4AB8-BE7F-EE2F8EBCB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79" name="Rectangle 410">
                <a:extLst>
                  <a:ext uri="{FF2B5EF4-FFF2-40B4-BE49-F238E27FC236}">
                    <a16:creationId xmlns:a16="http://schemas.microsoft.com/office/drawing/2014/main" id="{5BB68FD9-ACA3-4482-90A1-AA7D96751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80" name="Oval 411">
                <a:extLst>
                  <a:ext uri="{FF2B5EF4-FFF2-40B4-BE49-F238E27FC236}">
                    <a16:creationId xmlns:a16="http://schemas.microsoft.com/office/drawing/2014/main" id="{CE687833-2724-4424-A565-EED866713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81" name="Group 137">
                <a:extLst>
                  <a:ext uri="{FF2B5EF4-FFF2-40B4-BE49-F238E27FC236}">
                    <a16:creationId xmlns:a16="http://schemas.microsoft.com/office/drawing/2014/main" id="{34449F9C-DE05-44EA-96A6-7947CB5BE2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84" name="Freeform 138">
                  <a:extLst>
                    <a:ext uri="{FF2B5EF4-FFF2-40B4-BE49-F238E27FC236}">
                      <a16:creationId xmlns:a16="http://schemas.microsoft.com/office/drawing/2014/main" id="{15DDAADA-7C6B-4B65-BF44-0CB1AF35E5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85" name="Freeform 139">
                  <a:extLst>
                    <a:ext uri="{FF2B5EF4-FFF2-40B4-BE49-F238E27FC236}">
                      <a16:creationId xmlns:a16="http://schemas.microsoft.com/office/drawing/2014/main" id="{8ED0C9AF-C908-446C-906E-252B4DAB7F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82" name="Line 140">
                <a:extLst>
                  <a:ext uri="{FF2B5EF4-FFF2-40B4-BE49-F238E27FC236}">
                    <a16:creationId xmlns:a16="http://schemas.microsoft.com/office/drawing/2014/main" id="{6E8B3EF6-DB7E-45A8-B2EB-3C46F69ED5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83" name="Line 141">
                <a:extLst>
                  <a:ext uri="{FF2B5EF4-FFF2-40B4-BE49-F238E27FC236}">
                    <a16:creationId xmlns:a16="http://schemas.microsoft.com/office/drawing/2014/main" id="{4FB93869-D022-46FF-87F0-018A820BB8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2" name="Group 133">
              <a:extLst>
                <a:ext uri="{FF2B5EF4-FFF2-40B4-BE49-F238E27FC236}">
                  <a16:creationId xmlns:a16="http://schemas.microsoft.com/office/drawing/2014/main" id="{F335D2B4-82B0-4776-938A-62B5213D49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1070" name="Oval 407">
                <a:extLst>
                  <a:ext uri="{FF2B5EF4-FFF2-40B4-BE49-F238E27FC236}">
                    <a16:creationId xmlns:a16="http://schemas.microsoft.com/office/drawing/2014/main" id="{E162A136-21E1-4D23-A4DC-D2DECBCDCB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71" name="Rectangle 410">
                <a:extLst>
                  <a:ext uri="{FF2B5EF4-FFF2-40B4-BE49-F238E27FC236}">
                    <a16:creationId xmlns:a16="http://schemas.microsoft.com/office/drawing/2014/main" id="{3CEB090D-C82C-43DF-A789-BA719B2ED5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72" name="Oval 411">
                <a:extLst>
                  <a:ext uri="{FF2B5EF4-FFF2-40B4-BE49-F238E27FC236}">
                    <a16:creationId xmlns:a16="http://schemas.microsoft.com/office/drawing/2014/main" id="{D4E15ACF-48F7-4CB7-B4C1-EE05CFDE27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73" name="Group 137">
                <a:extLst>
                  <a:ext uri="{FF2B5EF4-FFF2-40B4-BE49-F238E27FC236}">
                    <a16:creationId xmlns:a16="http://schemas.microsoft.com/office/drawing/2014/main" id="{8AE376F5-70A8-4F0F-92BD-2C2C850EC1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76" name="Freeform 138">
                  <a:extLst>
                    <a:ext uri="{FF2B5EF4-FFF2-40B4-BE49-F238E27FC236}">
                      <a16:creationId xmlns:a16="http://schemas.microsoft.com/office/drawing/2014/main" id="{6E4022A0-715A-46D8-996C-2F2A2D031E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77" name="Freeform 139">
                  <a:extLst>
                    <a:ext uri="{FF2B5EF4-FFF2-40B4-BE49-F238E27FC236}">
                      <a16:creationId xmlns:a16="http://schemas.microsoft.com/office/drawing/2014/main" id="{97539150-050D-4F5F-856C-41F5F84E87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74" name="Line 140">
                <a:extLst>
                  <a:ext uri="{FF2B5EF4-FFF2-40B4-BE49-F238E27FC236}">
                    <a16:creationId xmlns:a16="http://schemas.microsoft.com/office/drawing/2014/main" id="{B1E393B4-4724-4F65-9CED-D5F6B7199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75" name="Line 141">
                <a:extLst>
                  <a:ext uri="{FF2B5EF4-FFF2-40B4-BE49-F238E27FC236}">
                    <a16:creationId xmlns:a16="http://schemas.microsoft.com/office/drawing/2014/main" id="{C79207D5-470B-454B-809B-12D1B2BC4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3" name="Group 133">
              <a:extLst>
                <a:ext uri="{FF2B5EF4-FFF2-40B4-BE49-F238E27FC236}">
                  <a16:creationId xmlns:a16="http://schemas.microsoft.com/office/drawing/2014/main" id="{0B0BBD7A-40AD-4B70-B3CD-2DBE01054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1062" name="Oval 407">
                <a:extLst>
                  <a:ext uri="{FF2B5EF4-FFF2-40B4-BE49-F238E27FC236}">
                    <a16:creationId xmlns:a16="http://schemas.microsoft.com/office/drawing/2014/main" id="{67838D92-C70E-4424-A06D-2131D19FA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63" name="Rectangle 410">
                <a:extLst>
                  <a:ext uri="{FF2B5EF4-FFF2-40B4-BE49-F238E27FC236}">
                    <a16:creationId xmlns:a16="http://schemas.microsoft.com/office/drawing/2014/main" id="{E957E125-6C96-4175-876E-6B6FF105B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64" name="Oval 411">
                <a:extLst>
                  <a:ext uri="{FF2B5EF4-FFF2-40B4-BE49-F238E27FC236}">
                    <a16:creationId xmlns:a16="http://schemas.microsoft.com/office/drawing/2014/main" id="{1E997554-3309-4B0E-8EFC-ED4B07C3F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65" name="Group 137">
                <a:extLst>
                  <a:ext uri="{FF2B5EF4-FFF2-40B4-BE49-F238E27FC236}">
                    <a16:creationId xmlns:a16="http://schemas.microsoft.com/office/drawing/2014/main" id="{1E12530E-06D9-433B-89CF-2BB9D3439D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68" name="Freeform 138">
                  <a:extLst>
                    <a:ext uri="{FF2B5EF4-FFF2-40B4-BE49-F238E27FC236}">
                      <a16:creationId xmlns:a16="http://schemas.microsoft.com/office/drawing/2014/main" id="{80BF0189-90AE-4C35-BF0F-41A5ED4FDC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69" name="Freeform 139">
                  <a:extLst>
                    <a:ext uri="{FF2B5EF4-FFF2-40B4-BE49-F238E27FC236}">
                      <a16:creationId xmlns:a16="http://schemas.microsoft.com/office/drawing/2014/main" id="{732FBD20-AB61-4B6A-AE64-E55AFA32A1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66" name="Line 140">
                <a:extLst>
                  <a:ext uri="{FF2B5EF4-FFF2-40B4-BE49-F238E27FC236}">
                    <a16:creationId xmlns:a16="http://schemas.microsoft.com/office/drawing/2014/main" id="{C51680EE-EB9D-497E-8FCF-A491484E4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67" name="Line 141">
                <a:extLst>
                  <a:ext uri="{FF2B5EF4-FFF2-40B4-BE49-F238E27FC236}">
                    <a16:creationId xmlns:a16="http://schemas.microsoft.com/office/drawing/2014/main" id="{2263D065-CD34-44DE-996E-1E1F69BA17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4" name="Group 133">
              <a:extLst>
                <a:ext uri="{FF2B5EF4-FFF2-40B4-BE49-F238E27FC236}">
                  <a16:creationId xmlns:a16="http://schemas.microsoft.com/office/drawing/2014/main" id="{76644E45-E9E9-44CD-BED8-B8457EFDA7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1054" name="Oval 407">
                <a:extLst>
                  <a:ext uri="{FF2B5EF4-FFF2-40B4-BE49-F238E27FC236}">
                    <a16:creationId xmlns:a16="http://schemas.microsoft.com/office/drawing/2014/main" id="{65677F9C-948C-4410-B5C6-00CDA44F3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55" name="Rectangle 410">
                <a:extLst>
                  <a:ext uri="{FF2B5EF4-FFF2-40B4-BE49-F238E27FC236}">
                    <a16:creationId xmlns:a16="http://schemas.microsoft.com/office/drawing/2014/main" id="{731FBDAD-7900-4D30-A685-41E0DCABA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56" name="Oval 411">
                <a:extLst>
                  <a:ext uri="{FF2B5EF4-FFF2-40B4-BE49-F238E27FC236}">
                    <a16:creationId xmlns:a16="http://schemas.microsoft.com/office/drawing/2014/main" id="{761FEC02-8297-44F5-AB6D-7E2E37164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57" name="Group 137">
                <a:extLst>
                  <a:ext uri="{FF2B5EF4-FFF2-40B4-BE49-F238E27FC236}">
                    <a16:creationId xmlns:a16="http://schemas.microsoft.com/office/drawing/2014/main" id="{3955C303-CA89-450A-A72C-BA5571E95F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60" name="Freeform 138">
                  <a:extLst>
                    <a:ext uri="{FF2B5EF4-FFF2-40B4-BE49-F238E27FC236}">
                      <a16:creationId xmlns:a16="http://schemas.microsoft.com/office/drawing/2014/main" id="{2D80DA23-B233-4B61-8C66-73F4728051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61" name="Freeform 139">
                  <a:extLst>
                    <a:ext uri="{FF2B5EF4-FFF2-40B4-BE49-F238E27FC236}">
                      <a16:creationId xmlns:a16="http://schemas.microsoft.com/office/drawing/2014/main" id="{54B2F9BF-9EA7-4FE3-84F0-F541596A39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58" name="Line 140">
                <a:extLst>
                  <a:ext uri="{FF2B5EF4-FFF2-40B4-BE49-F238E27FC236}">
                    <a16:creationId xmlns:a16="http://schemas.microsoft.com/office/drawing/2014/main" id="{85977DF0-6744-4201-98B1-74AF19F7BE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59" name="Line 141">
                <a:extLst>
                  <a:ext uri="{FF2B5EF4-FFF2-40B4-BE49-F238E27FC236}">
                    <a16:creationId xmlns:a16="http://schemas.microsoft.com/office/drawing/2014/main" id="{4B4AD76C-AA58-4933-8CC3-F02C61534A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5" name="Group 133">
              <a:extLst>
                <a:ext uri="{FF2B5EF4-FFF2-40B4-BE49-F238E27FC236}">
                  <a16:creationId xmlns:a16="http://schemas.microsoft.com/office/drawing/2014/main" id="{AB1BA8A4-5C40-4A49-BA28-D790FD8855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1046" name="Oval 407">
                <a:extLst>
                  <a:ext uri="{FF2B5EF4-FFF2-40B4-BE49-F238E27FC236}">
                    <a16:creationId xmlns:a16="http://schemas.microsoft.com/office/drawing/2014/main" id="{3D18F71F-2B80-488B-B115-7F66A0F7DE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47" name="Rectangle 410">
                <a:extLst>
                  <a:ext uri="{FF2B5EF4-FFF2-40B4-BE49-F238E27FC236}">
                    <a16:creationId xmlns:a16="http://schemas.microsoft.com/office/drawing/2014/main" id="{9950FF8D-D1E0-424B-AF9E-56E3D652A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48" name="Oval 411">
                <a:extLst>
                  <a:ext uri="{FF2B5EF4-FFF2-40B4-BE49-F238E27FC236}">
                    <a16:creationId xmlns:a16="http://schemas.microsoft.com/office/drawing/2014/main" id="{D96D91A0-4BCE-4ECD-9920-013A3BB2C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49" name="Group 137">
                <a:extLst>
                  <a:ext uri="{FF2B5EF4-FFF2-40B4-BE49-F238E27FC236}">
                    <a16:creationId xmlns:a16="http://schemas.microsoft.com/office/drawing/2014/main" id="{ACF71936-1182-4FCD-B244-9FECC84872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52" name="Freeform 138">
                  <a:extLst>
                    <a:ext uri="{FF2B5EF4-FFF2-40B4-BE49-F238E27FC236}">
                      <a16:creationId xmlns:a16="http://schemas.microsoft.com/office/drawing/2014/main" id="{45F964C6-892C-46A7-A836-5010DC6D56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53" name="Freeform 139">
                  <a:extLst>
                    <a:ext uri="{FF2B5EF4-FFF2-40B4-BE49-F238E27FC236}">
                      <a16:creationId xmlns:a16="http://schemas.microsoft.com/office/drawing/2014/main" id="{3B0C3495-3403-4494-B9D9-B68BAD3E2E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50" name="Line 140">
                <a:extLst>
                  <a:ext uri="{FF2B5EF4-FFF2-40B4-BE49-F238E27FC236}">
                    <a16:creationId xmlns:a16="http://schemas.microsoft.com/office/drawing/2014/main" id="{C9FA880E-1DDB-4F69-ACA3-2BFCFDE1FA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51" name="Line 141">
                <a:extLst>
                  <a:ext uri="{FF2B5EF4-FFF2-40B4-BE49-F238E27FC236}">
                    <a16:creationId xmlns:a16="http://schemas.microsoft.com/office/drawing/2014/main" id="{78532F6A-6506-409D-9FEF-FB0EA6551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80904" name="Group 416">
            <a:extLst>
              <a:ext uri="{FF2B5EF4-FFF2-40B4-BE49-F238E27FC236}">
                <a16:creationId xmlns:a16="http://schemas.microsoft.com/office/drawing/2014/main" id="{12456537-3193-4EBF-8703-2DC81066A909}"/>
              </a:ext>
            </a:extLst>
          </p:cNvPr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80944" name="Oval 417">
              <a:extLst>
                <a:ext uri="{FF2B5EF4-FFF2-40B4-BE49-F238E27FC236}">
                  <a16:creationId xmlns:a16="http://schemas.microsoft.com/office/drawing/2014/main" id="{97D120BD-E52B-4F66-A641-25BC7D3D7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0945" name="Group 133">
              <a:extLst>
                <a:ext uri="{FF2B5EF4-FFF2-40B4-BE49-F238E27FC236}">
                  <a16:creationId xmlns:a16="http://schemas.microsoft.com/office/drawing/2014/main" id="{F12D07F8-EAE0-4F95-ACA1-672D5F62EB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1019" name="Oval 492">
                <a:extLst>
                  <a:ext uri="{FF2B5EF4-FFF2-40B4-BE49-F238E27FC236}">
                    <a16:creationId xmlns:a16="http://schemas.microsoft.com/office/drawing/2014/main" id="{B3B02D0A-FEFB-4296-9FC1-1948E4960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20" name="Rectangle 410">
                <a:extLst>
                  <a:ext uri="{FF2B5EF4-FFF2-40B4-BE49-F238E27FC236}">
                    <a16:creationId xmlns:a16="http://schemas.microsoft.com/office/drawing/2014/main" id="{007C7F59-70DC-4918-9FB3-4A3D93AF0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21" name="Oval 411">
                <a:extLst>
                  <a:ext uri="{FF2B5EF4-FFF2-40B4-BE49-F238E27FC236}">
                    <a16:creationId xmlns:a16="http://schemas.microsoft.com/office/drawing/2014/main" id="{C51CD248-B5D3-40FE-8E02-34197308F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22" name="Group 137">
                <a:extLst>
                  <a:ext uri="{FF2B5EF4-FFF2-40B4-BE49-F238E27FC236}">
                    <a16:creationId xmlns:a16="http://schemas.microsoft.com/office/drawing/2014/main" id="{D3FED076-C86D-4938-8BF4-E12D632FC8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25" name="Freeform 138">
                  <a:extLst>
                    <a:ext uri="{FF2B5EF4-FFF2-40B4-BE49-F238E27FC236}">
                      <a16:creationId xmlns:a16="http://schemas.microsoft.com/office/drawing/2014/main" id="{189842EB-783F-4FBD-AD73-99769F1F33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26" name="Freeform 139">
                  <a:extLst>
                    <a:ext uri="{FF2B5EF4-FFF2-40B4-BE49-F238E27FC236}">
                      <a16:creationId xmlns:a16="http://schemas.microsoft.com/office/drawing/2014/main" id="{9788FF70-6823-4086-9C32-C5B6C24BD5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23" name="Line 140">
                <a:extLst>
                  <a:ext uri="{FF2B5EF4-FFF2-40B4-BE49-F238E27FC236}">
                    <a16:creationId xmlns:a16="http://schemas.microsoft.com/office/drawing/2014/main" id="{DB3445F2-AB92-4063-A344-5D46391A9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24" name="Line 141">
                <a:extLst>
                  <a:ext uri="{FF2B5EF4-FFF2-40B4-BE49-F238E27FC236}">
                    <a16:creationId xmlns:a16="http://schemas.microsoft.com/office/drawing/2014/main" id="{CDA1B571-0B6D-4965-8DD0-7665E39A39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0946" name="Straight Connector 419">
              <a:extLst>
                <a:ext uri="{FF2B5EF4-FFF2-40B4-BE49-F238E27FC236}">
                  <a16:creationId xmlns:a16="http://schemas.microsoft.com/office/drawing/2014/main" id="{64494D9A-4716-4909-9914-CAA35E794850}"/>
                </a:ext>
              </a:extLst>
            </p:cNvPr>
            <p:cNvCxnSpPr>
              <a:cxnSpLocks noChangeShapeType="1"/>
              <a:stCxn id="81024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47" name="Straight Connector 420">
              <a:extLst>
                <a:ext uri="{FF2B5EF4-FFF2-40B4-BE49-F238E27FC236}">
                  <a16:creationId xmlns:a16="http://schemas.microsoft.com/office/drawing/2014/main" id="{D31EFDA0-26DC-4F64-BD27-D80B1A74E6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48" name="Straight Connector 421">
              <a:extLst>
                <a:ext uri="{FF2B5EF4-FFF2-40B4-BE49-F238E27FC236}">
                  <a16:creationId xmlns:a16="http://schemas.microsoft.com/office/drawing/2014/main" id="{065A00A8-C9EA-44B2-890A-59BD3252DC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49" name="Straight Connector 422">
              <a:extLst>
                <a:ext uri="{FF2B5EF4-FFF2-40B4-BE49-F238E27FC236}">
                  <a16:creationId xmlns:a16="http://schemas.microsoft.com/office/drawing/2014/main" id="{04F26ECE-532F-4034-AEDD-FBF34A8A2C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50" name="Straight Connector 423">
              <a:extLst>
                <a:ext uri="{FF2B5EF4-FFF2-40B4-BE49-F238E27FC236}">
                  <a16:creationId xmlns:a16="http://schemas.microsoft.com/office/drawing/2014/main" id="{6F1F9D77-4F18-46EA-99E0-43902092D6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51" name="Straight Connector 424">
              <a:extLst>
                <a:ext uri="{FF2B5EF4-FFF2-40B4-BE49-F238E27FC236}">
                  <a16:creationId xmlns:a16="http://schemas.microsoft.com/office/drawing/2014/main" id="{0D491497-9C51-45B2-9419-F3B2C62FF8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52" name="Straight Connector 425">
              <a:extLst>
                <a:ext uri="{FF2B5EF4-FFF2-40B4-BE49-F238E27FC236}">
                  <a16:creationId xmlns:a16="http://schemas.microsoft.com/office/drawing/2014/main" id="{D4F678B1-5AFB-4293-926B-D862651D86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53" name="Straight Connector 426">
              <a:extLst>
                <a:ext uri="{FF2B5EF4-FFF2-40B4-BE49-F238E27FC236}">
                  <a16:creationId xmlns:a16="http://schemas.microsoft.com/office/drawing/2014/main" id="{EEAD2DF8-F25C-492B-993F-ED0C6C8F20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54" name="Straight Connector 427">
              <a:extLst>
                <a:ext uri="{FF2B5EF4-FFF2-40B4-BE49-F238E27FC236}">
                  <a16:creationId xmlns:a16="http://schemas.microsoft.com/office/drawing/2014/main" id="{203D46AB-C007-4718-BC3C-2DE4BEEC574F}"/>
                </a:ext>
              </a:extLst>
            </p:cNvPr>
            <p:cNvCxnSpPr>
              <a:cxnSpLocks noChangeShapeType="1"/>
              <a:endCxn id="81019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0955" name="TextBox 428">
              <a:extLst>
                <a:ext uri="{FF2B5EF4-FFF2-40B4-BE49-F238E27FC236}">
                  <a16:creationId xmlns:a16="http://schemas.microsoft.com/office/drawing/2014/main" id="{248C2BDA-2A0D-479F-99EA-CB23ABE7A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C</a:t>
              </a:r>
            </a:p>
          </p:txBody>
        </p:sp>
        <p:grpSp>
          <p:nvGrpSpPr>
            <p:cNvPr id="80956" name="Group 133">
              <a:extLst>
                <a:ext uri="{FF2B5EF4-FFF2-40B4-BE49-F238E27FC236}">
                  <a16:creationId xmlns:a16="http://schemas.microsoft.com/office/drawing/2014/main" id="{84C23CDD-DEAB-4DA5-923D-CCC7F5B481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1011" name="Oval 407">
                <a:extLst>
                  <a:ext uri="{FF2B5EF4-FFF2-40B4-BE49-F238E27FC236}">
                    <a16:creationId xmlns:a16="http://schemas.microsoft.com/office/drawing/2014/main" id="{CDAD2C74-6581-427B-97BF-5DF306E2A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12" name="Rectangle 410">
                <a:extLst>
                  <a:ext uri="{FF2B5EF4-FFF2-40B4-BE49-F238E27FC236}">
                    <a16:creationId xmlns:a16="http://schemas.microsoft.com/office/drawing/2014/main" id="{485DEA11-3AE9-4D1A-BB3E-53EAF0D5B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13" name="Oval 411">
                <a:extLst>
                  <a:ext uri="{FF2B5EF4-FFF2-40B4-BE49-F238E27FC236}">
                    <a16:creationId xmlns:a16="http://schemas.microsoft.com/office/drawing/2014/main" id="{EFC71EB1-7F54-4C85-A322-BB0E7BBDCB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14" name="Group 137">
                <a:extLst>
                  <a:ext uri="{FF2B5EF4-FFF2-40B4-BE49-F238E27FC236}">
                    <a16:creationId xmlns:a16="http://schemas.microsoft.com/office/drawing/2014/main" id="{6B118741-1EBA-46A9-8068-F75967D4B7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17" name="Freeform 138">
                  <a:extLst>
                    <a:ext uri="{FF2B5EF4-FFF2-40B4-BE49-F238E27FC236}">
                      <a16:creationId xmlns:a16="http://schemas.microsoft.com/office/drawing/2014/main" id="{F464B3B6-870E-4ABD-AD1D-22C911005C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18" name="Freeform 139">
                  <a:extLst>
                    <a:ext uri="{FF2B5EF4-FFF2-40B4-BE49-F238E27FC236}">
                      <a16:creationId xmlns:a16="http://schemas.microsoft.com/office/drawing/2014/main" id="{3D3B39E5-E89E-4E78-BC35-CB78E0620A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15" name="Line 140">
                <a:extLst>
                  <a:ext uri="{FF2B5EF4-FFF2-40B4-BE49-F238E27FC236}">
                    <a16:creationId xmlns:a16="http://schemas.microsoft.com/office/drawing/2014/main" id="{BE5900D6-8AD3-42D4-A021-338CDFEA08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16" name="Line 141">
                <a:extLst>
                  <a:ext uri="{FF2B5EF4-FFF2-40B4-BE49-F238E27FC236}">
                    <a16:creationId xmlns:a16="http://schemas.microsoft.com/office/drawing/2014/main" id="{B2929856-AFAD-4741-94C4-36F384635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57" name="Group 133">
              <a:extLst>
                <a:ext uri="{FF2B5EF4-FFF2-40B4-BE49-F238E27FC236}">
                  <a16:creationId xmlns:a16="http://schemas.microsoft.com/office/drawing/2014/main" id="{D7988433-A936-420B-BD04-DA562CC848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1003" name="Oval 407">
                <a:extLst>
                  <a:ext uri="{FF2B5EF4-FFF2-40B4-BE49-F238E27FC236}">
                    <a16:creationId xmlns:a16="http://schemas.microsoft.com/office/drawing/2014/main" id="{09E13CD1-8661-45A8-A3D8-BFCE8757E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04" name="Rectangle 410">
                <a:extLst>
                  <a:ext uri="{FF2B5EF4-FFF2-40B4-BE49-F238E27FC236}">
                    <a16:creationId xmlns:a16="http://schemas.microsoft.com/office/drawing/2014/main" id="{7FF775CF-9580-4556-AA11-C0194E83A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05" name="Oval 411">
                <a:extLst>
                  <a:ext uri="{FF2B5EF4-FFF2-40B4-BE49-F238E27FC236}">
                    <a16:creationId xmlns:a16="http://schemas.microsoft.com/office/drawing/2014/main" id="{1761CFF6-3358-4760-9D18-625C285FD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06" name="Group 137">
                <a:extLst>
                  <a:ext uri="{FF2B5EF4-FFF2-40B4-BE49-F238E27FC236}">
                    <a16:creationId xmlns:a16="http://schemas.microsoft.com/office/drawing/2014/main" id="{7777CA68-07E6-462A-B322-ECE0799E4A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09" name="Freeform 138">
                  <a:extLst>
                    <a:ext uri="{FF2B5EF4-FFF2-40B4-BE49-F238E27FC236}">
                      <a16:creationId xmlns:a16="http://schemas.microsoft.com/office/drawing/2014/main" id="{4E004370-AD60-442C-929E-38B958252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10" name="Freeform 139">
                  <a:extLst>
                    <a:ext uri="{FF2B5EF4-FFF2-40B4-BE49-F238E27FC236}">
                      <a16:creationId xmlns:a16="http://schemas.microsoft.com/office/drawing/2014/main" id="{C1BA6892-5D20-4246-87A7-71E50631B5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07" name="Line 140">
                <a:extLst>
                  <a:ext uri="{FF2B5EF4-FFF2-40B4-BE49-F238E27FC236}">
                    <a16:creationId xmlns:a16="http://schemas.microsoft.com/office/drawing/2014/main" id="{61F8BD56-4DA7-4809-A400-78A4F3EBB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08" name="Line 141">
                <a:extLst>
                  <a:ext uri="{FF2B5EF4-FFF2-40B4-BE49-F238E27FC236}">
                    <a16:creationId xmlns:a16="http://schemas.microsoft.com/office/drawing/2014/main" id="{0391A060-808E-4817-86FA-1760B0B4C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58" name="Group 133">
              <a:extLst>
                <a:ext uri="{FF2B5EF4-FFF2-40B4-BE49-F238E27FC236}">
                  <a16:creationId xmlns:a16="http://schemas.microsoft.com/office/drawing/2014/main" id="{F80A5412-8FBD-4E3B-B23E-D88CAD047A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0995" name="Oval 407">
                <a:extLst>
                  <a:ext uri="{FF2B5EF4-FFF2-40B4-BE49-F238E27FC236}">
                    <a16:creationId xmlns:a16="http://schemas.microsoft.com/office/drawing/2014/main" id="{A5339E57-9374-495D-BA75-D33E85AC7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96" name="Rectangle 410">
                <a:extLst>
                  <a:ext uri="{FF2B5EF4-FFF2-40B4-BE49-F238E27FC236}">
                    <a16:creationId xmlns:a16="http://schemas.microsoft.com/office/drawing/2014/main" id="{ABEA5642-24A1-4640-8F23-7B3665119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97" name="Oval 411">
                <a:extLst>
                  <a:ext uri="{FF2B5EF4-FFF2-40B4-BE49-F238E27FC236}">
                    <a16:creationId xmlns:a16="http://schemas.microsoft.com/office/drawing/2014/main" id="{098F844D-6628-4302-816B-661214E4B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0998" name="Group 137">
                <a:extLst>
                  <a:ext uri="{FF2B5EF4-FFF2-40B4-BE49-F238E27FC236}">
                    <a16:creationId xmlns:a16="http://schemas.microsoft.com/office/drawing/2014/main" id="{5E7FFFCD-175C-4DF5-91F1-DE078E8ACC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01" name="Freeform 138">
                  <a:extLst>
                    <a:ext uri="{FF2B5EF4-FFF2-40B4-BE49-F238E27FC236}">
                      <a16:creationId xmlns:a16="http://schemas.microsoft.com/office/drawing/2014/main" id="{EC987649-7BBB-4F6E-83E9-745CBA2C83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02" name="Freeform 139">
                  <a:extLst>
                    <a:ext uri="{FF2B5EF4-FFF2-40B4-BE49-F238E27FC236}">
                      <a16:creationId xmlns:a16="http://schemas.microsoft.com/office/drawing/2014/main" id="{B2172E12-AD4D-4A3F-8DCC-46AE397EE3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0999" name="Line 140">
                <a:extLst>
                  <a:ext uri="{FF2B5EF4-FFF2-40B4-BE49-F238E27FC236}">
                    <a16:creationId xmlns:a16="http://schemas.microsoft.com/office/drawing/2014/main" id="{A600BA69-3DA9-4894-A5FC-A53F3CFF26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00" name="Line 141">
                <a:extLst>
                  <a:ext uri="{FF2B5EF4-FFF2-40B4-BE49-F238E27FC236}">
                    <a16:creationId xmlns:a16="http://schemas.microsoft.com/office/drawing/2014/main" id="{72F6128A-B678-476A-AFE7-EA520A359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59" name="Group 133">
              <a:extLst>
                <a:ext uri="{FF2B5EF4-FFF2-40B4-BE49-F238E27FC236}">
                  <a16:creationId xmlns:a16="http://schemas.microsoft.com/office/drawing/2014/main" id="{58559983-1D7B-4AAF-9E5C-6E4C719644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0987" name="Oval 407">
                <a:extLst>
                  <a:ext uri="{FF2B5EF4-FFF2-40B4-BE49-F238E27FC236}">
                    <a16:creationId xmlns:a16="http://schemas.microsoft.com/office/drawing/2014/main" id="{608D2136-C6B3-4F9E-BFC6-1E6DEBF0B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88" name="Rectangle 410">
                <a:extLst>
                  <a:ext uri="{FF2B5EF4-FFF2-40B4-BE49-F238E27FC236}">
                    <a16:creationId xmlns:a16="http://schemas.microsoft.com/office/drawing/2014/main" id="{8E61AAB1-5E62-4BE4-84DA-EA3B3F96E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89" name="Oval 411">
                <a:extLst>
                  <a:ext uri="{FF2B5EF4-FFF2-40B4-BE49-F238E27FC236}">
                    <a16:creationId xmlns:a16="http://schemas.microsoft.com/office/drawing/2014/main" id="{E263A34A-D57B-4431-9EEE-E9FAA6445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0990" name="Group 137">
                <a:extLst>
                  <a:ext uri="{FF2B5EF4-FFF2-40B4-BE49-F238E27FC236}">
                    <a16:creationId xmlns:a16="http://schemas.microsoft.com/office/drawing/2014/main" id="{3B62B0F0-D1D9-4C2B-BEF2-B01FCD9255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993" name="Freeform 138">
                  <a:extLst>
                    <a:ext uri="{FF2B5EF4-FFF2-40B4-BE49-F238E27FC236}">
                      <a16:creationId xmlns:a16="http://schemas.microsoft.com/office/drawing/2014/main" id="{95C59D62-A405-46BD-B4FD-0907EA01A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0994" name="Freeform 139">
                  <a:extLst>
                    <a:ext uri="{FF2B5EF4-FFF2-40B4-BE49-F238E27FC236}">
                      <a16:creationId xmlns:a16="http://schemas.microsoft.com/office/drawing/2014/main" id="{B0CAFA54-DC91-4A3A-99F7-260A534823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0991" name="Line 140">
                <a:extLst>
                  <a:ext uri="{FF2B5EF4-FFF2-40B4-BE49-F238E27FC236}">
                    <a16:creationId xmlns:a16="http://schemas.microsoft.com/office/drawing/2014/main" id="{BF9B7509-61F0-4420-AF12-E9461D055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0992" name="Line 141">
                <a:extLst>
                  <a:ext uri="{FF2B5EF4-FFF2-40B4-BE49-F238E27FC236}">
                    <a16:creationId xmlns:a16="http://schemas.microsoft.com/office/drawing/2014/main" id="{E3FBDECF-DB02-4594-88E7-C5851DF15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60" name="Group 133">
              <a:extLst>
                <a:ext uri="{FF2B5EF4-FFF2-40B4-BE49-F238E27FC236}">
                  <a16:creationId xmlns:a16="http://schemas.microsoft.com/office/drawing/2014/main" id="{EB3348EB-F816-4365-8772-78FA1AC15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0979" name="Oval 407">
                <a:extLst>
                  <a:ext uri="{FF2B5EF4-FFF2-40B4-BE49-F238E27FC236}">
                    <a16:creationId xmlns:a16="http://schemas.microsoft.com/office/drawing/2014/main" id="{49753A4A-921E-49DC-8C04-2462DEC58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80" name="Rectangle 410">
                <a:extLst>
                  <a:ext uri="{FF2B5EF4-FFF2-40B4-BE49-F238E27FC236}">
                    <a16:creationId xmlns:a16="http://schemas.microsoft.com/office/drawing/2014/main" id="{54332739-3475-484C-A00C-ADAEFC76EE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81" name="Oval 411">
                <a:extLst>
                  <a:ext uri="{FF2B5EF4-FFF2-40B4-BE49-F238E27FC236}">
                    <a16:creationId xmlns:a16="http://schemas.microsoft.com/office/drawing/2014/main" id="{ECA742C3-B9C1-4163-B27A-606D103B2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0982" name="Group 137">
                <a:extLst>
                  <a:ext uri="{FF2B5EF4-FFF2-40B4-BE49-F238E27FC236}">
                    <a16:creationId xmlns:a16="http://schemas.microsoft.com/office/drawing/2014/main" id="{DB73264D-5778-4A3B-83A4-CFFD76702C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985" name="Freeform 138">
                  <a:extLst>
                    <a:ext uri="{FF2B5EF4-FFF2-40B4-BE49-F238E27FC236}">
                      <a16:creationId xmlns:a16="http://schemas.microsoft.com/office/drawing/2014/main" id="{137B5C00-25E1-4D53-81DB-60686C018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0986" name="Freeform 139">
                  <a:extLst>
                    <a:ext uri="{FF2B5EF4-FFF2-40B4-BE49-F238E27FC236}">
                      <a16:creationId xmlns:a16="http://schemas.microsoft.com/office/drawing/2014/main" id="{4E6E2E29-A564-4B2B-9D68-EDC6A2EEE9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0983" name="Line 140">
                <a:extLst>
                  <a:ext uri="{FF2B5EF4-FFF2-40B4-BE49-F238E27FC236}">
                    <a16:creationId xmlns:a16="http://schemas.microsoft.com/office/drawing/2014/main" id="{E19395EE-68EE-41E2-ABD7-567672AE2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0984" name="Line 141">
                <a:extLst>
                  <a:ext uri="{FF2B5EF4-FFF2-40B4-BE49-F238E27FC236}">
                    <a16:creationId xmlns:a16="http://schemas.microsoft.com/office/drawing/2014/main" id="{143DA37E-2981-4BBA-9DFB-1CBF5DED2D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61" name="Group 133">
              <a:extLst>
                <a:ext uri="{FF2B5EF4-FFF2-40B4-BE49-F238E27FC236}">
                  <a16:creationId xmlns:a16="http://schemas.microsoft.com/office/drawing/2014/main" id="{02F65BA1-99FC-4B25-B14E-DECE4A9169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0971" name="Oval 407">
                <a:extLst>
                  <a:ext uri="{FF2B5EF4-FFF2-40B4-BE49-F238E27FC236}">
                    <a16:creationId xmlns:a16="http://schemas.microsoft.com/office/drawing/2014/main" id="{B189F2E1-A0D4-4A87-BAD9-E83D2EC8A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72" name="Rectangle 410">
                <a:extLst>
                  <a:ext uri="{FF2B5EF4-FFF2-40B4-BE49-F238E27FC236}">
                    <a16:creationId xmlns:a16="http://schemas.microsoft.com/office/drawing/2014/main" id="{34CECE57-AEE8-4654-A0E6-CD13CEFC7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73" name="Oval 411">
                <a:extLst>
                  <a:ext uri="{FF2B5EF4-FFF2-40B4-BE49-F238E27FC236}">
                    <a16:creationId xmlns:a16="http://schemas.microsoft.com/office/drawing/2014/main" id="{DF6BA8A6-B87C-4F5A-A0D8-851DE6E01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0974" name="Group 137">
                <a:extLst>
                  <a:ext uri="{FF2B5EF4-FFF2-40B4-BE49-F238E27FC236}">
                    <a16:creationId xmlns:a16="http://schemas.microsoft.com/office/drawing/2014/main" id="{2FF0D926-99FF-4606-92DD-0FB12359A5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977" name="Freeform 138">
                  <a:extLst>
                    <a:ext uri="{FF2B5EF4-FFF2-40B4-BE49-F238E27FC236}">
                      <a16:creationId xmlns:a16="http://schemas.microsoft.com/office/drawing/2014/main" id="{7FF17C8C-CB32-456C-828D-02719AB5B2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0978" name="Freeform 139">
                  <a:extLst>
                    <a:ext uri="{FF2B5EF4-FFF2-40B4-BE49-F238E27FC236}">
                      <a16:creationId xmlns:a16="http://schemas.microsoft.com/office/drawing/2014/main" id="{CF7B0F25-B4A4-4648-8A65-6CBFD260E9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0975" name="Line 140">
                <a:extLst>
                  <a:ext uri="{FF2B5EF4-FFF2-40B4-BE49-F238E27FC236}">
                    <a16:creationId xmlns:a16="http://schemas.microsoft.com/office/drawing/2014/main" id="{567F5799-09B4-4F3D-92E3-41DEB5A9F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0976" name="Line 141">
                <a:extLst>
                  <a:ext uri="{FF2B5EF4-FFF2-40B4-BE49-F238E27FC236}">
                    <a16:creationId xmlns:a16="http://schemas.microsoft.com/office/drawing/2014/main" id="{AA4827D3-A600-4495-88CF-4431D7DB04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62" name="Group 133">
              <a:extLst>
                <a:ext uri="{FF2B5EF4-FFF2-40B4-BE49-F238E27FC236}">
                  <a16:creationId xmlns:a16="http://schemas.microsoft.com/office/drawing/2014/main" id="{559F5785-9FD3-4FA2-85A2-ED363F0C44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0963" name="Oval 407">
                <a:extLst>
                  <a:ext uri="{FF2B5EF4-FFF2-40B4-BE49-F238E27FC236}">
                    <a16:creationId xmlns:a16="http://schemas.microsoft.com/office/drawing/2014/main" id="{748C4FF8-C4C6-4B95-B592-F9EADBAF9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64" name="Rectangle 410">
                <a:extLst>
                  <a:ext uri="{FF2B5EF4-FFF2-40B4-BE49-F238E27FC236}">
                    <a16:creationId xmlns:a16="http://schemas.microsoft.com/office/drawing/2014/main" id="{604871E3-9000-4835-9434-40A3D8C36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65" name="Oval 411">
                <a:extLst>
                  <a:ext uri="{FF2B5EF4-FFF2-40B4-BE49-F238E27FC236}">
                    <a16:creationId xmlns:a16="http://schemas.microsoft.com/office/drawing/2014/main" id="{66AEC8D3-C53A-4B37-AE0A-7FE676A8A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0966" name="Group 137">
                <a:extLst>
                  <a:ext uri="{FF2B5EF4-FFF2-40B4-BE49-F238E27FC236}">
                    <a16:creationId xmlns:a16="http://schemas.microsoft.com/office/drawing/2014/main" id="{4B3C84A8-2523-4C9D-903A-B43EE7C139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969" name="Freeform 138">
                  <a:extLst>
                    <a:ext uri="{FF2B5EF4-FFF2-40B4-BE49-F238E27FC236}">
                      <a16:creationId xmlns:a16="http://schemas.microsoft.com/office/drawing/2014/main" id="{5130F4B4-9B33-4499-95CE-1CF40F0C2E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0970" name="Freeform 139">
                  <a:extLst>
                    <a:ext uri="{FF2B5EF4-FFF2-40B4-BE49-F238E27FC236}">
                      <a16:creationId xmlns:a16="http://schemas.microsoft.com/office/drawing/2014/main" id="{49BB000B-F1A6-4C98-AF34-AC6A188FCD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0967" name="Line 140">
                <a:extLst>
                  <a:ext uri="{FF2B5EF4-FFF2-40B4-BE49-F238E27FC236}">
                    <a16:creationId xmlns:a16="http://schemas.microsoft.com/office/drawing/2014/main" id="{5541BF0E-B892-4635-8FE3-367D9E5590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0968" name="Line 141">
                <a:extLst>
                  <a:ext uri="{FF2B5EF4-FFF2-40B4-BE49-F238E27FC236}">
                    <a16:creationId xmlns:a16="http://schemas.microsoft.com/office/drawing/2014/main" id="{87D326F1-FEBE-4FF8-8EE4-1CFBA82AAA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cxnSp>
        <p:nvCxnSpPr>
          <p:cNvPr id="80905" name="Straight Connector 12">
            <a:extLst>
              <a:ext uri="{FF2B5EF4-FFF2-40B4-BE49-F238E27FC236}">
                <a16:creationId xmlns:a16="http://schemas.microsoft.com/office/drawing/2014/main" id="{E261B044-85AF-4BF5-8DD9-91AA46835F62}"/>
              </a:ext>
            </a:extLst>
          </p:cNvPr>
          <p:cNvCxnSpPr>
            <a:cxnSpLocks noChangeShapeType="1"/>
            <a:endCxn id="81104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06" name="Straight Connector 500">
            <a:extLst>
              <a:ext uri="{FF2B5EF4-FFF2-40B4-BE49-F238E27FC236}">
                <a16:creationId xmlns:a16="http://schemas.microsoft.com/office/drawing/2014/main" id="{ED9D43C0-99E0-4DF6-8689-BABB2058789D}"/>
              </a:ext>
            </a:extLst>
          </p:cNvPr>
          <p:cNvCxnSpPr>
            <a:cxnSpLocks noChangeShapeType="1"/>
            <a:endCxn id="81106" idx="1"/>
          </p:cNvCxnSpPr>
          <p:nvPr/>
        </p:nvCxnSpPr>
        <p:spPr bwMode="auto">
          <a:xfrm>
            <a:off x="1638300" y="2849563"/>
            <a:ext cx="900113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07" name="Straight Connector 501">
            <a:extLst>
              <a:ext uri="{FF2B5EF4-FFF2-40B4-BE49-F238E27FC236}">
                <a16:creationId xmlns:a16="http://schemas.microsoft.com/office/drawing/2014/main" id="{E2DEF9CE-1333-4B0F-97D6-FF025CA9180A}"/>
              </a:ext>
            </a:extLst>
          </p:cNvPr>
          <p:cNvCxnSpPr>
            <a:cxnSpLocks noChangeShapeType="1"/>
            <a:endCxn id="81102" idx="2"/>
          </p:cNvCxnSpPr>
          <p:nvPr/>
        </p:nvCxnSpPr>
        <p:spPr bwMode="auto">
          <a:xfrm flipV="1">
            <a:off x="1235075" y="2973388"/>
            <a:ext cx="1303338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08" name="Straight Connector 502">
            <a:extLst>
              <a:ext uri="{FF2B5EF4-FFF2-40B4-BE49-F238E27FC236}">
                <a16:creationId xmlns:a16="http://schemas.microsoft.com/office/drawing/2014/main" id="{1389865F-E144-4FC4-928F-29B9B496E3F0}"/>
              </a:ext>
            </a:extLst>
          </p:cNvPr>
          <p:cNvCxnSpPr>
            <a:cxnSpLocks noChangeShapeType="1"/>
            <a:endCxn id="81072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09" name="Straight Connector 503">
            <a:extLst>
              <a:ext uri="{FF2B5EF4-FFF2-40B4-BE49-F238E27FC236}">
                <a16:creationId xmlns:a16="http://schemas.microsoft.com/office/drawing/2014/main" id="{2102E885-8D71-4FCC-9FB7-0B533F2575FC}"/>
              </a:ext>
            </a:extLst>
          </p:cNvPr>
          <p:cNvCxnSpPr>
            <a:cxnSpLocks noChangeShapeType="1"/>
            <a:endCxn id="81072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0" name="Straight Connector 504">
            <a:extLst>
              <a:ext uri="{FF2B5EF4-FFF2-40B4-BE49-F238E27FC236}">
                <a16:creationId xmlns:a16="http://schemas.microsoft.com/office/drawing/2014/main" id="{2F6ABAC3-DEFD-49CF-8E7E-EFF663418D92}"/>
              </a:ext>
            </a:extLst>
          </p:cNvPr>
          <p:cNvCxnSpPr>
            <a:cxnSpLocks noChangeShapeType="1"/>
            <a:endCxn id="81155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1" name="Straight Connector 505">
            <a:extLst>
              <a:ext uri="{FF2B5EF4-FFF2-40B4-BE49-F238E27FC236}">
                <a16:creationId xmlns:a16="http://schemas.microsoft.com/office/drawing/2014/main" id="{62EF7D23-8C95-4840-8F60-20B0FB1A2CF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2" name="Straight Connector 506">
            <a:extLst>
              <a:ext uri="{FF2B5EF4-FFF2-40B4-BE49-F238E27FC236}">
                <a16:creationId xmlns:a16="http://schemas.microsoft.com/office/drawing/2014/main" id="{343FD315-A6DC-4896-AA48-7564D19671AF}"/>
              </a:ext>
            </a:extLst>
          </p:cNvPr>
          <p:cNvCxnSpPr>
            <a:cxnSpLocks noChangeShapeType="1"/>
            <a:stCxn id="81221" idx="4"/>
            <a:endCxn id="81150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3" name="Straight Connector 507">
            <a:extLst>
              <a:ext uri="{FF2B5EF4-FFF2-40B4-BE49-F238E27FC236}">
                <a16:creationId xmlns:a16="http://schemas.microsoft.com/office/drawing/2014/main" id="{ECEB757C-C3C1-414E-8466-18A08F61750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4" name="Straight Connector 508">
            <a:extLst>
              <a:ext uri="{FF2B5EF4-FFF2-40B4-BE49-F238E27FC236}">
                <a16:creationId xmlns:a16="http://schemas.microsoft.com/office/drawing/2014/main" id="{CE09E3A5-99A5-414D-8144-278928026F97}"/>
              </a:ext>
            </a:extLst>
          </p:cNvPr>
          <p:cNvCxnSpPr>
            <a:cxnSpLocks noChangeShapeType="1"/>
            <a:endCxn id="81137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5" name="Straight Connector 509">
            <a:extLst>
              <a:ext uri="{FF2B5EF4-FFF2-40B4-BE49-F238E27FC236}">
                <a16:creationId xmlns:a16="http://schemas.microsoft.com/office/drawing/2014/main" id="{41AB502B-ADE1-4DCB-A530-2A871B51A1FC}"/>
              </a:ext>
            </a:extLst>
          </p:cNvPr>
          <p:cNvCxnSpPr>
            <a:cxnSpLocks noChangeShapeType="1"/>
            <a:stCxn id="81219" idx="0"/>
          </p:cNvCxnSpPr>
          <p:nvPr/>
        </p:nvCxnSpPr>
        <p:spPr bwMode="auto">
          <a:xfrm flipH="1" flipV="1">
            <a:off x="5319713" y="4694238"/>
            <a:ext cx="285750" cy="1160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6" name="Straight Connector 510">
            <a:extLst>
              <a:ext uri="{FF2B5EF4-FFF2-40B4-BE49-F238E27FC236}">
                <a16:creationId xmlns:a16="http://schemas.microsoft.com/office/drawing/2014/main" id="{BAF02602-0092-4072-A2F5-1CBA34DB440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7" name="Straight Connector 511">
            <a:extLst>
              <a:ext uri="{FF2B5EF4-FFF2-40B4-BE49-F238E27FC236}">
                <a16:creationId xmlns:a16="http://schemas.microsoft.com/office/drawing/2014/main" id="{07F21C82-2785-462E-94D2-E92627344C8E}"/>
              </a:ext>
            </a:extLst>
          </p:cNvPr>
          <p:cNvCxnSpPr>
            <a:cxnSpLocks noChangeShapeType="1"/>
            <a:stCxn id="81216" idx="0"/>
          </p:cNvCxnSpPr>
          <p:nvPr/>
        </p:nvCxnSpPr>
        <p:spPr bwMode="auto">
          <a:xfrm flipH="1" flipV="1">
            <a:off x="3144838" y="5192713"/>
            <a:ext cx="244475" cy="661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8" name="Straight Connector 512">
            <a:extLst>
              <a:ext uri="{FF2B5EF4-FFF2-40B4-BE49-F238E27FC236}">
                <a16:creationId xmlns:a16="http://schemas.microsoft.com/office/drawing/2014/main" id="{FEEA8820-5815-44A3-A617-977101AA994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9" name="Straight Connector 513">
            <a:extLst>
              <a:ext uri="{FF2B5EF4-FFF2-40B4-BE49-F238E27FC236}">
                <a16:creationId xmlns:a16="http://schemas.microsoft.com/office/drawing/2014/main" id="{85BF8092-D8CC-4B5A-A706-000F15386969}"/>
              </a:ext>
            </a:extLst>
          </p:cNvPr>
          <p:cNvCxnSpPr>
            <a:cxnSpLocks noChangeShapeType="1"/>
            <a:endCxn id="80967" idx="0"/>
          </p:cNvCxnSpPr>
          <p:nvPr/>
        </p:nvCxnSpPr>
        <p:spPr bwMode="auto">
          <a:xfrm flipV="1">
            <a:off x="1362075" y="5045075"/>
            <a:ext cx="706438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20" name="Straight Connector 514">
            <a:extLst>
              <a:ext uri="{FF2B5EF4-FFF2-40B4-BE49-F238E27FC236}">
                <a16:creationId xmlns:a16="http://schemas.microsoft.com/office/drawing/2014/main" id="{0EA7FBC5-1FAA-44FD-AD10-1CA674EB5368}"/>
              </a:ext>
            </a:extLst>
          </p:cNvPr>
          <p:cNvCxnSpPr>
            <a:cxnSpLocks noChangeShapeType="1"/>
            <a:endCxn id="81023" idx="1"/>
          </p:cNvCxnSpPr>
          <p:nvPr/>
        </p:nvCxnSpPr>
        <p:spPr bwMode="auto">
          <a:xfrm>
            <a:off x="1155700" y="4376738"/>
            <a:ext cx="996950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8289" name="Group 20">
            <a:extLst>
              <a:ext uri="{FF2B5EF4-FFF2-40B4-BE49-F238E27FC236}">
                <a16:creationId xmlns:a16="http://schemas.microsoft.com/office/drawing/2014/main" id="{95A80418-73D2-4D7F-ABF9-9F2E7879E88E}"/>
              </a:ext>
            </a:extLst>
          </p:cNvPr>
          <p:cNvGrpSpPr>
            <a:grpSpLocks/>
          </p:cNvGrpSpPr>
          <p:nvPr/>
        </p:nvGrpSpPr>
        <p:grpSpPr bwMode="auto">
          <a:xfrm>
            <a:off x="4713288" y="2871788"/>
            <a:ext cx="2117725" cy="1082675"/>
            <a:chOff x="4712800" y="2871032"/>
            <a:chExt cx="2117908" cy="1082781"/>
          </a:xfrm>
        </p:grpSpPr>
        <p:grpSp>
          <p:nvGrpSpPr>
            <p:cNvPr id="80939" name="Group 16">
              <a:extLst>
                <a:ext uri="{FF2B5EF4-FFF2-40B4-BE49-F238E27FC236}">
                  <a16:creationId xmlns:a16="http://schemas.microsoft.com/office/drawing/2014/main" id="{9E190DED-0995-4B76-827B-3D256D4186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80942" name="Oval 14">
                <a:extLst>
                  <a:ext uri="{FF2B5EF4-FFF2-40B4-BE49-F238E27FC236}">
                    <a16:creationId xmlns:a16="http://schemas.microsoft.com/office/drawing/2014/main" id="{0035FC67-4848-47A9-A482-F7E3AA1BFF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0943" name="TextBox 15">
                <a:extLst>
                  <a:ext uri="{FF2B5EF4-FFF2-40B4-BE49-F238E27FC236}">
                    <a16:creationId xmlns:a16="http://schemas.microsoft.com/office/drawing/2014/main" id="{A65F5ED5-25EA-4F1A-8D99-2E23738CC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80940" name="Straight Connector 18">
              <a:extLst>
                <a:ext uri="{FF2B5EF4-FFF2-40B4-BE49-F238E27FC236}">
                  <a16:creationId xmlns:a16="http://schemas.microsoft.com/office/drawing/2014/main" id="{AF5EBD46-2DE2-43C1-AD00-31AB8C6FCA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41" name="Straight Connector 516">
              <a:extLst>
                <a:ext uri="{FF2B5EF4-FFF2-40B4-BE49-F238E27FC236}">
                  <a16:creationId xmlns:a16="http://schemas.microsoft.com/office/drawing/2014/main" id="{71128F52-5342-4EAE-A9F3-5E48CD3240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305" name="Group 39937">
            <a:extLst>
              <a:ext uri="{FF2B5EF4-FFF2-40B4-BE49-F238E27FC236}">
                <a16:creationId xmlns:a16="http://schemas.microsoft.com/office/drawing/2014/main" id="{213314BB-AD3F-4F0A-8CB8-F7D5ADBA9300}"/>
              </a:ext>
            </a:extLst>
          </p:cNvPr>
          <p:cNvGrpSpPr>
            <a:grpSpLocks/>
          </p:cNvGrpSpPr>
          <p:nvPr/>
        </p:nvGrpSpPr>
        <p:grpSpPr bwMode="auto">
          <a:xfrm>
            <a:off x="3692525" y="3789363"/>
            <a:ext cx="1538288" cy="585787"/>
            <a:chOff x="3692946" y="3789212"/>
            <a:chExt cx="1537885" cy="585306"/>
          </a:xfrm>
        </p:grpSpPr>
        <p:cxnSp>
          <p:nvCxnSpPr>
            <p:cNvPr id="80933" name="Straight Connector 515">
              <a:extLst>
                <a:ext uri="{FF2B5EF4-FFF2-40B4-BE49-F238E27FC236}">
                  <a16:creationId xmlns:a16="http://schemas.microsoft.com/office/drawing/2014/main" id="{89374407-1949-4568-997E-A1A17FF89E6E}"/>
                </a:ext>
              </a:extLst>
            </p:cNvPr>
            <p:cNvCxnSpPr>
              <a:cxnSpLocks noChangeShapeType="1"/>
              <a:stCxn id="80989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80934" name="Group 518">
              <a:extLst>
                <a:ext uri="{FF2B5EF4-FFF2-40B4-BE49-F238E27FC236}">
                  <a16:creationId xmlns:a16="http://schemas.microsoft.com/office/drawing/2014/main" id="{5C62B8AF-0D75-48FC-BB62-4CD3D7CA2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80937" name="Oval 521">
                <a:extLst>
                  <a:ext uri="{FF2B5EF4-FFF2-40B4-BE49-F238E27FC236}">
                    <a16:creationId xmlns:a16="http://schemas.microsoft.com/office/drawing/2014/main" id="{D959B4D1-86E4-4A7E-8B74-9DC0EC3B4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0938" name="TextBox 522">
                <a:extLst>
                  <a:ext uri="{FF2B5EF4-FFF2-40B4-BE49-F238E27FC236}">
                    <a16:creationId xmlns:a16="http://schemas.microsoft.com/office/drawing/2014/main" id="{9852361E-DF1E-4649-BD77-7725039E40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80935" name="Straight Connector 519">
              <a:extLst>
                <a:ext uri="{FF2B5EF4-FFF2-40B4-BE49-F238E27FC236}">
                  <a16:creationId xmlns:a16="http://schemas.microsoft.com/office/drawing/2014/main" id="{E0C466A0-D1EF-4EB0-A340-E1035972E77A}"/>
                </a:ext>
              </a:extLst>
            </p:cNvPr>
            <p:cNvCxnSpPr>
              <a:cxnSpLocks noChangeShapeType="1"/>
              <a:stCxn id="80937" idx="6"/>
              <a:endCxn id="81189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36" name="Straight Connector 520">
              <a:extLst>
                <a:ext uri="{FF2B5EF4-FFF2-40B4-BE49-F238E27FC236}">
                  <a16:creationId xmlns:a16="http://schemas.microsoft.com/office/drawing/2014/main" id="{6F19067D-1E99-4D11-8746-52A3708489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321" name="Group 39939">
            <a:extLst>
              <a:ext uri="{FF2B5EF4-FFF2-40B4-BE49-F238E27FC236}">
                <a16:creationId xmlns:a16="http://schemas.microsoft.com/office/drawing/2014/main" id="{B8EFA2C8-CB62-4182-9296-B8EA3C034B8E}"/>
              </a:ext>
            </a:extLst>
          </p:cNvPr>
          <p:cNvGrpSpPr>
            <a:grpSpLocks/>
          </p:cNvGrpSpPr>
          <p:nvPr/>
        </p:nvGrpSpPr>
        <p:grpSpPr bwMode="auto">
          <a:xfrm>
            <a:off x="2406650" y="3633788"/>
            <a:ext cx="2901950" cy="1296987"/>
            <a:chOff x="2407287" y="3633041"/>
            <a:chExt cx="2900648" cy="1297685"/>
          </a:xfrm>
        </p:grpSpPr>
        <p:cxnSp>
          <p:nvCxnSpPr>
            <p:cNvPr id="80930" name="Straight Connector 7">
              <a:extLst>
                <a:ext uri="{FF2B5EF4-FFF2-40B4-BE49-F238E27FC236}">
                  <a16:creationId xmlns:a16="http://schemas.microsoft.com/office/drawing/2014/main" id="{870F8434-F5CA-4590-B16B-7C1FEA18D66F}"/>
                </a:ext>
              </a:extLst>
            </p:cNvPr>
            <p:cNvCxnSpPr>
              <a:cxnSpLocks noChangeShapeType="1"/>
              <a:stCxn id="81062" idx="5"/>
              <a:endCxn id="81187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31" name="Straight Connector 415">
              <a:extLst>
                <a:ext uri="{FF2B5EF4-FFF2-40B4-BE49-F238E27FC236}">
                  <a16:creationId xmlns:a16="http://schemas.microsoft.com/office/drawing/2014/main" id="{203001B1-D0FC-46AC-8542-3B39DE4C6415}"/>
                </a:ext>
              </a:extLst>
            </p:cNvPr>
            <p:cNvCxnSpPr>
              <a:cxnSpLocks noChangeShapeType="1"/>
              <a:endCxn id="81021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32" name="Straight Connector 523">
              <a:extLst>
                <a:ext uri="{FF2B5EF4-FFF2-40B4-BE49-F238E27FC236}">
                  <a16:creationId xmlns:a16="http://schemas.microsoft.com/office/drawing/2014/main" id="{50C9D6EC-2005-4E73-95A9-192E40C6AA25}"/>
                </a:ext>
              </a:extLst>
            </p:cNvPr>
            <p:cNvCxnSpPr>
              <a:cxnSpLocks noChangeShapeType="1"/>
              <a:stCxn id="80984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329" name="Group 39945">
            <a:extLst>
              <a:ext uri="{FF2B5EF4-FFF2-40B4-BE49-F238E27FC236}">
                <a16:creationId xmlns:a16="http://schemas.microsoft.com/office/drawing/2014/main" id="{8F1AADCA-BD62-4BAA-947B-E24F31F713E1}"/>
              </a:ext>
            </a:extLst>
          </p:cNvPr>
          <p:cNvGrpSpPr>
            <a:grpSpLocks/>
          </p:cNvGrpSpPr>
          <p:nvPr/>
        </p:nvGrpSpPr>
        <p:grpSpPr bwMode="auto">
          <a:xfrm>
            <a:off x="4686300" y="4864100"/>
            <a:ext cx="1914525" cy="741363"/>
            <a:chOff x="4686300" y="4864100"/>
            <a:chExt cx="1914118" cy="740879"/>
          </a:xfrm>
        </p:grpSpPr>
        <p:sp>
          <p:nvSpPr>
            <p:cNvPr id="80928" name="TextBox 39940">
              <a:extLst>
                <a:ext uri="{FF2B5EF4-FFF2-40B4-BE49-F238E27FC236}">
                  <a16:creationId xmlns:a16="http://schemas.microsoft.com/office/drawing/2014/main" id="{EB0FE5EF-96A4-4FC3-862F-BB2BE419B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700" y="5143500"/>
              <a:ext cx="1761718" cy="4614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i="1">
                  <a:solidFill>
                    <a:srgbClr val="CC0000"/>
                  </a:solidFill>
                  <a:latin typeface="Arial" panose="020B0604020202020204" pitchFamily="34" charset="0"/>
                </a:rPr>
                <a:t>peering link</a:t>
              </a:r>
            </a:p>
          </p:txBody>
        </p:sp>
        <p:cxnSp>
          <p:nvCxnSpPr>
            <p:cNvPr id="80929" name="Straight Connector 39943">
              <a:extLst>
                <a:ext uri="{FF2B5EF4-FFF2-40B4-BE49-F238E27FC236}">
                  <a16:creationId xmlns:a16="http://schemas.microsoft.com/office/drawing/2014/main" id="{6E600157-40C1-4D6A-A15D-00AC675837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86300" y="4864100"/>
              <a:ext cx="266700" cy="4191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337" name="Group 39950">
            <a:extLst>
              <a:ext uri="{FF2B5EF4-FFF2-40B4-BE49-F238E27FC236}">
                <a16:creationId xmlns:a16="http://schemas.microsoft.com/office/drawing/2014/main" id="{EFF2B642-6BCB-4B37-BAE3-6F30BC4C4DAC}"/>
              </a:ext>
            </a:extLst>
          </p:cNvPr>
          <p:cNvGrpSpPr>
            <a:grpSpLocks/>
          </p:cNvGrpSpPr>
          <p:nvPr/>
        </p:nvGrpSpPr>
        <p:grpSpPr bwMode="auto">
          <a:xfrm>
            <a:off x="5270500" y="1701800"/>
            <a:ext cx="3403600" cy="1169988"/>
            <a:chOff x="5270499" y="1701800"/>
            <a:chExt cx="3402978" cy="1169232"/>
          </a:xfrm>
        </p:grpSpPr>
        <p:sp>
          <p:nvSpPr>
            <p:cNvPr id="80926" name="TextBox 39946">
              <a:extLst>
                <a:ext uri="{FF2B5EF4-FFF2-40B4-BE49-F238E27FC236}">
                  <a16:creationId xmlns:a16="http://schemas.microsoft.com/office/drawing/2014/main" id="{4AEEB43B-CD74-4E4D-B557-430F9FCD5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499" y="1701800"/>
              <a:ext cx="3402978" cy="461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i="1">
                  <a:solidFill>
                    <a:srgbClr val="CC0000"/>
                  </a:solidFill>
                  <a:latin typeface="Arial" panose="020B0604020202020204" pitchFamily="34" charset="0"/>
                </a:rPr>
                <a:t>Internet exchange point</a:t>
              </a:r>
            </a:p>
          </p:txBody>
        </p:sp>
        <p:cxnSp>
          <p:nvCxnSpPr>
            <p:cNvPr id="80927" name="Straight Connector 39948">
              <a:extLst>
                <a:ext uri="{FF2B5EF4-FFF2-40B4-BE49-F238E27FC236}">
                  <a16:creationId xmlns:a16="http://schemas.microsoft.com/office/drawing/2014/main" id="{1EB6B093-D774-479D-BD3E-375A63B01953}"/>
                </a:ext>
              </a:extLst>
            </p:cNvPr>
            <p:cNvCxnSpPr>
              <a:cxnSpLocks noChangeShapeType="1"/>
              <a:endCxn id="80943" idx="0"/>
            </p:cNvCxnSpPr>
            <p:nvPr/>
          </p:nvCxnSpPr>
          <p:spPr bwMode="auto">
            <a:xfrm flipH="1">
              <a:off x="5952289" y="2159000"/>
              <a:ext cx="219911" cy="71203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8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C9445D5D-AE2A-4EFF-A053-D4E34DF94B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Internet structure: network of networks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pic>
        <p:nvPicPr>
          <p:cNvPr id="82947" name="Picture 76" descr="underline_base">
            <a:extLst>
              <a:ext uri="{FF2B5EF4-FFF2-40B4-BE49-F238E27FC236}">
                <a16:creationId xmlns:a16="http://schemas.microsoft.com/office/drawing/2014/main" id="{66B52D08-F563-4158-8879-44156EE9787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2948" name="Group 5">
            <a:extLst>
              <a:ext uri="{FF2B5EF4-FFF2-40B4-BE49-F238E27FC236}">
                <a16:creationId xmlns:a16="http://schemas.microsoft.com/office/drawing/2014/main" id="{F15CE304-0E54-4F85-89CA-DE459D777EEC}"/>
              </a:ext>
            </a:extLst>
          </p:cNvPr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83240" name="Group 2">
              <a:extLst>
                <a:ext uri="{FF2B5EF4-FFF2-40B4-BE49-F238E27FC236}">
                  <a16:creationId xmlns:a16="http://schemas.microsoft.com/office/drawing/2014/main" id="{9C9C2F06-CD52-4A2F-AB61-59F51AE8DA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83292" name="Freeform 84">
                <a:extLst>
                  <a:ext uri="{FF2B5EF4-FFF2-40B4-BE49-F238E27FC236}">
                    <a16:creationId xmlns:a16="http://schemas.microsoft.com/office/drawing/2014/main" id="{1CEC4C4B-EBD3-404A-9043-7732A28D78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93" name="TextBox 1">
                <a:extLst>
                  <a:ext uri="{FF2B5EF4-FFF2-40B4-BE49-F238E27FC236}">
                    <a16:creationId xmlns:a16="http://schemas.microsoft.com/office/drawing/2014/main" id="{17E7A868-6B8E-4C9C-81B8-587E9B861E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41" name="Group 131">
              <a:extLst>
                <a:ext uri="{FF2B5EF4-FFF2-40B4-BE49-F238E27FC236}">
                  <a16:creationId xmlns:a16="http://schemas.microsoft.com/office/drawing/2014/main" id="{9970DBE2-8480-4348-AE6E-35955A3074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83290" name="Freeform 84">
                <a:extLst>
                  <a:ext uri="{FF2B5EF4-FFF2-40B4-BE49-F238E27FC236}">
                    <a16:creationId xmlns:a16="http://schemas.microsoft.com/office/drawing/2014/main" id="{1BEB3E5B-ED3B-4DE7-A540-24EBC3EF38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91" name="TextBox 133">
                <a:extLst>
                  <a:ext uri="{FF2B5EF4-FFF2-40B4-BE49-F238E27FC236}">
                    <a16:creationId xmlns:a16="http://schemas.microsoft.com/office/drawing/2014/main" id="{CFE828F6-5573-49AD-AA53-12DD6228FC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42" name="Group 135">
              <a:extLst>
                <a:ext uri="{FF2B5EF4-FFF2-40B4-BE49-F238E27FC236}">
                  <a16:creationId xmlns:a16="http://schemas.microsoft.com/office/drawing/2014/main" id="{9FE603D2-2002-4982-AEFC-053CF41A01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83288" name="Freeform 84">
                <a:extLst>
                  <a:ext uri="{FF2B5EF4-FFF2-40B4-BE49-F238E27FC236}">
                    <a16:creationId xmlns:a16="http://schemas.microsoft.com/office/drawing/2014/main" id="{A2CB2C47-314F-4C7D-A3F7-5FCEEEF68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89" name="TextBox 137">
                <a:extLst>
                  <a:ext uri="{FF2B5EF4-FFF2-40B4-BE49-F238E27FC236}">
                    <a16:creationId xmlns:a16="http://schemas.microsoft.com/office/drawing/2014/main" id="{CE559F81-B960-4A0C-BC7B-412B491240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43" name="Group 138">
              <a:extLst>
                <a:ext uri="{FF2B5EF4-FFF2-40B4-BE49-F238E27FC236}">
                  <a16:creationId xmlns:a16="http://schemas.microsoft.com/office/drawing/2014/main" id="{920658FF-50F6-4FE7-86BF-BE299B6B85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83286" name="Freeform 84">
                <a:extLst>
                  <a:ext uri="{FF2B5EF4-FFF2-40B4-BE49-F238E27FC236}">
                    <a16:creationId xmlns:a16="http://schemas.microsoft.com/office/drawing/2014/main" id="{17FFBFDB-49CC-4E9D-BF01-9B8E89134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87" name="TextBox 140">
                <a:extLst>
                  <a:ext uri="{FF2B5EF4-FFF2-40B4-BE49-F238E27FC236}">
                    <a16:creationId xmlns:a16="http://schemas.microsoft.com/office/drawing/2014/main" id="{BBC88981-82C5-4CC4-BD17-9D527B0B10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44" name="Group 141">
              <a:extLst>
                <a:ext uri="{FF2B5EF4-FFF2-40B4-BE49-F238E27FC236}">
                  <a16:creationId xmlns:a16="http://schemas.microsoft.com/office/drawing/2014/main" id="{3B14E978-68B0-450C-A3C3-B2408BAA8C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83284" name="Freeform 84">
                <a:extLst>
                  <a:ext uri="{FF2B5EF4-FFF2-40B4-BE49-F238E27FC236}">
                    <a16:creationId xmlns:a16="http://schemas.microsoft.com/office/drawing/2014/main" id="{8D854777-A853-4EE4-89A4-911875F8B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85" name="TextBox 143">
                <a:extLst>
                  <a:ext uri="{FF2B5EF4-FFF2-40B4-BE49-F238E27FC236}">
                    <a16:creationId xmlns:a16="http://schemas.microsoft.com/office/drawing/2014/main" id="{948A3C20-ABA5-4C15-B4C1-C815A3FD77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45" name="Group 144">
              <a:extLst>
                <a:ext uri="{FF2B5EF4-FFF2-40B4-BE49-F238E27FC236}">
                  <a16:creationId xmlns:a16="http://schemas.microsoft.com/office/drawing/2014/main" id="{941E672C-E687-4245-873B-E7B34D7737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83282" name="Freeform 84">
                <a:extLst>
                  <a:ext uri="{FF2B5EF4-FFF2-40B4-BE49-F238E27FC236}">
                    <a16:creationId xmlns:a16="http://schemas.microsoft.com/office/drawing/2014/main" id="{686ADE67-F396-4448-B468-E99F51F5C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83" name="TextBox 146">
                <a:extLst>
                  <a:ext uri="{FF2B5EF4-FFF2-40B4-BE49-F238E27FC236}">
                    <a16:creationId xmlns:a16="http://schemas.microsoft.com/office/drawing/2014/main" id="{19BBF977-F049-4298-9D11-82CC8320D0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46" name="Group 147">
              <a:extLst>
                <a:ext uri="{FF2B5EF4-FFF2-40B4-BE49-F238E27FC236}">
                  <a16:creationId xmlns:a16="http://schemas.microsoft.com/office/drawing/2014/main" id="{6921538D-4B47-4832-825F-39AFC66A9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83280" name="Freeform 84">
                <a:extLst>
                  <a:ext uri="{FF2B5EF4-FFF2-40B4-BE49-F238E27FC236}">
                    <a16:creationId xmlns:a16="http://schemas.microsoft.com/office/drawing/2014/main" id="{AFA6BEED-4E9E-425D-B051-ED301EE11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81" name="TextBox 149">
                <a:extLst>
                  <a:ext uri="{FF2B5EF4-FFF2-40B4-BE49-F238E27FC236}">
                    <a16:creationId xmlns:a16="http://schemas.microsoft.com/office/drawing/2014/main" id="{CD5C986A-11B4-4D0B-A623-AD96038BB1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47" name="Group 150">
              <a:extLst>
                <a:ext uri="{FF2B5EF4-FFF2-40B4-BE49-F238E27FC236}">
                  <a16:creationId xmlns:a16="http://schemas.microsoft.com/office/drawing/2014/main" id="{5BAE6519-87AD-4440-A298-9CF262A29A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83278" name="Freeform 84">
                <a:extLst>
                  <a:ext uri="{FF2B5EF4-FFF2-40B4-BE49-F238E27FC236}">
                    <a16:creationId xmlns:a16="http://schemas.microsoft.com/office/drawing/2014/main" id="{93BDCB05-C5D7-4C02-A601-1872FD1050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79" name="TextBox 152">
                <a:extLst>
                  <a:ext uri="{FF2B5EF4-FFF2-40B4-BE49-F238E27FC236}">
                    <a16:creationId xmlns:a16="http://schemas.microsoft.com/office/drawing/2014/main" id="{0772A11A-4C12-4C1B-93BA-0F4BC0A19C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48" name="Group 153">
              <a:extLst>
                <a:ext uri="{FF2B5EF4-FFF2-40B4-BE49-F238E27FC236}">
                  <a16:creationId xmlns:a16="http://schemas.microsoft.com/office/drawing/2014/main" id="{06CE823B-2556-463A-A03A-91A02F893A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83276" name="Freeform 84">
                <a:extLst>
                  <a:ext uri="{FF2B5EF4-FFF2-40B4-BE49-F238E27FC236}">
                    <a16:creationId xmlns:a16="http://schemas.microsoft.com/office/drawing/2014/main" id="{5813AC39-69E5-4DF7-8775-A6DE813EA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77" name="TextBox 155">
                <a:extLst>
                  <a:ext uri="{FF2B5EF4-FFF2-40B4-BE49-F238E27FC236}">
                    <a16:creationId xmlns:a16="http://schemas.microsoft.com/office/drawing/2014/main" id="{9FCE5B0B-0025-42AA-A0C0-7F63279010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49" name="Group 156">
              <a:extLst>
                <a:ext uri="{FF2B5EF4-FFF2-40B4-BE49-F238E27FC236}">
                  <a16:creationId xmlns:a16="http://schemas.microsoft.com/office/drawing/2014/main" id="{A577F5B4-048E-433C-A0E8-2310D4F72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83274" name="Freeform 84">
                <a:extLst>
                  <a:ext uri="{FF2B5EF4-FFF2-40B4-BE49-F238E27FC236}">
                    <a16:creationId xmlns:a16="http://schemas.microsoft.com/office/drawing/2014/main" id="{FA666AB7-C09C-4981-8B9B-66EB7CF4C7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75" name="TextBox 158">
                <a:extLst>
                  <a:ext uri="{FF2B5EF4-FFF2-40B4-BE49-F238E27FC236}">
                    <a16:creationId xmlns:a16="http://schemas.microsoft.com/office/drawing/2014/main" id="{D852FE99-568A-4B93-AEE6-E21B62FAC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50" name="Group 160">
              <a:extLst>
                <a:ext uri="{FF2B5EF4-FFF2-40B4-BE49-F238E27FC236}">
                  <a16:creationId xmlns:a16="http://schemas.microsoft.com/office/drawing/2014/main" id="{9D1D157D-5C9D-4414-B50A-2BBEAC9635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83272" name="Freeform 84">
                <a:extLst>
                  <a:ext uri="{FF2B5EF4-FFF2-40B4-BE49-F238E27FC236}">
                    <a16:creationId xmlns:a16="http://schemas.microsoft.com/office/drawing/2014/main" id="{CE86F954-A150-43CB-8F81-1486AFB5C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73" name="TextBox 162">
                <a:extLst>
                  <a:ext uri="{FF2B5EF4-FFF2-40B4-BE49-F238E27FC236}">
                    <a16:creationId xmlns:a16="http://schemas.microsoft.com/office/drawing/2014/main" id="{7ED65BE3-1064-4C91-8D94-D9F15E3E81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51" name="Group 163">
              <a:extLst>
                <a:ext uri="{FF2B5EF4-FFF2-40B4-BE49-F238E27FC236}">
                  <a16:creationId xmlns:a16="http://schemas.microsoft.com/office/drawing/2014/main" id="{F29C67AA-3453-4DC2-B713-C306247735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83270" name="Freeform 84">
                <a:extLst>
                  <a:ext uri="{FF2B5EF4-FFF2-40B4-BE49-F238E27FC236}">
                    <a16:creationId xmlns:a16="http://schemas.microsoft.com/office/drawing/2014/main" id="{46AFF370-38D5-4213-91FD-4524934B9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71" name="TextBox 165">
                <a:extLst>
                  <a:ext uri="{FF2B5EF4-FFF2-40B4-BE49-F238E27FC236}">
                    <a16:creationId xmlns:a16="http://schemas.microsoft.com/office/drawing/2014/main" id="{EDE6597B-AD1C-46C9-B54B-21A3038A9E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52" name="Group 166">
              <a:extLst>
                <a:ext uri="{FF2B5EF4-FFF2-40B4-BE49-F238E27FC236}">
                  <a16:creationId xmlns:a16="http://schemas.microsoft.com/office/drawing/2014/main" id="{46FA8093-A83B-44CD-AF9D-637D01E85F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83268" name="Freeform 84">
                <a:extLst>
                  <a:ext uri="{FF2B5EF4-FFF2-40B4-BE49-F238E27FC236}">
                    <a16:creationId xmlns:a16="http://schemas.microsoft.com/office/drawing/2014/main" id="{EFF133E2-D6AD-4BC3-8898-93EAEDADE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69" name="TextBox 168">
                <a:extLst>
                  <a:ext uri="{FF2B5EF4-FFF2-40B4-BE49-F238E27FC236}">
                    <a16:creationId xmlns:a16="http://schemas.microsoft.com/office/drawing/2014/main" id="{4C33F93C-D592-4369-AD3F-EC6F7696CA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53" name="Group 169">
              <a:extLst>
                <a:ext uri="{FF2B5EF4-FFF2-40B4-BE49-F238E27FC236}">
                  <a16:creationId xmlns:a16="http://schemas.microsoft.com/office/drawing/2014/main" id="{C63B7446-DDDC-46E3-AB12-1678B00E73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83266" name="Freeform 84">
                <a:extLst>
                  <a:ext uri="{FF2B5EF4-FFF2-40B4-BE49-F238E27FC236}">
                    <a16:creationId xmlns:a16="http://schemas.microsoft.com/office/drawing/2014/main" id="{B630C980-FB30-427D-BB4F-FEC1514FA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67" name="TextBox 171">
                <a:extLst>
                  <a:ext uri="{FF2B5EF4-FFF2-40B4-BE49-F238E27FC236}">
                    <a16:creationId xmlns:a16="http://schemas.microsoft.com/office/drawing/2014/main" id="{F8CD1A1B-9E97-45BC-8219-6ECF663C36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54" name="Group 172">
              <a:extLst>
                <a:ext uri="{FF2B5EF4-FFF2-40B4-BE49-F238E27FC236}">
                  <a16:creationId xmlns:a16="http://schemas.microsoft.com/office/drawing/2014/main" id="{AA2A1DC7-4BBD-4174-AE87-549F53B4DB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83264" name="Freeform 84">
                <a:extLst>
                  <a:ext uri="{FF2B5EF4-FFF2-40B4-BE49-F238E27FC236}">
                    <a16:creationId xmlns:a16="http://schemas.microsoft.com/office/drawing/2014/main" id="{4FB350D7-2B12-46D0-845A-E59FE3311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65" name="TextBox 174">
                <a:extLst>
                  <a:ext uri="{FF2B5EF4-FFF2-40B4-BE49-F238E27FC236}">
                    <a16:creationId xmlns:a16="http://schemas.microsoft.com/office/drawing/2014/main" id="{244155DB-DD53-4782-A82A-BB5CD759E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3255" name="Group 175">
              <a:extLst>
                <a:ext uri="{FF2B5EF4-FFF2-40B4-BE49-F238E27FC236}">
                  <a16:creationId xmlns:a16="http://schemas.microsoft.com/office/drawing/2014/main" id="{755605C8-F4FD-4D11-B7E6-187425AADC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83262" name="Freeform 84">
                <a:extLst>
                  <a:ext uri="{FF2B5EF4-FFF2-40B4-BE49-F238E27FC236}">
                    <a16:creationId xmlns:a16="http://schemas.microsoft.com/office/drawing/2014/main" id="{BA318F6C-A14C-4FFA-A508-145128EFC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63" name="TextBox 177">
                <a:extLst>
                  <a:ext uri="{FF2B5EF4-FFF2-40B4-BE49-F238E27FC236}">
                    <a16:creationId xmlns:a16="http://schemas.microsoft.com/office/drawing/2014/main" id="{6086122A-3009-41D9-843E-275EF90137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83256" name="TextBox 4">
              <a:extLst>
                <a:ext uri="{FF2B5EF4-FFF2-40B4-BE49-F238E27FC236}">
                  <a16:creationId xmlns:a16="http://schemas.microsoft.com/office/drawing/2014/main" id="{41C631E3-3FBB-4015-BE64-2FF2DDCFC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3257" name="TextBox 179">
              <a:extLst>
                <a:ext uri="{FF2B5EF4-FFF2-40B4-BE49-F238E27FC236}">
                  <a16:creationId xmlns:a16="http://schemas.microsoft.com/office/drawing/2014/main" id="{0C6D667F-C0DF-4E39-A6D9-33B30413B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3258" name="TextBox 180">
              <a:extLst>
                <a:ext uri="{FF2B5EF4-FFF2-40B4-BE49-F238E27FC236}">
                  <a16:creationId xmlns:a16="http://schemas.microsoft.com/office/drawing/2014/main" id="{6F635ECB-1B29-421E-BA45-57E09BDE6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3259" name="TextBox 181">
              <a:extLst>
                <a:ext uri="{FF2B5EF4-FFF2-40B4-BE49-F238E27FC236}">
                  <a16:creationId xmlns:a16="http://schemas.microsoft.com/office/drawing/2014/main" id="{86098C20-2175-48F3-8C22-69471B4CA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3260" name="TextBox 182">
              <a:extLst>
                <a:ext uri="{FF2B5EF4-FFF2-40B4-BE49-F238E27FC236}">
                  <a16:creationId xmlns:a16="http://schemas.microsoft.com/office/drawing/2014/main" id="{F76E5332-7DD2-44FE-9AA4-C670C0671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3261" name="TextBox 183">
              <a:extLst>
                <a:ext uri="{FF2B5EF4-FFF2-40B4-BE49-F238E27FC236}">
                  <a16:creationId xmlns:a16="http://schemas.microsoft.com/office/drawing/2014/main" id="{2408FE9C-08C0-478A-AA76-5BD342FCF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82949" name="Rectangle 3">
            <a:extLst>
              <a:ext uri="{FF2B5EF4-FFF2-40B4-BE49-F238E27FC236}">
                <a16:creationId xmlns:a16="http://schemas.microsoft.com/office/drawing/2014/main" id="{1234F5C6-0CC8-42B1-8808-3BFEDA46E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TW" sz="2400"/>
              <a:t>… and regional networks may arise to connect access nets to ISPs </a:t>
            </a:r>
          </a:p>
        </p:txBody>
      </p:sp>
      <p:grpSp>
        <p:nvGrpSpPr>
          <p:cNvPr id="82950" name="Group 8">
            <a:extLst>
              <a:ext uri="{FF2B5EF4-FFF2-40B4-BE49-F238E27FC236}">
                <a16:creationId xmlns:a16="http://schemas.microsoft.com/office/drawing/2014/main" id="{55C560D1-FEBD-4EF7-9AB9-EC9E2A5F8387}"/>
              </a:ext>
            </a:extLst>
          </p:cNvPr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83157" name="Oval 3">
              <a:extLst>
                <a:ext uri="{FF2B5EF4-FFF2-40B4-BE49-F238E27FC236}">
                  <a16:creationId xmlns:a16="http://schemas.microsoft.com/office/drawing/2014/main" id="{3B66CFE1-05D7-496B-84E7-18906E3F6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3158" name="Group 133">
              <a:extLst>
                <a:ext uri="{FF2B5EF4-FFF2-40B4-BE49-F238E27FC236}">
                  <a16:creationId xmlns:a16="http://schemas.microsoft.com/office/drawing/2014/main" id="{C33CDF87-5052-4CB9-84AB-28DEBC8C11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3232" name="Oval 407">
                <a:extLst>
                  <a:ext uri="{FF2B5EF4-FFF2-40B4-BE49-F238E27FC236}">
                    <a16:creationId xmlns:a16="http://schemas.microsoft.com/office/drawing/2014/main" id="{F538D2F3-EF6F-4401-9BB7-DF18C49B8D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233" name="Rectangle 410">
                <a:extLst>
                  <a:ext uri="{FF2B5EF4-FFF2-40B4-BE49-F238E27FC236}">
                    <a16:creationId xmlns:a16="http://schemas.microsoft.com/office/drawing/2014/main" id="{085F8795-2532-49CB-A690-384ED8BD7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234" name="Oval 411">
                <a:extLst>
                  <a:ext uri="{FF2B5EF4-FFF2-40B4-BE49-F238E27FC236}">
                    <a16:creationId xmlns:a16="http://schemas.microsoft.com/office/drawing/2014/main" id="{CA9F9FB5-E001-49E7-A83C-DC46C858BB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235" name="Group 137">
                <a:extLst>
                  <a:ext uri="{FF2B5EF4-FFF2-40B4-BE49-F238E27FC236}">
                    <a16:creationId xmlns:a16="http://schemas.microsoft.com/office/drawing/2014/main" id="{BF4422C1-BE93-40DC-B480-A12F691391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238" name="Freeform 138">
                  <a:extLst>
                    <a:ext uri="{FF2B5EF4-FFF2-40B4-BE49-F238E27FC236}">
                      <a16:creationId xmlns:a16="http://schemas.microsoft.com/office/drawing/2014/main" id="{104BAB8F-9C2D-4278-B7C3-7EDF2FDA9F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239" name="Freeform 139">
                  <a:extLst>
                    <a:ext uri="{FF2B5EF4-FFF2-40B4-BE49-F238E27FC236}">
                      <a16:creationId xmlns:a16="http://schemas.microsoft.com/office/drawing/2014/main" id="{A116D96B-6A7F-4E03-8EDF-F6748388CF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236" name="Line 140">
                <a:extLst>
                  <a:ext uri="{FF2B5EF4-FFF2-40B4-BE49-F238E27FC236}">
                    <a16:creationId xmlns:a16="http://schemas.microsoft.com/office/drawing/2014/main" id="{3C301779-9741-4F82-B476-151164A98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37" name="Line 141">
                <a:extLst>
                  <a:ext uri="{FF2B5EF4-FFF2-40B4-BE49-F238E27FC236}">
                    <a16:creationId xmlns:a16="http://schemas.microsoft.com/office/drawing/2014/main" id="{00D8CF43-86EE-4969-AB50-0C033F5BDF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3159" name="Straight Connector 10">
              <a:extLst>
                <a:ext uri="{FF2B5EF4-FFF2-40B4-BE49-F238E27FC236}">
                  <a16:creationId xmlns:a16="http://schemas.microsoft.com/office/drawing/2014/main" id="{F4A2F4CB-A00B-4439-A1E8-6990D8726D42}"/>
                </a:ext>
              </a:extLst>
            </p:cNvPr>
            <p:cNvCxnSpPr>
              <a:cxnSpLocks noChangeShapeType="1"/>
              <a:stCxn id="83237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160" name="Straight Connector 297">
              <a:extLst>
                <a:ext uri="{FF2B5EF4-FFF2-40B4-BE49-F238E27FC236}">
                  <a16:creationId xmlns:a16="http://schemas.microsoft.com/office/drawing/2014/main" id="{74CB6DE9-729D-45ED-9B25-6CF171442D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161" name="Straight Connector 298">
              <a:extLst>
                <a:ext uri="{FF2B5EF4-FFF2-40B4-BE49-F238E27FC236}">
                  <a16:creationId xmlns:a16="http://schemas.microsoft.com/office/drawing/2014/main" id="{A6E0E4D4-E828-4BEB-95DC-5C8598E786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162" name="Straight Connector 299">
              <a:extLst>
                <a:ext uri="{FF2B5EF4-FFF2-40B4-BE49-F238E27FC236}">
                  <a16:creationId xmlns:a16="http://schemas.microsoft.com/office/drawing/2014/main" id="{BD62CB01-54DA-4750-9DA7-15BC85484A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163" name="Straight Connector 300">
              <a:extLst>
                <a:ext uri="{FF2B5EF4-FFF2-40B4-BE49-F238E27FC236}">
                  <a16:creationId xmlns:a16="http://schemas.microsoft.com/office/drawing/2014/main" id="{C373959D-0593-433C-BF42-6C215C97FD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164" name="Straight Connector 301">
              <a:extLst>
                <a:ext uri="{FF2B5EF4-FFF2-40B4-BE49-F238E27FC236}">
                  <a16:creationId xmlns:a16="http://schemas.microsoft.com/office/drawing/2014/main" id="{E3D49873-BA71-4FB0-AFA1-7E76051E78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165" name="Straight Connector 302">
              <a:extLst>
                <a:ext uri="{FF2B5EF4-FFF2-40B4-BE49-F238E27FC236}">
                  <a16:creationId xmlns:a16="http://schemas.microsoft.com/office/drawing/2014/main" id="{102E2175-5D59-4F0E-83EF-45040C5920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166" name="Straight Connector 303">
              <a:extLst>
                <a:ext uri="{FF2B5EF4-FFF2-40B4-BE49-F238E27FC236}">
                  <a16:creationId xmlns:a16="http://schemas.microsoft.com/office/drawing/2014/main" id="{ADD4ABCE-C6DA-4030-8AFA-3A26BF5495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167" name="Straight Connector 304">
              <a:extLst>
                <a:ext uri="{FF2B5EF4-FFF2-40B4-BE49-F238E27FC236}">
                  <a16:creationId xmlns:a16="http://schemas.microsoft.com/office/drawing/2014/main" id="{5BB43CB1-AA00-4647-A1E5-3DD656CF4E25}"/>
                </a:ext>
              </a:extLst>
            </p:cNvPr>
            <p:cNvCxnSpPr>
              <a:cxnSpLocks noChangeShapeType="1"/>
              <a:endCxn id="83232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168" name="TextBox 39958">
              <a:extLst>
                <a:ext uri="{FF2B5EF4-FFF2-40B4-BE49-F238E27FC236}">
                  <a16:creationId xmlns:a16="http://schemas.microsoft.com/office/drawing/2014/main" id="{7780A84B-F996-42D8-A144-48E61F7B2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B</a:t>
              </a:r>
            </a:p>
          </p:txBody>
        </p:sp>
        <p:grpSp>
          <p:nvGrpSpPr>
            <p:cNvPr id="83169" name="Group 133">
              <a:extLst>
                <a:ext uri="{FF2B5EF4-FFF2-40B4-BE49-F238E27FC236}">
                  <a16:creationId xmlns:a16="http://schemas.microsoft.com/office/drawing/2014/main" id="{FDDCAD5A-6893-4FE1-A90D-CDDBDA7D1A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3224" name="Oval 407">
                <a:extLst>
                  <a:ext uri="{FF2B5EF4-FFF2-40B4-BE49-F238E27FC236}">
                    <a16:creationId xmlns:a16="http://schemas.microsoft.com/office/drawing/2014/main" id="{01225E01-CE04-46C8-BE89-04924430D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225" name="Rectangle 410">
                <a:extLst>
                  <a:ext uri="{FF2B5EF4-FFF2-40B4-BE49-F238E27FC236}">
                    <a16:creationId xmlns:a16="http://schemas.microsoft.com/office/drawing/2014/main" id="{7E249C65-B9A0-414C-8413-854DA59EF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226" name="Oval 411">
                <a:extLst>
                  <a:ext uri="{FF2B5EF4-FFF2-40B4-BE49-F238E27FC236}">
                    <a16:creationId xmlns:a16="http://schemas.microsoft.com/office/drawing/2014/main" id="{FE8597B2-5FAC-42D7-8DA7-A29446810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227" name="Group 137">
                <a:extLst>
                  <a:ext uri="{FF2B5EF4-FFF2-40B4-BE49-F238E27FC236}">
                    <a16:creationId xmlns:a16="http://schemas.microsoft.com/office/drawing/2014/main" id="{45D730C5-B470-47BD-9752-A0F66BC89A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230" name="Freeform 138">
                  <a:extLst>
                    <a:ext uri="{FF2B5EF4-FFF2-40B4-BE49-F238E27FC236}">
                      <a16:creationId xmlns:a16="http://schemas.microsoft.com/office/drawing/2014/main" id="{1338E216-252B-49A0-ACCF-461121A055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231" name="Freeform 139">
                  <a:extLst>
                    <a:ext uri="{FF2B5EF4-FFF2-40B4-BE49-F238E27FC236}">
                      <a16:creationId xmlns:a16="http://schemas.microsoft.com/office/drawing/2014/main" id="{EFF553CB-B218-4778-B4BD-2A6CD9EB0B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228" name="Line 140">
                <a:extLst>
                  <a:ext uri="{FF2B5EF4-FFF2-40B4-BE49-F238E27FC236}">
                    <a16:creationId xmlns:a16="http://schemas.microsoft.com/office/drawing/2014/main" id="{A92F6E9F-058F-47BD-8E77-379C930C65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29" name="Line 141">
                <a:extLst>
                  <a:ext uri="{FF2B5EF4-FFF2-40B4-BE49-F238E27FC236}">
                    <a16:creationId xmlns:a16="http://schemas.microsoft.com/office/drawing/2014/main" id="{128DC013-C09F-49E5-8B0B-01FA5BB4D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170" name="Group 133">
              <a:extLst>
                <a:ext uri="{FF2B5EF4-FFF2-40B4-BE49-F238E27FC236}">
                  <a16:creationId xmlns:a16="http://schemas.microsoft.com/office/drawing/2014/main" id="{137ED284-8C4D-4389-85E5-3E638E595E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3216" name="Oval 407">
                <a:extLst>
                  <a:ext uri="{FF2B5EF4-FFF2-40B4-BE49-F238E27FC236}">
                    <a16:creationId xmlns:a16="http://schemas.microsoft.com/office/drawing/2014/main" id="{857E1F0A-565F-498B-A885-635B48F43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217" name="Rectangle 410">
                <a:extLst>
                  <a:ext uri="{FF2B5EF4-FFF2-40B4-BE49-F238E27FC236}">
                    <a16:creationId xmlns:a16="http://schemas.microsoft.com/office/drawing/2014/main" id="{9E31AC59-3642-4F87-BBD1-33E523A28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218" name="Oval 411">
                <a:extLst>
                  <a:ext uri="{FF2B5EF4-FFF2-40B4-BE49-F238E27FC236}">
                    <a16:creationId xmlns:a16="http://schemas.microsoft.com/office/drawing/2014/main" id="{FCA7CD38-5E3C-41ED-96FC-1F0091C5D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219" name="Group 137">
                <a:extLst>
                  <a:ext uri="{FF2B5EF4-FFF2-40B4-BE49-F238E27FC236}">
                    <a16:creationId xmlns:a16="http://schemas.microsoft.com/office/drawing/2014/main" id="{4C2DE168-4533-4DB3-88E7-5097F2C602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222" name="Freeform 138">
                  <a:extLst>
                    <a:ext uri="{FF2B5EF4-FFF2-40B4-BE49-F238E27FC236}">
                      <a16:creationId xmlns:a16="http://schemas.microsoft.com/office/drawing/2014/main" id="{7B5B5537-1CF2-4C4F-9F59-3763B18673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223" name="Freeform 139">
                  <a:extLst>
                    <a:ext uri="{FF2B5EF4-FFF2-40B4-BE49-F238E27FC236}">
                      <a16:creationId xmlns:a16="http://schemas.microsoft.com/office/drawing/2014/main" id="{E1A75CB1-B129-4B4A-8704-C97296A3E5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220" name="Line 140">
                <a:extLst>
                  <a:ext uri="{FF2B5EF4-FFF2-40B4-BE49-F238E27FC236}">
                    <a16:creationId xmlns:a16="http://schemas.microsoft.com/office/drawing/2014/main" id="{485FFB15-582D-4C37-80E2-2210A39B51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21" name="Line 141">
                <a:extLst>
                  <a:ext uri="{FF2B5EF4-FFF2-40B4-BE49-F238E27FC236}">
                    <a16:creationId xmlns:a16="http://schemas.microsoft.com/office/drawing/2014/main" id="{2BF474A8-86D6-40D4-8D36-F79892CCB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171" name="Group 133">
              <a:extLst>
                <a:ext uri="{FF2B5EF4-FFF2-40B4-BE49-F238E27FC236}">
                  <a16:creationId xmlns:a16="http://schemas.microsoft.com/office/drawing/2014/main" id="{8479F88C-DE32-44F1-856A-B9CDB25EB2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3208" name="Oval 407">
                <a:extLst>
                  <a:ext uri="{FF2B5EF4-FFF2-40B4-BE49-F238E27FC236}">
                    <a16:creationId xmlns:a16="http://schemas.microsoft.com/office/drawing/2014/main" id="{0C2C8E5F-B844-405D-B77C-DE789DF42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209" name="Rectangle 410">
                <a:extLst>
                  <a:ext uri="{FF2B5EF4-FFF2-40B4-BE49-F238E27FC236}">
                    <a16:creationId xmlns:a16="http://schemas.microsoft.com/office/drawing/2014/main" id="{7C886F94-1A34-47D6-9153-EDE2B7D17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210" name="Oval 411">
                <a:extLst>
                  <a:ext uri="{FF2B5EF4-FFF2-40B4-BE49-F238E27FC236}">
                    <a16:creationId xmlns:a16="http://schemas.microsoft.com/office/drawing/2014/main" id="{ACFE0E9E-12EB-4C70-8026-CA83EDC2E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211" name="Group 137">
                <a:extLst>
                  <a:ext uri="{FF2B5EF4-FFF2-40B4-BE49-F238E27FC236}">
                    <a16:creationId xmlns:a16="http://schemas.microsoft.com/office/drawing/2014/main" id="{C8741493-1DF1-4E4F-8F21-119F940F56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214" name="Freeform 138">
                  <a:extLst>
                    <a:ext uri="{FF2B5EF4-FFF2-40B4-BE49-F238E27FC236}">
                      <a16:creationId xmlns:a16="http://schemas.microsoft.com/office/drawing/2014/main" id="{1ACA832B-7BDE-49D6-921C-4084888494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215" name="Freeform 139">
                  <a:extLst>
                    <a:ext uri="{FF2B5EF4-FFF2-40B4-BE49-F238E27FC236}">
                      <a16:creationId xmlns:a16="http://schemas.microsoft.com/office/drawing/2014/main" id="{7BE636AB-DCCF-4F52-8F54-1415A579D5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212" name="Line 140">
                <a:extLst>
                  <a:ext uri="{FF2B5EF4-FFF2-40B4-BE49-F238E27FC236}">
                    <a16:creationId xmlns:a16="http://schemas.microsoft.com/office/drawing/2014/main" id="{4E3BD344-E6AA-4CB7-BD48-0247F4AEE1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13" name="Line 141">
                <a:extLst>
                  <a:ext uri="{FF2B5EF4-FFF2-40B4-BE49-F238E27FC236}">
                    <a16:creationId xmlns:a16="http://schemas.microsoft.com/office/drawing/2014/main" id="{63358938-8C62-42D3-9F79-7916439FDF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172" name="Group 133">
              <a:extLst>
                <a:ext uri="{FF2B5EF4-FFF2-40B4-BE49-F238E27FC236}">
                  <a16:creationId xmlns:a16="http://schemas.microsoft.com/office/drawing/2014/main" id="{B30B42B5-131F-49D3-84E4-25D05123FF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3200" name="Oval 407">
                <a:extLst>
                  <a:ext uri="{FF2B5EF4-FFF2-40B4-BE49-F238E27FC236}">
                    <a16:creationId xmlns:a16="http://schemas.microsoft.com/office/drawing/2014/main" id="{7EC9AC24-13A3-4E98-88EA-8C2ED4644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201" name="Rectangle 410">
                <a:extLst>
                  <a:ext uri="{FF2B5EF4-FFF2-40B4-BE49-F238E27FC236}">
                    <a16:creationId xmlns:a16="http://schemas.microsoft.com/office/drawing/2014/main" id="{C41EBA06-9975-42D6-9DE7-D4E5040B4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202" name="Oval 411">
                <a:extLst>
                  <a:ext uri="{FF2B5EF4-FFF2-40B4-BE49-F238E27FC236}">
                    <a16:creationId xmlns:a16="http://schemas.microsoft.com/office/drawing/2014/main" id="{059E69D2-38A3-4EBB-ADA1-25183BBF2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203" name="Group 137">
                <a:extLst>
                  <a:ext uri="{FF2B5EF4-FFF2-40B4-BE49-F238E27FC236}">
                    <a16:creationId xmlns:a16="http://schemas.microsoft.com/office/drawing/2014/main" id="{A1457848-E248-418B-873F-7B73F8F37D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206" name="Freeform 138">
                  <a:extLst>
                    <a:ext uri="{FF2B5EF4-FFF2-40B4-BE49-F238E27FC236}">
                      <a16:creationId xmlns:a16="http://schemas.microsoft.com/office/drawing/2014/main" id="{824A3B55-2319-4B8A-B02C-BE1768AFE1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207" name="Freeform 139">
                  <a:extLst>
                    <a:ext uri="{FF2B5EF4-FFF2-40B4-BE49-F238E27FC236}">
                      <a16:creationId xmlns:a16="http://schemas.microsoft.com/office/drawing/2014/main" id="{1CE99EE4-19A4-4B6D-AA56-7F8D514FB3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204" name="Line 140">
                <a:extLst>
                  <a:ext uri="{FF2B5EF4-FFF2-40B4-BE49-F238E27FC236}">
                    <a16:creationId xmlns:a16="http://schemas.microsoft.com/office/drawing/2014/main" id="{FE74B089-A101-4F9D-86DD-2AE266715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205" name="Line 141">
                <a:extLst>
                  <a:ext uri="{FF2B5EF4-FFF2-40B4-BE49-F238E27FC236}">
                    <a16:creationId xmlns:a16="http://schemas.microsoft.com/office/drawing/2014/main" id="{046AD56B-4006-4C6F-BDB6-9339E33F8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173" name="Group 133">
              <a:extLst>
                <a:ext uri="{FF2B5EF4-FFF2-40B4-BE49-F238E27FC236}">
                  <a16:creationId xmlns:a16="http://schemas.microsoft.com/office/drawing/2014/main" id="{88F3D0A2-C9DF-442E-BAB6-C6591E4CCD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3192" name="Oval 407">
                <a:extLst>
                  <a:ext uri="{FF2B5EF4-FFF2-40B4-BE49-F238E27FC236}">
                    <a16:creationId xmlns:a16="http://schemas.microsoft.com/office/drawing/2014/main" id="{C5553AB0-6754-4431-9BCD-6859536AB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93" name="Rectangle 410">
                <a:extLst>
                  <a:ext uri="{FF2B5EF4-FFF2-40B4-BE49-F238E27FC236}">
                    <a16:creationId xmlns:a16="http://schemas.microsoft.com/office/drawing/2014/main" id="{C2FF1A85-2872-4BCB-8A5E-3EC761180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94" name="Oval 411">
                <a:extLst>
                  <a:ext uri="{FF2B5EF4-FFF2-40B4-BE49-F238E27FC236}">
                    <a16:creationId xmlns:a16="http://schemas.microsoft.com/office/drawing/2014/main" id="{5E125BF7-3554-4640-9FF8-DDD64333A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195" name="Group 137">
                <a:extLst>
                  <a:ext uri="{FF2B5EF4-FFF2-40B4-BE49-F238E27FC236}">
                    <a16:creationId xmlns:a16="http://schemas.microsoft.com/office/drawing/2014/main" id="{21AB4B74-B8EF-41D3-8BA8-0AE1BD16DE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198" name="Freeform 138">
                  <a:extLst>
                    <a:ext uri="{FF2B5EF4-FFF2-40B4-BE49-F238E27FC236}">
                      <a16:creationId xmlns:a16="http://schemas.microsoft.com/office/drawing/2014/main" id="{B46C676C-6FC3-4495-AB23-C3EDA12CF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199" name="Freeform 139">
                  <a:extLst>
                    <a:ext uri="{FF2B5EF4-FFF2-40B4-BE49-F238E27FC236}">
                      <a16:creationId xmlns:a16="http://schemas.microsoft.com/office/drawing/2014/main" id="{8B6C2FBF-5AAC-4034-BF9F-3EEE35C040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196" name="Line 140">
                <a:extLst>
                  <a:ext uri="{FF2B5EF4-FFF2-40B4-BE49-F238E27FC236}">
                    <a16:creationId xmlns:a16="http://schemas.microsoft.com/office/drawing/2014/main" id="{EBEA2F74-A800-4EF1-89AB-936A5A2AA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197" name="Line 141">
                <a:extLst>
                  <a:ext uri="{FF2B5EF4-FFF2-40B4-BE49-F238E27FC236}">
                    <a16:creationId xmlns:a16="http://schemas.microsoft.com/office/drawing/2014/main" id="{23123577-836D-4F74-A54D-585C30942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174" name="Group 133">
              <a:extLst>
                <a:ext uri="{FF2B5EF4-FFF2-40B4-BE49-F238E27FC236}">
                  <a16:creationId xmlns:a16="http://schemas.microsoft.com/office/drawing/2014/main" id="{244F8B4E-F903-4DEA-99AB-50E4A4F292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3184" name="Oval 407">
                <a:extLst>
                  <a:ext uri="{FF2B5EF4-FFF2-40B4-BE49-F238E27FC236}">
                    <a16:creationId xmlns:a16="http://schemas.microsoft.com/office/drawing/2014/main" id="{D45CF38A-847C-4EF6-B7E0-544B9FBDB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85" name="Rectangle 410">
                <a:extLst>
                  <a:ext uri="{FF2B5EF4-FFF2-40B4-BE49-F238E27FC236}">
                    <a16:creationId xmlns:a16="http://schemas.microsoft.com/office/drawing/2014/main" id="{090D775F-6A91-4B37-80E2-5236BDFAE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86" name="Oval 411">
                <a:extLst>
                  <a:ext uri="{FF2B5EF4-FFF2-40B4-BE49-F238E27FC236}">
                    <a16:creationId xmlns:a16="http://schemas.microsoft.com/office/drawing/2014/main" id="{BAB56DB1-6A49-4FB4-B391-5C8349D25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187" name="Group 137">
                <a:extLst>
                  <a:ext uri="{FF2B5EF4-FFF2-40B4-BE49-F238E27FC236}">
                    <a16:creationId xmlns:a16="http://schemas.microsoft.com/office/drawing/2014/main" id="{B76A75E2-5D20-4962-A5C8-7A99424B10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190" name="Freeform 138">
                  <a:extLst>
                    <a:ext uri="{FF2B5EF4-FFF2-40B4-BE49-F238E27FC236}">
                      <a16:creationId xmlns:a16="http://schemas.microsoft.com/office/drawing/2014/main" id="{DCB789BF-5861-46AE-8F0B-65E5EE5384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191" name="Freeform 139">
                  <a:extLst>
                    <a:ext uri="{FF2B5EF4-FFF2-40B4-BE49-F238E27FC236}">
                      <a16:creationId xmlns:a16="http://schemas.microsoft.com/office/drawing/2014/main" id="{FD93F534-D50A-4772-9AF0-8B3264F1E9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188" name="Line 140">
                <a:extLst>
                  <a:ext uri="{FF2B5EF4-FFF2-40B4-BE49-F238E27FC236}">
                    <a16:creationId xmlns:a16="http://schemas.microsoft.com/office/drawing/2014/main" id="{B201D26E-686A-4E21-B9A1-C2617980E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189" name="Line 141">
                <a:extLst>
                  <a:ext uri="{FF2B5EF4-FFF2-40B4-BE49-F238E27FC236}">
                    <a16:creationId xmlns:a16="http://schemas.microsoft.com/office/drawing/2014/main" id="{670C1BB2-0D32-47FF-8BA6-FCA470DED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175" name="Group 133">
              <a:extLst>
                <a:ext uri="{FF2B5EF4-FFF2-40B4-BE49-F238E27FC236}">
                  <a16:creationId xmlns:a16="http://schemas.microsoft.com/office/drawing/2014/main" id="{FE2C38D7-0639-497E-96F3-CDF2DCB212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3176" name="Oval 407">
                <a:extLst>
                  <a:ext uri="{FF2B5EF4-FFF2-40B4-BE49-F238E27FC236}">
                    <a16:creationId xmlns:a16="http://schemas.microsoft.com/office/drawing/2014/main" id="{9C1D3C31-05C6-479C-A8AF-E570FFBFA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77" name="Rectangle 410">
                <a:extLst>
                  <a:ext uri="{FF2B5EF4-FFF2-40B4-BE49-F238E27FC236}">
                    <a16:creationId xmlns:a16="http://schemas.microsoft.com/office/drawing/2014/main" id="{2200F03D-43BD-4D0E-A782-3AC554A79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78" name="Oval 411">
                <a:extLst>
                  <a:ext uri="{FF2B5EF4-FFF2-40B4-BE49-F238E27FC236}">
                    <a16:creationId xmlns:a16="http://schemas.microsoft.com/office/drawing/2014/main" id="{D6D2993A-BD4A-420A-9A64-253CAF892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179" name="Group 137">
                <a:extLst>
                  <a:ext uri="{FF2B5EF4-FFF2-40B4-BE49-F238E27FC236}">
                    <a16:creationId xmlns:a16="http://schemas.microsoft.com/office/drawing/2014/main" id="{739900A8-7880-4AC5-82F0-C72AA44F33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182" name="Freeform 138">
                  <a:extLst>
                    <a:ext uri="{FF2B5EF4-FFF2-40B4-BE49-F238E27FC236}">
                      <a16:creationId xmlns:a16="http://schemas.microsoft.com/office/drawing/2014/main" id="{1963A254-8873-405F-8CCE-915386478A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183" name="Freeform 139">
                  <a:extLst>
                    <a:ext uri="{FF2B5EF4-FFF2-40B4-BE49-F238E27FC236}">
                      <a16:creationId xmlns:a16="http://schemas.microsoft.com/office/drawing/2014/main" id="{3FEE3D2A-394C-4EE3-97BF-BABD8BD7FA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180" name="Line 140">
                <a:extLst>
                  <a:ext uri="{FF2B5EF4-FFF2-40B4-BE49-F238E27FC236}">
                    <a16:creationId xmlns:a16="http://schemas.microsoft.com/office/drawing/2014/main" id="{6BC8B529-9F1F-4D09-80DB-B3E37C304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181" name="Line 141">
                <a:extLst>
                  <a:ext uri="{FF2B5EF4-FFF2-40B4-BE49-F238E27FC236}">
                    <a16:creationId xmlns:a16="http://schemas.microsoft.com/office/drawing/2014/main" id="{A88AA24A-8630-4BA5-AA1E-D84A3C766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82951" name="Group 331">
            <a:extLst>
              <a:ext uri="{FF2B5EF4-FFF2-40B4-BE49-F238E27FC236}">
                <a16:creationId xmlns:a16="http://schemas.microsoft.com/office/drawing/2014/main" id="{8F4F8BC2-666A-46B6-8066-007A85093243}"/>
              </a:ext>
            </a:extLst>
          </p:cNvPr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83074" name="Oval 332">
              <a:extLst>
                <a:ext uri="{FF2B5EF4-FFF2-40B4-BE49-F238E27FC236}">
                  <a16:creationId xmlns:a16="http://schemas.microsoft.com/office/drawing/2014/main" id="{407938BF-D881-4CDE-9D40-DC9533413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3075" name="Group 133">
              <a:extLst>
                <a:ext uri="{FF2B5EF4-FFF2-40B4-BE49-F238E27FC236}">
                  <a16:creationId xmlns:a16="http://schemas.microsoft.com/office/drawing/2014/main" id="{93F3A810-AEFF-4C2B-8AB6-1D12D79EA7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3149" name="Oval 407">
                <a:extLst>
                  <a:ext uri="{FF2B5EF4-FFF2-40B4-BE49-F238E27FC236}">
                    <a16:creationId xmlns:a16="http://schemas.microsoft.com/office/drawing/2014/main" id="{414C2781-C6C7-4BE8-ADEA-30690B92C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50" name="Rectangle 410">
                <a:extLst>
                  <a:ext uri="{FF2B5EF4-FFF2-40B4-BE49-F238E27FC236}">
                    <a16:creationId xmlns:a16="http://schemas.microsoft.com/office/drawing/2014/main" id="{76AD712B-8A23-4D49-9E90-EF1677B62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51" name="Oval 411">
                <a:extLst>
                  <a:ext uri="{FF2B5EF4-FFF2-40B4-BE49-F238E27FC236}">
                    <a16:creationId xmlns:a16="http://schemas.microsoft.com/office/drawing/2014/main" id="{7BA1FF6A-F440-408B-8AA8-D5723B1BF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152" name="Group 137">
                <a:extLst>
                  <a:ext uri="{FF2B5EF4-FFF2-40B4-BE49-F238E27FC236}">
                    <a16:creationId xmlns:a16="http://schemas.microsoft.com/office/drawing/2014/main" id="{227237C8-FE8C-4CFA-A967-9917B137F4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155" name="Freeform 138">
                  <a:extLst>
                    <a:ext uri="{FF2B5EF4-FFF2-40B4-BE49-F238E27FC236}">
                      <a16:creationId xmlns:a16="http://schemas.microsoft.com/office/drawing/2014/main" id="{A66BDAA4-3B18-41C6-8ACD-86E9793D0B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156" name="Freeform 139">
                  <a:extLst>
                    <a:ext uri="{FF2B5EF4-FFF2-40B4-BE49-F238E27FC236}">
                      <a16:creationId xmlns:a16="http://schemas.microsoft.com/office/drawing/2014/main" id="{2CDDD578-3DA2-4244-B530-2093307C76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153" name="Line 140">
                <a:extLst>
                  <a:ext uri="{FF2B5EF4-FFF2-40B4-BE49-F238E27FC236}">
                    <a16:creationId xmlns:a16="http://schemas.microsoft.com/office/drawing/2014/main" id="{C89A23FB-8B88-4308-898C-BE1902569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154" name="Line 141">
                <a:extLst>
                  <a:ext uri="{FF2B5EF4-FFF2-40B4-BE49-F238E27FC236}">
                    <a16:creationId xmlns:a16="http://schemas.microsoft.com/office/drawing/2014/main" id="{9007ED6F-A032-43F3-B4F1-217E63EB7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3076" name="Straight Connector 334">
              <a:extLst>
                <a:ext uri="{FF2B5EF4-FFF2-40B4-BE49-F238E27FC236}">
                  <a16:creationId xmlns:a16="http://schemas.microsoft.com/office/drawing/2014/main" id="{0D6D8DFF-D0C5-4AF3-B5C7-DC82E10CAFF8}"/>
                </a:ext>
              </a:extLst>
            </p:cNvPr>
            <p:cNvCxnSpPr>
              <a:cxnSpLocks noChangeShapeType="1"/>
              <a:stCxn id="83154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77" name="Straight Connector 335">
              <a:extLst>
                <a:ext uri="{FF2B5EF4-FFF2-40B4-BE49-F238E27FC236}">
                  <a16:creationId xmlns:a16="http://schemas.microsoft.com/office/drawing/2014/main" id="{E993B207-3435-4A91-B2D3-E9F220A445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78" name="Straight Connector 336">
              <a:extLst>
                <a:ext uri="{FF2B5EF4-FFF2-40B4-BE49-F238E27FC236}">
                  <a16:creationId xmlns:a16="http://schemas.microsoft.com/office/drawing/2014/main" id="{F17C367C-F2A9-4C65-A8C5-E1270F41F1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79" name="Straight Connector 337">
              <a:extLst>
                <a:ext uri="{FF2B5EF4-FFF2-40B4-BE49-F238E27FC236}">
                  <a16:creationId xmlns:a16="http://schemas.microsoft.com/office/drawing/2014/main" id="{7DB7755E-8BDE-46BE-88C2-8517E82BE4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80" name="Straight Connector 338">
              <a:extLst>
                <a:ext uri="{FF2B5EF4-FFF2-40B4-BE49-F238E27FC236}">
                  <a16:creationId xmlns:a16="http://schemas.microsoft.com/office/drawing/2014/main" id="{D55241B8-0798-460A-993E-E267679C82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81" name="Straight Connector 339">
              <a:extLst>
                <a:ext uri="{FF2B5EF4-FFF2-40B4-BE49-F238E27FC236}">
                  <a16:creationId xmlns:a16="http://schemas.microsoft.com/office/drawing/2014/main" id="{B1D79F4F-37D1-4CD3-BEF3-076294EC2B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82" name="Straight Connector 340">
              <a:extLst>
                <a:ext uri="{FF2B5EF4-FFF2-40B4-BE49-F238E27FC236}">
                  <a16:creationId xmlns:a16="http://schemas.microsoft.com/office/drawing/2014/main" id="{C8E63D00-022F-4EFD-8C71-04E050553D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83" name="Straight Connector 341">
              <a:extLst>
                <a:ext uri="{FF2B5EF4-FFF2-40B4-BE49-F238E27FC236}">
                  <a16:creationId xmlns:a16="http://schemas.microsoft.com/office/drawing/2014/main" id="{E7E6B987-D5B5-429F-B27C-B644864963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84" name="Straight Connector 342">
              <a:extLst>
                <a:ext uri="{FF2B5EF4-FFF2-40B4-BE49-F238E27FC236}">
                  <a16:creationId xmlns:a16="http://schemas.microsoft.com/office/drawing/2014/main" id="{5B287C0B-BB14-41D1-8EFC-1868BAC68028}"/>
                </a:ext>
              </a:extLst>
            </p:cNvPr>
            <p:cNvCxnSpPr>
              <a:cxnSpLocks noChangeShapeType="1"/>
              <a:endCxn id="83149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085" name="TextBox 343">
              <a:extLst>
                <a:ext uri="{FF2B5EF4-FFF2-40B4-BE49-F238E27FC236}">
                  <a16:creationId xmlns:a16="http://schemas.microsoft.com/office/drawing/2014/main" id="{DDDBCE76-7052-4238-854E-F90362788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A</a:t>
              </a:r>
            </a:p>
          </p:txBody>
        </p:sp>
        <p:grpSp>
          <p:nvGrpSpPr>
            <p:cNvPr id="83086" name="Group 133">
              <a:extLst>
                <a:ext uri="{FF2B5EF4-FFF2-40B4-BE49-F238E27FC236}">
                  <a16:creationId xmlns:a16="http://schemas.microsoft.com/office/drawing/2014/main" id="{0FBAC0FF-1EC4-489F-90BE-074F18A21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3141" name="Oval 407">
                <a:extLst>
                  <a:ext uri="{FF2B5EF4-FFF2-40B4-BE49-F238E27FC236}">
                    <a16:creationId xmlns:a16="http://schemas.microsoft.com/office/drawing/2014/main" id="{7317BE7D-39FE-40E8-9445-E4D8526C9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42" name="Rectangle 410">
                <a:extLst>
                  <a:ext uri="{FF2B5EF4-FFF2-40B4-BE49-F238E27FC236}">
                    <a16:creationId xmlns:a16="http://schemas.microsoft.com/office/drawing/2014/main" id="{C380EBD2-2604-47B3-B3EC-684F6E919E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43" name="Oval 411">
                <a:extLst>
                  <a:ext uri="{FF2B5EF4-FFF2-40B4-BE49-F238E27FC236}">
                    <a16:creationId xmlns:a16="http://schemas.microsoft.com/office/drawing/2014/main" id="{FF8B34FF-4CD4-49C9-97F3-313A3BA76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144" name="Group 137">
                <a:extLst>
                  <a:ext uri="{FF2B5EF4-FFF2-40B4-BE49-F238E27FC236}">
                    <a16:creationId xmlns:a16="http://schemas.microsoft.com/office/drawing/2014/main" id="{909F1CA6-37D5-48F3-832B-DCD1AC9D25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147" name="Freeform 138">
                  <a:extLst>
                    <a:ext uri="{FF2B5EF4-FFF2-40B4-BE49-F238E27FC236}">
                      <a16:creationId xmlns:a16="http://schemas.microsoft.com/office/drawing/2014/main" id="{5A4B0A2C-1A54-4F3D-8C93-E8F22A1EF1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148" name="Freeform 139">
                  <a:extLst>
                    <a:ext uri="{FF2B5EF4-FFF2-40B4-BE49-F238E27FC236}">
                      <a16:creationId xmlns:a16="http://schemas.microsoft.com/office/drawing/2014/main" id="{AFBA6D60-D958-468A-9AC5-220E836614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145" name="Line 140">
                <a:extLst>
                  <a:ext uri="{FF2B5EF4-FFF2-40B4-BE49-F238E27FC236}">
                    <a16:creationId xmlns:a16="http://schemas.microsoft.com/office/drawing/2014/main" id="{CACE9999-F200-43E9-991E-FB93111A2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146" name="Line 141">
                <a:extLst>
                  <a:ext uri="{FF2B5EF4-FFF2-40B4-BE49-F238E27FC236}">
                    <a16:creationId xmlns:a16="http://schemas.microsoft.com/office/drawing/2014/main" id="{90223459-04A4-4A4E-B00F-25B9F0043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87" name="Group 133">
              <a:extLst>
                <a:ext uri="{FF2B5EF4-FFF2-40B4-BE49-F238E27FC236}">
                  <a16:creationId xmlns:a16="http://schemas.microsoft.com/office/drawing/2014/main" id="{DA08380B-BA2E-4C79-9BD1-997479D66B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3133" name="Oval 407">
                <a:extLst>
                  <a:ext uri="{FF2B5EF4-FFF2-40B4-BE49-F238E27FC236}">
                    <a16:creationId xmlns:a16="http://schemas.microsoft.com/office/drawing/2014/main" id="{5C05E701-B772-4AAA-A774-5CAD7A93A0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34" name="Rectangle 410">
                <a:extLst>
                  <a:ext uri="{FF2B5EF4-FFF2-40B4-BE49-F238E27FC236}">
                    <a16:creationId xmlns:a16="http://schemas.microsoft.com/office/drawing/2014/main" id="{9D51BA42-2CB3-499D-953E-006996390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35" name="Oval 411">
                <a:extLst>
                  <a:ext uri="{FF2B5EF4-FFF2-40B4-BE49-F238E27FC236}">
                    <a16:creationId xmlns:a16="http://schemas.microsoft.com/office/drawing/2014/main" id="{84531273-D360-4E4F-8A21-0A5FD73D1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136" name="Group 137">
                <a:extLst>
                  <a:ext uri="{FF2B5EF4-FFF2-40B4-BE49-F238E27FC236}">
                    <a16:creationId xmlns:a16="http://schemas.microsoft.com/office/drawing/2014/main" id="{A203529D-445B-43C3-933B-BF22FDB486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139" name="Freeform 138">
                  <a:extLst>
                    <a:ext uri="{FF2B5EF4-FFF2-40B4-BE49-F238E27FC236}">
                      <a16:creationId xmlns:a16="http://schemas.microsoft.com/office/drawing/2014/main" id="{B921A181-4984-494D-91AE-4E2FE51A76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140" name="Freeform 139">
                  <a:extLst>
                    <a:ext uri="{FF2B5EF4-FFF2-40B4-BE49-F238E27FC236}">
                      <a16:creationId xmlns:a16="http://schemas.microsoft.com/office/drawing/2014/main" id="{9DBC6284-4EA8-405B-A35F-3ABD6948C6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137" name="Line 140">
                <a:extLst>
                  <a:ext uri="{FF2B5EF4-FFF2-40B4-BE49-F238E27FC236}">
                    <a16:creationId xmlns:a16="http://schemas.microsoft.com/office/drawing/2014/main" id="{9AB49394-1FD8-406E-AF47-37C4F83755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138" name="Line 141">
                <a:extLst>
                  <a:ext uri="{FF2B5EF4-FFF2-40B4-BE49-F238E27FC236}">
                    <a16:creationId xmlns:a16="http://schemas.microsoft.com/office/drawing/2014/main" id="{B17C71CA-CEA2-4104-8CEB-F16549AA7E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88" name="Group 133">
              <a:extLst>
                <a:ext uri="{FF2B5EF4-FFF2-40B4-BE49-F238E27FC236}">
                  <a16:creationId xmlns:a16="http://schemas.microsoft.com/office/drawing/2014/main" id="{EB67B333-5FD0-4135-9BFC-51DB7F0A7A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3125" name="Oval 407">
                <a:extLst>
                  <a:ext uri="{FF2B5EF4-FFF2-40B4-BE49-F238E27FC236}">
                    <a16:creationId xmlns:a16="http://schemas.microsoft.com/office/drawing/2014/main" id="{FB649BA9-E270-4E98-B3B7-C7AB49C1D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26" name="Rectangle 410">
                <a:extLst>
                  <a:ext uri="{FF2B5EF4-FFF2-40B4-BE49-F238E27FC236}">
                    <a16:creationId xmlns:a16="http://schemas.microsoft.com/office/drawing/2014/main" id="{C1214426-B914-48B2-AAB7-57CE25BF2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27" name="Oval 411">
                <a:extLst>
                  <a:ext uri="{FF2B5EF4-FFF2-40B4-BE49-F238E27FC236}">
                    <a16:creationId xmlns:a16="http://schemas.microsoft.com/office/drawing/2014/main" id="{C9740A4A-6E22-4FAF-A5F1-93EF1ABA7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128" name="Group 137">
                <a:extLst>
                  <a:ext uri="{FF2B5EF4-FFF2-40B4-BE49-F238E27FC236}">
                    <a16:creationId xmlns:a16="http://schemas.microsoft.com/office/drawing/2014/main" id="{78C0C0E0-D2C3-4A9D-AE1C-D196E06B3D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131" name="Freeform 138">
                  <a:extLst>
                    <a:ext uri="{FF2B5EF4-FFF2-40B4-BE49-F238E27FC236}">
                      <a16:creationId xmlns:a16="http://schemas.microsoft.com/office/drawing/2014/main" id="{ED1AD941-BF89-4DBC-8E0D-300101E157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132" name="Freeform 139">
                  <a:extLst>
                    <a:ext uri="{FF2B5EF4-FFF2-40B4-BE49-F238E27FC236}">
                      <a16:creationId xmlns:a16="http://schemas.microsoft.com/office/drawing/2014/main" id="{C158C54E-FF3B-4973-A53D-CC56AB66B6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129" name="Line 140">
                <a:extLst>
                  <a:ext uri="{FF2B5EF4-FFF2-40B4-BE49-F238E27FC236}">
                    <a16:creationId xmlns:a16="http://schemas.microsoft.com/office/drawing/2014/main" id="{657747B2-A664-4662-9108-C7FCBC660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130" name="Line 141">
                <a:extLst>
                  <a:ext uri="{FF2B5EF4-FFF2-40B4-BE49-F238E27FC236}">
                    <a16:creationId xmlns:a16="http://schemas.microsoft.com/office/drawing/2014/main" id="{7D6659E6-6D42-40A1-ABB4-95175C62B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89" name="Group 133">
              <a:extLst>
                <a:ext uri="{FF2B5EF4-FFF2-40B4-BE49-F238E27FC236}">
                  <a16:creationId xmlns:a16="http://schemas.microsoft.com/office/drawing/2014/main" id="{C75967B3-E085-4396-A214-01331CF65A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3117" name="Oval 407">
                <a:extLst>
                  <a:ext uri="{FF2B5EF4-FFF2-40B4-BE49-F238E27FC236}">
                    <a16:creationId xmlns:a16="http://schemas.microsoft.com/office/drawing/2014/main" id="{C3490F6F-DF79-4961-8B4C-3708B042A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18" name="Rectangle 410">
                <a:extLst>
                  <a:ext uri="{FF2B5EF4-FFF2-40B4-BE49-F238E27FC236}">
                    <a16:creationId xmlns:a16="http://schemas.microsoft.com/office/drawing/2014/main" id="{3B93DF68-5614-4551-A0EF-BCB9724FB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19" name="Oval 411">
                <a:extLst>
                  <a:ext uri="{FF2B5EF4-FFF2-40B4-BE49-F238E27FC236}">
                    <a16:creationId xmlns:a16="http://schemas.microsoft.com/office/drawing/2014/main" id="{9286DC1A-731C-474E-9BC3-7AB2E6263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120" name="Group 137">
                <a:extLst>
                  <a:ext uri="{FF2B5EF4-FFF2-40B4-BE49-F238E27FC236}">
                    <a16:creationId xmlns:a16="http://schemas.microsoft.com/office/drawing/2014/main" id="{995A1EE8-6530-4747-BBE9-4FCBA38A0E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123" name="Freeform 138">
                  <a:extLst>
                    <a:ext uri="{FF2B5EF4-FFF2-40B4-BE49-F238E27FC236}">
                      <a16:creationId xmlns:a16="http://schemas.microsoft.com/office/drawing/2014/main" id="{41DA7F8E-0CD9-415E-AED0-72CA94FEBA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124" name="Freeform 139">
                  <a:extLst>
                    <a:ext uri="{FF2B5EF4-FFF2-40B4-BE49-F238E27FC236}">
                      <a16:creationId xmlns:a16="http://schemas.microsoft.com/office/drawing/2014/main" id="{B220DA59-9BD9-4383-AA50-E53DEDB8EC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121" name="Line 140">
                <a:extLst>
                  <a:ext uri="{FF2B5EF4-FFF2-40B4-BE49-F238E27FC236}">
                    <a16:creationId xmlns:a16="http://schemas.microsoft.com/office/drawing/2014/main" id="{45010766-6ED9-4CEA-9341-181EEFD85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122" name="Line 141">
                <a:extLst>
                  <a:ext uri="{FF2B5EF4-FFF2-40B4-BE49-F238E27FC236}">
                    <a16:creationId xmlns:a16="http://schemas.microsoft.com/office/drawing/2014/main" id="{4F4C6263-ACFC-4AFD-853F-AB30C4434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90" name="Group 133">
              <a:extLst>
                <a:ext uri="{FF2B5EF4-FFF2-40B4-BE49-F238E27FC236}">
                  <a16:creationId xmlns:a16="http://schemas.microsoft.com/office/drawing/2014/main" id="{8C752D99-D45D-4856-87D6-3DE2B80063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3109" name="Oval 407">
                <a:extLst>
                  <a:ext uri="{FF2B5EF4-FFF2-40B4-BE49-F238E27FC236}">
                    <a16:creationId xmlns:a16="http://schemas.microsoft.com/office/drawing/2014/main" id="{BACAEB33-9626-4A63-9B5B-14B6AB927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10" name="Rectangle 410">
                <a:extLst>
                  <a:ext uri="{FF2B5EF4-FFF2-40B4-BE49-F238E27FC236}">
                    <a16:creationId xmlns:a16="http://schemas.microsoft.com/office/drawing/2014/main" id="{19B463AE-A24E-47E1-8ADE-6510FAC7F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11" name="Oval 411">
                <a:extLst>
                  <a:ext uri="{FF2B5EF4-FFF2-40B4-BE49-F238E27FC236}">
                    <a16:creationId xmlns:a16="http://schemas.microsoft.com/office/drawing/2014/main" id="{25638D95-4B03-41DA-BD9E-D984EBF0A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112" name="Group 137">
                <a:extLst>
                  <a:ext uri="{FF2B5EF4-FFF2-40B4-BE49-F238E27FC236}">
                    <a16:creationId xmlns:a16="http://schemas.microsoft.com/office/drawing/2014/main" id="{2DB2A855-27AC-4B16-91CE-0055FDBA83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115" name="Freeform 138">
                  <a:extLst>
                    <a:ext uri="{FF2B5EF4-FFF2-40B4-BE49-F238E27FC236}">
                      <a16:creationId xmlns:a16="http://schemas.microsoft.com/office/drawing/2014/main" id="{A3CD1124-C598-466C-B949-D98195B23D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116" name="Freeform 139">
                  <a:extLst>
                    <a:ext uri="{FF2B5EF4-FFF2-40B4-BE49-F238E27FC236}">
                      <a16:creationId xmlns:a16="http://schemas.microsoft.com/office/drawing/2014/main" id="{49DD7B7E-E899-4603-BCC8-916238A188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113" name="Line 140">
                <a:extLst>
                  <a:ext uri="{FF2B5EF4-FFF2-40B4-BE49-F238E27FC236}">
                    <a16:creationId xmlns:a16="http://schemas.microsoft.com/office/drawing/2014/main" id="{6DF1F6EB-1E91-4B16-AEA9-D0EC8470B2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114" name="Line 141">
                <a:extLst>
                  <a:ext uri="{FF2B5EF4-FFF2-40B4-BE49-F238E27FC236}">
                    <a16:creationId xmlns:a16="http://schemas.microsoft.com/office/drawing/2014/main" id="{FBA1AC4D-B85F-4692-B41F-9F94223AF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91" name="Group 133">
              <a:extLst>
                <a:ext uri="{FF2B5EF4-FFF2-40B4-BE49-F238E27FC236}">
                  <a16:creationId xmlns:a16="http://schemas.microsoft.com/office/drawing/2014/main" id="{E9871A2F-9BBC-483E-9DB4-F21A503BB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3101" name="Oval 407">
                <a:extLst>
                  <a:ext uri="{FF2B5EF4-FFF2-40B4-BE49-F238E27FC236}">
                    <a16:creationId xmlns:a16="http://schemas.microsoft.com/office/drawing/2014/main" id="{D31456C5-7116-4944-869A-B57D108291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02" name="Rectangle 410">
                <a:extLst>
                  <a:ext uri="{FF2B5EF4-FFF2-40B4-BE49-F238E27FC236}">
                    <a16:creationId xmlns:a16="http://schemas.microsoft.com/office/drawing/2014/main" id="{B77A8F74-45A0-4651-8DA0-74351C5C7A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103" name="Oval 411">
                <a:extLst>
                  <a:ext uri="{FF2B5EF4-FFF2-40B4-BE49-F238E27FC236}">
                    <a16:creationId xmlns:a16="http://schemas.microsoft.com/office/drawing/2014/main" id="{DCD0BEF7-847D-443A-87DD-D0D16EFAA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104" name="Group 137">
                <a:extLst>
                  <a:ext uri="{FF2B5EF4-FFF2-40B4-BE49-F238E27FC236}">
                    <a16:creationId xmlns:a16="http://schemas.microsoft.com/office/drawing/2014/main" id="{154E9B2A-6803-4382-96A3-92292FC12D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107" name="Freeform 138">
                  <a:extLst>
                    <a:ext uri="{FF2B5EF4-FFF2-40B4-BE49-F238E27FC236}">
                      <a16:creationId xmlns:a16="http://schemas.microsoft.com/office/drawing/2014/main" id="{071759C2-CA30-4413-9951-0A062C3388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108" name="Freeform 139">
                  <a:extLst>
                    <a:ext uri="{FF2B5EF4-FFF2-40B4-BE49-F238E27FC236}">
                      <a16:creationId xmlns:a16="http://schemas.microsoft.com/office/drawing/2014/main" id="{8405144C-F8C0-4611-AD0C-3FB3B2A043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105" name="Line 140">
                <a:extLst>
                  <a:ext uri="{FF2B5EF4-FFF2-40B4-BE49-F238E27FC236}">
                    <a16:creationId xmlns:a16="http://schemas.microsoft.com/office/drawing/2014/main" id="{86002318-37E8-4277-987D-C0BC50D20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106" name="Line 141">
                <a:extLst>
                  <a:ext uri="{FF2B5EF4-FFF2-40B4-BE49-F238E27FC236}">
                    <a16:creationId xmlns:a16="http://schemas.microsoft.com/office/drawing/2014/main" id="{82DB525B-8292-4B5A-ACC0-C2ACE65546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92" name="Group 133">
              <a:extLst>
                <a:ext uri="{FF2B5EF4-FFF2-40B4-BE49-F238E27FC236}">
                  <a16:creationId xmlns:a16="http://schemas.microsoft.com/office/drawing/2014/main" id="{33F15D6A-9700-4CAA-8B25-2CE180473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3093" name="Oval 407">
                <a:extLst>
                  <a:ext uri="{FF2B5EF4-FFF2-40B4-BE49-F238E27FC236}">
                    <a16:creationId xmlns:a16="http://schemas.microsoft.com/office/drawing/2014/main" id="{F197CDD2-3656-40FE-BB17-B91CC067B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94" name="Rectangle 410">
                <a:extLst>
                  <a:ext uri="{FF2B5EF4-FFF2-40B4-BE49-F238E27FC236}">
                    <a16:creationId xmlns:a16="http://schemas.microsoft.com/office/drawing/2014/main" id="{1FBCAC81-26AF-4A2D-A783-27E7503F7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95" name="Oval 411">
                <a:extLst>
                  <a:ext uri="{FF2B5EF4-FFF2-40B4-BE49-F238E27FC236}">
                    <a16:creationId xmlns:a16="http://schemas.microsoft.com/office/drawing/2014/main" id="{B17F6A2F-7660-4806-892A-6332E1B243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096" name="Group 137">
                <a:extLst>
                  <a:ext uri="{FF2B5EF4-FFF2-40B4-BE49-F238E27FC236}">
                    <a16:creationId xmlns:a16="http://schemas.microsoft.com/office/drawing/2014/main" id="{0848CE81-57BF-4C45-8041-E10E328998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099" name="Freeform 138">
                  <a:extLst>
                    <a:ext uri="{FF2B5EF4-FFF2-40B4-BE49-F238E27FC236}">
                      <a16:creationId xmlns:a16="http://schemas.microsoft.com/office/drawing/2014/main" id="{5ED4D552-8E04-455B-894C-610BEDFE65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100" name="Freeform 139">
                  <a:extLst>
                    <a:ext uri="{FF2B5EF4-FFF2-40B4-BE49-F238E27FC236}">
                      <a16:creationId xmlns:a16="http://schemas.microsoft.com/office/drawing/2014/main" id="{E04A6C9F-CAE8-41A2-812D-A2015D70B1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097" name="Line 140">
                <a:extLst>
                  <a:ext uri="{FF2B5EF4-FFF2-40B4-BE49-F238E27FC236}">
                    <a16:creationId xmlns:a16="http://schemas.microsoft.com/office/drawing/2014/main" id="{6BBD1EBF-16EB-47B1-A5F0-B98290D840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098" name="Line 141">
                <a:extLst>
                  <a:ext uri="{FF2B5EF4-FFF2-40B4-BE49-F238E27FC236}">
                    <a16:creationId xmlns:a16="http://schemas.microsoft.com/office/drawing/2014/main" id="{AC87CDFA-6A34-4A67-A842-473CB46B2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82952" name="Group 416">
            <a:extLst>
              <a:ext uri="{FF2B5EF4-FFF2-40B4-BE49-F238E27FC236}">
                <a16:creationId xmlns:a16="http://schemas.microsoft.com/office/drawing/2014/main" id="{1E592614-FA65-44DE-9B47-80BCE9CD22BB}"/>
              </a:ext>
            </a:extLst>
          </p:cNvPr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82991" name="Oval 417">
              <a:extLst>
                <a:ext uri="{FF2B5EF4-FFF2-40B4-BE49-F238E27FC236}">
                  <a16:creationId xmlns:a16="http://schemas.microsoft.com/office/drawing/2014/main" id="{6E65CED4-6B6F-43D7-80A5-38668D8FF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2992" name="Group 133">
              <a:extLst>
                <a:ext uri="{FF2B5EF4-FFF2-40B4-BE49-F238E27FC236}">
                  <a16:creationId xmlns:a16="http://schemas.microsoft.com/office/drawing/2014/main" id="{86DDD152-35F6-4B8A-AF65-B68376FE4E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3066" name="Oval 492">
                <a:extLst>
                  <a:ext uri="{FF2B5EF4-FFF2-40B4-BE49-F238E27FC236}">
                    <a16:creationId xmlns:a16="http://schemas.microsoft.com/office/drawing/2014/main" id="{CE0DB85C-5D62-4466-91CF-74F54055D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67" name="Rectangle 410">
                <a:extLst>
                  <a:ext uri="{FF2B5EF4-FFF2-40B4-BE49-F238E27FC236}">
                    <a16:creationId xmlns:a16="http://schemas.microsoft.com/office/drawing/2014/main" id="{B4C34457-A434-40F3-AF4F-C0C8058E6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68" name="Oval 411">
                <a:extLst>
                  <a:ext uri="{FF2B5EF4-FFF2-40B4-BE49-F238E27FC236}">
                    <a16:creationId xmlns:a16="http://schemas.microsoft.com/office/drawing/2014/main" id="{8386DAB3-E657-46ED-8D66-073EF38CC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069" name="Group 137">
                <a:extLst>
                  <a:ext uri="{FF2B5EF4-FFF2-40B4-BE49-F238E27FC236}">
                    <a16:creationId xmlns:a16="http://schemas.microsoft.com/office/drawing/2014/main" id="{9E638D2F-C4DF-4DC4-BBE5-82D658835B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072" name="Freeform 138">
                  <a:extLst>
                    <a:ext uri="{FF2B5EF4-FFF2-40B4-BE49-F238E27FC236}">
                      <a16:creationId xmlns:a16="http://schemas.microsoft.com/office/drawing/2014/main" id="{419B1439-2E40-4A5C-BDAD-5DF01FED82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073" name="Freeform 139">
                  <a:extLst>
                    <a:ext uri="{FF2B5EF4-FFF2-40B4-BE49-F238E27FC236}">
                      <a16:creationId xmlns:a16="http://schemas.microsoft.com/office/drawing/2014/main" id="{07974137-8CD8-4D7C-B1F5-686CE23183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070" name="Line 140">
                <a:extLst>
                  <a:ext uri="{FF2B5EF4-FFF2-40B4-BE49-F238E27FC236}">
                    <a16:creationId xmlns:a16="http://schemas.microsoft.com/office/drawing/2014/main" id="{64AEF06B-C9FF-4299-A1A7-ED0A4377F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071" name="Line 141">
                <a:extLst>
                  <a:ext uri="{FF2B5EF4-FFF2-40B4-BE49-F238E27FC236}">
                    <a16:creationId xmlns:a16="http://schemas.microsoft.com/office/drawing/2014/main" id="{03237922-2BA6-44FB-872D-92E193A12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2993" name="Straight Connector 419">
              <a:extLst>
                <a:ext uri="{FF2B5EF4-FFF2-40B4-BE49-F238E27FC236}">
                  <a16:creationId xmlns:a16="http://schemas.microsoft.com/office/drawing/2014/main" id="{71A79263-8FA4-49B5-9D36-A0ADEB591DB6}"/>
                </a:ext>
              </a:extLst>
            </p:cNvPr>
            <p:cNvCxnSpPr>
              <a:cxnSpLocks noChangeShapeType="1"/>
              <a:stCxn id="83071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94" name="Straight Connector 420">
              <a:extLst>
                <a:ext uri="{FF2B5EF4-FFF2-40B4-BE49-F238E27FC236}">
                  <a16:creationId xmlns:a16="http://schemas.microsoft.com/office/drawing/2014/main" id="{5AA69772-9CD4-4297-80B3-299AB8FA4C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95" name="Straight Connector 421">
              <a:extLst>
                <a:ext uri="{FF2B5EF4-FFF2-40B4-BE49-F238E27FC236}">
                  <a16:creationId xmlns:a16="http://schemas.microsoft.com/office/drawing/2014/main" id="{D2C5C850-A3DD-44DB-877E-53AB6FA7E7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96" name="Straight Connector 422">
              <a:extLst>
                <a:ext uri="{FF2B5EF4-FFF2-40B4-BE49-F238E27FC236}">
                  <a16:creationId xmlns:a16="http://schemas.microsoft.com/office/drawing/2014/main" id="{075B3D91-FA16-4F6B-930D-1E3806D5E3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97" name="Straight Connector 423">
              <a:extLst>
                <a:ext uri="{FF2B5EF4-FFF2-40B4-BE49-F238E27FC236}">
                  <a16:creationId xmlns:a16="http://schemas.microsoft.com/office/drawing/2014/main" id="{2A5B5D01-E2DA-44CE-ABC5-8EA9D2EE24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98" name="Straight Connector 424">
              <a:extLst>
                <a:ext uri="{FF2B5EF4-FFF2-40B4-BE49-F238E27FC236}">
                  <a16:creationId xmlns:a16="http://schemas.microsoft.com/office/drawing/2014/main" id="{A82474A6-628D-47FB-96A3-853B66BD0D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99" name="Straight Connector 425">
              <a:extLst>
                <a:ext uri="{FF2B5EF4-FFF2-40B4-BE49-F238E27FC236}">
                  <a16:creationId xmlns:a16="http://schemas.microsoft.com/office/drawing/2014/main" id="{0939A63F-FF3C-43E5-9701-0BB741D717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00" name="Straight Connector 426">
              <a:extLst>
                <a:ext uri="{FF2B5EF4-FFF2-40B4-BE49-F238E27FC236}">
                  <a16:creationId xmlns:a16="http://schemas.microsoft.com/office/drawing/2014/main" id="{40980695-CF13-4A5E-86C3-F18AB89571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01" name="Straight Connector 427">
              <a:extLst>
                <a:ext uri="{FF2B5EF4-FFF2-40B4-BE49-F238E27FC236}">
                  <a16:creationId xmlns:a16="http://schemas.microsoft.com/office/drawing/2014/main" id="{D315C514-F033-4648-8410-ABE2734CE81C}"/>
                </a:ext>
              </a:extLst>
            </p:cNvPr>
            <p:cNvCxnSpPr>
              <a:cxnSpLocks noChangeShapeType="1"/>
              <a:endCxn id="83066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002" name="TextBox 428">
              <a:extLst>
                <a:ext uri="{FF2B5EF4-FFF2-40B4-BE49-F238E27FC236}">
                  <a16:creationId xmlns:a16="http://schemas.microsoft.com/office/drawing/2014/main" id="{27D6246D-1BE2-45F6-BCC2-21EC13B878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C</a:t>
              </a:r>
            </a:p>
          </p:txBody>
        </p:sp>
        <p:grpSp>
          <p:nvGrpSpPr>
            <p:cNvPr id="83003" name="Group 133">
              <a:extLst>
                <a:ext uri="{FF2B5EF4-FFF2-40B4-BE49-F238E27FC236}">
                  <a16:creationId xmlns:a16="http://schemas.microsoft.com/office/drawing/2014/main" id="{6448331F-F01D-41DF-A6EB-6B6EC5817F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3058" name="Oval 407">
                <a:extLst>
                  <a:ext uri="{FF2B5EF4-FFF2-40B4-BE49-F238E27FC236}">
                    <a16:creationId xmlns:a16="http://schemas.microsoft.com/office/drawing/2014/main" id="{7EFFB0DF-512A-494D-955E-6E207B6D9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59" name="Rectangle 410">
                <a:extLst>
                  <a:ext uri="{FF2B5EF4-FFF2-40B4-BE49-F238E27FC236}">
                    <a16:creationId xmlns:a16="http://schemas.microsoft.com/office/drawing/2014/main" id="{367F52FC-B4D9-4C0B-AD3A-6B8270C9DD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60" name="Oval 411">
                <a:extLst>
                  <a:ext uri="{FF2B5EF4-FFF2-40B4-BE49-F238E27FC236}">
                    <a16:creationId xmlns:a16="http://schemas.microsoft.com/office/drawing/2014/main" id="{091FE84A-BA0A-4149-AB19-1EF17C38E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061" name="Group 137">
                <a:extLst>
                  <a:ext uri="{FF2B5EF4-FFF2-40B4-BE49-F238E27FC236}">
                    <a16:creationId xmlns:a16="http://schemas.microsoft.com/office/drawing/2014/main" id="{8ADDD620-E644-4FB0-87CB-E2D5ABF981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064" name="Freeform 138">
                  <a:extLst>
                    <a:ext uri="{FF2B5EF4-FFF2-40B4-BE49-F238E27FC236}">
                      <a16:creationId xmlns:a16="http://schemas.microsoft.com/office/drawing/2014/main" id="{85A299E1-487E-4555-8778-0B62EDFA86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065" name="Freeform 139">
                  <a:extLst>
                    <a:ext uri="{FF2B5EF4-FFF2-40B4-BE49-F238E27FC236}">
                      <a16:creationId xmlns:a16="http://schemas.microsoft.com/office/drawing/2014/main" id="{E9682314-EDCD-475D-88C1-2E2582EF43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062" name="Line 140">
                <a:extLst>
                  <a:ext uri="{FF2B5EF4-FFF2-40B4-BE49-F238E27FC236}">
                    <a16:creationId xmlns:a16="http://schemas.microsoft.com/office/drawing/2014/main" id="{D9A5794F-CD75-4709-9FBD-8CF51EB39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063" name="Line 141">
                <a:extLst>
                  <a:ext uri="{FF2B5EF4-FFF2-40B4-BE49-F238E27FC236}">
                    <a16:creationId xmlns:a16="http://schemas.microsoft.com/office/drawing/2014/main" id="{2CFDB9A9-F779-4955-B47D-8D81E8916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04" name="Group 133">
              <a:extLst>
                <a:ext uri="{FF2B5EF4-FFF2-40B4-BE49-F238E27FC236}">
                  <a16:creationId xmlns:a16="http://schemas.microsoft.com/office/drawing/2014/main" id="{3FC5E6A7-4C15-4203-90AC-B1F12C6A60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3050" name="Oval 407">
                <a:extLst>
                  <a:ext uri="{FF2B5EF4-FFF2-40B4-BE49-F238E27FC236}">
                    <a16:creationId xmlns:a16="http://schemas.microsoft.com/office/drawing/2014/main" id="{4221E6D1-4130-4C83-B3F9-B9A08B66D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51" name="Rectangle 410">
                <a:extLst>
                  <a:ext uri="{FF2B5EF4-FFF2-40B4-BE49-F238E27FC236}">
                    <a16:creationId xmlns:a16="http://schemas.microsoft.com/office/drawing/2014/main" id="{039781EB-34B9-4F1B-9144-E911C43F1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52" name="Oval 411">
                <a:extLst>
                  <a:ext uri="{FF2B5EF4-FFF2-40B4-BE49-F238E27FC236}">
                    <a16:creationId xmlns:a16="http://schemas.microsoft.com/office/drawing/2014/main" id="{32770557-AB54-419F-8154-8C83C7E66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053" name="Group 137">
                <a:extLst>
                  <a:ext uri="{FF2B5EF4-FFF2-40B4-BE49-F238E27FC236}">
                    <a16:creationId xmlns:a16="http://schemas.microsoft.com/office/drawing/2014/main" id="{CD4A2361-1E22-4A12-AB3B-609A69FAC6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056" name="Freeform 138">
                  <a:extLst>
                    <a:ext uri="{FF2B5EF4-FFF2-40B4-BE49-F238E27FC236}">
                      <a16:creationId xmlns:a16="http://schemas.microsoft.com/office/drawing/2014/main" id="{96FFF5A1-4C24-43A9-9B9D-1B08EC2178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057" name="Freeform 139">
                  <a:extLst>
                    <a:ext uri="{FF2B5EF4-FFF2-40B4-BE49-F238E27FC236}">
                      <a16:creationId xmlns:a16="http://schemas.microsoft.com/office/drawing/2014/main" id="{87475E9F-35AD-45AC-9592-06B954292B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054" name="Line 140">
                <a:extLst>
                  <a:ext uri="{FF2B5EF4-FFF2-40B4-BE49-F238E27FC236}">
                    <a16:creationId xmlns:a16="http://schemas.microsoft.com/office/drawing/2014/main" id="{320C27CF-FD03-451B-B274-CAC6D2C7A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055" name="Line 141">
                <a:extLst>
                  <a:ext uri="{FF2B5EF4-FFF2-40B4-BE49-F238E27FC236}">
                    <a16:creationId xmlns:a16="http://schemas.microsoft.com/office/drawing/2014/main" id="{28CE58EB-B216-48CD-AC80-2DE8CEFBF3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05" name="Group 133">
              <a:extLst>
                <a:ext uri="{FF2B5EF4-FFF2-40B4-BE49-F238E27FC236}">
                  <a16:creationId xmlns:a16="http://schemas.microsoft.com/office/drawing/2014/main" id="{908411F5-6032-43A1-9538-BFAC40ABCF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3042" name="Oval 407">
                <a:extLst>
                  <a:ext uri="{FF2B5EF4-FFF2-40B4-BE49-F238E27FC236}">
                    <a16:creationId xmlns:a16="http://schemas.microsoft.com/office/drawing/2014/main" id="{1FF0EC83-7654-44F0-A091-255AA027A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43" name="Rectangle 410">
                <a:extLst>
                  <a:ext uri="{FF2B5EF4-FFF2-40B4-BE49-F238E27FC236}">
                    <a16:creationId xmlns:a16="http://schemas.microsoft.com/office/drawing/2014/main" id="{2C502FC9-2023-4052-96A7-6AFB38581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44" name="Oval 411">
                <a:extLst>
                  <a:ext uri="{FF2B5EF4-FFF2-40B4-BE49-F238E27FC236}">
                    <a16:creationId xmlns:a16="http://schemas.microsoft.com/office/drawing/2014/main" id="{1D1C64EE-B554-4411-91C0-A9F60EAC4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045" name="Group 137">
                <a:extLst>
                  <a:ext uri="{FF2B5EF4-FFF2-40B4-BE49-F238E27FC236}">
                    <a16:creationId xmlns:a16="http://schemas.microsoft.com/office/drawing/2014/main" id="{26AE74BB-B03B-4E37-8EAA-CC149C14EA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048" name="Freeform 138">
                  <a:extLst>
                    <a:ext uri="{FF2B5EF4-FFF2-40B4-BE49-F238E27FC236}">
                      <a16:creationId xmlns:a16="http://schemas.microsoft.com/office/drawing/2014/main" id="{90376C35-D0A1-49F4-997D-28499D5207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049" name="Freeform 139">
                  <a:extLst>
                    <a:ext uri="{FF2B5EF4-FFF2-40B4-BE49-F238E27FC236}">
                      <a16:creationId xmlns:a16="http://schemas.microsoft.com/office/drawing/2014/main" id="{70CAC698-4242-4437-85D9-49335352EB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046" name="Line 140">
                <a:extLst>
                  <a:ext uri="{FF2B5EF4-FFF2-40B4-BE49-F238E27FC236}">
                    <a16:creationId xmlns:a16="http://schemas.microsoft.com/office/drawing/2014/main" id="{4B7380ED-41C3-4074-86CA-3A1F4F727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047" name="Line 141">
                <a:extLst>
                  <a:ext uri="{FF2B5EF4-FFF2-40B4-BE49-F238E27FC236}">
                    <a16:creationId xmlns:a16="http://schemas.microsoft.com/office/drawing/2014/main" id="{725A2314-CF49-44FF-A866-73DFE8FCCC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06" name="Group 133">
              <a:extLst>
                <a:ext uri="{FF2B5EF4-FFF2-40B4-BE49-F238E27FC236}">
                  <a16:creationId xmlns:a16="http://schemas.microsoft.com/office/drawing/2014/main" id="{E8A6FFF2-07A5-4F63-A871-06EF919A34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3034" name="Oval 407">
                <a:extLst>
                  <a:ext uri="{FF2B5EF4-FFF2-40B4-BE49-F238E27FC236}">
                    <a16:creationId xmlns:a16="http://schemas.microsoft.com/office/drawing/2014/main" id="{4F5A4146-7A36-4F67-BCA0-D89A58AFC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35" name="Rectangle 410">
                <a:extLst>
                  <a:ext uri="{FF2B5EF4-FFF2-40B4-BE49-F238E27FC236}">
                    <a16:creationId xmlns:a16="http://schemas.microsoft.com/office/drawing/2014/main" id="{9E95DAC5-DA15-4291-8DC5-F2233CB71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36" name="Oval 411">
                <a:extLst>
                  <a:ext uri="{FF2B5EF4-FFF2-40B4-BE49-F238E27FC236}">
                    <a16:creationId xmlns:a16="http://schemas.microsoft.com/office/drawing/2014/main" id="{2F8AC41C-2D35-4055-8379-8498C16F0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037" name="Group 137">
                <a:extLst>
                  <a:ext uri="{FF2B5EF4-FFF2-40B4-BE49-F238E27FC236}">
                    <a16:creationId xmlns:a16="http://schemas.microsoft.com/office/drawing/2014/main" id="{0732013B-5F34-401C-B228-E68F415D50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040" name="Freeform 138">
                  <a:extLst>
                    <a:ext uri="{FF2B5EF4-FFF2-40B4-BE49-F238E27FC236}">
                      <a16:creationId xmlns:a16="http://schemas.microsoft.com/office/drawing/2014/main" id="{5671E22C-B9B7-41F6-A3CD-58045902D2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041" name="Freeform 139">
                  <a:extLst>
                    <a:ext uri="{FF2B5EF4-FFF2-40B4-BE49-F238E27FC236}">
                      <a16:creationId xmlns:a16="http://schemas.microsoft.com/office/drawing/2014/main" id="{55D5125B-DAD3-4970-88CE-ECEFAB2929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038" name="Line 140">
                <a:extLst>
                  <a:ext uri="{FF2B5EF4-FFF2-40B4-BE49-F238E27FC236}">
                    <a16:creationId xmlns:a16="http://schemas.microsoft.com/office/drawing/2014/main" id="{DEFE986A-A3FC-4A47-874D-A2AB6C9EC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039" name="Line 141">
                <a:extLst>
                  <a:ext uri="{FF2B5EF4-FFF2-40B4-BE49-F238E27FC236}">
                    <a16:creationId xmlns:a16="http://schemas.microsoft.com/office/drawing/2014/main" id="{357CCA83-8924-4659-A2D1-68D1D3BE46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07" name="Group 133">
              <a:extLst>
                <a:ext uri="{FF2B5EF4-FFF2-40B4-BE49-F238E27FC236}">
                  <a16:creationId xmlns:a16="http://schemas.microsoft.com/office/drawing/2014/main" id="{00009F83-B8B3-4839-9D87-8C536F49C6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3026" name="Oval 407">
                <a:extLst>
                  <a:ext uri="{FF2B5EF4-FFF2-40B4-BE49-F238E27FC236}">
                    <a16:creationId xmlns:a16="http://schemas.microsoft.com/office/drawing/2014/main" id="{257ABF5C-4ABB-4D3C-A1E3-C712D9F15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27" name="Rectangle 410">
                <a:extLst>
                  <a:ext uri="{FF2B5EF4-FFF2-40B4-BE49-F238E27FC236}">
                    <a16:creationId xmlns:a16="http://schemas.microsoft.com/office/drawing/2014/main" id="{D6230E10-1767-483E-AD61-9B57D9B2F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28" name="Oval 411">
                <a:extLst>
                  <a:ext uri="{FF2B5EF4-FFF2-40B4-BE49-F238E27FC236}">
                    <a16:creationId xmlns:a16="http://schemas.microsoft.com/office/drawing/2014/main" id="{D3B8F9B1-9B78-4C9E-B861-0933BB809D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029" name="Group 137">
                <a:extLst>
                  <a:ext uri="{FF2B5EF4-FFF2-40B4-BE49-F238E27FC236}">
                    <a16:creationId xmlns:a16="http://schemas.microsoft.com/office/drawing/2014/main" id="{26C2C451-2BD9-4FB2-AFB2-378FB168D0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032" name="Freeform 138">
                  <a:extLst>
                    <a:ext uri="{FF2B5EF4-FFF2-40B4-BE49-F238E27FC236}">
                      <a16:creationId xmlns:a16="http://schemas.microsoft.com/office/drawing/2014/main" id="{E811A31D-812E-4F10-AF9B-052F2383CF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033" name="Freeform 139">
                  <a:extLst>
                    <a:ext uri="{FF2B5EF4-FFF2-40B4-BE49-F238E27FC236}">
                      <a16:creationId xmlns:a16="http://schemas.microsoft.com/office/drawing/2014/main" id="{6FB96306-CD5B-4D7C-8ABC-4FF30863E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030" name="Line 140">
                <a:extLst>
                  <a:ext uri="{FF2B5EF4-FFF2-40B4-BE49-F238E27FC236}">
                    <a16:creationId xmlns:a16="http://schemas.microsoft.com/office/drawing/2014/main" id="{A9CCE6C1-CD57-4EDC-A5F4-7C041F8B52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031" name="Line 141">
                <a:extLst>
                  <a:ext uri="{FF2B5EF4-FFF2-40B4-BE49-F238E27FC236}">
                    <a16:creationId xmlns:a16="http://schemas.microsoft.com/office/drawing/2014/main" id="{BEDC79BB-384D-4421-9F2D-D4EA75D87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08" name="Group 133">
              <a:extLst>
                <a:ext uri="{FF2B5EF4-FFF2-40B4-BE49-F238E27FC236}">
                  <a16:creationId xmlns:a16="http://schemas.microsoft.com/office/drawing/2014/main" id="{BEA196AB-4CB2-4CEA-9965-6E4939D34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3018" name="Oval 407">
                <a:extLst>
                  <a:ext uri="{FF2B5EF4-FFF2-40B4-BE49-F238E27FC236}">
                    <a16:creationId xmlns:a16="http://schemas.microsoft.com/office/drawing/2014/main" id="{D3204472-45FD-42D6-A226-D7EE64663E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19" name="Rectangle 410">
                <a:extLst>
                  <a:ext uri="{FF2B5EF4-FFF2-40B4-BE49-F238E27FC236}">
                    <a16:creationId xmlns:a16="http://schemas.microsoft.com/office/drawing/2014/main" id="{A58DB275-177C-43CE-9D47-6DE86BF43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20" name="Oval 411">
                <a:extLst>
                  <a:ext uri="{FF2B5EF4-FFF2-40B4-BE49-F238E27FC236}">
                    <a16:creationId xmlns:a16="http://schemas.microsoft.com/office/drawing/2014/main" id="{3F9001C2-26D5-4AD4-BD13-A6BF72187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021" name="Group 137">
                <a:extLst>
                  <a:ext uri="{FF2B5EF4-FFF2-40B4-BE49-F238E27FC236}">
                    <a16:creationId xmlns:a16="http://schemas.microsoft.com/office/drawing/2014/main" id="{D4FFB5AE-BFA1-4B8E-B38B-908A41096D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024" name="Freeform 138">
                  <a:extLst>
                    <a:ext uri="{FF2B5EF4-FFF2-40B4-BE49-F238E27FC236}">
                      <a16:creationId xmlns:a16="http://schemas.microsoft.com/office/drawing/2014/main" id="{9D5B729D-3845-4A85-B572-A67DD578E3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025" name="Freeform 139">
                  <a:extLst>
                    <a:ext uri="{FF2B5EF4-FFF2-40B4-BE49-F238E27FC236}">
                      <a16:creationId xmlns:a16="http://schemas.microsoft.com/office/drawing/2014/main" id="{04AA3BE9-442C-4208-9533-2CFE921DF4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022" name="Line 140">
                <a:extLst>
                  <a:ext uri="{FF2B5EF4-FFF2-40B4-BE49-F238E27FC236}">
                    <a16:creationId xmlns:a16="http://schemas.microsoft.com/office/drawing/2014/main" id="{3A13A6D6-4E59-41E5-852D-8DD4A87722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023" name="Line 141">
                <a:extLst>
                  <a:ext uri="{FF2B5EF4-FFF2-40B4-BE49-F238E27FC236}">
                    <a16:creationId xmlns:a16="http://schemas.microsoft.com/office/drawing/2014/main" id="{65E9B5F6-5F84-4C62-8F55-4A7100DA6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3009" name="Group 133">
              <a:extLst>
                <a:ext uri="{FF2B5EF4-FFF2-40B4-BE49-F238E27FC236}">
                  <a16:creationId xmlns:a16="http://schemas.microsoft.com/office/drawing/2014/main" id="{DC2566B6-6CB9-46ED-81C6-F6721081C6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3010" name="Oval 407">
                <a:extLst>
                  <a:ext uri="{FF2B5EF4-FFF2-40B4-BE49-F238E27FC236}">
                    <a16:creationId xmlns:a16="http://schemas.microsoft.com/office/drawing/2014/main" id="{64E7D3A2-E8C2-4148-B8F4-8EA2E30FEC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11" name="Rectangle 410">
                <a:extLst>
                  <a:ext uri="{FF2B5EF4-FFF2-40B4-BE49-F238E27FC236}">
                    <a16:creationId xmlns:a16="http://schemas.microsoft.com/office/drawing/2014/main" id="{77B5FD14-1341-43AA-813D-1BBAE7FA8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12" name="Oval 411">
                <a:extLst>
                  <a:ext uri="{FF2B5EF4-FFF2-40B4-BE49-F238E27FC236}">
                    <a16:creationId xmlns:a16="http://schemas.microsoft.com/office/drawing/2014/main" id="{FA0A0DCE-AF01-41CD-AF73-4886CB8FF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3013" name="Group 137">
                <a:extLst>
                  <a:ext uri="{FF2B5EF4-FFF2-40B4-BE49-F238E27FC236}">
                    <a16:creationId xmlns:a16="http://schemas.microsoft.com/office/drawing/2014/main" id="{3307B18A-AC41-4738-B2EF-A232D2E714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3016" name="Freeform 138">
                  <a:extLst>
                    <a:ext uri="{FF2B5EF4-FFF2-40B4-BE49-F238E27FC236}">
                      <a16:creationId xmlns:a16="http://schemas.microsoft.com/office/drawing/2014/main" id="{1B82EF9F-C3B8-4C40-A831-F784B42A47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3017" name="Freeform 139">
                  <a:extLst>
                    <a:ext uri="{FF2B5EF4-FFF2-40B4-BE49-F238E27FC236}">
                      <a16:creationId xmlns:a16="http://schemas.microsoft.com/office/drawing/2014/main" id="{FD804265-827D-4EFF-8CD3-96232FECC4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3014" name="Line 140">
                <a:extLst>
                  <a:ext uri="{FF2B5EF4-FFF2-40B4-BE49-F238E27FC236}">
                    <a16:creationId xmlns:a16="http://schemas.microsoft.com/office/drawing/2014/main" id="{F2A4C72B-F1DF-4059-AA89-1E684E8D26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3015" name="Line 141">
                <a:extLst>
                  <a:ext uri="{FF2B5EF4-FFF2-40B4-BE49-F238E27FC236}">
                    <a16:creationId xmlns:a16="http://schemas.microsoft.com/office/drawing/2014/main" id="{FE7652BD-287E-45E3-9B07-46C01FF854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cxnSp>
        <p:nvCxnSpPr>
          <p:cNvPr id="82953" name="Straight Connector 12">
            <a:extLst>
              <a:ext uri="{FF2B5EF4-FFF2-40B4-BE49-F238E27FC236}">
                <a16:creationId xmlns:a16="http://schemas.microsoft.com/office/drawing/2014/main" id="{A5AE3062-DA5B-4FD5-94CF-CF613682B041}"/>
              </a:ext>
            </a:extLst>
          </p:cNvPr>
          <p:cNvCxnSpPr>
            <a:cxnSpLocks noChangeShapeType="1"/>
            <a:endCxn id="83151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4" name="Straight Connector 500">
            <a:extLst>
              <a:ext uri="{FF2B5EF4-FFF2-40B4-BE49-F238E27FC236}">
                <a16:creationId xmlns:a16="http://schemas.microsoft.com/office/drawing/2014/main" id="{9988363B-2A57-4295-B3C8-C4E1B69175F4}"/>
              </a:ext>
            </a:extLst>
          </p:cNvPr>
          <p:cNvCxnSpPr>
            <a:cxnSpLocks noChangeShapeType="1"/>
            <a:stCxn id="83276" idx="8"/>
            <a:endCxn id="82974" idx="2"/>
          </p:cNvCxnSpPr>
          <p:nvPr/>
        </p:nvCxnSpPr>
        <p:spPr bwMode="auto">
          <a:xfrm>
            <a:off x="1455738" y="2990850"/>
            <a:ext cx="38100" cy="309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5" name="Straight Connector 501">
            <a:extLst>
              <a:ext uri="{FF2B5EF4-FFF2-40B4-BE49-F238E27FC236}">
                <a16:creationId xmlns:a16="http://schemas.microsoft.com/office/drawing/2014/main" id="{B9469F1F-B986-4437-B0A6-C04F9D3E236A}"/>
              </a:ext>
            </a:extLst>
          </p:cNvPr>
          <p:cNvCxnSpPr>
            <a:cxnSpLocks noChangeShapeType="1"/>
            <a:endCxn id="82974" idx="3"/>
          </p:cNvCxnSpPr>
          <p:nvPr/>
        </p:nvCxnSpPr>
        <p:spPr bwMode="auto">
          <a:xfrm>
            <a:off x="1235075" y="3271838"/>
            <a:ext cx="123825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6" name="Straight Connector 502">
            <a:extLst>
              <a:ext uri="{FF2B5EF4-FFF2-40B4-BE49-F238E27FC236}">
                <a16:creationId xmlns:a16="http://schemas.microsoft.com/office/drawing/2014/main" id="{0864F245-F733-4FCD-A86B-109A0D427E5F}"/>
              </a:ext>
            </a:extLst>
          </p:cNvPr>
          <p:cNvCxnSpPr>
            <a:cxnSpLocks noChangeShapeType="1"/>
            <a:endCxn id="83119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7" name="Straight Connector 503">
            <a:extLst>
              <a:ext uri="{FF2B5EF4-FFF2-40B4-BE49-F238E27FC236}">
                <a16:creationId xmlns:a16="http://schemas.microsoft.com/office/drawing/2014/main" id="{02E6C519-8C59-4C4B-AD8F-83E2E790815C}"/>
              </a:ext>
            </a:extLst>
          </p:cNvPr>
          <p:cNvCxnSpPr>
            <a:cxnSpLocks noChangeShapeType="1"/>
            <a:endCxn id="83119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8" name="Straight Connector 504">
            <a:extLst>
              <a:ext uri="{FF2B5EF4-FFF2-40B4-BE49-F238E27FC236}">
                <a16:creationId xmlns:a16="http://schemas.microsoft.com/office/drawing/2014/main" id="{46C68E0B-B00B-45A0-AF87-A584CB0BE55B}"/>
              </a:ext>
            </a:extLst>
          </p:cNvPr>
          <p:cNvCxnSpPr>
            <a:cxnSpLocks noChangeShapeType="1"/>
            <a:endCxn id="83202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9" name="Straight Connector 505">
            <a:extLst>
              <a:ext uri="{FF2B5EF4-FFF2-40B4-BE49-F238E27FC236}">
                <a16:creationId xmlns:a16="http://schemas.microsoft.com/office/drawing/2014/main" id="{AEE9E49B-547A-47EA-859C-6CF8AEBBCCA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0" name="Straight Connector 506">
            <a:extLst>
              <a:ext uri="{FF2B5EF4-FFF2-40B4-BE49-F238E27FC236}">
                <a16:creationId xmlns:a16="http://schemas.microsoft.com/office/drawing/2014/main" id="{61734C20-FD94-4CC9-BB3C-455E819D7421}"/>
              </a:ext>
            </a:extLst>
          </p:cNvPr>
          <p:cNvCxnSpPr>
            <a:cxnSpLocks noChangeShapeType="1"/>
            <a:stCxn id="83268" idx="4"/>
            <a:endCxn id="83197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1" name="Straight Connector 507">
            <a:extLst>
              <a:ext uri="{FF2B5EF4-FFF2-40B4-BE49-F238E27FC236}">
                <a16:creationId xmlns:a16="http://schemas.microsoft.com/office/drawing/2014/main" id="{21D8E7CB-ED16-4874-8B13-9E21E053083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2" name="Straight Connector 508">
            <a:extLst>
              <a:ext uri="{FF2B5EF4-FFF2-40B4-BE49-F238E27FC236}">
                <a16:creationId xmlns:a16="http://schemas.microsoft.com/office/drawing/2014/main" id="{1D0C5532-E735-49F4-AEF0-E5F82B2E1E84}"/>
              </a:ext>
            </a:extLst>
          </p:cNvPr>
          <p:cNvCxnSpPr>
            <a:cxnSpLocks noChangeShapeType="1"/>
            <a:endCxn id="83184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3" name="Straight Connector 509">
            <a:extLst>
              <a:ext uri="{FF2B5EF4-FFF2-40B4-BE49-F238E27FC236}">
                <a16:creationId xmlns:a16="http://schemas.microsoft.com/office/drawing/2014/main" id="{649DFF1D-C515-4E0F-B3EC-8A159385E625}"/>
              </a:ext>
            </a:extLst>
          </p:cNvPr>
          <p:cNvCxnSpPr>
            <a:cxnSpLocks noChangeShapeType="1"/>
            <a:stCxn id="83266" idx="0"/>
            <a:endCxn id="82972" idx="5"/>
          </p:cNvCxnSpPr>
          <p:nvPr/>
        </p:nvCxnSpPr>
        <p:spPr bwMode="auto">
          <a:xfrm flipH="1" flipV="1">
            <a:off x="5084763" y="5684838"/>
            <a:ext cx="520700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4" name="Straight Connector 510">
            <a:extLst>
              <a:ext uri="{FF2B5EF4-FFF2-40B4-BE49-F238E27FC236}">
                <a16:creationId xmlns:a16="http://schemas.microsoft.com/office/drawing/2014/main" id="{D7549AFF-C92D-4A47-BE59-95C92581ECB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5" name="Straight Connector 511">
            <a:extLst>
              <a:ext uri="{FF2B5EF4-FFF2-40B4-BE49-F238E27FC236}">
                <a16:creationId xmlns:a16="http://schemas.microsoft.com/office/drawing/2014/main" id="{4F70E45C-12E5-41CE-9C9D-E17FA4D0D6E5}"/>
              </a:ext>
            </a:extLst>
          </p:cNvPr>
          <p:cNvCxnSpPr>
            <a:cxnSpLocks noChangeShapeType="1"/>
            <a:stCxn id="83263" idx="0"/>
          </p:cNvCxnSpPr>
          <p:nvPr/>
        </p:nvCxnSpPr>
        <p:spPr bwMode="auto">
          <a:xfrm flipV="1">
            <a:off x="3389313" y="5689600"/>
            <a:ext cx="306387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6" name="Straight Connector 512">
            <a:extLst>
              <a:ext uri="{FF2B5EF4-FFF2-40B4-BE49-F238E27FC236}">
                <a16:creationId xmlns:a16="http://schemas.microsoft.com/office/drawing/2014/main" id="{A7989F21-E254-4D6B-B875-FDFE45EDBD5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7" name="Straight Connector 513">
            <a:extLst>
              <a:ext uri="{FF2B5EF4-FFF2-40B4-BE49-F238E27FC236}">
                <a16:creationId xmlns:a16="http://schemas.microsoft.com/office/drawing/2014/main" id="{CE80C2F2-9EDF-423C-9E87-F1240F05486F}"/>
              </a:ext>
            </a:extLst>
          </p:cNvPr>
          <p:cNvCxnSpPr>
            <a:cxnSpLocks noChangeShapeType="1"/>
            <a:stCxn id="83285" idx="0"/>
          </p:cNvCxnSpPr>
          <p:nvPr/>
        </p:nvCxnSpPr>
        <p:spPr bwMode="auto">
          <a:xfrm flipV="1">
            <a:off x="1179513" y="4467225"/>
            <a:ext cx="227012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8" name="Straight Connector 514">
            <a:extLst>
              <a:ext uri="{FF2B5EF4-FFF2-40B4-BE49-F238E27FC236}">
                <a16:creationId xmlns:a16="http://schemas.microsoft.com/office/drawing/2014/main" id="{8DA9A267-7CAA-463F-BAC6-2E6486CF368C}"/>
              </a:ext>
            </a:extLst>
          </p:cNvPr>
          <p:cNvCxnSpPr>
            <a:cxnSpLocks noChangeShapeType="1"/>
            <a:endCxn id="82974" idx="5"/>
          </p:cNvCxnSpPr>
          <p:nvPr/>
        </p:nvCxnSpPr>
        <p:spPr bwMode="auto">
          <a:xfrm flipV="1">
            <a:off x="1155700" y="4368800"/>
            <a:ext cx="2032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2969" name="Group 20">
            <a:extLst>
              <a:ext uri="{FF2B5EF4-FFF2-40B4-BE49-F238E27FC236}">
                <a16:creationId xmlns:a16="http://schemas.microsoft.com/office/drawing/2014/main" id="{FEA56948-CBF6-433F-9D20-5BF32C9A496C}"/>
              </a:ext>
            </a:extLst>
          </p:cNvPr>
          <p:cNvGrpSpPr>
            <a:grpSpLocks/>
          </p:cNvGrpSpPr>
          <p:nvPr/>
        </p:nvGrpSpPr>
        <p:grpSpPr bwMode="auto">
          <a:xfrm>
            <a:off x="4713288" y="2871788"/>
            <a:ext cx="2117725" cy="1082675"/>
            <a:chOff x="4712800" y="2871032"/>
            <a:chExt cx="2117908" cy="1082781"/>
          </a:xfrm>
        </p:grpSpPr>
        <p:grpSp>
          <p:nvGrpSpPr>
            <p:cNvPr id="82986" name="Group 16">
              <a:extLst>
                <a:ext uri="{FF2B5EF4-FFF2-40B4-BE49-F238E27FC236}">
                  <a16:creationId xmlns:a16="http://schemas.microsoft.com/office/drawing/2014/main" id="{20B5A706-3B7F-4B48-8CE9-444A533DA1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82989" name="Oval 14">
                <a:extLst>
                  <a:ext uri="{FF2B5EF4-FFF2-40B4-BE49-F238E27FC236}">
                    <a16:creationId xmlns:a16="http://schemas.microsoft.com/office/drawing/2014/main" id="{03565F49-406E-4FC1-9C75-8DB01A6C0B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2990" name="TextBox 15">
                <a:extLst>
                  <a:ext uri="{FF2B5EF4-FFF2-40B4-BE49-F238E27FC236}">
                    <a16:creationId xmlns:a16="http://schemas.microsoft.com/office/drawing/2014/main" id="{E485ECC8-2E05-4C58-9CD4-14095D7190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82987" name="Straight Connector 18">
              <a:extLst>
                <a:ext uri="{FF2B5EF4-FFF2-40B4-BE49-F238E27FC236}">
                  <a16:creationId xmlns:a16="http://schemas.microsoft.com/office/drawing/2014/main" id="{F08E225A-DDC6-4E86-A3B4-46F424F58A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88" name="Straight Connector 516">
              <a:extLst>
                <a:ext uri="{FF2B5EF4-FFF2-40B4-BE49-F238E27FC236}">
                  <a16:creationId xmlns:a16="http://schemas.microsoft.com/office/drawing/2014/main" id="{19555F65-3722-49FB-BE58-29795D0100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2970" name="Group 39937">
            <a:extLst>
              <a:ext uri="{FF2B5EF4-FFF2-40B4-BE49-F238E27FC236}">
                <a16:creationId xmlns:a16="http://schemas.microsoft.com/office/drawing/2014/main" id="{9038E8BB-5FDD-457D-9EA0-BCFACDD1FD0A}"/>
              </a:ext>
            </a:extLst>
          </p:cNvPr>
          <p:cNvGrpSpPr>
            <a:grpSpLocks/>
          </p:cNvGrpSpPr>
          <p:nvPr/>
        </p:nvGrpSpPr>
        <p:grpSpPr bwMode="auto">
          <a:xfrm>
            <a:off x="3692525" y="3789363"/>
            <a:ext cx="1538288" cy="585787"/>
            <a:chOff x="3692946" y="3789212"/>
            <a:chExt cx="1537885" cy="585306"/>
          </a:xfrm>
        </p:grpSpPr>
        <p:cxnSp>
          <p:nvCxnSpPr>
            <p:cNvPr id="82980" name="Straight Connector 515">
              <a:extLst>
                <a:ext uri="{FF2B5EF4-FFF2-40B4-BE49-F238E27FC236}">
                  <a16:creationId xmlns:a16="http://schemas.microsoft.com/office/drawing/2014/main" id="{8614DBBC-E6C9-4797-A1D6-94710BF3A79A}"/>
                </a:ext>
              </a:extLst>
            </p:cNvPr>
            <p:cNvCxnSpPr>
              <a:cxnSpLocks noChangeShapeType="1"/>
              <a:stCxn id="83036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82981" name="Group 518">
              <a:extLst>
                <a:ext uri="{FF2B5EF4-FFF2-40B4-BE49-F238E27FC236}">
                  <a16:creationId xmlns:a16="http://schemas.microsoft.com/office/drawing/2014/main" id="{24625BE4-9501-4FF1-8135-FFD509642E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82984" name="Oval 521">
                <a:extLst>
                  <a:ext uri="{FF2B5EF4-FFF2-40B4-BE49-F238E27FC236}">
                    <a16:creationId xmlns:a16="http://schemas.microsoft.com/office/drawing/2014/main" id="{AE88214F-9CCC-4600-80FF-B58A46478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2985" name="TextBox 522">
                <a:extLst>
                  <a:ext uri="{FF2B5EF4-FFF2-40B4-BE49-F238E27FC236}">
                    <a16:creationId xmlns:a16="http://schemas.microsoft.com/office/drawing/2014/main" id="{8502C782-E751-4EA7-8C1A-D8462AC71B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82982" name="Straight Connector 519">
              <a:extLst>
                <a:ext uri="{FF2B5EF4-FFF2-40B4-BE49-F238E27FC236}">
                  <a16:creationId xmlns:a16="http://schemas.microsoft.com/office/drawing/2014/main" id="{0CE048D2-B887-4342-8D16-7DA7C2BD8AD0}"/>
                </a:ext>
              </a:extLst>
            </p:cNvPr>
            <p:cNvCxnSpPr>
              <a:cxnSpLocks noChangeShapeType="1"/>
              <a:stCxn id="82984" idx="6"/>
              <a:endCxn id="83236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83" name="Straight Connector 520">
              <a:extLst>
                <a:ext uri="{FF2B5EF4-FFF2-40B4-BE49-F238E27FC236}">
                  <a16:creationId xmlns:a16="http://schemas.microsoft.com/office/drawing/2014/main" id="{EF7E8D78-8419-4317-9B55-86D3E3362A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2971" name="Group 39939">
            <a:extLst>
              <a:ext uri="{FF2B5EF4-FFF2-40B4-BE49-F238E27FC236}">
                <a16:creationId xmlns:a16="http://schemas.microsoft.com/office/drawing/2014/main" id="{C23FD2A8-858B-423B-9014-1668A7125A96}"/>
              </a:ext>
            </a:extLst>
          </p:cNvPr>
          <p:cNvGrpSpPr>
            <a:grpSpLocks/>
          </p:cNvGrpSpPr>
          <p:nvPr/>
        </p:nvGrpSpPr>
        <p:grpSpPr bwMode="auto">
          <a:xfrm>
            <a:off x="2406650" y="3633788"/>
            <a:ext cx="2901950" cy="1296987"/>
            <a:chOff x="2407287" y="3633041"/>
            <a:chExt cx="2900648" cy="1297685"/>
          </a:xfrm>
        </p:grpSpPr>
        <p:cxnSp>
          <p:nvCxnSpPr>
            <p:cNvPr id="82977" name="Straight Connector 7">
              <a:extLst>
                <a:ext uri="{FF2B5EF4-FFF2-40B4-BE49-F238E27FC236}">
                  <a16:creationId xmlns:a16="http://schemas.microsoft.com/office/drawing/2014/main" id="{24245F05-9AAB-4118-BDD7-58472AC648A2}"/>
                </a:ext>
              </a:extLst>
            </p:cNvPr>
            <p:cNvCxnSpPr>
              <a:cxnSpLocks noChangeShapeType="1"/>
              <a:stCxn id="83109" idx="5"/>
              <a:endCxn id="83234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78" name="Straight Connector 415">
              <a:extLst>
                <a:ext uri="{FF2B5EF4-FFF2-40B4-BE49-F238E27FC236}">
                  <a16:creationId xmlns:a16="http://schemas.microsoft.com/office/drawing/2014/main" id="{C3C3D711-DBA3-4B12-ABED-798C1B9AD60B}"/>
                </a:ext>
              </a:extLst>
            </p:cNvPr>
            <p:cNvCxnSpPr>
              <a:cxnSpLocks noChangeShapeType="1"/>
              <a:endCxn id="83068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79" name="Straight Connector 523">
              <a:extLst>
                <a:ext uri="{FF2B5EF4-FFF2-40B4-BE49-F238E27FC236}">
                  <a16:creationId xmlns:a16="http://schemas.microsoft.com/office/drawing/2014/main" id="{9BF680B3-BBA0-457E-A37B-903052E42417}"/>
                </a:ext>
              </a:extLst>
            </p:cNvPr>
            <p:cNvCxnSpPr>
              <a:cxnSpLocks noChangeShapeType="1"/>
              <a:stCxn id="83031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972" name="Oval 6">
            <a:extLst>
              <a:ext uri="{FF2B5EF4-FFF2-40B4-BE49-F238E27FC236}">
                <a16:creationId xmlns:a16="http://schemas.microsoft.com/office/drawing/2014/main" id="{0B0EE74B-C826-4B39-90D7-118019178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5359400"/>
            <a:ext cx="20447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82973" name="TextBox 9">
            <a:extLst>
              <a:ext uri="{FF2B5EF4-FFF2-40B4-BE49-F238E27FC236}">
                <a16:creationId xmlns:a16="http://schemas.microsoft.com/office/drawing/2014/main" id="{8641D4D8-0950-48D5-80E4-18093519C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0" y="5334000"/>
            <a:ext cx="158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>
                <a:latin typeface="Arial" panose="020B0604020202020204" pitchFamily="34" charset="0"/>
              </a:rPr>
              <a:t>regional net</a:t>
            </a:r>
          </a:p>
        </p:txBody>
      </p:sp>
      <p:sp>
        <p:nvSpPr>
          <p:cNvPr id="82974" name="Oval 517">
            <a:extLst>
              <a:ext uri="{FF2B5EF4-FFF2-40B4-BE49-F238E27FC236}">
                <a16:creationId xmlns:a16="http://schemas.microsoft.com/office/drawing/2014/main" id="{0CB6B5F7-AAA1-4D1C-BE3E-DBE11C5348B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7569" y="3736182"/>
            <a:ext cx="1252537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cxnSp>
        <p:nvCxnSpPr>
          <p:cNvPr id="82975" name="Straight Connector 39941">
            <a:extLst>
              <a:ext uri="{FF2B5EF4-FFF2-40B4-BE49-F238E27FC236}">
                <a16:creationId xmlns:a16="http://schemas.microsoft.com/office/drawing/2014/main" id="{44519F08-6023-421C-AA63-C8499007C8EF}"/>
              </a:ext>
            </a:extLst>
          </p:cNvPr>
          <p:cNvCxnSpPr>
            <a:cxnSpLocks noChangeShapeType="1"/>
            <a:stCxn id="82974" idx="0"/>
            <a:endCxn id="83097" idx="0"/>
          </p:cNvCxnSpPr>
          <p:nvPr/>
        </p:nvCxnSpPr>
        <p:spPr bwMode="auto">
          <a:xfrm flipV="1">
            <a:off x="1684338" y="3654425"/>
            <a:ext cx="758825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76" name="Straight Connector 524">
            <a:extLst>
              <a:ext uri="{FF2B5EF4-FFF2-40B4-BE49-F238E27FC236}">
                <a16:creationId xmlns:a16="http://schemas.microsoft.com/office/drawing/2014/main" id="{FB2CE2A7-B5A8-4E2A-ABC1-7DC10993DE0F}"/>
              </a:ext>
            </a:extLst>
          </p:cNvPr>
          <p:cNvCxnSpPr>
            <a:cxnSpLocks noChangeShapeType="1"/>
            <a:endCxn id="83070" idx="1"/>
          </p:cNvCxnSpPr>
          <p:nvPr/>
        </p:nvCxnSpPr>
        <p:spPr bwMode="auto">
          <a:xfrm>
            <a:off x="1685925" y="4111625"/>
            <a:ext cx="466725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55DA5041-8201-4A71-AA1E-702A2B6AE8B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Internet structure: network of networks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pic>
        <p:nvPicPr>
          <p:cNvPr id="84995" name="Picture 76" descr="underline_base">
            <a:extLst>
              <a:ext uri="{FF2B5EF4-FFF2-40B4-BE49-F238E27FC236}">
                <a16:creationId xmlns:a16="http://schemas.microsoft.com/office/drawing/2014/main" id="{15E1FB5E-E580-4746-AB03-80504CD1516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4996" name="Group 5">
            <a:extLst>
              <a:ext uri="{FF2B5EF4-FFF2-40B4-BE49-F238E27FC236}">
                <a16:creationId xmlns:a16="http://schemas.microsoft.com/office/drawing/2014/main" id="{DA644EC3-B3E1-4CFA-85D2-3A6753CDC967}"/>
              </a:ext>
            </a:extLst>
          </p:cNvPr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85299" name="Group 2">
              <a:extLst>
                <a:ext uri="{FF2B5EF4-FFF2-40B4-BE49-F238E27FC236}">
                  <a16:creationId xmlns:a16="http://schemas.microsoft.com/office/drawing/2014/main" id="{18AF0306-99B1-4A5E-BCEB-672F7BD088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85351" name="Freeform 84">
                <a:extLst>
                  <a:ext uri="{FF2B5EF4-FFF2-40B4-BE49-F238E27FC236}">
                    <a16:creationId xmlns:a16="http://schemas.microsoft.com/office/drawing/2014/main" id="{4CDB36B4-B8CD-4607-AD70-1A515F2DF2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52" name="TextBox 1">
                <a:extLst>
                  <a:ext uri="{FF2B5EF4-FFF2-40B4-BE49-F238E27FC236}">
                    <a16:creationId xmlns:a16="http://schemas.microsoft.com/office/drawing/2014/main" id="{571B72BD-3BCC-4F29-AC26-9033A1F403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00" name="Group 131">
              <a:extLst>
                <a:ext uri="{FF2B5EF4-FFF2-40B4-BE49-F238E27FC236}">
                  <a16:creationId xmlns:a16="http://schemas.microsoft.com/office/drawing/2014/main" id="{26ADD1C3-43B1-415C-9D5C-8C3B03E6F4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85349" name="Freeform 84">
                <a:extLst>
                  <a:ext uri="{FF2B5EF4-FFF2-40B4-BE49-F238E27FC236}">
                    <a16:creationId xmlns:a16="http://schemas.microsoft.com/office/drawing/2014/main" id="{91B1292B-342F-4871-A6A8-BC56E515C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50" name="TextBox 133">
                <a:extLst>
                  <a:ext uri="{FF2B5EF4-FFF2-40B4-BE49-F238E27FC236}">
                    <a16:creationId xmlns:a16="http://schemas.microsoft.com/office/drawing/2014/main" id="{BBDA1D6B-9443-471E-8048-2369476709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01" name="Group 135">
              <a:extLst>
                <a:ext uri="{FF2B5EF4-FFF2-40B4-BE49-F238E27FC236}">
                  <a16:creationId xmlns:a16="http://schemas.microsoft.com/office/drawing/2014/main" id="{62F50292-DE47-41F2-9600-660DECD7E8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85347" name="Freeform 84">
                <a:extLst>
                  <a:ext uri="{FF2B5EF4-FFF2-40B4-BE49-F238E27FC236}">
                    <a16:creationId xmlns:a16="http://schemas.microsoft.com/office/drawing/2014/main" id="{6A95221C-4B4A-48B2-A00F-64A54BB89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48" name="TextBox 137">
                <a:extLst>
                  <a:ext uri="{FF2B5EF4-FFF2-40B4-BE49-F238E27FC236}">
                    <a16:creationId xmlns:a16="http://schemas.microsoft.com/office/drawing/2014/main" id="{EB0D1BC2-EFFD-4820-9969-7B8D9617A5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02" name="Group 138">
              <a:extLst>
                <a:ext uri="{FF2B5EF4-FFF2-40B4-BE49-F238E27FC236}">
                  <a16:creationId xmlns:a16="http://schemas.microsoft.com/office/drawing/2014/main" id="{C0D3D80A-964A-4F33-BE10-1C868A9381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85345" name="Freeform 84">
                <a:extLst>
                  <a:ext uri="{FF2B5EF4-FFF2-40B4-BE49-F238E27FC236}">
                    <a16:creationId xmlns:a16="http://schemas.microsoft.com/office/drawing/2014/main" id="{558935E9-83A9-4073-9810-35EBEAF52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46" name="TextBox 140">
                <a:extLst>
                  <a:ext uri="{FF2B5EF4-FFF2-40B4-BE49-F238E27FC236}">
                    <a16:creationId xmlns:a16="http://schemas.microsoft.com/office/drawing/2014/main" id="{B2CB4E1B-89CB-462C-9FBF-C8C2655647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03" name="Group 141">
              <a:extLst>
                <a:ext uri="{FF2B5EF4-FFF2-40B4-BE49-F238E27FC236}">
                  <a16:creationId xmlns:a16="http://schemas.microsoft.com/office/drawing/2014/main" id="{B13A7D3E-0E6B-4474-8378-7DC149CB9F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85343" name="Freeform 84">
                <a:extLst>
                  <a:ext uri="{FF2B5EF4-FFF2-40B4-BE49-F238E27FC236}">
                    <a16:creationId xmlns:a16="http://schemas.microsoft.com/office/drawing/2014/main" id="{7486CC4B-8AFC-4966-8A7C-9714E0A61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44" name="TextBox 143">
                <a:extLst>
                  <a:ext uri="{FF2B5EF4-FFF2-40B4-BE49-F238E27FC236}">
                    <a16:creationId xmlns:a16="http://schemas.microsoft.com/office/drawing/2014/main" id="{C4A3E30C-6893-4615-BF8F-1694492AAE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04" name="Group 144">
              <a:extLst>
                <a:ext uri="{FF2B5EF4-FFF2-40B4-BE49-F238E27FC236}">
                  <a16:creationId xmlns:a16="http://schemas.microsoft.com/office/drawing/2014/main" id="{A6F2BD6D-9BE5-423B-9872-259CCD9A2A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85341" name="Freeform 84">
                <a:extLst>
                  <a:ext uri="{FF2B5EF4-FFF2-40B4-BE49-F238E27FC236}">
                    <a16:creationId xmlns:a16="http://schemas.microsoft.com/office/drawing/2014/main" id="{E81A0955-A164-42ED-95C4-9F99F1FF0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42" name="TextBox 146">
                <a:extLst>
                  <a:ext uri="{FF2B5EF4-FFF2-40B4-BE49-F238E27FC236}">
                    <a16:creationId xmlns:a16="http://schemas.microsoft.com/office/drawing/2014/main" id="{7D57E491-3C6A-43CD-BDCD-9AC49C7FE3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05" name="Group 147">
              <a:extLst>
                <a:ext uri="{FF2B5EF4-FFF2-40B4-BE49-F238E27FC236}">
                  <a16:creationId xmlns:a16="http://schemas.microsoft.com/office/drawing/2014/main" id="{7E8F805A-B81C-465A-99C5-D490CD4FB5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85339" name="Freeform 84">
                <a:extLst>
                  <a:ext uri="{FF2B5EF4-FFF2-40B4-BE49-F238E27FC236}">
                    <a16:creationId xmlns:a16="http://schemas.microsoft.com/office/drawing/2014/main" id="{64CC0345-F968-44F2-B609-2E941D803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40" name="TextBox 149">
                <a:extLst>
                  <a:ext uri="{FF2B5EF4-FFF2-40B4-BE49-F238E27FC236}">
                    <a16:creationId xmlns:a16="http://schemas.microsoft.com/office/drawing/2014/main" id="{9882AAD3-909A-4707-ABD6-F5F6F3DFB6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06" name="Group 150">
              <a:extLst>
                <a:ext uri="{FF2B5EF4-FFF2-40B4-BE49-F238E27FC236}">
                  <a16:creationId xmlns:a16="http://schemas.microsoft.com/office/drawing/2014/main" id="{F9D3845A-65B4-4E7A-B501-CF751F4D48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85337" name="Freeform 84">
                <a:extLst>
                  <a:ext uri="{FF2B5EF4-FFF2-40B4-BE49-F238E27FC236}">
                    <a16:creationId xmlns:a16="http://schemas.microsoft.com/office/drawing/2014/main" id="{92B780B7-74F7-47F7-B493-54941F417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38" name="TextBox 152">
                <a:extLst>
                  <a:ext uri="{FF2B5EF4-FFF2-40B4-BE49-F238E27FC236}">
                    <a16:creationId xmlns:a16="http://schemas.microsoft.com/office/drawing/2014/main" id="{C3BC903E-96D9-43F8-922E-BCD77C5930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07" name="Group 153">
              <a:extLst>
                <a:ext uri="{FF2B5EF4-FFF2-40B4-BE49-F238E27FC236}">
                  <a16:creationId xmlns:a16="http://schemas.microsoft.com/office/drawing/2014/main" id="{E4876E53-D3BB-4FA5-B3F8-6BC70AD1B4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85335" name="Freeform 84">
                <a:extLst>
                  <a:ext uri="{FF2B5EF4-FFF2-40B4-BE49-F238E27FC236}">
                    <a16:creationId xmlns:a16="http://schemas.microsoft.com/office/drawing/2014/main" id="{9A58F9A4-3161-41FF-8351-1A5F3347A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36" name="TextBox 155">
                <a:extLst>
                  <a:ext uri="{FF2B5EF4-FFF2-40B4-BE49-F238E27FC236}">
                    <a16:creationId xmlns:a16="http://schemas.microsoft.com/office/drawing/2014/main" id="{CAD2CF77-3C88-4289-BD4E-E7F421D4B0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08" name="Group 156">
              <a:extLst>
                <a:ext uri="{FF2B5EF4-FFF2-40B4-BE49-F238E27FC236}">
                  <a16:creationId xmlns:a16="http://schemas.microsoft.com/office/drawing/2014/main" id="{C7DC09F0-16E1-4CEF-AC53-93F0B66F0F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85333" name="Freeform 84">
                <a:extLst>
                  <a:ext uri="{FF2B5EF4-FFF2-40B4-BE49-F238E27FC236}">
                    <a16:creationId xmlns:a16="http://schemas.microsoft.com/office/drawing/2014/main" id="{682219DF-142C-4D6B-87A2-5C8674B12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34" name="TextBox 158">
                <a:extLst>
                  <a:ext uri="{FF2B5EF4-FFF2-40B4-BE49-F238E27FC236}">
                    <a16:creationId xmlns:a16="http://schemas.microsoft.com/office/drawing/2014/main" id="{C262EF1A-064D-4C4C-B19B-C7FEAEC2C7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09" name="Group 160">
              <a:extLst>
                <a:ext uri="{FF2B5EF4-FFF2-40B4-BE49-F238E27FC236}">
                  <a16:creationId xmlns:a16="http://schemas.microsoft.com/office/drawing/2014/main" id="{0C66B132-08E6-44E3-9CC6-AFD8F9D574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85331" name="Freeform 84">
                <a:extLst>
                  <a:ext uri="{FF2B5EF4-FFF2-40B4-BE49-F238E27FC236}">
                    <a16:creationId xmlns:a16="http://schemas.microsoft.com/office/drawing/2014/main" id="{4150674F-9E32-4EF8-8566-68A09AF1D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32" name="TextBox 162">
                <a:extLst>
                  <a:ext uri="{FF2B5EF4-FFF2-40B4-BE49-F238E27FC236}">
                    <a16:creationId xmlns:a16="http://schemas.microsoft.com/office/drawing/2014/main" id="{B9471B4F-492B-4CF1-9A7A-CC292DC26A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10" name="Group 163">
              <a:extLst>
                <a:ext uri="{FF2B5EF4-FFF2-40B4-BE49-F238E27FC236}">
                  <a16:creationId xmlns:a16="http://schemas.microsoft.com/office/drawing/2014/main" id="{1F732406-0493-4847-AB15-8905F60B93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85329" name="Freeform 84">
                <a:extLst>
                  <a:ext uri="{FF2B5EF4-FFF2-40B4-BE49-F238E27FC236}">
                    <a16:creationId xmlns:a16="http://schemas.microsoft.com/office/drawing/2014/main" id="{67DBE7A6-6E6E-4308-BE37-7F42535FE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30" name="TextBox 165">
                <a:extLst>
                  <a:ext uri="{FF2B5EF4-FFF2-40B4-BE49-F238E27FC236}">
                    <a16:creationId xmlns:a16="http://schemas.microsoft.com/office/drawing/2014/main" id="{D689D56D-5828-4984-8A4A-CE9CD4D370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11" name="Group 166">
              <a:extLst>
                <a:ext uri="{FF2B5EF4-FFF2-40B4-BE49-F238E27FC236}">
                  <a16:creationId xmlns:a16="http://schemas.microsoft.com/office/drawing/2014/main" id="{CBC4506E-B62F-4B96-8AEA-1911D424D2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85327" name="Freeform 84">
                <a:extLst>
                  <a:ext uri="{FF2B5EF4-FFF2-40B4-BE49-F238E27FC236}">
                    <a16:creationId xmlns:a16="http://schemas.microsoft.com/office/drawing/2014/main" id="{297103E6-7A12-4118-B8C2-D8AA9625A0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28" name="TextBox 168">
                <a:extLst>
                  <a:ext uri="{FF2B5EF4-FFF2-40B4-BE49-F238E27FC236}">
                    <a16:creationId xmlns:a16="http://schemas.microsoft.com/office/drawing/2014/main" id="{BB3C9ED4-6883-438F-A0C6-D3DEC171F2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12" name="Group 169">
              <a:extLst>
                <a:ext uri="{FF2B5EF4-FFF2-40B4-BE49-F238E27FC236}">
                  <a16:creationId xmlns:a16="http://schemas.microsoft.com/office/drawing/2014/main" id="{0537D797-C688-4C37-A6EE-149572610D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85325" name="Freeform 84">
                <a:extLst>
                  <a:ext uri="{FF2B5EF4-FFF2-40B4-BE49-F238E27FC236}">
                    <a16:creationId xmlns:a16="http://schemas.microsoft.com/office/drawing/2014/main" id="{3DA012B2-4BF7-4E59-A056-BB4809F73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26" name="TextBox 171">
                <a:extLst>
                  <a:ext uri="{FF2B5EF4-FFF2-40B4-BE49-F238E27FC236}">
                    <a16:creationId xmlns:a16="http://schemas.microsoft.com/office/drawing/2014/main" id="{7B76F1DD-B368-4E2C-A65B-2E206AC85C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13" name="Group 172">
              <a:extLst>
                <a:ext uri="{FF2B5EF4-FFF2-40B4-BE49-F238E27FC236}">
                  <a16:creationId xmlns:a16="http://schemas.microsoft.com/office/drawing/2014/main" id="{1B2875F4-9C12-47E0-B474-E7B48B2334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85323" name="Freeform 84">
                <a:extLst>
                  <a:ext uri="{FF2B5EF4-FFF2-40B4-BE49-F238E27FC236}">
                    <a16:creationId xmlns:a16="http://schemas.microsoft.com/office/drawing/2014/main" id="{873F045F-A38F-48C5-B23C-8A1139A5B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24" name="TextBox 174">
                <a:extLst>
                  <a:ext uri="{FF2B5EF4-FFF2-40B4-BE49-F238E27FC236}">
                    <a16:creationId xmlns:a16="http://schemas.microsoft.com/office/drawing/2014/main" id="{89DFEBA5-3A87-4E62-B7CA-F18678FA83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5314" name="Group 175">
              <a:extLst>
                <a:ext uri="{FF2B5EF4-FFF2-40B4-BE49-F238E27FC236}">
                  <a16:creationId xmlns:a16="http://schemas.microsoft.com/office/drawing/2014/main" id="{BE7CEFBE-456F-4A4F-951B-D8742A1FB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85321" name="Freeform 84">
                <a:extLst>
                  <a:ext uri="{FF2B5EF4-FFF2-40B4-BE49-F238E27FC236}">
                    <a16:creationId xmlns:a16="http://schemas.microsoft.com/office/drawing/2014/main" id="{E1BD37CF-1B32-4FCE-B3AE-E22062278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322" name="TextBox 177">
                <a:extLst>
                  <a:ext uri="{FF2B5EF4-FFF2-40B4-BE49-F238E27FC236}">
                    <a16:creationId xmlns:a16="http://schemas.microsoft.com/office/drawing/2014/main" id="{1FBE433A-8EAA-4AC7-85AA-390BB56635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85315" name="TextBox 4">
              <a:extLst>
                <a:ext uri="{FF2B5EF4-FFF2-40B4-BE49-F238E27FC236}">
                  <a16:creationId xmlns:a16="http://schemas.microsoft.com/office/drawing/2014/main" id="{91D50B73-AFE3-4D75-8E32-99D849CDF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5316" name="TextBox 179">
              <a:extLst>
                <a:ext uri="{FF2B5EF4-FFF2-40B4-BE49-F238E27FC236}">
                  <a16:creationId xmlns:a16="http://schemas.microsoft.com/office/drawing/2014/main" id="{B3820089-6210-4453-90FB-57D641733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5317" name="TextBox 180">
              <a:extLst>
                <a:ext uri="{FF2B5EF4-FFF2-40B4-BE49-F238E27FC236}">
                  <a16:creationId xmlns:a16="http://schemas.microsoft.com/office/drawing/2014/main" id="{C29088C9-FA66-4F1A-8B90-BB7C2902B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5318" name="TextBox 181">
              <a:extLst>
                <a:ext uri="{FF2B5EF4-FFF2-40B4-BE49-F238E27FC236}">
                  <a16:creationId xmlns:a16="http://schemas.microsoft.com/office/drawing/2014/main" id="{E3125086-2312-42BD-B720-C6AE644E99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5319" name="TextBox 182">
              <a:extLst>
                <a:ext uri="{FF2B5EF4-FFF2-40B4-BE49-F238E27FC236}">
                  <a16:creationId xmlns:a16="http://schemas.microsoft.com/office/drawing/2014/main" id="{0EE19DA6-8A6B-4A41-BA16-F71E7E32B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5320" name="TextBox 183">
              <a:extLst>
                <a:ext uri="{FF2B5EF4-FFF2-40B4-BE49-F238E27FC236}">
                  <a16:creationId xmlns:a16="http://schemas.microsoft.com/office/drawing/2014/main" id="{FBD12FE1-201C-415A-B0DF-01E89C03D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84997" name="Rectangle 3">
            <a:extLst>
              <a:ext uri="{FF2B5EF4-FFF2-40B4-BE49-F238E27FC236}">
                <a16:creationId xmlns:a16="http://schemas.microsoft.com/office/drawing/2014/main" id="{B176CDA5-A9BC-4B88-AC66-CF137F20F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1011238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TW" sz="2400" dirty="0"/>
              <a:t>… and </a:t>
            </a:r>
            <a:r>
              <a:rPr lang="en-US" altLang="zh-TW" sz="2400" dirty="0">
                <a:solidFill>
                  <a:srgbClr val="C00000"/>
                </a:solidFill>
              </a:rPr>
              <a:t>content provider networks</a:t>
            </a:r>
            <a:r>
              <a:rPr lang="en-US" altLang="zh-TW" sz="2400" dirty="0"/>
              <a:t>  (e.g., Google, Microsoft,   Akamai ) may run their </a:t>
            </a:r>
            <a:r>
              <a:rPr lang="en-US" altLang="zh-TW" sz="2400" dirty="0">
                <a:solidFill>
                  <a:srgbClr val="C00000"/>
                </a:solidFill>
              </a:rPr>
              <a:t>own network</a:t>
            </a:r>
            <a:r>
              <a:rPr lang="en-US" altLang="zh-TW" sz="2400" dirty="0"/>
              <a:t>, to bring services, content </a:t>
            </a:r>
            <a:r>
              <a:rPr lang="en-US" altLang="zh-TW" sz="2400" dirty="0">
                <a:solidFill>
                  <a:srgbClr val="C00000"/>
                </a:solidFill>
              </a:rPr>
              <a:t>close to end users</a:t>
            </a:r>
          </a:p>
        </p:txBody>
      </p:sp>
      <p:grpSp>
        <p:nvGrpSpPr>
          <p:cNvPr id="84998" name="Group 8">
            <a:extLst>
              <a:ext uri="{FF2B5EF4-FFF2-40B4-BE49-F238E27FC236}">
                <a16:creationId xmlns:a16="http://schemas.microsoft.com/office/drawing/2014/main" id="{148981E7-87F5-4804-8B8F-ECDE7B0990D8}"/>
              </a:ext>
            </a:extLst>
          </p:cNvPr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85216" name="Oval 3">
              <a:extLst>
                <a:ext uri="{FF2B5EF4-FFF2-40B4-BE49-F238E27FC236}">
                  <a16:creationId xmlns:a16="http://schemas.microsoft.com/office/drawing/2014/main" id="{CB1696F0-46C9-4F32-B14D-153460E05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5217" name="Group 133">
              <a:extLst>
                <a:ext uri="{FF2B5EF4-FFF2-40B4-BE49-F238E27FC236}">
                  <a16:creationId xmlns:a16="http://schemas.microsoft.com/office/drawing/2014/main" id="{70B703BC-5361-417B-8963-3C0F574DBA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5291" name="Oval 407">
                <a:extLst>
                  <a:ext uri="{FF2B5EF4-FFF2-40B4-BE49-F238E27FC236}">
                    <a16:creationId xmlns:a16="http://schemas.microsoft.com/office/drawing/2014/main" id="{469A4CA3-FD08-4AF6-8F41-5D82716D9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92" name="Rectangle 410">
                <a:extLst>
                  <a:ext uri="{FF2B5EF4-FFF2-40B4-BE49-F238E27FC236}">
                    <a16:creationId xmlns:a16="http://schemas.microsoft.com/office/drawing/2014/main" id="{E82C80A4-46DB-4DCE-B48E-EA695EAD3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93" name="Oval 411">
                <a:extLst>
                  <a:ext uri="{FF2B5EF4-FFF2-40B4-BE49-F238E27FC236}">
                    <a16:creationId xmlns:a16="http://schemas.microsoft.com/office/drawing/2014/main" id="{68C55ECF-9B83-48AB-AFAA-54888BEC1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294" name="Group 137">
                <a:extLst>
                  <a:ext uri="{FF2B5EF4-FFF2-40B4-BE49-F238E27FC236}">
                    <a16:creationId xmlns:a16="http://schemas.microsoft.com/office/drawing/2014/main" id="{39EE222F-9BAC-4AE9-9C95-3A072B6619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297" name="Freeform 138">
                  <a:extLst>
                    <a:ext uri="{FF2B5EF4-FFF2-40B4-BE49-F238E27FC236}">
                      <a16:creationId xmlns:a16="http://schemas.microsoft.com/office/drawing/2014/main" id="{D42516B6-FDA9-4D64-93CA-B454041A40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298" name="Freeform 139">
                  <a:extLst>
                    <a:ext uri="{FF2B5EF4-FFF2-40B4-BE49-F238E27FC236}">
                      <a16:creationId xmlns:a16="http://schemas.microsoft.com/office/drawing/2014/main" id="{487BD893-140E-4506-8CCB-96A7C0986E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295" name="Line 140">
                <a:extLst>
                  <a:ext uri="{FF2B5EF4-FFF2-40B4-BE49-F238E27FC236}">
                    <a16:creationId xmlns:a16="http://schemas.microsoft.com/office/drawing/2014/main" id="{211AFA1A-DC2B-480C-A007-A64092EC9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296" name="Line 141">
                <a:extLst>
                  <a:ext uri="{FF2B5EF4-FFF2-40B4-BE49-F238E27FC236}">
                    <a16:creationId xmlns:a16="http://schemas.microsoft.com/office/drawing/2014/main" id="{8E4ACF6D-36FA-4053-B839-27EAE87A7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5218" name="Straight Connector 10">
              <a:extLst>
                <a:ext uri="{FF2B5EF4-FFF2-40B4-BE49-F238E27FC236}">
                  <a16:creationId xmlns:a16="http://schemas.microsoft.com/office/drawing/2014/main" id="{C8079EC7-EA7A-4695-B75E-2E0CC84B4EF3}"/>
                </a:ext>
              </a:extLst>
            </p:cNvPr>
            <p:cNvCxnSpPr>
              <a:cxnSpLocks noChangeShapeType="1"/>
              <a:stCxn id="85296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219" name="Straight Connector 297">
              <a:extLst>
                <a:ext uri="{FF2B5EF4-FFF2-40B4-BE49-F238E27FC236}">
                  <a16:creationId xmlns:a16="http://schemas.microsoft.com/office/drawing/2014/main" id="{D12F9A18-F1AA-487E-B974-AF504F725A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220" name="Straight Connector 298">
              <a:extLst>
                <a:ext uri="{FF2B5EF4-FFF2-40B4-BE49-F238E27FC236}">
                  <a16:creationId xmlns:a16="http://schemas.microsoft.com/office/drawing/2014/main" id="{A55D0C8E-F32D-4CE4-8563-6A6BB4B118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221" name="Straight Connector 299">
              <a:extLst>
                <a:ext uri="{FF2B5EF4-FFF2-40B4-BE49-F238E27FC236}">
                  <a16:creationId xmlns:a16="http://schemas.microsoft.com/office/drawing/2014/main" id="{5447C1AC-1048-48B5-BDFE-2367F9FE54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222" name="Straight Connector 300">
              <a:extLst>
                <a:ext uri="{FF2B5EF4-FFF2-40B4-BE49-F238E27FC236}">
                  <a16:creationId xmlns:a16="http://schemas.microsoft.com/office/drawing/2014/main" id="{7AECF4B2-253A-4D71-9AF8-DCF497AB87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223" name="Straight Connector 301">
              <a:extLst>
                <a:ext uri="{FF2B5EF4-FFF2-40B4-BE49-F238E27FC236}">
                  <a16:creationId xmlns:a16="http://schemas.microsoft.com/office/drawing/2014/main" id="{1F7360AD-467B-49B0-856F-124EFB5154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224" name="Straight Connector 302">
              <a:extLst>
                <a:ext uri="{FF2B5EF4-FFF2-40B4-BE49-F238E27FC236}">
                  <a16:creationId xmlns:a16="http://schemas.microsoft.com/office/drawing/2014/main" id="{8E2A50B8-9FFE-45E2-A565-BDCF2BD621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225" name="Straight Connector 303">
              <a:extLst>
                <a:ext uri="{FF2B5EF4-FFF2-40B4-BE49-F238E27FC236}">
                  <a16:creationId xmlns:a16="http://schemas.microsoft.com/office/drawing/2014/main" id="{9FE02A24-81AB-46CF-891A-B3A075D8E7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226" name="Straight Connector 304">
              <a:extLst>
                <a:ext uri="{FF2B5EF4-FFF2-40B4-BE49-F238E27FC236}">
                  <a16:creationId xmlns:a16="http://schemas.microsoft.com/office/drawing/2014/main" id="{88483705-1944-4BE6-8A49-EF617C176E0D}"/>
                </a:ext>
              </a:extLst>
            </p:cNvPr>
            <p:cNvCxnSpPr>
              <a:cxnSpLocks noChangeShapeType="1"/>
              <a:endCxn id="85291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227" name="TextBox 39958">
              <a:extLst>
                <a:ext uri="{FF2B5EF4-FFF2-40B4-BE49-F238E27FC236}">
                  <a16:creationId xmlns:a16="http://schemas.microsoft.com/office/drawing/2014/main" id="{6F81156D-E9CC-4D96-8E37-43F2E5682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B</a:t>
              </a:r>
            </a:p>
          </p:txBody>
        </p:sp>
        <p:grpSp>
          <p:nvGrpSpPr>
            <p:cNvPr id="85228" name="Group 133">
              <a:extLst>
                <a:ext uri="{FF2B5EF4-FFF2-40B4-BE49-F238E27FC236}">
                  <a16:creationId xmlns:a16="http://schemas.microsoft.com/office/drawing/2014/main" id="{585B27D8-C7BD-402B-BA4B-DBE40A88C0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5283" name="Oval 407">
                <a:extLst>
                  <a:ext uri="{FF2B5EF4-FFF2-40B4-BE49-F238E27FC236}">
                    <a16:creationId xmlns:a16="http://schemas.microsoft.com/office/drawing/2014/main" id="{CB5F8E25-BF46-48EE-A5E3-FABE42FF8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84" name="Rectangle 410">
                <a:extLst>
                  <a:ext uri="{FF2B5EF4-FFF2-40B4-BE49-F238E27FC236}">
                    <a16:creationId xmlns:a16="http://schemas.microsoft.com/office/drawing/2014/main" id="{4B8F426D-9451-42AC-8E8A-6B22BF076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85" name="Oval 411">
                <a:extLst>
                  <a:ext uri="{FF2B5EF4-FFF2-40B4-BE49-F238E27FC236}">
                    <a16:creationId xmlns:a16="http://schemas.microsoft.com/office/drawing/2014/main" id="{36A2C36D-05F4-4179-B92C-249544517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286" name="Group 137">
                <a:extLst>
                  <a:ext uri="{FF2B5EF4-FFF2-40B4-BE49-F238E27FC236}">
                    <a16:creationId xmlns:a16="http://schemas.microsoft.com/office/drawing/2014/main" id="{A9170479-058A-4B44-B9C2-350CA567F1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289" name="Freeform 138">
                  <a:extLst>
                    <a:ext uri="{FF2B5EF4-FFF2-40B4-BE49-F238E27FC236}">
                      <a16:creationId xmlns:a16="http://schemas.microsoft.com/office/drawing/2014/main" id="{3AD59397-E920-4A25-AFF6-7F89FBEF78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290" name="Freeform 139">
                  <a:extLst>
                    <a:ext uri="{FF2B5EF4-FFF2-40B4-BE49-F238E27FC236}">
                      <a16:creationId xmlns:a16="http://schemas.microsoft.com/office/drawing/2014/main" id="{DB14B54C-2927-4820-B354-E085ABC6E7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287" name="Line 140">
                <a:extLst>
                  <a:ext uri="{FF2B5EF4-FFF2-40B4-BE49-F238E27FC236}">
                    <a16:creationId xmlns:a16="http://schemas.microsoft.com/office/drawing/2014/main" id="{82DB38FD-D9AF-4E42-8544-00A708FD33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288" name="Line 141">
                <a:extLst>
                  <a:ext uri="{FF2B5EF4-FFF2-40B4-BE49-F238E27FC236}">
                    <a16:creationId xmlns:a16="http://schemas.microsoft.com/office/drawing/2014/main" id="{8E84DA10-5005-4C0C-8449-CEE4AEE42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229" name="Group 133">
              <a:extLst>
                <a:ext uri="{FF2B5EF4-FFF2-40B4-BE49-F238E27FC236}">
                  <a16:creationId xmlns:a16="http://schemas.microsoft.com/office/drawing/2014/main" id="{C7B752B4-9AD7-4D42-BEA4-D3E216EA66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5275" name="Oval 407">
                <a:extLst>
                  <a:ext uri="{FF2B5EF4-FFF2-40B4-BE49-F238E27FC236}">
                    <a16:creationId xmlns:a16="http://schemas.microsoft.com/office/drawing/2014/main" id="{925A29D2-7359-49F3-861C-419F70CC9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76" name="Rectangle 410">
                <a:extLst>
                  <a:ext uri="{FF2B5EF4-FFF2-40B4-BE49-F238E27FC236}">
                    <a16:creationId xmlns:a16="http://schemas.microsoft.com/office/drawing/2014/main" id="{74826B7E-7BE9-4477-8B0C-FADB8EC52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77" name="Oval 411">
                <a:extLst>
                  <a:ext uri="{FF2B5EF4-FFF2-40B4-BE49-F238E27FC236}">
                    <a16:creationId xmlns:a16="http://schemas.microsoft.com/office/drawing/2014/main" id="{7E2ADD70-7624-4DB6-95F0-77879A644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278" name="Group 137">
                <a:extLst>
                  <a:ext uri="{FF2B5EF4-FFF2-40B4-BE49-F238E27FC236}">
                    <a16:creationId xmlns:a16="http://schemas.microsoft.com/office/drawing/2014/main" id="{1DC82A2C-AA40-4BD0-B749-B6683C9AE9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281" name="Freeform 138">
                  <a:extLst>
                    <a:ext uri="{FF2B5EF4-FFF2-40B4-BE49-F238E27FC236}">
                      <a16:creationId xmlns:a16="http://schemas.microsoft.com/office/drawing/2014/main" id="{75A1FDEA-AF69-4F6B-9318-8045A7F35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282" name="Freeform 139">
                  <a:extLst>
                    <a:ext uri="{FF2B5EF4-FFF2-40B4-BE49-F238E27FC236}">
                      <a16:creationId xmlns:a16="http://schemas.microsoft.com/office/drawing/2014/main" id="{E5322308-3820-4698-82C7-915D937A25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279" name="Line 140">
                <a:extLst>
                  <a:ext uri="{FF2B5EF4-FFF2-40B4-BE49-F238E27FC236}">
                    <a16:creationId xmlns:a16="http://schemas.microsoft.com/office/drawing/2014/main" id="{88A7DAEA-D323-4ED2-83CC-AFCF2759D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280" name="Line 141">
                <a:extLst>
                  <a:ext uri="{FF2B5EF4-FFF2-40B4-BE49-F238E27FC236}">
                    <a16:creationId xmlns:a16="http://schemas.microsoft.com/office/drawing/2014/main" id="{918C63CD-E985-447B-9B3B-18C04D319F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230" name="Group 133">
              <a:extLst>
                <a:ext uri="{FF2B5EF4-FFF2-40B4-BE49-F238E27FC236}">
                  <a16:creationId xmlns:a16="http://schemas.microsoft.com/office/drawing/2014/main" id="{594E0859-E602-473D-9CB8-E261295D39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5267" name="Oval 407">
                <a:extLst>
                  <a:ext uri="{FF2B5EF4-FFF2-40B4-BE49-F238E27FC236}">
                    <a16:creationId xmlns:a16="http://schemas.microsoft.com/office/drawing/2014/main" id="{A96F3427-8914-46C7-A8F6-D4EB8772E5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68" name="Rectangle 410">
                <a:extLst>
                  <a:ext uri="{FF2B5EF4-FFF2-40B4-BE49-F238E27FC236}">
                    <a16:creationId xmlns:a16="http://schemas.microsoft.com/office/drawing/2014/main" id="{44DE3026-E54B-435F-AE3F-B4F5A307B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69" name="Oval 411">
                <a:extLst>
                  <a:ext uri="{FF2B5EF4-FFF2-40B4-BE49-F238E27FC236}">
                    <a16:creationId xmlns:a16="http://schemas.microsoft.com/office/drawing/2014/main" id="{88C14303-5F41-499E-9A40-517B4EA568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270" name="Group 137">
                <a:extLst>
                  <a:ext uri="{FF2B5EF4-FFF2-40B4-BE49-F238E27FC236}">
                    <a16:creationId xmlns:a16="http://schemas.microsoft.com/office/drawing/2014/main" id="{2F81AC2F-F40D-4AD0-934F-495C6735C6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273" name="Freeform 138">
                  <a:extLst>
                    <a:ext uri="{FF2B5EF4-FFF2-40B4-BE49-F238E27FC236}">
                      <a16:creationId xmlns:a16="http://schemas.microsoft.com/office/drawing/2014/main" id="{F7F2F616-374F-45CC-B2AF-71FC912D28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274" name="Freeform 139">
                  <a:extLst>
                    <a:ext uri="{FF2B5EF4-FFF2-40B4-BE49-F238E27FC236}">
                      <a16:creationId xmlns:a16="http://schemas.microsoft.com/office/drawing/2014/main" id="{A6CF0ABB-B7C4-45F2-B5EE-945AB7B55A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271" name="Line 140">
                <a:extLst>
                  <a:ext uri="{FF2B5EF4-FFF2-40B4-BE49-F238E27FC236}">
                    <a16:creationId xmlns:a16="http://schemas.microsoft.com/office/drawing/2014/main" id="{224206BC-876E-4C2A-A6B7-E4EA59C9C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272" name="Line 141">
                <a:extLst>
                  <a:ext uri="{FF2B5EF4-FFF2-40B4-BE49-F238E27FC236}">
                    <a16:creationId xmlns:a16="http://schemas.microsoft.com/office/drawing/2014/main" id="{C9B5D33C-0985-41B6-B0AF-7C7F9741E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231" name="Group 133">
              <a:extLst>
                <a:ext uri="{FF2B5EF4-FFF2-40B4-BE49-F238E27FC236}">
                  <a16:creationId xmlns:a16="http://schemas.microsoft.com/office/drawing/2014/main" id="{ABDFF344-BB03-4824-B9E3-6AC2DAA45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5259" name="Oval 407">
                <a:extLst>
                  <a:ext uri="{FF2B5EF4-FFF2-40B4-BE49-F238E27FC236}">
                    <a16:creationId xmlns:a16="http://schemas.microsoft.com/office/drawing/2014/main" id="{7D0F06B6-D860-4FF1-94B4-D5B5338E46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60" name="Rectangle 410">
                <a:extLst>
                  <a:ext uri="{FF2B5EF4-FFF2-40B4-BE49-F238E27FC236}">
                    <a16:creationId xmlns:a16="http://schemas.microsoft.com/office/drawing/2014/main" id="{D3354CF6-1462-43FC-B555-82647005F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61" name="Oval 411">
                <a:extLst>
                  <a:ext uri="{FF2B5EF4-FFF2-40B4-BE49-F238E27FC236}">
                    <a16:creationId xmlns:a16="http://schemas.microsoft.com/office/drawing/2014/main" id="{08ABC435-B663-4C14-B805-B04B5D457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262" name="Group 137">
                <a:extLst>
                  <a:ext uri="{FF2B5EF4-FFF2-40B4-BE49-F238E27FC236}">
                    <a16:creationId xmlns:a16="http://schemas.microsoft.com/office/drawing/2014/main" id="{3F21AD83-BB8B-46AE-8C97-E71A9F0374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265" name="Freeform 138">
                  <a:extLst>
                    <a:ext uri="{FF2B5EF4-FFF2-40B4-BE49-F238E27FC236}">
                      <a16:creationId xmlns:a16="http://schemas.microsoft.com/office/drawing/2014/main" id="{6664C7CE-C4E0-4FBC-AE49-14C003DBE4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266" name="Freeform 139">
                  <a:extLst>
                    <a:ext uri="{FF2B5EF4-FFF2-40B4-BE49-F238E27FC236}">
                      <a16:creationId xmlns:a16="http://schemas.microsoft.com/office/drawing/2014/main" id="{7AA00781-5D9F-4560-B547-499126E6EE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263" name="Line 140">
                <a:extLst>
                  <a:ext uri="{FF2B5EF4-FFF2-40B4-BE49-F238E27FC236}">
                    <a16:creationId xmlns:a16="http://schemas.microsoft.com/office/drawing/2014/main" id="{BDEA4859-0684-44AC-B5A5-C1B33FFF3B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264" name="Line 141">
                <a:extLst>
                  <a:ext uri="{FF2B5EF4-FFF2-40B4-BE49-F238E27FC236}">
                    <a16:creationId xmlns:a16="http://schemas.microsoft.com/office/drawing/2014/main" id="{FAB51966-1529-425F-8EB4-662E011BEC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232" name="Group 133">
              <a:extLst>
                <a:ext uri="{FF2B5EF4-FFF2-40B4-BE49-F238E27FC236}">
                  <a16:creationId xmlns:a16="http://schemas.microsoft.com/office/drawing/2014/main" id="{54E8CB25-482A-47B4-AF5C-E488D1450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5251" name="Oval 407">
                <a:extLst>
                  <a:ext uri="{FF2B5EF4-FFF2-40B4-BE49-F238E27FC236}">
                    <a16:creationId xmlns:a16="http://schemas.microsoft.com/office/drawing/2014/main" id="{D4C11FFC-DC07-4B04-8AFC-387D11D1B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52" name="Rectangle 410">
                <a:extLst>
                  <a:ext uri="{FF2B5EF4-FFF2-40B4-BE49-F238E27FC236}">
                    <a16:creationId xmlns:a16="http://schemas.microsoft.com/office/drawing/2014/main" id="{0AA7461B-FBE7-4453-8A01-7E13ED205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53" name="Oval 411">
                <a:extLst>
                  <a:ext uri="{FF2B5EF4-FFF2-40B4-BE49-F238E27FC236}">
                    <a16:creationId xmlns:a16="http://schemas.microsoft.com/office/drawing/2014/main" id="{AD3D307A-8E9B-454F-A447-62049C4CE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254" name="Group 137">
                <a:extLst>
                  <a:ext uri="{FF2B5EF4-FFF2-40B4-BE49-F238E27FC236}">
                    <a16:creationId xmlns:a16="http://schemas.microsoft.com/office/drawing/2014/main" id="{A99EC74C-C999-4491-9537-4900C5B72C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257" name="Freeform 138">
                  <a:extLst>
                    <a:ext uri="{FF2B5EF4-FFF2-40B4-BE49-F238E27FC236}">
                      <a16:creationId xmlns:a16="http://schemas.microsoft.com/office/drawing/2014/main" id="{6B74485B-F702-4DCF-A93A-2950594AA1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258" name="Freeform 139">
                  <a:extLst>
                    <a:ext uri="{FF2B5EF4-FFF2-40B4-BE49-F238E27FC236}">
                      <a16:creationId xmlns:a16="http://schemas.microsoft.com/office/drawing/2014/main" id="{E0184705-B1D5-428A-B384-BB7264A94C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255" name="Line 140">
                <a:extLst>
                  <a:ext uri="{FF2B5EF4-FFF2-40B4-BE49-F238E27FC236}">
                    <a16:creationId xmlns:a16="http://schemas.microsoft.com/office/drawing/2014/main" id="{456F05BF-2DAD-4D1E-9E71-4B5E60AFAB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256" name="Line 141">
                <a:extLst>
                  <a:ext uri="{FF2B5EF4-FFF2-40B4-BE49-F238E27FC236}">
                    <a16:creationId xmlns:a16="http://schemas.microsoft.com/office/drawing/2014/main" id="{DE0EEBF3-176A-4983-8DAC-441CBA6F4A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233" name="Group 133">
              <a:extLst>
                <a:ext uri="{FF2B5EF4-FFF2-40B4-BE49-F238E27FC236}">
                  <a16:creationId xmlns:a16="http://schemas.microsoft.com/office/drawing/2014/main" id="{964E42E0-4BE5-4229-9816-D531BCFAD7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5243" name="Oval 407">
                <a:extLst>
                  <a:ext uri="{FF2B5EF4-FFF2-40B4-BE49-F238E27FC236}">
                    <a16:creationId xmlns:a16="http://schemas.microsoft.com/office/drawing/2014/main" id="{1E8057F2-17F5-499B-A433-969C78D7D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44" name="Rectangle 410">
                <a:extLst>
                  <a:ext uri="{FF2B5EF4-FFF2-40B4-BE49-F238E27FC236}">
                    <a16:creationId xmlns:a16="http://schemas.microsoft.com/office/drawing/2014/main" id="{720D772C-5B48-468D-8958-6D615BC1F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45" name="Oval 411">
                <a:extLst>
                  <a:ext uri="{FF2B5EF4-FFF2-40B4-BE49-F238E27FC236}">
                    <a16:creationId xmlns:a16="http://schemas.microsoft.com/office/drawing/2014/main" id="{B0AF1547-DF3E-465B-9237-8F9CB280D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246" name="Group 137">
                <a:extLst>
                  <a:ext uri="{FF2B5EF4-FFF2-40B4-BE49-F238E27FC236}">
                    <a16:creationId xmlns:a16="http://schemas.microsoft.com/office/drawing/2014/main" id="{85C8DF75-92B6-407C-B438-674B749C37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249" name="Freeform 138">
                  <a:extLst>
                    <a:ext uri="{FF2B5EF4-FFF2-40B4-BE49-F238E27FC236}">
                      <a16:creationId xmlns:a16="http://schemas.microsoft.com/office/drawing/2014/main" id="{A14064B8-8F45-485E-B758-EB4FC86E03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250" name="Freeform 139">
                  <a:extLst>
                    <a:ext uri="{FF2B5EF4-FFF2-40B4-BE49-F238E27FC236}">
                      <a16:creationId xmlns:a16="http://schemas.microsoft.com/office/drawing/2014/main" id="{2BFE8DDC-0022-489E-87EF-886F1D3488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247" name="Line 140">
                <a:extLst>
                  <a:ext uri="{FF2B5EF4-FFF2-40B4-BE49-F238E27FC236}">
                    <a16:creationId xmlns:a16="http://schemas.microsoft.com/office/drawing/2014/main" id="{D0B6C399-4E62-4E50-9FEF-9402684F5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248" name="Line 141">
                <a:extLst>
                  <a:ext uri="{FF2B5EF4-FFF2-40B4-BE49-F238E27FC236}">
                    <a16:creationId xmlns:a16="http://schemas.microsoft.com/office/drawing/2014/main" id="{F8856BED-AC78-43E4-A7C7-C76C4308DF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234" name="Group 133">
              <a:extLst>
                <a:ext uri="{FF2B5EF4-FFF2-40B4-BE49-F238E27FC236}">
                  <a16:creationId xmlns:a16="http://schemas.microsoft.com/office/drawing/2014/main" id="{4801744F-5F4A-4BB4-A7BF-3BBE21FEC2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5235" name="Oval 407">
                <a:extLst>
                  <a:ext uri="{FF2B5EF4-FFF2-40B4-BE49-F238E27FC236}">
                    <a16:creationId xmlns:a16="http://schemas.microsoft.com/office/drawing/2014/main" id="{355D079C-7D96-4ABF-9960-E2AA90629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36" name="Rectangle 410">
                <a:extLst>
                  <a:ext uri="{FF2B5EF4-FFF2-40B4-BE49-F238E27FC236}">
                    <a16:creationId xmlns:a16="http://schemas.microsoft.com/office/drawing/2014/main" id="{A97060EF-E76A-474A-A528-FF09FF0E4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37" name="Oval 411">
                <a:extLst>
                  <a:ext uri="{FF2B5EF4-FFF2-40B4-BE49-F238E27FC236}">
                    <a16:creationId xmlns:a16="http://schemas.microsoft.com/office/drawing/2014/main" id="{3F643FC1-8EEB-4F56-8A56-08C096B4B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238" name="Group 137">
                <a:extLst>
                  <a:ext uri="{FF2B5EF4-FFF2-40B4-BE49-F238E27FC236}">
                    <a16:creationId xmlns:a16="http://schemas.microsoft.com/office/drawing/2014/main" id="{7ED61243-EA7F-45DE-B9E8-2AF0765CF0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241" name="Freeform 138">
                  <a:extLst>
                    <a:ext uri="{FF2B5EF4-FFF2-40B4-BE49-F238E27FC236}">
                      <a16:creationId xmlns:a16="http://schemas.microsoft.com/office/drawing/2014/main" id="{A7C7BA24-6836-48DB-A0C3-A4B4150397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242" name="Freeform 139">
                  <a:extLst>
                    <a:ext uri="{FF2B5EF4-FFF2-40B4-BE49-F238E27FC236}">
                      <a16:creationId xmlns:a16="http://schemas.microsoft.com/office/drawing/2014/main" id="{727581DD-30AF-4BE3-8ECB-FE1F980FA8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239" name="Line 140">
                <a:extLst>
                  <a:ext uri="{FF2B5EF4-FFF2-40B4-BE49-F238E27FC236}">
                    <a16:creationId xmlns:a16="http://schemas.microsoft.com/office/drawing/2014/main" id="{2C8A97FB-08B5-4023-9D45-DB3F1AB052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240" name="Line 141">
                <a:extLst>
                  <a:ext uri="{FF2B5EF4-FFF2-40B4-BE49-F238E27FC236}">
                    <a16:creationId xmlns:a16="http://schemas.microsoft.com/office/drawing/2014/main" id="{5BF21A0B-96A6-4E64-88D0-C871C57555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84999" name="Group 331">
            <a:extLst>
              <a:ext uri="{FF2B5EF4-FFF2-40B4-BE49-F238E27FC236}">
                <a16:creationId xmlns:a16="http://schemas.microsoft.com/office/drawing/2014/main" id="{08C706A9-D0C9-411F-9E9B-70FC4594535D}"/>
              </a:ext>
            </a:extLst>
          </p:cNvPr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85133" name="Oval 332">
              <a:extLst>
                <a:ext uri="{FF2B5EF4-FFF2-40B4-BE49-F238E27FC236}">
                  <a16:creationId xmlns:a16="http://schemas.microsoft.com/office/drawing/2014/main" id="{0287D72E-A988-41E5-B2D8-FB5B65FA9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5134" name="Group 133">
              <a:extLst>
                <a:ext uri="{FF2B5EF4-FFF2-40B4-BE49-F238E27FC236}">
                  <a16:creationId xmlns:a16="http://schemas.microsoft.com/office/drawing/2014/main" id="{B4AA45D8-C3F4-4C08-94F6-3DF9B37B78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5208" name="Oval 407">
                <a:extLst>
                  <a:ext uri="{FF2B5EF4-FFF2-40B4-BE49-F238E27FC236}">
                    <a16:creationId xmlns:a16="http://schemas.microsoft.com/office/drawing/2014/main" id="{5BCB499D-90B5-40C7-BB72-749713F21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09" name="Rectangle 410">
                <a:extLst>
                  <a:ext uri="{FF2B5EF4-FFF2-40B4-BE49-F238E27FC236}">
                    <a16:creationId xmlns:a16="http://schemas.microsoft.com/office/drawing/2014/main" id="{D190298A-8AE6-492B-B434-4449266895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10" name="Oval 411">
                <a:extLst>
                  <a:ext uri="{FF2B5EF4-FFF2-40B4-BE49-F238E27FC236}">
                    <a16:creationId xmlns:a16="http://schemas.microsoft.com/office/drawing/2014/main" id="{D39C9B6B-AA9D-4EC1-A60B-CFA4098B7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211" name="Group 137">
                <a:extLst>
                  <a:ext uri="{FF2B5EF4-FFF2-40B4-BE49-F238E27FC236}">
                    <a16:creationId xmlns:a16="http://schemas.microsoft.com/office/drawing/2014/main" id="{5336FFD8-B76B-4285-901A-0257DEBA67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214" name="Freeform 138">
                  <a:extLst>
                    <a:ext uri="{FF2B5EF4-FFF2-40B4-BE49-F238E27FC236}">
                      <a16:creationId xmlns:a16="http://schemas.microsoft.com/office/drawing/2014/main" id="{F9996EE9-4B13-4B10-A2AE-46E6DA1EBD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215" name="Freeform 139">
                  <a:extLst>
                    <a:ext uri="{FF2B5EF4-FFF2-40B4-BE49-F238E27FC236}">
                      <a16:creationId xmlns:a16="http://schemas.microsoft.com/office/drawing/2014/main" id="{C2048641-17EE-432E-9F37-4A529EBCFE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212" name="Line 140">
                <a:extLst>
                  <a:ext uri="{FF2B5EF4-FFF2-40B4-BE49-F238E27FC236}">
                    <a16:creationId xmlns:a16="http://schemas.microsoft.com/office/drawing/2014/main" id="{EF85E827-A22F-46FC-ABA1-68F64784D8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213" name="Line 141">
                <a:extLst>
                  <a:ext uri="{FF2B5EF4-FFF2-40B4-BE49-F238E27FC236}">
                    <a16:creationId xmlns:a16="http://schemas.microsoft.com/office/drawing/2014/main" id="{4C52046B-4FBA-4B6A-81A5-53F49097F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5135" name="Straight Connector 334">
              <a:extLst>
                <a:ext uri="{FF2B5EF4-FFF2-40B4-BE49-F238E27FC236}">
                  <a16:creationId xmlns:a16="http://schemas.microsoft.com/office/drawing/2014/main" id="{79B919F9-0100-4F71-B208-D6846002CF2E}"/>
                </a:ext>
              </a:extLst>
            </p:cNvPr>
            <p:cNvCxnSpPr>
              <a:cxnSpLocks noChangeShapeType="1"/>
              <a:stCxn id="85213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136" name="Straight Connector 335">
              <a:extLst>
                <a:ext uri="{FF2B5EF4-FFF2-40B4-BE49-F238E27FC236}">
                  <a16:creationId xmlns:a16="http://schemas.microsoft.com/office/drawing/2014/main" id="{F42F765E-7270-4846-97CF-1C1A0894E5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137" name="Straight Connector 336">
              <a:extLst>
                <a:ext uri="{FF2B5EF4-FFF2-40B4-BE49-F238E27FC236}">
                  <a16:creationId xmlns:a16="http://schemas.microsoft.com/office/drawing/2014/main" id="{E505D28E-9192-41A2-A9CE-40DA6B933C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138" name="Straight Connector 337">
              <a:extLst>
                <a:ext uri="{FF2B5EF4-FFF2-40B4-BE49-F238E27FC236}">
                  <a16:creationId xmlns:a16="http://schemas.microsoft.com/office/drawing/2014/main" id="{3274D609-499E-4798-AA96-DBB4AA9FD3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139" name="Straight Connector 338">
              <a:extLst>
                <a:ext uri="{FF2B5EF4-FFF2-40B4-BE49-F238E27FC236}">
                  <a16:creationId xmlns:a16="http://schemas.microsoft.com/office/drawing/2014/main" id="{BE99FDA3-FFC5-445A-B486-6C26286662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140" name="Straight Connector 339">
              <a:extLst>
                <a:ext uri="{FF2B5EF4-FFF2-40B4-BE49-F238E27FC236}">
                  <a16:creationId xmlns:a16="http://schemas.microsoft.com/office/drawing/2014/main" id="{4ACD5C48-AC0E-4B80-91CE-4C03B50A21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141" name="Straight Connector 340">
              <a:extLst>
                <a:ext uri="{FF2B5EF4-FFF2-40B4-BE49-F238E27FC236}">
                  <a16:creationId xmlns:a16="http://schemas.microsoft.com/office/drawing/2014/main" id="{DF98A3C1-38B1-48C0-B66E-8D4CAA6A8E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142" name="Straight Connector 341">
              <a:extLst>
                <a:ext uri="{FF2B5EF4-FFF2-40B4-BE49-F238E27FC236}">
                  <a16:creationId xmlns:a16="http://schemas.microsoft.com/office/drawing/2014/main" id="{CE609E7D-0C21-4457-BF1B-DA079337D6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143" name="Straight Connector 342">
              <a:extLst>
                <a:ext uri="{FF2B5EF4-FFF2-40B4-BE49-F238E27FC236}">
                  <a16:creationId xmlns:a16="http://schemas.microsoft.com/office/drawing/2014/main" id="{6432F380-0820-4BF6-B7E0-B4D87AE0DF45}"/>
                </a:ext>
              </a:extLst>
            </p:cNvPr>
            <p:cNvCxnSpPr>
              <a:cxnSpLocks noChangeShapeType="1"/>
              <a:endCxn id="85208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144" name="TextBox 343">
              <a:extLst>
                <a:ext uri="{FF2B5EF4-FFF2-40B4-BE49-F238E27FC236}">
                  <a16:creationId xmlns:a16="http://schemas.microsoft.com/office/drawing/2014/main" id="{B975BCB4-947C-481E-960A-4B5EADFA6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A</a:t>
              </a:r>
            </a:p>
          </p:txBody>
        </p:sp>
        <p:grpSp>
          <p:nvGrpSpPr>
            <p:cNvPr id="85145" name="Group 133">
              <a:extLst>
                <a:ext uri="{FF2B5EF4-FFF2-40B4-BE49-F238E27FC236}">
                  <a16:creationId xmlns:a16="http://schemas.microsoft.com/office/drawing/2014/main" id="{5F8C1EB8-2A9B-477B-84D8-19BED73E46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5200" name="Oval 407">
                <a:extLst>
                  <a:ext uri="{FF2B5EF4-FFF2-40B4-BE49-F238E27FC236}">
                    <a16:creationId xmlns:a16="http://schemas.microsoft.com/office/drawing/2014/main" id="{376B4D49-2E4B-49BA-83C6-F1B261E45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01" name="Rectangle 410">
                <a:extLst>
                  <a:ext uri="{FF2B5EF4-FFF2-40B4-BE49-F238E27FC236}">
                    <a16:creationId xmlns:a16="http://schemas.microsoft.com/office/drawing/2014/main" id="{01CB00CC-D63E-406F-BE6F-601DCEE2A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202" name="Oval 411">
                <a:extLst>
                  <a:ext uri="{FF2B5EF4-FFF2-40B4-BE49-F238E27FC236}">
                    <a16:creationId xmlns:a16="http://schemas.microsoft.com/office/drawing/2014/main" id="{FECE084C-EACC-416E-89A6-0F61FF214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203" name="Group 137">
                <a:extLst>
                  <a:ext uri="{FF2B5EF4-FFF2-40B4-BE49-F238E27FC236}">
                    <a16:creationId xmlns:a16="http://schemas.microsoft.com/office/drawing/2014/main" id="{743A00C2-F479-4FE7-8C89-9F726F1D42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206" name="Freeform 138">
                  <a:extLst>
                    <a:ext uri="{FF2B5EF4-FFF2-40B4-BE49-F238E27FC236}">
                      <a16:creationId xmlns:a16="http://schemas.microsoft.com/office/drawing/2014/main" id="{5D43FC04-8DEF-4BAA-8B36-F5C537134F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207" name="Freeform 139">
                  <a:extLst>
                    <a:ext uri="{FF2B5EF4-FFF2-40B4-BE49-F238E27FC236}">
                      <a16:creationId xmlns:a16="http://schemas.microsoft.com/office/drawing/2014/main" id="{1289CC78-0B25-40BF-B0F4-B1679B1F4C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204" name="Line 140">
                <a:extLst>
                  <a:ext uri="{FF2B5EF4-FFF2-40B4-BE49-F238E27FC236}">
                    <a16:creationId xmlns:a16="http://schemas.microsoft.com/office/drawing/2014/main" id="{4BD89061-2B24-4254-B93C-BC1C6EFBB8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205" name="Line 141">
                <a:extLst>
                  <a:ext uri="{FF2B5EF4-FFF2-40B4-BE49-F238E27FC236}">
                    <a16:creationId xmlns:a16="http://schemas.microsoft.com/office/drawing/2014/main" id="{46A30A37-BFF2-429A-A271-83831EAD8E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146" name="Group 133">
              <a:extLst>
                <a:ext uri="{FF2B5EF4-FFF2-40B4-BE49-F238E27FC236}">
                  <a16:creationId xmlns:a16="http://schemas.microsoft.com/office/drawing/2014/main" id="{14DA4F7A-C87C-4082-A1D6-F6782968DF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5192" name="Oval 407">
                <a:extLst>
                  <a:ext uri="{FF2B5EF4-FFF2-40B4-BE49-F238E27FC236}">
                    <a16:creationId xmlns:a16="http://schemas.microsoft.com/office/drawing/2014/main" id="{B9204718-96E2-4ACC-9D76-759248A91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93" name="Rectangle 410">
                <a:extLst>
                  <a:ext uri="{FF2B5EF4-FFF2-40B4-BE49-F238E27FC236}">
                    <a16:creationId xmlns:a16="http://schemas.microsoft.com/office/drawing/2014/main" id="{442B33A6-C9B9-4BAE-8456-55B6CA432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94" name="Oval 411">
                <a:extLst>
                  <a:ext uri="{FF2B5EF4-FFF2-40B4-BE49-F238E27FC236}">
                    <a16:creationId xmlns:a16="http://schemas.microsoft.com/office/drawing/2014/main" id="{89895E9B-0A20-4E34-BF57-A0AF5B6B2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195" name="Group 137">
                <a:extLst>
                  <a:ext uri="{FF2B5EF4-FFF2-40B4-BE49-F238E27FC236}">
                    <a16:creationId xmlns:a16="http://schemas.microsoft.com/office/drawing/2014/main" id="{CBE781F0-3083-43AD-97BF-E92F8D1ED2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198" name="Freeform 138">
                  <a:extLst>
                    <a:ext uri="{FF2B5EF4-FFF2-40B4-BE49-F238E27FC236}">
                      <a16:creationId xmlns:a16="http://schemas.microsoft.com/office/drawing/2014/main" id="{0E0A2CF2-89C8-4166-AEB1-83051A50F2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199" name="Freeform 139">
                  <a:extLst>
                    <a:ext uri="{FF2B5EF4-FFF2-40B4-BE49-F238E27FC236}">
                      <a16:creationId xmlns:a16="http://schemas.microsoft.com/office/drawing/2014/main" id="{66FDE1CC-2698-45E5-96AE-9E7853B3CA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196" name="Line 140">
                <a:extLst>
                  <a:ext uri="{FF2B5EF4-FFF2-40B4-BE49-F238E27FC236}">
                    <a16:creationId xmlns:a16="http://schemas.microsoft.com/office/drawing/2014/main" id="{BC4D0F94-EE58-4BD6-B71D-31B11FE741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197" name="Line 141">
                <a:extLst>
                  <a:ext uri="{FF2B5EF4-FFF2-40B4-BE49-F238E27FC236}">
                    <a16:creationId xmlns:a16="http://schemas.microsoft.com/office/drawing/2014/main" id="{10A1F32F-D20E-4959-8957-19FAD59C1D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147" name="Group 133">
              <a:extLst>
                <a:ext uri="{FF2B5EF4-FFF2-40B4-BE49-F238E27FC236}">
                  <a16:creationId xmlns:a16="http://schemas.microsoft.com/office/drawing/2014/main" id="{863ADD84-C7BB-41D5-A4F2-3115D845B0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5184" name="Oval 407">
                <a:extLst>
                  <a:ext uri="{FF2B5EF4-FFF2-40B4-BE49-F238E27FC236}">
                    <a16:creationId xmlns:a16="http://schemas.microsoft.com/office/drawing/2014/main" id="{5A1ED731-B14C-4CF7-9970-B5FAC33D05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85" name="Rectangle 410">
                <a:extLst>
                  <a:ext uri="{FF2B5EF4-FFF2-40B4-BE49-F238E27FC236}">
                    <a16:creationId xmlns:a16="http://schemas.microsoft.com/office/drawing/2014/main" id="{D6AB2CB3-757C-4065-B610-B9218517A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86" name="Oval 411">
                <a:extLst>
                  <a:ext uri="{FF2B5EF4-FFF2-40B4-BE49-F238E27FC236}">
                    <a16:creationId xmlns:a16="http://schemas.microsoft.com/office/drawing/2014/main" id="{6B18ED3B-0D2E-439A-B844-29E8B49F8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187" name="Group 137">
                <a:extLst>
                  <a:ext uri="{FF2B5EF4-FFF2-40B4-BE49-F238E27FC236}">
                    <a16:creationId xmlns:a16="http://schemas.microsoft.com/office/drawing/2014/main" id="{7F9D2088-652C-4798-B081-0EF9F9A18A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190" name="Freeform 138">
                  <a:extLst>
                    <a:ext uri="{FF2B5EF4-FFF2-40B4-BE49-F238E27FC236}">
                      <a16:creationId xmlns:a16="http://schemas.microsoft.com/office/drawing/2014/main" id="{B9975190-18A4-449B-B3F2-87958A02D6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191" name="Freeform 139">
                  <a:extLst>
                    <a:ext uri="{FF2B5EF4-FFF2-40B4-BE49-F238E27FC236}">
                      <a16:creationId xmlns:a16="http://schemas.microsoft.com/office/drawing/2014/main" id="{653623BF-3925-4530-B1AC-1E337505E2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188" name="Line 140">
                <a:extLst>
                  <a:ext uri="{FF2B5EF4-FFF2-40B4-BE49-F238E27FC236}">
                    <a16:creationId xmlns:a16="http://schemas.microsoft.com/office/drawing/2014/main" id="{17DE3ADC-7D57-42C9-83AF-6C1DD2AD2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189" name="Line 141">
                <a:extLst>
                  <a:ext uri="{FF2B5EF4-FFF2-40B4-BE49-F238E27FC236}">
                    <a16:creationId xmlns:a16="http://schemas.microsoft.com/office/drawing/2014/main" id="{B9DD0497-2A94-4BC7-9017-E74D8244D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148" name="Group 133">
              <a:extLst>
                <a:ext uri="{FF2B5EF4-FFF2-40B4-BE49-F238E27FC236}">
                  <a16:creationId xmlns:a16="http://schemas.microsoft.com/office/drawing/2014/main" id="{4CC1BE06-393F-42A3-8CF4-35771DB2E1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5176" name="Oval 407">
                <a:extLst>
                  <a:ext uri="{FF2B5EF4-FFF2-40B4-BE49-F238E27FC236}">
                    <a16:creationId xmlns:a16="http://schemas.microsoft.com/office/drawing/2014/main" id="{9AE3EABD-EC63-4193-8747-D263237DA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77" name="Rectangle 410">
                <a:extLst>
                  <a:ext uri="{FF2B5EF4-FFF2-40B4-BE49-F238E27FC236}">
                    <a16:creationId xmlns:a16="http://schemas.microsoft.com/office/drawing/2014/main" id="{2B1A5A8E-3D2A-45B9-85A0-AAE3FA9069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78" name="Oval 411">
                <a:extLst>
                  <a:ext uri="{FF2B5EF4-FFF2-40B4-BE49-F238E27FC236}">
                    <a16:creationId xmlns:a16="http://schemas.microsoft.com/office/drawing/2014/main" id="{1B300394-962E-410D-A9B1-5838EDCAB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179" name="Group 137">
                <a:extLst>
                  <a:ext uri="{FF2B5EF4-FFF2-40B4-BE49-F238E27FC236}">
                    <a16:creationId xmlns:a16="http://schemas.microsoft.com/office/drawing/2014/main" id="{B140556C-E2EA-4EF4-B177-93A41F0B91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182" name="Freeform 138">
                  <a:extLst>
                    <a:ext uri="{FF2B5EF4-FFF2-40B4-BE49-F238E27FC236}">
                      <a16:creationId xmlns:a16="http://schemas.microsoft.com/office/drawing/2014/main" id="{6D688536-DD92-482B-A883-9E06A3A14C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183" name="Freeform 139">
                  <a:extLst>
                    <a:ext uri="{FF2B5EF4-FFF2-40B4-BE49-F238E27FC236}">
                      <a16:creationId xmlns:a16="http://schemas.microsoft.com/office/drawing/2014/main" id="{37E6D681-8498-4135-8A21-84BE95F409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180" name="Line 140">
                <a:extLst>
                  <a:ext uri="{FF2B5EF4-FFF2-40B4-BE49-F238E27FC236}">
                    <a16:creationId xmlns:a16="http://schemas.microsoft.com/office/drawing/2014/main" id="{6F14256E-5E45-4372-8230-2387D7EDF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181" name="Line 141">
                <a:extLst>
                  <a:ext uri="{FF2B5EF4-FFF2-40B4-BE49-F238E27FC236}">
                    <a16:creationId xmlns:a16="http://schemas.microsoft.com/office/drawing/2014/main" id="{094034EF-EF93-40F9-B94A-541F67F007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149" name="Group 133">
              <a:extLst>
                <a:ext uri="{FF2B5EF4-FFF2-40B4-BE49-F238E27FC236}">
                  <a16:creationId xmlns:a16="http://schemas.microsoft.com/office/drawing/2014/main" id="{38E8991B-BD16-4012-A096-5179032FF3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5168" name="Oval 407">
                <a:extLst>
                  <a:ext uri="{FF2B5EF4-FFF2-40B4-BE49-F238E27FC236}">
                    <a16:creationId xmlns:a16="http://schemas.microsoft.com/office/drawing/2014/main" id="{A7D26281-08E8-4AF4-81C7-A1073FF8D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69" name="Rectangle 410">
                <a:extLst>
                  <a:ext uri="{FF2B5EF4-FFF2-40B4-BE49-F238E27FC236}">
                    <a16:creationId xmlns:a16="http://schemas.microsoft.com/office/drawing/2014/main" id="{8A81A740-B583-4E4B-96C2-4B4190613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70" name="Oval 411">
                <a:extLst>
                  <a:ext uri="{FF2B5EF4-FFF2-40B4-BE49-F238E27FC236}">
                    <a16:creationId xmlns:a16="http://schemas.microsoft.com/office/drawing/2014/main" id="{9E67C664-570D-4853-95E8-E7C30B9123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171" name="Group 137">
                <a:extLst>
                  <a:ext uri="{FF2B5EF4-FFF2-40B4-BE49-F238E27FC236}">
                    <a16:creationId xmlns:a16="http://schemas.microsoft.com/office/drawing/2014/main" id="{00DD7AAA-A241-4642-9E41-5263E83F6B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174" name="Freeform 138">
                  <a:extLst>
                    <a:ext uri="{FF2B5EF4-FFF2-40B4-BE49-F238E27FC236}">
                      <a16:creationId xmlns:a16="http://schemas.microsoft.com/office/drawing/2014/main" id="{9ABCCEDA-7C26-4743-BEAE-A1786C9B55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175" name="Freeform 139">
                  <a:extLst>
                    <a:ext uri="{FF2B5EF4-FFF2-40B4-BE49-F238E27FC236}">
                      <a16:creationId xmlns:a16="http://schemas.microsoft.com/office/drawing/2014/main" id="{A0CD5A04-7EC8-452C-9EA0-92BA73D066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172" name="Line 140">
                <a:extLst>
                  <a:ext uri="{FF2B5EF4-FFF2-40B4-BE49-F238E27FC236}">
                    <a16:creationId xmlns:a16="http://schemas.microsoft.com/office/drawing/2014/main" id="{94CDD08A-2860-43C0-AD32-87811AB422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173" name="Line 141">
                <a:extLst>
                  <a:ext uri="{FF2B5EF4-FFF2-40B4-BE49-F238E27FC236}">
                    <a16:creationId xmlns:a16="http://schemas.microsoft.com/office/drawing/2014/main" id="{049312E1-4910-462B-BAE6-D306A5243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150" name="Group 133">
              <a:extLst>
                <a:ext uri="{FF2B5EF4-FFF2-40B4-BE49-F238E27FC236}">
                  <a16:creationId xmlns:a16="http://schemas.microsoft.com/office/drawing/2014/main" id="{059F604D-DF1E-40D8-B064-51EE54379C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5160" name="Oval 407">
                <a:extLst>
                  <a:ext uri="{FF2B5EF4-FFF2-40B4-BE49-F238E27FC236}">
                    <a16:creationId xmlns:a16="http://schemas.microsoft.com/office/drawing/2014/main" id="{F48DA3A5-0B19-4985-B079-E58C181A9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61" name="Rectangle 410">
                <a:extLst>
                  <a:ext uri="{FF2B5EF4-FFF2-40B4-BE49-F238E27FC236}">
                    <a16:creationId xmlns:a16="http://schemas.microsoft.com/office/drawing/2014/main" id="{DD63C51B-DC37-4316-A5D8-388424272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62" name="Oval 411">
                <a:extLst>
                  <a:ext uri="{FF2B5EF4-FFF2-40B4-BE49-F238E27FC236}">
                    <a16:creationId xmlns:a16="http://schemas.microsoft.com/office/drawing/2014/main" id="{B5B2F6BC-6F87-4117-AC8C-7496AECE1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163" name="Group 137">
                <a:extLst>
                  <a:ext uri="{FF2B5EF4-FFF2-40B4-BE49-F238E27FC236}">
                    <a16:creationId xmlns:a16="http://schemas.microsoft.com/office/drawing/2014/main" id="{D6A097A4-0D9E-4574-B4A1-8D83974935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166" name="Freeform 138">
                  <a:extLst>
                    <a:ext uri="{FF2B5EF4-FFF2-40B4-BE49-F238E27FC236}">
                      <a16:creationId xmlns:a16="http://schemas.microsoft.com/office/drawing/2014/main" id="{006E9F50-7EB9-4938-B4D6-B09BC5C45D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167" name="Freeform 139">
                  <a:extLst>
                    <a:ext uri="{FF2B5EF4-FFF2-40B4-BE49-F238E27FC236}">
                      <a16:creationId xmlns:a16="http://schemas.microsoft.com/office/drawing/2014/main" id="{374621FA-0AA6-4E6E-B4CC-675E0BEC26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164" name="Line 140">
                <a:extLst>
                  <a:ext uri="{FF2B5EF4-FFF2-40B4-BE49-F238E27FC236}">
                    <a16:creationId xmlns:a16="http://schemas.microsoft.com/office/drawing/2014/main" id="{131968BA-6AFA-4996-9797-1A54AC8CBB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165" name="Line 141">
                <a:extLst>
                  <a:ext uri="{FF2B5EF4-FFF2-40B4-BE49-F238E27FC236}">
                    <a16:creationId xmlns:a16="http://schemas.microsoft.com/office/drawing/2014/main" id="{29EF1861-22FB-4254-AA3C-B174CA353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151" name="Group 133">
              <a:extLst>
                <a:ext uri="{FF2B5EF4-FFF2-40B4-BE49-F238E27FC236}">
                  <a16:creationId xmlns:a16="http://schemas.microsoft.com/office/drawing/2014/main" id="{3F50A652-3938-41F3-BEAA-E9C840D825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5152" name="Oval 407">
                <a:extLst>
                  <a:ext uri="{FF2B5EF4-FFF2-40B4-BE49-F238E27FC236}">
                    <a16:creationId xmlns:a16="http://schemas.microsoft.com/office/drawing/2014/main" id="{7B108FF4-B83C-4794-A7B2-2FE62798F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53" name="Rectangle 410">
                <a:extLst>
                  <a:ext uri="{FF2B5EF4-FFF2-40B4-BE49-F238E27FC236}">
                    <a16:creationId xmlns:a16="http://schemas.microsoft.com/office/drawing/2014/main" id="{15AF08E3-FB5B-4B8F-B16C-AA1A82610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54" name="Oval 411">
                <a:extLst>
                  <a:ext uri="{FF2B5EF4-FFF2-40B4-BE49-F238E27FC236}">
                    <a16:creationId xmlns:a16="http://schemas.microsoft.com/office/drawing/2014/main" id="{947A4919-9696-4371-B4EB-C335A1E95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155" name="Group 137">
                <a:extLst>
                  <a:ext uri="{FF2B5EF4-FFF2-40B4-BE49-F238E27FC236}">
                    <a16:creationId xmlns:a16="http://schemas.microsoft.com/office/drawing/2014/main" id="{9310B107-574D-4230-9185-01011283AC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158" name="Freeform 138">
                  <a:extLst>
                    <a:ext uri="{FF2B5EF4-FFF2-40B4-BE49-F238E27FC236}">
                      <a16:creationId xmlns:a16="http://schemas.microsoft.com/office/drawing/2014/main" id="{3D2AA9AF-9451-473C-BFE4-610547C76D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159" name="Freeform 139">
                  <a:extLst>
                    <a:ext uri="{FF2B5EF4-FFF2-40B4-BE49-F238E27FC236}">
                      <a16:creationId xmlns:a16="http://schemas.microsoft.com/office/drawing/2014/main" id="{95C1A9C0-32EB-4A8A-82A8-4E77C5DDFF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156" name="Line 140">
                <a:extLst>
                  <a:ext uri="{FF2B5EF4-FFF2-40B4-BE49-F238E27FC236}">
                    <a16:creationId xmlns:a16="http://schemas.microsoft.com/office/drawing/2014/main" id="{308F1E33-9723-408D-AA6C-272674D705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157" name="Line 141">
                <a:extLst>
                  <a:ext uri="{FF2B5EF4-FFF2-40B4-BE49-F238E27FC236}">
                    <a16:creationId xmlns:a16="http://schemas.microsoft.com/office/drawing/2014/main" id="{EBFF118B-A88A-4123-B6EB-AC5044B95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85000" name="Group 416">
            <a:extLst>
              <a:ext uri="{FF2B5EF4-FFF2-40B4-BE49-F238E27FC236}">
                <a16:creationId xmlns:a16="http://schemas.microsoft.com/office/drawing/2014/main" id="{4C48059F-98F4-4E2B-B7C4-CFF741D25056}"/>
              </a:ext>
            </a:extLst>
          </p:cNvPr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85050" name="Oval 417">
              <a:extLst>
                <a:ext uri="{FF2B5EF4-FFF2-40B4-BE49-F238E27FC236}">
                  <a16:creationId xmlns:a16="http://schemas.microsoft.com/office/drawing/2014/main" id="{3821AA82-46CF-4475-86B3-FD7CA6FA6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5051" name="Group 133">
              <a:extLst>
                <a:ext uri="{FF2B5EF4-FFF2-40B4-BE49-F238E27FC236}">
                  <a16:creationId xmlns:a16="http://schemas.microsoft.com/office/drawing/2014/main" id="{FF9C4CEA-7B4A-4D3A-AAF0-BA239DA5C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5125" name="Oval 492">
                <a:extLst>
                  <a:ext uri="{FF2B5EF4-FFF2-40B4-BE49-F238E27FC236}">
                    <a16:creationId xmlns:a16="http://schemas.microsoft.com/office/drawing/2014/main" id="{D305546F-8222-4D19-A9C2-6C9FF63E1F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26" name="Rectangle 410">
                <a:extLst>
                  <a:ext uri="{FF2B5EF4-FFF2-40B4-BE49-F238E27FC236}">
                    <a16:creationId xmlns:a16="http://schemas.microsoft.com/office/drawing/2014/main" id="{DCA120DC-CAEB-478F-811F-94E219C5C8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27" name="Oval 411">
                <a:extLst>
                  <a:ext uri="{FF2B5EF4-FFF2-40B4-BE49-F238E27FC236}">
                    <a16:creationId xmlns:a16="http://schemas.microsoft.com/office/drawing/2014/main" id="{6CCBA692-79EE-4F57-A639-C1A822C89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128" name="Group 137">
                <a:extLst>
                  <a:ext uri="{FF2B5EF4-FFF2-40B4-BE49-F238E27FC236}">
                    <a16:creationId xmlns:a16="http://schemas.microsoft.com/office/drawing/2014/main" id="{FEA528BB-C3B1-4DC1-8AA3-AAE5E59FF2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131" name="Freeform 138">
                  <a:extLst>
                    <a:ext uri="{FF2B5EF4-FFF2-40B4-BE49-F238E27FC236}">
                      <a16:creationId xmlns:a16="http://schemas.microsoft.com/office/drawing/2014/main" id="{DDB3D28A-D11A-4545-9E83-D0082F6AEB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132" name="Freeform 139">
                  <a:extLst>
                    <a:ext uri="{FF2B5EF4-FFF2-40B4-BE49-F238E27FC236}">
                      <a16:creationId xmlns:a16="http://schemas.microsoft.com/office/drawing/2014/main" id="{BB26CAB8-8206-45FA-9D56-698017DB16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129" name="Line 140">
                <a:extLst>
                  <a:ext uri="{FF2B5EF4-FFF2-40B4-BE49-F238E27FC236}">
                    <a16:creationId xmlns:a16="http://schemas.microsoft.com/office/drawing/2014/main" id="{CAC0BA33-1C25-4079-B8ED-CF738DAC3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130" name="Line 141">
                <a:extLst>
                  <a:ext uri="{FF2B5EF4-FFF2-40B4-BE49-F238E27FC236}">
                    <a16:creationId xmlns:a16="http://schemas.microsoft.com/office/drawing/2014/main" id="{698670C8-0F5A-4921-B1CD-C2B61B485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5052" name="Straight Connector 419">
              <a:extLst>
                <a:ext uri="{FF2B5EF4-FFF2-40B4-BE49-F238E27FC236}">
                  <a16:creationId xmlns:a16="http://schemas.microsoft.com/office/drawing/2014/main" id="{640655F5-0265-445F-B1B5-0F2BF2CE4A93}"/>
                </a:ext>
              </a:extLst>
            </p:cNvPr>
            <p:cNvCxnSpPr>
              <a:cxnSpLocks noChangeShapeType="1"/>
              <a:stCxn id="85130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53" name="Straight Connector 420">
              <a:extLst>
                <a:ext uri="{FF2B5EF4-FFF2-40B4-BE49-F238E27FC236}">
                  <a16:creationId xmlns:a16="http://schemas.microsoft.com/office/drawing/2014/main" id="{6A392E9F-F58A-4A88-AE33-05CB4E1ACF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54" name="Straight Connector 421">
              <a:extLst>
                <a:ext uri="{FF2B5EF4-FFF2-40B4-BE49-F238E27FC236}">
                  <a16:creationId xmlns:a16="http://schemas.microsoft.com/office/drawing/2014/main" id="{C29044E4-FA60-4485-BA83-7DC946F76A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55" name="Straight Connector 422">
              <a:extLst>
                <a:ext uri="{FF2B5EF4-FFF2-40B4-BE49-F238E27FC236}">
                  <a16:creationId xmlns:a16="http://schemas.microsoft.com/office/drawing/2014/main" id="{8B8323B3-2A41-4DF9-8FB5-7BD6A66305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56" name="Straight Connector 423">
              <a:extLst>
                <a:ext uri="{FF2B5EF4-FFF2-40B4-BE49-F238E27FC236}">
                  <a16:creationId xmlns:a16="http://schemas.microsoft.com/office/drawing/2014/main" id="{5A935A05-95C3-47B6-A006-2F4010105B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57" name="Straight Connector 424">
              <a:extLst>
                <a:ext uri="{FF2B5EF4-FFF2-40B4-BE49-F238E27FC236}">
                  <a16:creationId xmlns:a16="http://schemas.microsoft.com/office/drawing/2014/main" id="{9F9C7041-27DC-453C-88A6-D7AFF2BD18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58" name="Straight Connector 425">
              <a:extLst>
                <a:ext uri="{FF2B5EF4-FFF2-40B4-BE49-F238E27FC236}">
                  <a16:creationId xmlns:a16="http://schemas.microsoft.com/office/drawing/2014/main" id="{72DE75B0-1ACB-4B34-82B3-BC8E9DF970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59" name="Straight Connector 426">
              <a:extLst>
                <a:ext uri="{FF2B5EF4-FFF2-40B4-BE49-F238E27FC236}">
                  <a16:creationId xmlns:a16="http://schemas.microsoft.com/office/drawing/2014/main" id="{92220F4F-854D-4D95-ABCA-93BB014309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60" name="Straight Connector 427">
              <a:extLst>
                <a:ext uri="{FF2B5EF4-FFF2-40B4-BE49-F238E27FC236}">
                  <a16:creationId xmlns:a16="http://schemas.microsoft.com/office/drawing/2014/main" id="{90F20917-5EE6-4E76-90E2-15042CF8D66B}"/>
                </a:ext>
              </a:extLst>
            </p:cNvPr>
            <p:cNvCxnSpPr>
              <a:cxnSpLocks noChangeShapeType="1"/>
              <a:endCxn id="85125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61" name="TextBox 428">
              <a:extLst>
                <a:ext uri="{FF2B5EF4-FFF2-40B4-BE49-F238E27FC236}">
                  <a16:creationId xmlns:a16="http://schemas.microsoft.com/office/drawing/2014/main" id="{71E95581-964F-47C5-AA41-13486A08E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926532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B</a:t>
              </a:r>
            </a:p>
          </p:txBody>
        </p:sp>
        <p:grpSp>
          <p:nvGrpSpPr>
            <p:cNvPr id="85062" name="Group 133">
              <a:extLst>
                <a:ext uri="{FF2B5EF4-FFF2-40B4-BE49-F238E27FC236}">
                  <a16:creationId xmlns:a16="http://schemas.microsoft.com/office/drawing/2014/main" id="{7E5642D7-9973-4BF1-83E8-B6B3D067D7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5117" name="Oval 407">
                <a:extLst>
                  <a:ext uri="{FF2B5EF4-FFF2-40B4-BE49-F238E27FC236}">
                    <a16:creationId xmlns:a16="http://schemas.microsoft.com/office/drawing/2014/main" id="{37D481CB-4278-4675-916C-E16C7A966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18" name="Rectangle 410">
                <a:extLst>
                  <a:ext uri="{FF2B5EF4-FFF2-40B4-BE49-F238E27FC236}">
                    <a16:creationId xmlns:a16="http://schemas.microsoft.com/office/drawing/2014/main" id="{4664B1E9-7D1F-4A0F-A244-C528C9D39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19" name="Oval 411">
                <a:extLst>
                  <a:ext uri="{FF2B5EF4-FFF2-40B4-BE49-F238E27FC236}">
                    <a16:creationId xmlns:a16="http://schemas.microsoft.com/office/drawing/2014/main" id="{C9DE9E6E-9466-4316-9977-93C0DAF926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120" name="Group 137">
                <a:extLst>
                  <a:ext uri="{FF2B5EF4-FFF2-40B4-BE49-F238E27FC236}">
                    <a16:creationId xmlns:a16="http://schemas.microsoft.com/office/drawing/2014/main" id="{9BAE52F9-7352-4C2F-8EBF-9BE254118D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123" name="Freeform 138">
                  <a:extLst>
                    <a:ext uri="{FF2B5EF4-FFF2-40B4-BE49-F238E27FC236}">
                      <a16:creationId xmlns:a16="http://schemas.microsoft.com/office/drawing/2014/main" id="{BF8E9B9A-65FE-4D9B-9584-E768A79889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124" name="Freeform 139">
                  <a:extLst>
                    <a:ext uri="{FF2B5EF4-FFF2-40B4-BE49-F238E27FC236}">
                      <a16:creationId xmlns:a16="http://schemas.microsoft.com/office/drawing/2014/main" id="{19019BA0-BB10-42FB-A898-A45D017125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121" name="Line 140">
                <a:extLst>
                  <a:ext uri="{FF2B5EF4-FFF2-40B4-BE49-F238E27FC236}">
                    <a16:creationId xmlns:a16="http://schemas.microsoft.com/office/drawing/2014/main" id="{24197C4D-19C9-49DD-A269-FE07E29DF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122" name="Line 141">
                <a:extLst>
                  <a:ext uri="{FF2B5EF4-FFF2-40B4-BE49-F238E27FC236}">
                    <a16:creationId xmlns:a16="http://schemas.microsoft.com/office/drawing/2014/main" id="{42A6C8EB-FB8B-4D77-9E7F-88DB85025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063" name="Group 133">
              <a:extLst>
                <a:ext uri="{FF2B5EF4-FFF2-40B4-BE49-F238E27FC236}">
                  <a16:creationId xmlns:a16="http://schemas.microsoft.com/office/drawing/2014/main" id="{D633189A-1EAE-4FDD-B15E-1EBDD068B6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5109" name="Oval 407">
                <a:extLst>
                  <a:ext uri="{FF2B5EF4-FFF2-40B4-BE49-F238E27FC236}">
                    <a16:creationId xmlns:a16="http://schemas.microsoft.com/office/drawing/2014/main" id="{C99A5950-6EF8-4CA9-9A8E-645DEE1A0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10" name="Rectangle 410">
                <a:extLst>
                  <a:ext uri="{FF2B5EF4-FFF2-40B4-BE49-F238E27FC236}">
                    <a16:creationId xmlns:a16="http://schemas.microsoft.com/office/drawing/2014/main" id="{6CA46C78-DC6D-4286-BB98-854ECD995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11" name="Oval 411">
                <a:extLst>
                  <a:ext uri="{FF2B5EF4-FFF2-40B4-BE49-F238E27FC236}">
                    <a16:creationId xmlns:a16="http://schemas.microsoft.com/office/drawing/2014/main" id="{1FD532B4-C54B-4735-AD8C-AA5137A68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112" name="Group 137">
                <a:extLst>
                  <a:ext uri="{FF2B5EF4-FFF2-40B4-BE49-F238E27FC236}">
                    <a16:creationId xmlns:a16="http://schemas.microsoft.com/office/drawing/2014/main" id="{50BF3006-8E69-43C9-845C-8BDCF53911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115" name="Freeform 138">
                  <a:extLst>
                    <a:ext uri="{FF2B5EF4-FFF2-40B4-BE49-F238E27FC236}">
                      <a16:creationId xmlns:a16="http://schemas.microsoft.com/office/drawing/2014/main" id="{673A4E62-64FF-4EF1-A59B-DDF8E8F21B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116" name="Freeform 139">
                  <a:extLst>
                    <a:ext uri="{FF2B5EF4-FFF2-40B4-BE49-F238E27FC236}">
                      <a16:creationId xmlns:a16="http://schemas.microsoft.com/office/drawing/2014/main" id="{D74518E6-C7C2-4816-B51B-B59A201348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113" name="Line 140">
                <a:extLst>
                  <a:ext uri="{FF2B5EF4-FFF2-40B4-BE49-F238E27FC236}">
                    <a16:creationId xmlns:a16="http://schemas.microsoft.com/office/drawing/2014/main" id="{C994D71A-0ADA-4B58-80B7-C7624787D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114" name="Line 141">
                <a:extLst>
                  <a:ext uri="{FF2B5EF4-FFF2-40B4-BE49-F238E27FC236}">
                    <a16:creationId xmlns:a16="http://schemas.microsoft.com/office/drawing/2014/main" id="{EA0596DC-DAE8-4836-8E20-3B3191A7A4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064" name="Group 133">
              <a:extLst>
                <a:ext uri="{FF2B5EF4-FFF2-40B4-BE49-F238E27FC236}">
                  <a16:creationId xmlns:a16="http://schemas.microsoft.com/office/drawing/2014/main" id="{23EE0C60-A0F2-46CF-AC81-AD8ED27A24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5101" name="Oval 407">
                <a:extLst>
                  <a:ext uri="{FF2B5EF4-FFF2-40B4-BE49-F238E27FC236}">
                    <a16:creationId xmlns:a16="http://schemas.microsoft.com/office/drawing/2014/main" id="{2418C625-0A0D-4A95-AFFB-0AD69BB16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02" name="Rectangle 410">
                <a:extLst>
                  <a:ext uri="{FF2B5EF4-FFF2-40B4-BE49-F238E27FC236}">
                    <a16:creationId xmlns:a16="http://schemas.microsoft.com/office/drawing/2014/main" id="{B2B92B30-D778-4A46-A940-98E462D80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103" name="Oval 411">
                <a:extLst>
                  <a:ext uri="{FF2B5EF4-FFF2-40B4-BE49-F238E27FC236}">
                    <a16:creationId xmlns:a16="http://schemas.microsoft.com/office/drawing/2014/main" id="{99F7B174-6998-41CF-9A94-BD463B659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104" name="Group 137">
                <a:extLst>
                  <a:ext uri="{FF2B5EF4-FFF2-40B4-BE49-F238E27FC236}">
                    <a16:creationId xmlns:a16="http://schemas.microsoft.com/office/drawing/2014/main" id="{9417E511-15D0-4CF5-A126-88573FE8B2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107" name="Freeform 138">
                  <a:extLst>
                    <a:ext uri="{FF2B5EF4-FFF2-40B4-BE49-F238E27FC236}">
                      <a16:creationId xmlns:a16="http://schemas.microsoft.com/office/drawing/2014/main" id="{147C0BDB-62DA-4654-90B6-AA4B63D2B8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108" name="Freeform 139">
                  <a:extLst>
                    <a:ext uri="{FF2B5EF4-FFF2-40B4-BE49-F238E27FC236}">
                      <a16:creationId xmlns:a16="http://schemas.microsoft.com/office/drawing/2014/main" id="{AD3FAF9F-5B1F-4A35-A4BA-1AA69B3CBB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105" name="Line 140">
                <a:extLst>
                  <a:ext uri="{FF2B5EF4-FFF2-40B4-BE49-F238E27FC236}">
                    <a16:creationId xmlns:a16="http://schemas.microsoft.com/office/drawing/2014/main" id="{CBB83860-B23C-410C-AB0D-30D9B6D0B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106" name="Line 141">
                <a:extLst>
                  <a:ext uri="{FF2B5EF4-FFF2-40B4-BE49-F238E27FC236}">
                    <a16:creationId xmlns:a16="http://schemas.microsoft.com/office/drawing/2014/main" id="{443C615A-9A4E-4CD7-9B14-49E3D8B56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065" name="Group 133">
              <a:extLst>
                <a:ext uri="{FF2B5EF4-FFF2-40B4-BE49-F238E27FC236}">
                  <a16:creationId xmlns:a16="http://schemas.microsoft.com/office/drawing/2014/main" id="{09E1F8B6-89EA-426A-A507-7BDD74B552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5093" name="Oval 407">
                <a:extLst>
                  <a:ext uri="{FF2B5EF4-FFF2-40B4-BE49-F238E27FC236}">
                    <a16:creationId xmlns:a16="http://schemas.microsoft.com/office/drawing/2014/main" id="{06A7316E-687A-4BCF-B26B-BE507381A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94" name="Rectangle 410">
                <a:extLst>
                  <a:ext uri="{FF2B5EF4-FFF2-40B4-BE49-F238E27FC236}">
                    <a16:creationId xmlns:a16="http://schemas.microsoft.com/office/drawing/2014/main" id="{4B1E8BDC-6C75-443E-AB7C-1E710DEEF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95" name="Oval 411">
                <a:extLst>
                  <a:ext uri="{FF2B5EF4-FFF2-40B4-BE49-F238E27FC236}">
                    <a16:creationId xmlns:a16="http://schemas.microsoft.com/office/drawing/2014/main" id="{837D4D4C-EDCD-4189-AD8F-6DBE87AC09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096" name="Group 137">
                <a:extLst>
                  <a:ext uri="{FF2B5EF4-FFF2-40B4-BE49-F238E27FC236}">
                    <a16:creationId xmlns:a16="http://schemas.microsoft.com/office/drawing/2014/main" id="{EF106953-E99C-40D5-AA18-F6E110A384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099" name="Freeform 138">
                  <a:extLst>
                    <a:ext uri="{FF2B5EF4-FFF2-40B4-BE49-F238E27FC236}">
                      <a16:creationId xmlns:a16="http://schemas.microsoft.com/office/drawing/2014/main" id="{40BD7F10-9025-443E-9BE2-6C1CDD8C87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100" name="Freeform 139">
                  <a:extLst>
                    <a:ext uri="{FF2B5EF4-FFF2-40B4-BE49-F238E27FC236}">
                      <a16:creationId xmlns:a16="http://schemas.microsoft.com/office/drawing/2014/main" id="{AD8A70A4-EF50-4201-AD40-B975FACCE4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097" name="Line 140">
                <a:extLst>
                  <a:ext uri="{FF2B5EF4-FFF2-40B4-BE49-F238E27FC236}">
                    <a16:creationId xmlns:a16="http://schemas.microsoft.com/office/drawing/2014/main" id="{27F19077-0F46-4EC2-AD37-A7D4007935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098" name="Line 141">
                <a:extLst>
                  <a:ext uri="{FF2B5EF4-FFF2-40B4-BE49-F238E27FC236}">
                    <a16:creationId xmlns:a16="http://schemas.microsoft.com/office/drawing/2014/main" id="{DF42E0ED-5B1A-4489-A270-8CA3CCF893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066" name="Group 133">
              <a:extLst>
                <a:ext uri="{FF2B5EF4-FFF2-40B4-BE49-F238E27FC236}">
                  <a16:creationId xmlns:a16="http://schemas.microsoft.com/office/drawing/2014/main" id="{B26DCF90-68B9-49E6-B260-F1288987CC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5085" name="Oval 407">
                <a:extLst>
                  <a:ext uri="{FF2B5EF4-FFF2-40B4-BE49-F238E27FC236}">
                    <a16:creationId xmlns:a16="http://schemas.microsoft.com/office/drawing/2014/main" id="{E97B5E7A-F66F-46AF-8638-D293A2DB34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86" name="Rectangle 410">
                <a:extLst>
                  <a:ext uri="{FF2B5EF4-FFF2-40B4-BE49-F238E27FC236}">
                    <a16:creationId xmlns:a16="http://schemas.microsoft.com/office/drawing/2014/main" id="{1A297C27-3B7D-4423-A873-4461F4D20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87" name="Oval 411">
                <a:extLst>
                  <a:ext uri="{FF2B5EF4-FFF2-40B4-BE49-F238E27FC236}">
                    <a16:creationId xmlns:a16="http://schemas.microsoft.com/office/drawing/2014/main" id="{918AF81E-C079-45F6-A934-9F4EE374B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088" name="Group 137">
                <a:extLst>
                  <a:ext uri="{FF2B5EF4-FFF2-40B4-BE49-F238E27FC236}">
                    <a16:creationId xmlns:a16="http://schemas.microsoft.com/office/drawing/2014/main" id="{DE354B87-7FFD-4C9E-8B9D-61981EEDD4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091" name="Freeform 138">
                  <a:extLst>
                    <a:ext uri="{FF2B5EF4-FFF2-40B4-BE49-F238E27FC236}">
                      <a16:creationId xmlns:a16="http://schemas.microsoft.com/office/drawing/2014/main" id="{A96CB6AF-9AC1-4ED4-BA5B-AB0029A940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092" name="Freeform 139">
                  <a:extLst>
                    <a:ext uri="{FF2B5EF4-FFF2-40B4-BE49-F238E27FC236}">
                      <a16:creationId xmlns:a16="http://schemas.microsoft.com/office/drawing/2014/main" id="{CC59460D-4EC8-41E4-B97A-7EC3CC7918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089" name="Line 140">
                <a:extLst>
                  <a:ext uri="{FF2B5EF4-FFF2-40B4-BE49-F238E27FC236}">
                    <a16:creationId xmlns:a16="http://schemas.microsoft.com/office/drawing/2014/main" id="{6EB320D6-BB09-4368-B850-359BA2F2B8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090" name="Line 141">
                <a:extLst>
                  <a:ext uri="{FF2B5EF4-FFF2-40B4-BE49-F238E27FC236}">
                    <a16:creationId xmlns:a16="http://schemas.microsoft.com/office/drawing/2014/main" id="{A93848F4-8466-40F6-8264-BDB6081D4F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067" name="Group 133">
              <a:extLst>
                <a:ext uri="{FF2B5EF4-FFF2-40B4-BE49-F238E27FC236}">
                  <a16:creationId xmlns:a16="http://schemas.microsoft.com/office/drawing/2014/main" id="{35C1C4C3-D872-44EB-81B5-ADA7830BFE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5077" name="Oval 407">
                <a:extLst>
                  <a:ext uri="{FF2B5EF4-FFF2-40B4-BE49-F238E27FC236}">
                    <a16:creationId xmlns:a16="http://schemas.microsoft.com/office/drawing/2014/main" id="{9E9948B0-4CBB-4664-88FC-B267983F09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78" name="Rectangle 410">
                <a:extLst>
                  <a:ext uri="{FF2B5EF4-FFF2-40B4-BE49-F238E27FC236}">
                    <a16:creationId xmlns:a16="http://schemas.microsoft.com/office/drawing/2014/main" id="{71437438-B53B-46B1-96E1-30994F223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79" name="Oval 411">
                <a:extLst>
                  <a:ext uri="{FF2B5EF4-FFF2-40B4-BE49-F238E27FC236}">
                    <a16:creationId xmlns:a16="http://schemas.microsoft.com/office/drawing/2014/main" id="{1F7A6EA0-A23A-4DED-BA1D-7718159AE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080" name="Group 137">
                <a:extLst>
                  <a:ext uri="{FF2B5EF4-FFF2-40B4-BE49-F238E27FC236}">
                    <a16:creationId xmlns:a16="http://schemas.microsoft.com/office/drawing/2014/main" id="{770B7935-7394-439F-9189-DAD5EBFE91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083" name="Freeform 138">
                  <a:extLst>
                    <a:ext uri="{FF2B5EF4-FFF2-40B4-BE49-F238E27FC236}">
                      <a16:creationId xmlns:a16="http://schemas.microsoft.com/office/drawing/2014/main" id="{B6708328-54E3-4568-8602-7EAF61E198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084" name="Freeform 139">
                  <a:extLst>
                    <a:ext uri="{FF2B5EF4-FFF2-40B4-BE49-F238E27FC236}">
                      <a16:creationId xmlns:a16="http://schemas.microsoft.com/office/drawing/2014/main" id="{9ABEEB9E-6FEB-49E4-91A9-D64849014C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081" name="Line 140">
                <a:extLst>
                  <a:ext uri="{FF2B5EF4-FFF2-40B4-BE49-F238E27FC236}">
                    <a16:creationId xmlns:a16="http://schemas.microsoft.com/office/drawing/2014/main" id="{3D4E6699-004A-434A-BEB6-1E267F0114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082" name="Line 141">
                <a:extLst>
                  <a:ext uri="{FF2B5EF4-FFF2-40B4-BE49-F238E27FC236}">
                    <a16:creationId xmlns:a16="http://schemas.microsoft.com/office/drawing/2014/main" id="{2711CFCC-EDD0-4F87-A45C-89A6F6CF0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5068" name="Group 133">
              <a:extLst>
                <a:ext uri="{FF2B5EF4-FFF2-40B4-BE49-F238E27FC236}">
                  <a16:creationId xmlns:a16="http://schemas.microsoft.com/office/drawing/2014/main" id="{2D023DB7-9FB7-465D-AAC6-2F060A388C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5069" name="Oval 407">
                <a:extLst>
                  <a:ext uri="{FF2B5EF4-FFF2-40B4-BE49-F238E27FC236}">
                    <a16:creationId xmlns:a16="http://schemas.microsoft.com/office/drawing/2014/main" id="{881F8CC3-D30F-4554-9BA9-17A4DEE23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70" name="Rectangle 410">
                <a:extLst>
                  <a:ext uri="{FF2B5EF4-FFF2-40B4-BE49-F238E27FC236}">
                    <a16:creationId xmlns:a16="http://schemas.microsoft.com/office/drawing/2014/main" id="{23464F88-13BF-4B33-B4C7-48D5B4DC9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71" name="Oval 411">
                <a:extLst>
                  <a:ext uri="{FF2B5EF4-FFF2-40B4-BE49-F238E27FC236}">
                    <a16:creationId xmlns:a16="http://schemas.microsoft.com/office/drawing/2014/main" id="{5793905B-2017-4F44-9F92-D56FCECBA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5072" name="Group 137">
                <a:extLst>
                  <a:ext uri="{FF2B5EF4-FFF2-40B4-BE49-F238E27FC236}">
                    <a16:creationId xmlns:a16="http://schemas.microsoft.com/office/drawing/2014/main" id="{574F25DE-2CAB-4CDF-AE52-1797ECD0C9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5075" name="Freeform 138">
                  <a:extLst>
                    <a:ext uri="{FF2B5EF4-FFF2-40B4-BE49-F238E27FC236}">
                      <a16:creationId xmlns:a16="http://schemas.microsoft.com/office/drawing/2014/main" id="{B34A27F9-6A14-4612-9760-1C65940AE7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5076" name="Freeform 139">
                  <a:extLst>
                    <a:ext uri="{FF2B5EF4-FFF2-40B4-BE49-F238E27FC236}">
                      <a16:creationId xmlns:a16="http://schemas.microsoft.com/office/drawing/2014/main" id="{4C101581-0C9B-4DAD-BD80-45B6F76C9A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5073" name="Line 140">
                <a:extLst>
                  <a:ext uri="{FF2B5EF4-FFF2-40B4-BE49-F238E27FC236}">
                    <a16:creationId xmlns:a16="http://schemas.microsoft.com/office/drawing/2014/main" id="{21C7CA10-B616-4D1F-83FE-B25B1C08A7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5074" name="Line 141">
                <a:extLst>
                  <a:ext uri="{FF2B5EF4-FFF2-40B4-BE49-F238E27FC236}">
                    <a16:creationId xmlns:a16="http://schemas.microsoft.com/office/drawing/2014/main" id="{EF3A4414-F47A-4AE2-9F63-C44BEE0A6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cxnSp>
        <p:nvCxnSpPr>
          <p:cNvPr id="85001" name="Straight Connector 12">
            <a:extLst>
              <a:ext uri="{FF2B5EF4-FFF2-40B4-BE49-F238E27FC236}">
                <a16:creationId xmlns:a16="http://schemas.microsoft.com/office/drawing/2014/main" id="{A5215EDC-7A83-4685-8C37-9E8C3CA3DD19}"/>
              </a:ext>
            </a:extLst>
          </p:cNvPr>
          <p:cNvCxnSpPr>
            <a:cxnSpLocks noChangeShapeType="1"/>
            <a:endCxn id="85210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02" name="Straight Connector 500">
            <a:extLst>
              <a:ext uri="{FF2B5EF4-FFF2-40B4-BE49-F238E27FC236}">
                <a16:creationId xmlns:a16="http://schemas.microsoft.com/office/drawing/2014/main" id="{93DF671A-F8C6-4745-BDB7-5CE5BC926B8B}"/>
              </a:ext>
            </a:extLst>
          </p:cNvPr>
          <p:cNvCxnSpPr>
            <a:cxnSpLocks noChangeShapeType="1"/>
            <a:stCxn id="85335" idx="8"/>
            <a:endCxn id="85022" idx="2"/>
          </p:cNvCxnSpPr>
          <p:nvPr/>
        </p:nvCxnSpPr>
        <p:spPr bwMode="auto">
          <a:xfrm>
            <a:off x="1455738" y="2990850"/>
            <a:ext cx="38100" cy="309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03" name="Straight Connector 501">
            <a:extLst>
              <a:ext uri="{FF2B5EF4-FFF2-40B4-BE49-F238E27FC236}">
                <a16:creationId xmlns:a16="http://schemas.microsoft.com/office/drawing/2014/main" id="{4299CD62-C251-41BB-A0F2-65F9EC8F4BBA}"/>
              </a:ext>
            </a:extLst>
          </p:cNvPr>
          <p:cNvCxnSpPr>
            <a:cxnSpLocks noChangeShapeType="1"/>
            <a:endCxn id="85022" idx="3"/>
          </p:cNvCxnSpPr>
          <p:nvPr/>
        </p:nvCxnSpPr>
        <p:spPr bwMode="auto">
          <a:xfrm>
            <a:off x="1235075" y="3271838"/>
            <a:ext cx="123825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04" name="Straight Connector 502">
            <a:extLst>
              <a:ext uri="{FF2B5EF4-FFF2-40B4-BE49-F238E27FC236}">
                <a16:creationId xmlns:a16="http://schemas.microsoft.com/office/drawing/2014/main" id="{05479C77-7EAE-479E-B0DF-3126AE93054E}"/>
              </a:ext>
            </a:extLst>
          </p:cNvPr>
          <p:cNvCxnSpPr>
            <a:cxnSpLocks noChangeShapeType="1"/>
            <a:endCxn id="85178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05" name="Straight Connector 503">
            <a:extLst>
              <a:ext uri="{FF2B5EF4-FFF2-40B4-BE49-F238E27FC236}">
                <a16:creationId xmlns:a16="http://schemas.microsoft.com/office/drawing/2014/main" id="{C979AD8C-23FC-47CA-90D1-7BC64173FA82}"/>
              </a:ext>
            </a:extLst>
          </p:cNvPr>
          <p:cNvCxnSpPr>
            <a:cxnSpLocks noChangeShapeType="1"/>
            <a:endCxn id="85178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06" name="Straight Connector 504">
            <a:extLst>
              <a:ext uri="{FF2B5EF4-FFF2-40B4-BE49-F238E27FC236}">
                <a16:creationId xmlns:a16="http://schemas.microsoft.com/office/drawing/2014/main" id="{5E4342C3-D419-4EC2-A3F2-811B0689D0A9}"/>
              </a:ext>
            </a:extLst>
          </p:cNvPr>
          <p:cNvCxnSpPr>
            <a:cxnSpLocks noChangeShapeType="1"/>
            <a:endCxn id="85261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07" name="Straight Connector 505">
            <a:extLst>
              <a:ext uri="{FF2B5EF4-FFF2-40B4-BE49-F238E27FC236}">
                <a16:creationId xmlns:a16="http://schemas.microsoft.com/office/drawing/2014/main" id="{2EF2C400-94D4-43E0-9235-3632C0B4980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08" name="Straight Connector 506">
            <a:extLst>
              <a:ext uri="{FF2B5EF4-FFF2-40B4-BE49-F238E27FC236}">
                <a16:creationId xmlns:a16="http://schemas.microsoft.com/office/drawing/2014/main" id="{B224C6FB-06DB-4633-9CC2-6E321F7E73A9}"/>
              </a:ext>
            </a:extLst>
          </p:cNvPr>
          <p:cNvCxnSpPr>
            <a:cxnSpLocks noChangeShapeType="1"/>
            <a:stCxn id="85327" idx="4"/>
            <a:endCxn id="85256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09" name="Straight Connector 507">
            <a:extLst>
              <a:ext uri="{FF2B5EF4-FFF2-40B4-BE49-F238E27FC236}">
                <a16:creationId xmlns:a16="http://schemas.microsoft.com/office/drawing/2014/main" id="{952AE129-6110-4B17-BFB2-E4174A9CE54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10" name="Straight Connector 508">
            <a:extLst>
              <a:ext uri="{FF2B5EF4-FFF2-40B4-BE49-F238E27FC236}">
                <a16:creationId xmlns:a16="http://schemas.microsoft.com/office/drawing/2014/main" id="{78A433BF-AFF2-4A97-993D-B7834267F42C}"/>
              </a:ext>
            </a:extLst>
          </p:cNvPr>
          <p:cNvCxnSpPr>
            <a:cxnSpLocks noChangeShapeType="1"/>
            <a:endCxn id="85243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11" name="Straight Connector 509">
            <a:extLst>
              <a:ext uri="{FF2B5EF4-FFF2-40B4-BE49-F238E27FC236}">
                <a16:creationId xmlns:a16="http://schemas.microsoft.com/office/drawing/2014/main" id="{9C6AF930-4C7E-45D1-BF76-8A6FB07BE86E}"/>
              </a:ext>
            </a:extLst>
          </p:cNvPr>
          <p:cNvCxnSpPr>
            <a:cxnSpLocks noChangeShapeType="1"/>
            <a:stCxn id="85325" idx="0"/>
            <a:endCxn id="85020" idx="5"/>
          </p:cNvCxnSpPr>
          <p:nvPr/>
        </p:nvCxnSpPr>
        <p:spPr bwMode="auto">
          <a:xfrm flipH="1" flipV="1">
            <a:off x="5084763" y="5684838"/>
            <a:ext cx="520700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12" name="Straight Connector 510">
            <a:extLst>
              <a:ext uri="{FF2B5EF4-FFF2-40B4-BE49-F238E27FC236}">
                <a16:creationId xmlns:a16="http://schemas.microsoft.com/office/drawing/2014/main" id="{6D58E42F-D0EB-469E-B039-517E4830F92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13" name="Straight Connector 511">
            <a:extLst>
              <a:ext uri="{FF2B5EF4-FFF2-40B4-BE49-F238E27FC236}">
                <a16:creationId xmlns:a16="http://schemas.microsoft.com/office/drawing/2014/main" id="{6409A014-C175-4CCA-9E25-2C4C1EBE4500}"/>
              </a:ext>
            </a:extLst>
          </p:cNvPr>
          <p:cNvCxnSpPr>
            <a:cxnSpLocks noChangeShapeType="1"/>
            <a:stCxn id="85322" idx="0"/>
          </p:cNvCxnSpPr>
          <p:nvPr/>
        </p:nvCxnSpPr>
        <p:spPr bwMode="auto">
          <a:xfrm flipV="1">
            <a:off x="3389313" y="5689600"/>
            <a:ext cx="306387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14" name="Straight Connector 512">
            <a:extLst>
              <a:ext uri="{FF2B5EF4-FFF2-40B4-BE49-F238E27FC236}">
                <a16:creationId xmlns:a16="http://schemas.microsoft.com/office/drawing/2014/main" id="{586257E6-6ED9-4E0D-8AA8-448B423169A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15" name="Straight Connector 513">
            <a:extLst>
              <a:ext uri="{FF2B5EF4-FFF2-40B4-BE49-F238E27FC236}">
                <a16:creationId xmlns:a16="http://schemas.microsoft.com/office/drawing/2014/main" id="{3953D689-69DF-4A78-A213-48D92C482221}"/>
              </a:ext>
            </a:extLst>
          </p:cNvPr>
          <p:cNvCxnSpPr>
            <a:cxnSpLocks noChangeShapeType="1"/>
            <a:stCxn id="85344" idx="0"/>
          </p:cNvCxnSpPr>
          <p:nvPr/>
        </p:nvCxnSpPr>
        <p:spPr bwMode="auto">
          <a:xfrm flipV="1">
            <a:off x="1179513" y="4467225"/>
            <a:ext cx="227012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16" name="Straight Connector 514">
            <a:extLst>
              <a:ext uri="{FF2B5EF4-FFF2-40B4-BE49-F238E27FC236}">
                <a16:creationId xmlns:a16="http://schemas.microsoft.com/office/drawing/2014/main" id="{6BCA5B01-7190-493B-9E78-1916ADC79580}"/>
              </a:ext>
            </a:extLst>
          </p:cNvPr>
          <p:cNvCxnSpPr>
            <a:cxnSpLocks noChangeShapeType="1"/>
            <a:endCxn id="85022" idx="5"/>
          </p:cNvCxnSpPr>
          <p:nvPr/>
        </p:nvCxnSpPr>
        <p:spPr bwMode="auto">
          <a:xfrm flipV="1">
            <a:off x="1155700" y="4368800"/>
            <a:ext cx="2032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5017" name="Group 20">
            <a:extLst>
              <a:ext uri="{FF2B5EF4-FFF2-40B4-BE49-F238E27FC236}">
                <a16:creationId xmlns:a16="http://schemas.microsoft.com/office/drawing/2014/main" id="{BDDA4BEC-F2C2-4851-AA1D-807756E10E44}"/>
              </a:ext>
            </a:extLst>
          </p:cNvPr>
          <p:cNvGrpSpPr>
            <a:grpSpLocks/>
          </p:cNvGrpSpPr>
          <p:nvPr/>
        </p:nvGrpSpPr>
        <p:grpSpPr bwMode="auto">
          <a:xfrm>
            <a:off x="4713288" y="2871788"/>
            <a:ext cx="2117725" cy="1082675"/>
            <a:chOff x="4712800" y="2871032"/>
            <a:chExt cx="2117908" cy="1082781"/>
          </a:xfrm>
        </p:grpSpPr>
        <p:grpSp>
          <p:nvGrpSpPr>
            <p:cNvPr id="85045" name="Group 16">
              <a:extLst>
                <a:ext uri="{FF2B5EF4-FFF2-40B4-BE49-F238E27FC236}">
                  <a16:creationId xmlns:a16="http://schemas.microsoft.com/office/drawing/2014/main" id="{38C0F603-71EA-4197-BE45-9691EA62F1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85048" name="Oval 14">
                <a:extLst>
                  <a:ext uri="{FF2B5EF4-FFF2-40B4-BE49-F238E27FC236}">
                    <a16:creationId xmlns:a16="http://schemas.microsoft.com/office/drawing/2014/main" id="{B96D2963-7BEA-44A5-B345-1C1431E726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5049" name="TextBox 15">
                <a:extLst>
                  <a:ext uri="{FF2B5EF4-FFF2-40B4-BE49-F238E27FC236}">
                    <a16:creationId xmlns:a16="http://schemas.microsoft.com/office/drawing/2014/main" id="{35A36088-5C40-479B-BD92-1378FC7CA9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85046" name="Straight Connector 18">
              <a:extLst>
                <a:ext uri="{FF2B5EF4-FFF2-40B4-BE49-F238E27FC236}">
                  <a16:creationId xmlns:a16="http://schemas.microsoft.com/office/drawing/2014/main" id="{AE880250-E632-475C-8F3E-9DBFD85394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47" name="Straight Connector 516">
              <a:extLst>
                <a:ext uri="{FF2B5EF4-FFF2-40B4-BE49-F238E27FC236}">
                  <a16:creationId xmlns:a16="http://schemas.microsoft.com/office/drawing/2014/main" id="{C446702B-486C-4B57-9E5F-66A1D17FE45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5018" name="Group 39937">
            <a:extLst>
              <a:ext uri="{FF2B5EF4-FFF2-40B4-BE49-F238E27FC236}">
                <a16:creationId xmlns:a16="http://schemas.microsoft.com/office/drawing/2014/main" id="{903FBBAC-9F83-4ACD-B19C-9FED74816AA6}"/>
              </a:ext>
            </a:extLst>
          </p:cNvPr>
          <p:cNvGrpSpPr>
            <a:grpSpLocks/>
          </p:cNvGrpSpPr>
          <p:nvPr/>
        </p:nvGrpSpPr>
        <p:grpSpPr bwMode="auto">
          <a:xfrm>
            <a:off x="3692525" y="3789363"/>
            <a:ext cx="1538288" cy="585787"/>
            <a:chOff x="3692946" y="3789212"/>
            <a:chExt cx="1537885" cy="585306"/>
          </a:xfrm>
        </p:grpSpPr>
        <p:cxnSp>
          <p:nvCxnSpPr>
            <p:cNvPr id="85039" name="Straight Connector 515">
              <a:extLst>
                <a:ext uri="{FF2B5EF4-FFF2-40B4-BE49-F238E27FC236}">
                  <a16:creationId xmlns:a16="http://schemas.microsoft.com/office/drawing/2014/main" id="{714D6DF3-880B-41ED-8DDF-556FE8B742EC}"/>
                </a:ext>
              </a:extLst>
            </p:cNvPr>
            <p:cNvCxnSpPr>
              <a:cxnSpLocks noChangeShapeType="1"/>
              <a:stCxn id="85095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85040" name="Group 518">
              <a:extLst>
                <a:ext uri="{FF2B5EF4-FFF2-40B4-BE49-F238E27FC236}">
                  <a16:creationId xmlns:a16="http://schemas.microsoft.com/office/drawing/2014/main" id="{01249F40-2EA6-488C-9BF1-E554EF13A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85043" name="Oval 521">
                <a:extLst>
                  <a:ext uri="{FF2B5EF4-FFF2-40B4-BE49-F238E27FC236}">
                    <a16:creationId xmlns:a16="http://schemas.microsoft.com/office/drawing/2014/main" id="{CC67845A-4834-47C0-977C-1402513EF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5044" name="TextBox 522">
                <a:extLst>
                  <a:ext uri="{FF2B5EF4-FFF2-40B4-BE49-F238E27FC236}">
                    <a16:creationId xmlns:a16="http://schemas.microsoft.com/office/drawing/2014/main" id="{4FC0DE53-6C09-4BDF-8685-6580B50481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85041" name="Straight Connector 519">
              <a:extLst>
                <a:ext uri="{FF2B5EF4-FFF2-40B4-BE49-F238E27FC236}">
                  <a16:creationId xmlns:a16="http://schemas.microsoft.com/office/drawing/2014/main" id="{B9317DF9-DFB3-453B-BF03-F826ACE00E09}"/>
                </a:ext>
              </a:extLst>
            </p:cNvPr>
            <p:cNvCxnSpPr>
              <a:cxnSpLocks noChangeShapeType="1"/>
              <a:stCxn id="85043" idx="6"/>
              <a:endCxn id="85295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42" name="Straight Connector 520">
              <a:extLst>
                <a:ext uri="{FF2B5EF4-FFF2-40B4-BE49-F238E27FC236}">
                  <a16:creationId xmlns:a16="http://schemas.microsoft.com/office/drawing/2014/main" id="{6A6E7F91-F4E9-4506-B160-8432B7783D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5019" name="Group 39939">
            <a:extLst>
              <a:ext uri="{FF2B5EF4-FFF2-40B4-BE49-F238E27FC236}">
                <a16:creationId xmlns:a16="http://schemas.microsoft.com/office/drawing/2014/main" id="{4666371B-C783-4C15-A618-573693A17C82}"/>
              </a:ext>
            </a:extLst>
          </p:cNvPr>
          <p:cNvGrpSpPr>
            <a:grpSpLocks/>
          </p:cNvGrpSpPr>
          <p:nvPr/>
        </p:nvGrpSpPr>
        <p:grpSpPr bwMode="auto">
          <a:xfrm>
            <a:off x="2406650" y="3633788"/>
            <a:ext cx="2901950" cy="1296987"/>
            <a:chOff x="2407287" y="3633041"/>
            <a:chExt cx="2900648" cy="1297685"/>
          </a:xfrm>
        </p:grpSpPr>
        <p:cxnSp>
          <p:nvCxnSpPr>
            <p:cNvPr id="85036" name="Straight Connector 7">
              <a:extLst>
                <a:ext uri="{FF2B5EF4-FFF2-40B4-BE49-F238E27FC236}">
                  <a16:creationId xmlns:a16="http://schemas.microsoft.com/office/drawing/2014/main" id="{2A32C00F-A338-4A94-B379-943F3A398E5A}"/>
                </a:ext>
              </a:extLst>
            </p:cNvPr>
            <p:cNvCxnSpPr>
              <a:cxnSpLocks noChangeShapeType="1"/>
              <a:stCxn id="85168" idx="5"/>
              <a:endCxn id="85293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37" name="Straight Connector 415">
              <a:extLst>
                <a:ext uri="{FF2B5EF4-FFF2-40B4-BE49-F238E27FC236}">
                  <a16:creationId xmlns:a16="http://schemas.microsoft.com/office/drawing/2014/main" id="{2B439BDA-F948-4B78-8FEB-BA630ABCBF8F}"/>
                </a:ext>
              </a:extLst>
            </p:cNvPr>
            <p:cNvCxnSpPr>
              <a:cxnSpLocks noChangeShapeType="1"/>
              <a:endCxn id="85127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38" name="Straight Connector 523">
              <a:extLst>
                <a:ext uri="{FF2B5EF4-FFF2-40B4-BE49-F238E27FC236}">
                  <a16:creationId xmlns:a16="http://schemas.microsoft.com/office/drawing/2014/main" id="{41F89F49-0335-42F1-BF74-AB04478BAA12}"/>
                </a:ext>
              </a:extLst>
            </p:cNvPr>
            <p:cNvCxnSpPr>
              <a:cxnSpLocks noChangeShapeType="1"/>
              <a:stCxn id="85090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5020" name="Oval 6">
            <a:extLst>
              <a:ext uri="{FF2B5EF4-FFF2-40B4-BE49-F238E27FC236}">
                <a16:creationId xmlns:a16="http://schemas.microsoft.com/office/drawing/2014/main" id="{434A4441-EBC4-4088-81F5-9E9C624AE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5359400"/>
            <a:ext cx="20447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85021" name="TextBox 9">
            <a:extLst>
              <a:ext uri="{FF2B5EF4-FFF2-40B4-BE49-F238E27FC236}">
                <a16:creationId xmlns:a16="http://schemas.microsoft.com/office/drawing/2014/main" id="{57D5A1A8-7775-4216-AA12-CA4C0743D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0" y="5334000"/>
            <a:ext cx="158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>
                <a:latin typeface="Arial" panose="020B0604020202020204" pitchFamily="34" charset="0"/>
              </a:rPr>
              <a:t>regional net</a:t>
            </a:r>
          </a:p>
        </p:txBody>
      </p:sp>
      <p:sp>
        <p:nvSpPr>
          <p:cNvPr id="85022" name="Oval 517">
            <a:extLst>
              <a:ext uri="{FF2B5EF4-FFF2-40B4-BE49-F238E27FC236}">
                <a16:creationId xmlns:a16="http://schemas.microsoft.com/office/drawing/2014/main" id="{BF27028D-DF6D-44FD-89D6-258C48B97E8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7569" y="3736182"/>
            <a:ext cx="1252537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cxnSp>
        <p:nvCxnSpPr>
          <p:cNvPr id="85023" name="Straight Connector 39941">
            <a:extLst>
              <a:ext uri="{FF2B5EF4-FFF2-40B4-BE49-F238E27FC236}">
                <a16:creationId xmlns:a16="http://schemas.microsoft.com/office/drawing/2014/main" id="{1FB50DA8-242E-49B9-BCA8-6BCADECBB529}"/>
              </a:ext>
            </a:extLst>
          </p:cNvPr>
          <p:cNvCxnSpPr>
            <a:cxnSpLocks noChangeShapeType="1"/>
            <a:stCxn id="85022" idx="0"/>
            <a:endCxn id="85156" idx="0"/>
          </p:cNvCxnSpPr>
          <p:nvPr/>
        </p:nvCxnSpPr>
        <p:spPr bwMode="auto">
          <a:xfrm flipV="1">
            <a:off x="1684338" y="3654425"/>
            <a:ext cx="758825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24" name="Straight Connector 524">
            <a:extLst>
              <a:ext uri="{FF2B5EF4-FFF2-40B4-BE49-F238E27FC236}">
                <a16:creationId xmlns:a16="http://schemas.microsoft.com/office/drawing/2014/main" id="{04E71FC7-A139-4A72-BA15-B7316F37D1B9}"/>
              </a:ext>
            </a:extLst>
          </p:cNvPr>
          <p:cNvCxnSpPr>
            <a:cxnSpLocks noChangeShapeType="1"/>
            <a:endCxn id="85129" idx="1"/>
          </p:cNvCxnSpPr>
          <p:nvPr/>
        </p:nvCxnSpPr>
        <p:spPr bwMode="auto">
          <a:xfrm>
            <a:off x="1685925" y="4111625"/>
            <a:ext cx="466725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25" name="Oval 11">
            <a:extLst>
              <a:ext uri="{FF2B5EF4-FFF2-40B4-BE49-F238E27FC236}">
                <a16:creationId xmlns:a16="http://schemas.microsoft.com/office/drawing/2014/main" id="{37E96B30-F88E-41C1-B967-361E6255C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429000"/>
            <a:ext cx="6096000" cy="673100"/>
          </a:xfrm>
          <a:prstGeom prst="ellipse">
            <a:avLst/>
          </a:prstGeom>
          <a:solidFill>
            <a:srgbClr val="FF6600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85026" name="TextBox 13">
            <a:extLst>
              <a:ext uri="{FF2B5EF4-FFF2-40B4-BE49-F238E27FC236}">
                <a16:creationId xmlns:a16="http://schemas.microsoft.com/office/drawing/2014/main" id="{E6972F10-371A-411B-B96D-B176D942A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088" y="3541713"/>
            <a:ext cx="3627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bg1"/>
                </a:solidFill>
                <a:latin typeface="Arial" panose="020B0604020202020204" pitchFamily="34" charset="0"/>
              </a:rPr>
              <a:t>Content provider network</a:t>
            </a:r>
          </a:p>
        </p:txBody>
      </p:sp>
      <p:cxnSp>
        <p:nvCxnSpPr>
          <p:cNvPr id="85027" name="Straight Connector 19">
            <a:extLst>
              <a:ext uri="{FF2B5EF4-FFF2-40B4-BE49-F238E27FC236}">
                <a16:creationId xmlns:a16="http://schemas.microsoft.com/office/drawing/2014/main" id="{798C4B7A-F4A2-478F-92F2-825A6750252D}"/>
              </a:ext>
            </a:extLst>
          </p:cNvPr>
          <p:cNvCxnSpPr>
            <a:cxnSpLocks noChangeShapeType="1"/>
            <a:stCxn id="85348" idx="2"/>
          </p:cNvCxnSpPr>
          <p:nvPr/>
        </p:nvCxnSpPr>
        <p:spPr bwMode="auto">
          <a:xfrm flipH="1">
            <a:off x="6540500" y="2867025"/>
            <a:ext cx="150813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28" name="Straight Connector 525">
            <a:extLst>
              <a:ext uri="{FF2B5EF4-FFF2-40B4-BE49-F238E27FC236}">
                <a16:creationId xmlns:a16="http://schemas.microsoft.com/office/drawing/2014/main" id="{AE178FE2-AF8C-474D-8EF6-24ADC96AD1D2}"/>
              </a:ext>
            </a:extLst>
          </p:cNvPr>
          <p:cNvCxnSpPr>
            <a:cxnSpLocks noChangeShapeType="1"/>
            <a:endCxn id="85025" idx="7"/>
          </p:cNvCxnSpPr>
          <p:nvPr/>
        </p:nvCxnSpPr>
        <p:spPr bwMode="auto">
          <a:xfrm flipH="1">
            <a:off x="7070725" y="3221038"/>
            <a:ext cx="142875" cy="306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29" name="Straight Connector 526">
            <a:extLst>
              <a:ext uri="{FF2B5EF4-FFF2-40B4-BE49-F238E27FC236}">
                <a16:creationId xmlns:a16="http://schemas.microsoft.com/office/drawing/2014/main" id="{23DD8ECF-E256-4D02-A0E3-69F77FD0B47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773738" y="3205163"/>
            <a:ext cx="111125" cy="2444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30" name="Straight Connector 527">
            <a:extLst>
              <a:ext uri="{FF2B5EF4-FFF2-40B4-BE49-F238E27FC236}">
                <a16:creationId xmlns:a16="http://schemas.microsoft.com/office/drawing/2014/main" id="{E00159E3-5097-4235-BB83-B75DE223721C}"/>
              </a:ext>
            </a:extLst>
          </p:cNvPr>
          <p:cNvCxnSpPr>
            <a:cxnSpLocks noChangeShapeType="1"/>
            <a:endCxn id="85025" idx="1"/>
          </p:cNvCxnSpPr>
          <p:nvPr/>
        </p:nvCxnSpPr>
        <p:spPr bwMode="auto">
          <a:xfrm>
            <a:off x="2682875" y="3008313"/>
            <a:ext cx="76200" cy="5191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31" name="Straight Connector 528">
            <a:extLst>
              <a:ext uri="{FF2B5EF4-FFF2-40B4-BE49-F238E27FC236}">
                <a16:creationId xmlns:a16="http://schemas.microsoft.com/office/drawing/2014/main" id="{54854926-42DF-4E68-B6AA-3048E3E62AA7}"/>
              </a:ext>
            </a:extLst>
          </p:cNvPr>
          <p:cNvCxnSpPr>
            <a:cxnSpLocks noChangeShapeType="1"/>
            <a:endCxn id="85095" idx="1"/>
          </p:cNvCxnSpPr>
          <p:nvPr/>
        </p:nvCxnSpPr>
        <p:spPr bwMode="auto">
          <a:xfrm>
            <a:off x="3413125" y="4049713"/>
            <a:ext cx="239713" cy="3397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32" name="Straight Connector 529">
            <a:extLst>
              <a:ext uri="{FF2B5EF4-FFF2-40B4-BE49-F238E27FC236}">
                <a16:creationId xmlns:a16="http://schemas.microsoft.com/office/drawing/2014/main" id="{78FBF004-926B-45B0-99E2-1B182E3B0A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03463" y="2651125"/>
            <a:ext cx="14287" cy="941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33" name="Straight Connector 530">
            <a:extLst>
              <a:ext uri="{FF2B5EF4-FFF2-40B4-BE49-F238E27FC236}">
                <a16:creationId xmlns:a16="http://schemas.microsoft.com/office/drawing/2014/main" id="{844D252F-D5C4-48B2-B6E9-49E2012DE0E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693863" y="3935413"/>
            <a:ext cx="528637" cy="117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34" name="Straight Connector 531">
            <a:extLst>
              <a:ext uri="{FF2B5EF4-FFF2-40B4-BE49-F238E27FC236}">
                <a16:creationId xmlns:a16="http://schemas.microsoft.com/office/drawing/2014/main" id="{9EC9704D-C55B-4ECF-8C5A-00AE32B9CD25}"/>
              </a:ext>
            </a:extLst>
          </p:cNvPr>
          <p:cNvCxnSpPr>
            <a:cxnSpLocks noChangeShapeType="1"/>
            <a:stCxn id="85327" idx="3"/>
          </p:cNvCxnSpPr>
          <p:nvPr/>
        </p:nvCxnSpPr>
        <p:spPr bwMode="auto">
          <a:xfrm flipH="1" flipV="1">
            <a:off x="7713663" y="3903663"/>
            <a:ext cx="400050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35" name="Straight Connector 532">
            <a:extLst>
              <a:ext uri="{FF2B5EF4-FFF2-40B4-BE49-F238E27FC236}">
                <a16:creationId xmlns:a16="http://schemas.microsoft.com/office/drawing/2014/main" id="{13996BD2-2081-4232-A69B-850A24EEB313}"/>
              </a:ext>
            </a:extLst>
          </p:cNvPr>
          <p:cNvCxnSpPr>
            <a:cxnSpLocks noChangeShapeType="1"/>
            <a:stCxn id="85329" idx="4"/>
          </p:cNvCxnSpPr>
          <p:nvPr/>
        </p:nvCxnSpPr>
        <p:spPr bwMode="auto">
          <a:xfrm flipH="1" flipV="1">
            <a:off x="7624763" y="3929063"/>
            <a:ext cx="628650" cy="1214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2">
            <a:extLst>
              <a:ext uri="{FF2B5EF4-FFF2-40B4-BE49-F238E27FC236}">
                <a16:creationId xmlns:a16="http://schemas.microsoft.com/office/drawing/2014/main" id="{14D73A56-E58B-4129-87CA-F931E089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FF6FC162-7363-457A-ABCB-84803CD8043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ea typeface="ＭＳ Ｐゴシック" panose="020B0600070205080204" pitchFamily="34" charset="-128"/>
              </a:rPr>
              <a:t>Internet structure: </a:t>
            </a:r>
            <a:r>
              <a:rPr lang="en-US" altLang="zh-TW" sz="3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network of networks!</a:t>
            </a:r>
            <a:endParaRPr lang="en-US" altLang="zh-TW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B0C1A3D9-542D-415E-BC0C-3318976F0C7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5149850"/>
            <a:ext cx="8440738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Small # of well-connected large networks</a:t>
            </a:r>
          </a:p>
          <a:p>
            <a:pPr lvl="1" eaLnBrk="1" hangingPunct="1"/>
            <a:r>
              <a:rPr lang="ja-JP" altLang="en-US" sz="20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sz="20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tier-1</a:t>
            </a:r>
            <a:r>
              <a:rPr lang="ja-JP" altLang="en-US" sz="20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”</a:t>
            </a:r>
            <a:r>
              <a:rPr lang="en-US" altLang="ja-JP" sz="20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commercial ISPs</a:t>
            </a:r>
            <a:r>
              <a:rPr lang="en-US" altLang="ja-JP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ja-JP" sz="2000" dirty="0">
                <a:ea typeface="ＭＳ Ｐゴシック" panose="020B0600070205080204" pitchFamily="34" charset="-128"/>
              </a:rPr>
              <a:t>(e.g., Level 3, Sprint, AT&amp;T, NTT), national &amp; international coverage</a:t>
            </a:r>
          </a:p>
          <a:p>
            <a:pPr lvl="1" eaLnBrk="1" hangingPunct="1"/>
            <a:r>
              <a:rPr lang="en-US" altLang="zh-TW" sz="2000" dirty="0">
                <a:solidFill>
                  <a:srgbClr val="CC0000"/>
                </a:solidFill>
                <a:ea typeface="新細明體" panose="02020500000000000000" pitchFamily="18" charset="-120"/>
              </a:rPr>
              <a:t>content provider network </a:t>
            </a:r>
            <a:r>
              <a:rPr lang="en-US" altLang="zh-TW" sz="2000" dirty="0">
                <a:ea typeface="新細明體" panose="02020500000000000000" pitchFamily="18" charset="-120"/>
              </a:rPr>
              <a:t>(</a:t>
            </a:r>
            <a:r>
              <a:rPr lang="en-US" altLang="zh-TW" sz="2000" dirty="0" err="1">
                <a:ea typeface="新細明體" panose="02020500000000000000" pitchFamily="18" charset="-120"/>
              </a:rPr>
              <a:t>e.g</a:t>
            </a:r>
            <a:r>
              <a:rPr lang="en-US" altLang="zh-TW" sz="2000" dirty="0">
                <a:ea typeface="新細明體" panose="02020500000000000000" pitchFamily="18" charset="-120"/>
              </a:rPr>
              <a:t>, Google): private network that connects it data centers to Internet, often bypassing tier-1, regional ISPs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TW" sz="2000" dirty="0">
              <a:ea typeface="新細明體" panose="02020500000000000000" pitchFamily="18" charset="-120"/>
            </a:endParaRPr>
          </a:p>
        </p:txBody>
      </p:sp>
      <p:pic>
        <p:nvPicPr>
          <p:cNvPr id="87045" name="Picture 76" descr="underline_base">
            <a:extLst>
              <a:ext uri="{FF2B5EF4-FFF2-40B4-BE49-F238E27FC236}">
                <a16:creationId xmlns:a16="http://schemas.microsoft.com/office/drawing/2014/main" id="{C3DE7DDA-857E-48DD-95FF-CF8BD9A3F55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Slide Number Placeholder 3">
            <a:extLst>
              <a:ext uri="{FF2B5EF4-FFF2-40B4-BE49-F238E27FC236}">
                <a16:creationId xmlns:a16="http://schemas.microsoft.com/office/drawing/2014/main" id="{D7898328-98B9-41E5-9A08-7C67CB443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346CCD37-A85F-42CD-A1FB-2B94ABCED65A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87047" name="Group 67">
            <a:extLst>
              <a:ext uri="{FF2B5EF4-FFF2-40B4-BE49-F238E27FC236}">
                <a16:creationId xmlns:a16="http://schemas.microsoft.com/office/drawing/2014/main" id="{C673DD3F-B50B-447A-A86A-357940886665}"/>
              </a:ext>
            </a:extLst>
          </p:cNvPr>
          <p:cNvGrpSpPr>
            <a:grpSpLocks/>
          </p:cNvGrpSpPr>
          <p:nvPr/>
        </p:nvGrpSpPr>
        <p:grpSpPr bwMode="auto">
          <a:xfrm>
            <a:off x="1054100" y="1038225"/>
            <a:ext cx="7658100" cy="3984625"/>
            <a:chOff x="1066800" y="1371600"/>
            <a:chExt cx="7194549" cy="3984625"/>
          </a:xfrm>
        </p:grpSpPr>
        <p:sp>
          <p:nvSpPr>
            <p:cNvPr id="87048" name="Oval 76">
              <a:extLst>
                <a:ext uri="{FF2B5EF4-FFF2-40B4-BE49-F238E27FC236}">
                  <a16:creationId xmlns:a16="http://schemas.microsoft.com/office/drawing/2014/main" id="{4EE326EF-E0EF-402F-9234-B3D53101F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87049" name="Oval 76">
              <a:extLst>
                <a:ext uri="{FF2B5EF4-FFF2-40B4-BE49-F238E27FC236}">
                  <a16:creationId xmlns:a16="http://schemas.microsoft.com/office/drawing/2014/main" id="{9F6D6451-5A3D-458D-BE60-230AEE6E3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87050" name="Oval 76">
              <a:extLst>
                <a:ext uri="{FF2B5EF4-FFF2-40B4-BE49-F238E27FC236}">
                  <a16:creationId xmlns:a16="http://schemas.microsoft.com/office/drawing/2014/main" id="{779C9CDC-DFA0-4783-B678-467902F2E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87051" name="Oval 76">
              <a:extLst>
                <a:ext uri="{FF2B5EF4-FFF2-40B4-BE49-F238E27FC236}">
                  <a16:creationId xmlns:a16="http://schemas.microsoft.com/office/drawing/2014/main" id="{E0E3EDE5-1921-4573-96D1-8423825B0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87052" name="Oval 76">
              <a:extLst>
                <a:ext uri="{FF2B5EF4-FFF2-40B4-BE49-F238E27FC236}">
                  <a16:creationId xmlns:a16="http://schemas.microsoft.com/office/drawing/2014/main" id="{D19C6E57-A8ED-4D6D-80DD-1891443C5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87053" name="Oval 76">
              <a:extLst>
                <a:ext uri="{FF2B5EF4-FFF2-40B4-BE49-F238E27FC236}">
                  <a16:creationId xmlns:a16="http://schemas.microsoft.com/office/drawing/2014/main" id="{A6549D23-04DC-44F8-B5EB-DF7930B5F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87054" name="Oval 76">
              <a:extLst>
                <a:ext uri="{FF2B5EF4-FFF2-40B4-BE49-F238E27FC236}">
                  <a16:creationId xmlns:a16="http://schemas.microsoft.com/office/drawing/2014/main" id="{EB35D80E-72CD-459E-A4D1-F2186B144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87055" name="Oval 76">
              <a:extLst>
                <a:ext uri="{FF2B5EF4-FFF2-40B4-BE49-F238E27FC236}">
                  <a16:creationId xmlns:a16="http://schemas.microsoft.com/office/drawing/2014/main" id="{177A9194-823E-4D45-908D-D1433F676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87056" name="Oval 33">
              <a:extLst>
                <a:ext uri="{FF2B5EF4-FFF2-40B4-BE49-F238E27FC236}">
                  <a16:creationId xmlns:a16="http://schemas.microsoft.com/office/drawing/2014/main" id="{AAE02347-B37B-4B3D-B069-5375C7F85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3429000"/>
              <a:ext cx="1863725" cy="79057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808080"/>
                  </a:solidFill>
                  <a:latin typeface="Arial" panose="020B0604020202020204" pitchFamily="34" charset="0"/>
                </a:rPr>
                <a:t>Regional ISP</a:t>
              </a:r>
            </a:p>
          </p:txBody>
        </p:sp>
        <p:sp>
          <p:nvSpPr>
            <p:cNvPr id="87057" name="Oval 33">
              <a:extLst>
                <a:ext uri="{FF2B5EF4-FFF2-40B4-BE49-F238E27FC236}">
                  <a16:creationId xmlns:a16="http://schemas.microsoft.com/office/drawing/2014/main" id="{8C4C01D7-D689-43D9-82C4-C06B43765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3429000"/>
              <a:ext cx="1863725" cy="79057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808080"/>
                  </a:solidFill>
                  <a:latin typeface="Arial" panose="020B0604020202020204" pitchFamily="34" charset="0"/>
                </a:rPr>
                <a:t>Regional ISP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891C78F-7BC0-4CFC-8E6E-00C39E7E0C97}"/>
                </a:ext>
              </a:extLst>
            </p:cNvPr>
            <p:cNvSpPr/>
            <p:nvPr/>
          </p:nvSpPr>
          <p:spPr>
            <a:xfrm>
              <a:off x="2133157" y="2819400"/>
              <a:ext cx="609985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3A3D36E-C502-491D-B2CF-B932F2CFD344}"/>
                </a:ext>
              </a:extLst>
            </p:cNvPr>
            <p:cNvSpPr/>
            <p:nvPr/>
          </p:nvSpPr>
          <p:spPr>
            <a:xfrm>
              <a:off x="4801284" y="2743200"/>
              <a:ext cx="608494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sp>
          <p:nvSpPr>
            <p:cNvPr id="87060" name="Oval 34">
              <a:extLst>
                <a:ext uri="{FF2B5EF4-FFF2-40B4-BE49-F238E27FC236}">
                  <a16:creationId xmlns:a16="http://schemas.microsoft.com/office/drawing/2014/main" id="{088F5730-8DF0-4C53-A013-E18A375C8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1600200"/>
              <a:ext cx="1863725" cy="79057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chemeClr val="bg1"/>
                  </a:solidFill>
                  <a:latin typeface="Arial" panose="020B0604020202020204" pitchFamily="34" charset="0"/>
                </a:rPr>
                <a:t>Tier 1 ISP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87061" name="Oval 34">
              <a:extLst>
                <a:ext uri="{FF2B5EF4-FFF2-40B4-BE49-F238E27FC236}">
                  <a16:creationId xmlns:a16="http://schemas.microsoft.com/office/drawing/2014/main" id="{18ADA218-38AC-4860-89DD-9B175D012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1600200"/>
              <a:ext cx="1863725" cy="79057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chemeClr val="bg1"/>
                  </a:solidFill>
                  <a:latin typeface="Arial" panose="020B0604020202020204" pitchFamily="34" charset="0"/>
                </a:rPr>
                <a:t>Tier 1 ISP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87062" name="Oval 34">
              <a:extLst>
                <a:ext uri="{FF2B5EF4-FFF2-40B4-BE49-F238E27FC236}">
                  <a16:creationId xmlns:a16="http://schemas.microsoft.com/office/drawing/2014/main" id="{918621D5-7E04-46C2-A188-C3F427864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1600200"/>
              <a:ext cx="1981200" cy="838200"/>
            </a:xfrm>
            <a:prstGeom prst="ellipse">
              <a:avLst/>
            </a:prstGeom>
            <a:solidFill>
              <a:srgbClr val="00206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chemeClr val="bg1"/>
                  </a:solidFill>
                  <a:latin typeface="Arial" panose="020B0604020202020204" pitchFamily="34" charset="0"/>
                </a:rPr>
                <a:t>Google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98C5705-B40C-4A71-9EA3-E052341A427E}"/>
                </a:ext>
              </a:extLst>
            </p:cNvPr>
            <p:cNvCxnSpPr>
              <a:endCxn id="87049" idx="0"/>
            </p:cNvCxnSpPr>
            <p:nvPr/>
          </p:nvCxnSpPr>
          <p:spPr>
            <a:xfrm rot="5400000">
              <a:off x="427081" y="3398633"/>
              <a:ext cx="2362200" cy="28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192EF26-BDA0-41DD-9773-FD1176EF07D0}"/>
                </a:ext>
              </a:extLst>
            </p:cNvPr>
            <p:cNvCxnSpPr>
              <a:stCxn id="87056" idx="4"/>
            </p:cNvCxnSpPr>
            <p:nvPr/>
          </p:nvCxnSpPr>
          <p:spPr>
            <a:xfrm rot="5400000">
              <a:off x="3070887" y="4425754"/>
              <a:ext cx="504825" cy="92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C4D65BC-B4B7-434F-9542-2FE71B932A5F}"/>
                </a:ext>
              </a:extLst>
            </p:cNvPr>
            <p:cNvCxnSpPr>
              <a:stCxn id="87056" idx="3"/>
            </p:cNvCxnSpPr>
            <p:nvPr/>
          </p:nvCxnSpPr>
          <p:spPr>
            <a:xfrm rot="5400000">
              <a:off x="2265003" y="4277579"/>
              <a:ext cx="620712" cy="272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C2108C8-1799-4692-AE9A-58D11611DC57}"/>
                </a:ext>
              </a:extLst>
            </p:cNvPr>
            <p:cNvCxnSpPr/>
            <p:nvPr/>
          </p:nvCxnSpPr>
          <p:spPr>
            <a:xfrm rot="16200000" flipH="1">
              <a:off x="808066" y="3459105"/>
              <a:ext cx="2438400" cy="2445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B383CCC-6FD9-458E-97B9-031543AFB8A5}"/>
                </a:ext>
              </a:extLst>
            </p:cNvPr>
            <p:cNvCxnSpPr>
              <a:stCxn id="79" idx="2"/>
            </p:cNvCxnSpPr>
            <p:nvPr/>
          </p:nvCxnSpPr>
          <p:spPr>
            <a:xfrm rot="5400000">
              <a:off x="1333803" y="3771707"/>
              <a:ext cx="1600200" cy="6099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82F7D03-D00F-4CAB-AF41-113DA3224B6F}"/>
                </a:ext>
              </a:extLst>
            </p:cNvPr>
            <p:cNvSpPr/>
            <p:nvPr/>
          </p:nvSpPr>
          <p:spPr>
            <a:xfrm>
              <a:off x="7315797" y="2819400"/>
              <a:ext cx="608494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44FDF85-14F5-417D-ABD6-99397C19E52B}"/>
                </a:ext>
              </a:extLst>
            </p:cNvPr>
            <p:cNvCxnSpPr/>
            <p:nvPr/>
          </p:nvCxnSpPr>
          <p:spPr>
            <a:xfrm rot="16200000" flipH="1">
              <a:off x="3747986" y="4252513"/>
              <a:ext cx="504825" cy="381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C94148E-A08F-4FE1-930D-56920FBF9B90}"/>
                </a:ext>
              </a:extLst>
            </p:cNvPr>
            <p:cNvCxnSpPr>
              <a:stCxn id="87057" idx="2"/>
              <a:endCxn id="87056" idx="6"/>
            </p:cNvCxnSpPr>
            <p:nvPr/>
          </p:nvCxnSpPr>
          <p:spPr>
            <a:xfrm rot="10800000">
              <a:off x="4301663" y="3824288"/>
              <a:ext cx="4996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1E95E86-455A-4B8E-A854-4FA1C6342CAA}"/>
                </a:ext>
              </a:extLst>
            </p:cNvPr>
            <p:cNvCxnSpPr/>
            <p:nvPr/>
          </p:nvCxnSpPr>
          <p:spPr>
            <a:xfrm rot="5400000">
              <a:off x="4931639" y="4288692"/>
              <a:ext cx="620713" cy="272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67A2B4E-6F0C-4B80-9D25-8F9027E5BED7}"/>
                </a:ext>
              </a:extLst>
            </p:cNvPr>
            <p:cNvCxnSpPr/>
            <p:nvPr/>
          </p:nvCxnSpPr>
          <p:spPr>
            <a:xfrm rot="16200000" flipH="1">
              <a:off x="5633414" y="4425226"/>
              <a:ext cx="544513" cy="760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7607729-7BAA-42F2-B8A0-D9A5CFD3D78E}"/>
                </a:ext>
              </a:extLst>
            </p:cNvPr>
            <p:cNvCxnSpPr>
              <a:stCxn id="87057" idx="5"/>
            </p:cNvCxnSpPr>
            <p:nvPr/>
          </p:nvCxnSpPr>
          <p:spPr>
            <a:xfrm rot="16200000" flipH="1">
              <a:off x="6276143" y="4218669"/>
              <a:ext cx="620712" cy="3907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569D1B3-E8E4-4B5E-BD28-137434150E91}"/>
                </a:ext>
              </a:extLst>
            </p:cNvPr>
            <p:cNvCxnSpPr>
              <a:stCxn id="87062" idx="4"/>
            </p:cNvCxnSpPr>
            <p:nvPr/>
          </p:nvCxnSpPr>
          <p:spPr>
            <a:xfrm rot="16200000" flipH="1">
              <a:off x="5747409" y="3320741"/>
              <a:ext cx="2297113" cy="532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D573167-574A-455B-9489-A25BBEE46A19}"/>
                </a:ext>
              </a:extLst>
            </p:cNvPr>
            <p:cNvCxnSpPr/>
            <p:nvPr/>
          </p:nvCxnSpPr>
          <p:spPr>
            <a:xfrm rot="10800000">
              <a:off x="2971328" y="1981200"/>
              <a:ext cx="4996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EF11259-E8DA-4EAB-843F-6BABA431F3A4}"/>
                </a:ext>
              </a:extLst>
            </p:cNvPr>
            <p:cNvCxnSpPr/>
            <p:nvPr/>
          </p:nvCxnSpPr>
          <p:spPr>
            <a:xfrm rot="10800000">
              <a:off x="5181593" y="1981200"/>
              <a:ext cx="4981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Arc 97">
              <a:extLst>
                <a:ext uri="{FF2B5EF4-FFF2-40B4-BE49-F238E27FC236}">
                  <a16:creationId xmlns:a16="http://schemas.microsoft.com/office/drawing/2014/main" id="{5BA86D6B-B57D-40AB-B5B0-F8DFBB9D4EAB}"/>
                </a:ext>
              </a:extLst>
            </p:cNvPr>
            <p:cNvSpPr/>
            <p:nvPr/>
          </p:nvSpPr>
          <p:spPr>
            <a:xfrm>
              <a:off x="2133157" y="1371600"/>
              <a:ext cx="4190855" cy="457200"/>
            </a:xfrm>
            <a:prstGeom prst="arc">
              <a:avLst>
                <a:gd name="adj1" fmla="val 10681875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184315D-7F54-4F5E-BFA7-29C711C1410C}"/>
                </a:ext>
              </a:extLst>
            </p:cNvPr>
            <p:cNvCxnSpPr/>
            <p:nvPr/>
          </p:nvCxnSpPr>
          <p:spPr>
            <a:xfrm rot="16200000" flipH="1">
              <a:off x="6972290" y="2399831"/>
              <a:ext cx="533400" cy="3057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3205483-E96E-4647-8EDF-F875EF255A49}"/>
                </a:ext>
              </a:extLst>
            </p:cNvPr>
            <p:cNvCxnSpPr>
              <a:endCxn id="79" idx="0"/>
            </p:cNvCxnSpPr>
            <p:nvPr/>
          </p:nvCxnSpPr>
          <p:spPr>
            <a:xfrm rot="16200000" flipH="1">
              <a:off x="2095457" y="2475961"/>
              <a:ext cx="457200" cy="2296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F8C848E-E126-47F0-8685-A909D21F3052}"/>
                </a:ext>
              </a:extLst>
            </p:cNvPr>
            <p:cNvCxnSpPr/>
            <p:nvPr/>
          </p:nvCxnSpPr>
          <p:spPr>
            <a:xfrm rot="16200000" flipH="1">
              <a:off x="2628635" y="3238707"/>
              <a:ext cx="457200" cy="228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7AA84DF-6B2B-4B5A-B1A9-798AB2EEB145}"/>
                </a:ext>
              </a:extLst>
            </p:cNvPr>
            <p:cNvCxnSpPr/>
            <p:nvPr/>
          </p:nvCxnSpPr>
          <p:spPr>
            <a:xfrm rot="10800000" flipV="1">
              <a:off x="2743142" y="2209800"/>
              <a:ext cx="2972375" cy="7731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F882938-6104-40DE-A881-BD4167AA44FA}"/>
                </a:ext>
              </a:extLst>
            </p:cNvPr>
            <p:cNvCxnSpPr/>
            <p:nvPr/>
          </p:nvCxnSpPr>
          <p:spPr>
            <a:xfrm rot="16200000" flipH="1">
              <a:off x="4662218" y="2423713"/>
              <a:ext cx="504825" cy="381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0E0C5F4-E9B7-4598-9779-20F9B37E1B86}"/>
                </a:ext>
              </a:extLst>
            </p:cNvPr>
            <p:cNvCxnSpPr/>
            <p:nvPr/>
          </p:nvCxnSpPr>
          <p:spPr>
            <a:xfrm rot="5400000">
              <a:off x="3314806" y="2856893"/>
              <a:ext cx="1143000" cy="153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2CB124F-8050-4D74-9605-C130034E1804}"/>
                </a:ext>
              </a:extLst>
            </p:cNvPr>
            <p:cNvCxnSpPr/>
            <p:nvPr/>
          </p:nvCxnSpPr>
          <p:spPr>
            <a:xfrm rot="16200000" flipH="1">
              <a:off x="5105256" y="3276738"/>
              <a:ext cx="304800" cy="1521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232C8ED4-65D8-41B8-A61F-E7228D7E2DE3}"/>
                </a:ext>
              </a:extLst>
            </p:cNvPr>
            <p:cNvCxnSpPr/>
            <p:nvPr/>
          </p:nvCxnSpPr>
          <p:spPr>
            <a:xfrm rot="10800000" flipV="1">
              <a:off x="4039175" y="3124200"/>
              <a:ext cx="762109" cy="5445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F095B41-10E1-4314-88FF-1B9A1F36BB0F}"/>
                </a:ext>
              </a:extLst>
            </p:cNvPr>
            <p:cNvCxnSpPr>
              <a:stCxn id="87060" idx="5"/>
            </p:cNvCxnSpPr>
            <p:nvPr/>
          </p:nvCxnSpPr>
          <p:spPr>
            <a:xfrm rot="16200000" flipH="1">
              <a:off x="3070757" y="1938325"/>
              <a:ext cx="1470025" cy="21431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0A89699-9D9E-45DF-BE5D-4B537F815AF7}"/>
                </a:ext>
              </a:extLst>
            </p:cNvPr>
            <p:cNvCxnSpPr>
              <a:stCxn id="89" idx="2"/>
            </p:cNvCxnSpPr>
            <p:nvPr/>
          </p:nvCxnSpPr>
          <p:spPr>
            <a:xfrm rot="16200000" flipH="1">
              <a:off x="7004680" y="3891964"/>
              <a:ext cx="1458913" cy="228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225E43E-42A6-4670-B8CD-A3D630BDE7AD}"/>
                </a:ext>
              </a:extLst>
            </p:cNvPr>
            <p:cNvCxnSpPr/>
            <p:nvPr/>
          </p:nvCxnSpPr>
          <p:spPr>
            <a:xfrm rot="5400000">
              <a:off x="6052348" y="3472202"/>
              <a:ext cx="1535113" cy="11439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BA20FB9-6C89-4843-A1F6-E75D66FD9EAB}"/>
                </a:ext>
              </a:extLst>
            </p:cNvPr>
            <p:cNvCxnSpPr>
              <a:stCxn id="89" idx="1"/>
            </p:cNvCxnSpPr>
            <p:nvPr/>
          </p:nvCxnSpPr>
          <p:spPr>
            <a:xfrm rot="10800000" flipV="1">
              <a:off x="6095826" y="3048000"/>
              <a:ext cx="1219971" cy="4683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1070B40-CB84-4CDC-A24D-6D27C04A07F0}"/>
                </a:ext>
              </a:extLst>
            </p:cNvPr>
            <p:cNvCxnSpPr>
              <a:endCxn id="80" idx="3"/>
            </p:cNvCxnSpPr>
            <p:nvPr/>
          </p:nvCxnSpPr>
          <p:spPr>
            <a:xfrm rot="10800000" flipV="1">
              <a:off x="5409778" y="2362200"/>
              <a:ext cx="780007" cy="609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68BED04-D22B-4208-A5DC-308C2B6547D3}"/>
                </a:ext>
              </a:extLst>
            </p:cNvPr>
            <p:cNvCxnSpPr/>
            <p:nvPr/>
          </p:nvCxnSpPr>
          <p:spPr>
            <a:xfrm>
              <a:off x="5053332" y="2217738"/>
              <a:ext cx="2286327" cy="685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2">
            <a:extLst>
              <a:ext uri="{FF2B5EF4-FFF2-40B4-BE49-F238E27FC236}">
                <a16:creationId xmlns:a16="http://schemas.microsoft.com/office/drawing/2014/main" id="{7EB5601B-B8E7-480E-8B21-7DDA74724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89091" name="Picture 2" descr="underline_base">
            <a:extLst>
              <a:ext uri="{FF2B5EF4-FFF2-40B4-BE49-F238E27FC236}">
                <a16:creationId xmlns:a16="http://schemas.microsoft.com/office/drawing/2014/main" id="{10A893CC-488A-4752-A2C0-80CF7762387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Rectangle 2">
            <a:extLst>
              <a:ext uri="{FF2B5EF4-FFF2-40B4-BE49-F238E27FC236}">
                <a16:creationId xmlns:a16="http://schemas.microsoft.com/office/drawing/2014/main" id="{54AE8A86-C433-4D05-B3CB-6BC4BC420F9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Chapter 1: roadmap</a:t>
            </a:r>
          </a:p>
        </p:txBody>
      </p:sp>
      <p:sp>
        <p:nvSpPr>
          <p:cNvPr id="89093" name="Rectangle 3">
            <a:extLst>
              <a:ext uri="{FF2B5EF4-FFF2-40B4-BE49-F238E27FC236}">
                <a16:creationId xmlns:a16="http://schemas.microsoft.com/office/drawing/2014/main" id="{66325F78-CFA7-48DB-AAEC-01A12FAD300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1.1 what </a:t>
            </a:r>
            <a:r>
              <a:rPr lang="en-US" altLang="zh-TW" sz="2800" i="1">
                <a:solidFill>
                  <a:srgbClr val="000099"/>
                </a:solidFill>
                <a:ea typeface="新細明體" panose="02020500000000000000" pitchFamily="18" charset="-120"/>
              </a:rPr>
              <a:t>is</a:t>
            </a: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 the Internet?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1.2</a:t>
            </a:r>
            <a:r>
              <a:rPr lang="en-US" altLang="zh-TW" sz="2800">
                <a:ea typeface="新細明體" panose="02020500000000000000" pitchFamily="18" charset="-120"/>
              </a:rPr>
              <a:t> network edge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800">
                <a:latin typeface="Gill Sans MT" panose="020B0502020104020203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end systems, access networks, links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1.3 </a:t>
            </a:r>
            <a:r>
              <a:rPr lang="en-US" altLang="zh-TW" sz="2800">
                <a:ea typeface="新細明體" panose="02020500000000000000" pitchFamily="18" charset="-120"/>
              </a:rPr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800">
                <a:latin typeface="Gill Sans MT" panose="020B0502020104020203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packet switching, circuit switching, network structure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CC0000"/>
                </a:solidFill>
                <a:ea typeface="新細明體" panose="02020500000000000000" pitchFamily="18" charset="-120"/>
              </a:rPr>
              <a:t>1.4 delay, loss, throughput in networks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1.5</a:t>
            </a:r>
            <a:r>
              <a:rPr lang="en-US" altLang="zh-TW" sz="2800">
                <a:ea typeface="新細明體" panose="02020500000000000000" pitchFamily="18" charset="-120"/>
              </a:rPr>
              <a:t> protocol layers, service models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1.6</a:t>
            </a:r>
            <a:r>
              <a:rPr lang="en-US" altLang="zh-TW" sz="2800">
                <a:ea typeface="新細明體" panose="02020500000000000000" pitchFamily="18" charset="-120"/>
              </a:rPr>
              <a:t> networks under attack: security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1.7</a:t>
            </a:r>
            <a:r>
              <a:rPr lang="en-US" altLang="zh-TW" sz="2800">
                <a:ea typeface="新細明體" panose="02020500000000000000" pitchFamily="18" charset="-120"/>
              </a:rPr>
              <a:t> history</a:t>
            </a:r>
          </a:p>
          <a:p>
            <a:pPr eaLnBrk="1" hangingPunct="1"/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89094" name="Slide Number Placeholder 3">
            <a:extLst>
              <a:ext uri="{FF2B5EF4-FFF2-40B4-BE49-F238E27FC236}">
                <a16:creationId xmlns:a16="http://schemas.microsoft.com/office/drawing/2014/main" id="{3F67691D-651C-4906-A508-6A1F066A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9CAC295E-4AC0-484C-8194-083FB78AB1AC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2">
            <a:extLst>
              <a:ext uri="{FF2B5EF4-FFF2-40B4-BE49-F238E27FC236}">
                <a16:creationId xmlns:a16="http://schemas.microsoft.com/office/drawing/2014/main" id="{74C9C83D-6BFB-4EF4-ADB8-F1FC1C1D1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91139" name="Picture 63" descr="underline_base">
            <a:extLst>
              <a:ext uri="{FF2B5EF4-FFF2-40B4-BE49-F238E27FC236}">
                <a16:creationId xmlns:a16="http://schemas.microsoft.com/office/drawing/2014/main" id="{E315C0F6-7BE6-4CBF-BDE9-9002CECEFCB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863600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0" name="Rectangle 2">
            <a:extLst>
              <a:ext uri="{FF2B5EF4-FFF2-40B4-BE49-F238E27FC236}">
                <a16:creationId xmlns:a16="http://schemas.microsoft.com/office/drawing/2014/main" id="{4A9793FB-D492-4A32-B831-E00A25F4FCE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47663" y="8096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How do loss and delay occur?</a:t>
            </a:r>
            <a:endParaRPr lang="en-US" altLang="zh-TW" sz="4800" dirty="0">
              <a:ea typeface="ＭＳ Ｐゴシック" panose="020B0600070205080204" pitchFamily="34" charset="-128"/>
            </a:endParaRPr>
          </a:p>
        </p:txBody>
      </p:sp>
      <p:sp>
        <p:nvSpPr>
          <p:cNvPr id="91141" name="Rectangle 3">
            <a:extLst>
              <a:ext uri="{FF2B5EF4-FFF2-40B4-BE49-F238E27FC236}">
                <a16:creationId xmlns:a16="http://schemas.microsoft.com/office/drawing/2014/main" id="{2DE33A1A-ECBE-4BE1-82D4-B05E4728EC2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9438" y="1371600"/>
            <a:ext cx="8564562" cy="21145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packets </a:t>
            </a:r>
            <a:r>
              <a:rPr lang="en-US" altLang="zh-TW" i="1" dirty="0">
                <a:ea typeface="ＭＳ Ｐゴシック" panose="020B0600070205080204" pitchFamily="34" charset="-128"/>
              </a:rPr>
              <a:t>queue</a:t>
            </a:r>
            <a:r>
              <a:rPr lang="en-US" altLang="zh-TW" dirty="0">
                <a:ea typeface="ＭＳ Ｐゴシック" panose="020B0600070205080204" pitchFamily="34" charset="-128"/>
              </a:rPr>
              <a:t> in router buffers</a:t>
            </a:r>
            <a:r>
              <a:rPr lang="en-US" altLang="zh-TW" sz="2400" dirty="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packet arrival rate to link (temporarily) exceeds output link capacity</a:t>
            </a:r>
          </a:p>
          <a:p>
            <a:pPr eaLnBrk="1" hangingPunct="1">
              <a:buSzPct val="75000"/>
            </a:pPr>
            <a:r>
              <a:rPr lang="en-US" altLang="zh-TW" sz="2400" dirty="0">
                <a:ea typeface="ＭＳ Ｐゴシック" panose="020B0600070205080204" pitchFamily="34" charset="-128"/>
              </a:rPr>
              <a:t>packets queue, wait for turn</a:t>
            </a:r>
          </a:p>
        </p:txBody>
      </p:sp>
      <p:sp>
        <p:nvSpPr>
          <p:cNvPr id="91142" name="Oval 6">
            <a:extLst>
              <a:ext uri="{FF2B5EF4-FFF2-40B4-BE49-F238E27FC236}">
                <a16:creationId xmlns:a16="http://schemas.microsoft.com/office/drawing/2014/main" id="{B1D526D1-2D81-447F-B93E-B9FC9DF2A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4614863"/>
            <a:ext cx="1198563" cy="369887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id="{F4BFC5CE-B0F5-4261-94EA-EACD0C1EF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4546600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44" name="Oval 8">
            <a:extLst>
              <a:ext uri="{FF2B5EF4-FFF2-40B4-BE49-F238E27FC236}">
                <a16:creationId xmlns:a16="http://schemas.microsoft.com/office/drawing/2014/main" id="{A8E4103B-A17C-4EEB-9CC6-6901F16BD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0" y="4318000"/>
            <a:ext cx="1198563" cy="430213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91145" name="Group 9">
            <a:extLst>
              <a:ext uri="{FF2B5EF4-FFF2-40B4-BE49-F238E27FC236}">
                <a16:creationId xmlns:a16="http://schemas.microsoft.com/office/drawing/2014/main" id="{0E98F2E9-2AE7-4E40-9DE1-FE5A7102C169}"/>
              </a:ext>
            </a:extLst>
          </p:cNvPr>
          <p:cNvGrpSpPr>
            <a:grpSpLocks/>
          </p:cNvGrpSpPr>
          <p:nvPr/>
        </p:nvGrpSpPr>
        <p:grpSpPr bwMode="auto">
          <a:xfrm>
            <a:off x="2695575" y="4348163"/>
            <a:ext cx="498475" cy="119062"/>
            <a:chOff x="2208" y="2184"/>
            <a:chExt cx="176" cy="69"/>
          </a:xfrm>
        </p:grpSpPr>
        <p:grpSp>
          <p:nvGrpSpPr>
            <p:cNvPr id="91192" name="Group 10">
              <a:extLst>
                <a:ext uri="{FF2B5EF4-FFF2-40B4-BE49-F238E27FC236}">
                  <a16:creationId xmlns:a16="http://schemas.microsoft.com/office/drawing/2014/main" id="{654F2F13-7897-4626-8C35-51994E03B4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91197" name="Line 11">
                <a:extLst>
                  <a:ext uri="{FF2B5EF4-FFF2-40B4-BE49-F238E27FC236}">
                    <a16:creationId xmlns:a16="http://schemas.microsoft.com/office/drawing/2014/main" id="{183B597E-F884-4BC5-B8A9-535D194A84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1198" name="Line 12">
                <a:extLst>
                  <a:ext uri="{FF2B5EF4-FFF2-40B4-BE49-F238E27FC236}">
                    <a16:creationId xmlns:a16="http://schemas.microsoft.com/office/drawing/2014/main" id="{7D98F238-AD1E-4418-BE0D-44629C438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1199" name="Line 13">
                <a:extLst>
                  <a:ext uri="{FF2B5EF4-FFF2-40B4-BE49-F238E27FC236}">
                    <a16:creationId xmlns:a16="http://schemas.microsoft.com/office/drawing/2014/main" id="{F943FA1C-F394-4F1C-BD64-710A224D92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grpSp>
          <p:nvGrpSpPr>
            <p:cNvPr id="91193" name="Group 14">
              <a:extLst>
                <a:ext uri="{FF2B5EF4-FFF2-40B4-BE49-F238E27FC236}">
                  <a16:creationId xmlns:a16="http://schemas.microsoft.com/office/drawing/2014/main" id="{002B0E22-6A77-4F0F-9464-378598C77F6F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91194" name="Line 15">
                <a:extLst>
                  <a:ext uri="{FF2B5EF4-FFF2-40B4-BE49-F238E27FC236}">
                    <a16:creationId xmlns:a16="http://schemas.microsoft.com/office/drawing/2014/main" id="{2BB11F91-2DCF-4E1F-9279-6EA5BDA1D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1195" name="Line 16">
                <a:extLst>
                  <a:ext uri="{FF2B5EF4-FFF2-40B4-BE49-F238E27FC236}">
                    <a16:creationId xmlns:a16="http://schemas.microsoft.com/office/drawing/2014/main" id="{73FE3CCA-9034-4B24-AA12-B1859F750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1196" name="Line 17">
                <a:extLst>
                  <a:ext uri="{FF2B5EF4-FFF2-40B4-BE49-F238E27FC236}">
                    <a16:creationId xmlns:a16="http://schemas.microsoft.com/office/drawing/2014/main" id="{1EF91146-0741-4B5C-B5C8-DB897059A2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</p:grpSp>
      <p:sp>
        <p:nvSpPr>
          <p:cNvPr id="91146" name="Oval 18">
            <a:extLst>
              <a:ext uri="{FF2B5EF4-FFF2-40B4-BE49-F238E27FC236}">
                <a16:creationId xmlns:a16="http://schemas.microsoft.com/office/drawing/2014/main" id="{34BD8239-53D4-48C4-A5F6-138D84F6B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633913"/>
            <a:ext cx="1198563" cy="369887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47" name="Line 19">
            <a:extLst>
              <a:ext uri="{FF2B5EF4-FFF2-40B4-BE49-F238E27FC236}">
                <a16:creationId xmlns:a16="http://schemas.microsoft.com/office/drawing/2014/main" id="{8DFE9BD6-AC85-49FA-92F8-27C232130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25" y="4613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1148" name="Rectangle 20">
            <a:extLst>
              <a:ext uri="{FF2B5EF4-FFF2-40B4-BE49-F238E27FC236}">
                <a16:creationId xmlns:a16="http://schemas.microsoft.com/office/drawing/2014/main" id="{4A5DCD1C-08B9-4CFF-949C-39B6FFC04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25" y="4575175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49" name="Oval 21">
            <a:extLst>
              <a:ext uri="{FF2B5EF4-FFF2-40B4-BE49-F238E27FC236}">
                <a16:creationId xmlns:a16="http://schemas.microsoft.com/office/drawing/2014/main" id="{C6B9AC6D-5C82-42EA-9DE5-D50C07652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4650" y="4346575"/>
            <a:ext cx="1198563" cy="430213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50" name="Line 24">
            <a:extLst>
              <a:ext uri="{FF2B5EF4-FFF2-40B4-BE49-F238E27FC236}">
                <a16:creationId xmlns:a16="http://schemas.microsoft.com/office/drawing/2014/main" id="{CCEB40CB-C66D-49D7-9CBA-152B2F44F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9725" y="4252913"/>
            <a:ext cx="735013" cy="365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1151" name="Line 25">
            <a:extLst>
              <a:ext uri="{FF2B5EF4-FFF2-40B4-BE49-F238E27FC236}">
                <a16:creationId xmlns:a16="http://schemas.microsoft.com/office/drawing/2014/main" id="{BCDABBDD-9B43-40C6-82DE-316E630FBD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2925" y="4786313"/>
            <a:ext cx="528638" cy="539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1152" name="Line 26">
            <a:extLst>
              <a:ext uri="{FF2B5EF4-FFF2-40B4-BE49-F238E27FC236}">
                <a16:creationId xmlns:a16="http://schemas.microsoft.com/office/drawing/2014/main" id="{4E0EAF21-A5DF-47CC-AA00-6A1910476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3775" y="4672013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1153" name="Rectangle 40">
            <a:extLst>
              <a:ext uri="{FF2B5EF4-FFF2-40B4-BE49-F238E27FC236}">
                <a16:creationId xmlns:a16="http://schemas.microsoft.com/office/drawing/2014/main" id="{7A52A20C-48D2-405E-89B9-72A834291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54342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54" name="Rectangle 41">
            <a:extLst>
              <a:ext uri="{FF2B5EF4-FFF2-40B4-BE49-F238E27FC236}">
                <a16:creationId xmlns:a16="http://schemas.microsoft.com/office/drawing/2014/main" id="{9ADBB5DE-A004-4C1B-B954-F4005B846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4543425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55" name="Rectangle 42">
            <a:extLst>
              <a:ext uri="{FF2B5EF4-FFF2-40B4-BE49-F238E27FC236}">
                <a16:creationId xmlns:a16="http://schemas.microsoft.com/office/drawing/2014/main" id="{81B231C8-F42B-4E5E-B545-00D5A5992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4722813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56" name="Line 44">
            <a:extLst>
              <a:ext uri="{FF2B5EF4-FFF2-40B4-BE49-F238E27FC236}">
                <a16:creationId xmlns:a16="http://schemas.microsoft.com/office/drawing/2014/main" id="{0611C8D3-8DF9-4CA0-B19C-4A7B0515D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4263" y="4673600"/>
            <a:ext cx="242887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1157" name="Line 45">
            <a:extLst>
              <a:ext uri="{FF2B5EF4-FFF2-40B4-BE49-F238E27FC236}">
                <a16:creationId xmlns:a16="http://schemas.microsoft.com/office/drawing/2014/main" id="{530B9E64-8354-4F6D-88B5-5CC05D0F7B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2963" y="5016500"/>
            <a:ext cx="117475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1158" name="Text Box 47">
            <a:extLst>
              <a:ext uri="{FF2B5EF4-FFF2-40B4-BE49-F238E27FC236}">
                <a16:creationId xmlns:a16="http://schemas.microsoft.com/office/drawing/2014/main" id="{073DCAE6-4E60-4FE8-A75F-E807DA381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38481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66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91159" name="Text Box 48">
            <a:extLst>
              <a:ext uri="{FF2B5EF4-FFF2-40B4-BE49-F238E27FC236}">
                <a16:creationId xmlns:a16="http://schemas.microsoft.com/office/drawing/2014/main" id="{CB24C92E-5125-49E1-815C-32C576BB0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513" y="48339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99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91160" name="Rectangle 63">
            <a:extLst>
              <a:ext uri="{FF2B5EF4-FFF2-40B4-BE49-F238E27FC236}">
                <a16:creationId xmlns:a16="http://schemas.microsoft.com/office/drawing/2014/main" id="{F706F5ED-1A5E-40F0-B43D-C9EFC6649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481513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oup 93">
            <a:extLst>
              <a:ext uri="{FF2B5EF4-FFF2-40B4-BE49-F238E27FC236}">
                <a16:creationId xmlns:a16="http://schemas.microsoft.com/office/drawing/2014/main" id="{84205590-95A0-44AC-A177-83DB1E3CF3FE}"/>
              </a:ext>
            </a:extLst>
          </p:cNvPr>
          <p:cNvGrpSpPr>
            <a:grpSpLocks/>
          </p:cNvGrpSpPr>
          <p:nvPr/>
        </p:nvGrpSpPr>
        <p:grpSpPr bwMode="auto">
          <a:xfrm>
            <a:off x="3621088" y="2982913"/>
            <a:ext cx="5372096" cy="1454150"/>
            <a:chOff x="2259" y="2090"/>
            <a:chExt cx="3384" cy="916"/>
          </a:xfrm>
        </p:grpSpPr>
        <p:sp>
          <p:nvSpPr>
            <p:cNvPr id="91190" name="Text Box 66">
              <a:extLst>
                <a:ext uri="{FF2B5EF4-FFF2-40B4-BE49-F238E27FC236}">
                  <a16:creationId xmlns:a16="http://schemas.microsoft.com/office/drawing/2014/main" id="{1ACE42BF-6220-47D9-ABC8-DF338BF7B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2" y="2090"/>
              <a:ext cx="30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packet being transmitted </a:t>
              </a:r>
              <a:r>
                <a:rPr lang="en-US" altLang="zh-TW" sz="1800" dirty="0">
                  <a:solidFill>
                    <a:srgbClr val="CC0000"/>
                  </a:solidFill>
                  <a:latin typeface="Arial" panose="020B0604020202020204" pitchFamily="34" charset="0"/>
                </a:rPr>
                <a:t>(transmission delay)</a:t>
              </a:r>
            </a:p>
          </p:txBody>
        </p:sp>
        <p:sp>
          <p:nvSpPr>
            <p:cNvPr id="91191" name="Line 67">
              <a:extLst>
                <a:ext uri="{FF2B5EF4-FFF2-40B4-BE49-F238E27FC236}">
                  <a16:creationId xmlns:a16="http://schemas.microsoft.com/office/drawing/2014/main" id="{D93BC507-7FF8-47E6-9CF4-4C38CB5AB0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9" y="2294"/>
              <a:ext cx="105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6" name="Group 94">
            <a:extLst>
              <a:ext uri="{FF2B5EF4-FFF2-40B4-BE49-F238E27FC236}">
                <a16:creationId xmlns:a16="http://schemas.microsoft.com/office/drawing/2014/main" id="{E4BB85BB-2E59-47A8-99FB-7CDFF89C6F6C}"/>
              </a:ext>
            </a:extLst>
          </p:cNvPr>
          <p:cNvGrpSpPr>
            <a:grpSpLocks/>
          </p:cNvGrpSpPr>
          <p:nvPr/>
        </p:nvGrpSpPr>
        <p:grpSpPr bwMode="auto">
          <a:xfrm>
            <a:off x="3338513" y="4802188"/>
            <a:ext cx="4452934" cy="808037"/>
            <a:chOff x="2103" y="3214"/>
            <a:chExt cx="2805" cy="509"/>
          </a:xfrm>
        </p:grpSpPr>
        <p:sp>
          <p:nvSpPr>
            <p:cNvPr id="91188" name="Text Box 72">
              <a:extLst>
                <a:ext uri="{FF2B5EF4-FFF2-40B4-BE49-F238E27FC236}">
                  <a16:creationId xmlns:a16="http://schemas.microsoft.com/office/drawing/2014/main" id="{2B2ED1E6-84B9-4A10-9D06-E6F891027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0" y="3490"/>
              <a:ext cx="23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packets queueing</a:t>
              </a:r>
              <a:r>
                <a:rPr lang="en-US" altLang="zh-TW" sz="1800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TW" sz="1800" dirty="0">
                  <a:solidFill>
                    <a:srgbClr val="CC0000"/>
                  </a:solidFill>
                  <a:latin typeface="Arial" panose="020B0604020202020204" pitchFamily="34" charset="0"/>
                </a:rPr>
                <a:t>(queueing delay)</a:t>
              </a:r>
            </a:p>
          </p:txBody>
        </p:sp>
        <p:sp>
          <p:nvSpPr>
            <p:cNvPr id="91189" name="Line 73">
              <a:extLst>
                <a:ext uri="{FF2B5EF4-FFF2-40B4-BE49-F238E27FC236}">
                  <a16:creationId xmlns:a16="http://schemas.microsoft.com/office/drawing/2014/main" id="{1D4238CA-EADA-4645-8653-31CFC31008E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91163" name="Group 74">
            <a:extLst>
              <a:ext uri="{FF2B5EF4-FFF2-40B4-BE49-F238E27FC236}">
                <a16:creationId xmlns:a16="http://schemas.microsoft.com/office/drawing/2014/main" id="{F98A8925-8851-4861-9B1D-7AAB853EF9DE}"/>
              </a:ext>
            </a:extLst>
          </p:cNvPr>
          <p:cNvGrpSpPr>
            <a:grpSpLocks/>
          </p:cNvGrpSpPr>
          <p:nvPr/>
        </p:nvGrpSpPr>
        <p:grpSpPr bwMode="auto">
          <a:xfrm>
            <a:off x="5781675" y="4405313"/>
            <a:ext cx="498475" cy="119062"/>
            <a:chOff x="2208" y="2184"/>
            <a:chExt cx="176" cy="69"/>
          </a:xfrm>
        </p:grpSpPr>
        <p:grpSp>
          <p:nvGrpSpPr>
            <p:cNvPr id="91180" name="Group 75">
              <a:extLst>
                <a:ext uri="{FF2B5EF4-FFF2-40B4-BE49-F238E27FC236}">
                  <a16:creationId xmlns:a16="http://schemas.microsoft.com/office/drawing/2014/main" id="{F27DC03E-AAAE-4840-8FC5-1FBC74EF2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91185" name="Line 76">
                <a:extLst>
                  <a:ext uri="{FF2B5EF4-FFF2-40B4-BE49-F238E27FC236}">
                    <a16:creationId xmlns:a16="http://schemas.microsoft.com/office/drawing/2014/main" id="{74B6280C-6EC2-48DA-A3A3-F4D3FE8C31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1186" name="Line 77">
                <a:extLst>
                  <a:ext uri="{FF2B5EF4-FFF2-40B4-BE49-F238E27FC236}">
                    <a16:creationId xmlns:a16="http://schemas.microsoft.com/office/drawing/2014/main" id="{792150A9-F93B-464E-AC14-1E05BCF39D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1187" name="Line 78">
                <a:extLst>
                  <a:ext uri="{FF2B5EF4-FFF2-40B4-BE49-F238E27FC236}">
                    <a16:creationId xmlns:a16="http://schemas.microsoft.com/office/drawing/2014/main" id="{D5585CEE-5DF7-424C-9739-3B91E92516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grpSp>
          <p:nvGrpSpPr>
            <p:cNvPr id="91181" name="Group 79">
              <a:extLst>
                <a:ext uri="{FF2B5EF4-FFF2-40B4-BE49-F238E27FC236}">
                  <a16:creationId xmlns:a16="http://schemas.microsoft.com/office/drawing/2014/main" id="{0DCEAAE3-0BB4-4F4B-B526-0967B7EAEB1F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91182" name="Line 80">
                <a:extLst>
                  <a:ext uri="{FF2B5EF4-FFF2-40B4-BE49-F238E27FC236}">
                    <a16:creationId xmlns:a16="http://schemas.microsoft.com/office/drawing/2014/main" id="{3FE50702-0481-47F7-99F5-A811D4DE2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1183" name="Line 81">
                <a:extLst>
                  <a:ext uri="{FF2B5EF4-FFF2-40B4-BE49-F238E27FC236}">
                    <a16:creationId xmlns:a16="http://schemas.microsoft.com/office/drawing/2014/main" id="{D1E2544E-5DED-4181-AF53-7C07B0CB2A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1184" name="Line 82">
                <a:extLst>
                  <a:ext uri="{FF2B5EF4-FFF2-40B4-BE49-F238E27FC236}">
                    <a16:creationId xmlns:a16="http://schemas.microsoft.com/office/drawing/2014/main" id="{8CA4D4FD-3790-4960-9667-68553945A5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</p:grpSp>
      <p:sp>
        <p:nvSpPr>
          <p:cNvPr id="91164" name="Rectangle 84">
            <a:extLst>
              <a:ext uri="{FF2B5EF4-FFF2-40B4-BE49-F238E27FC236}">
                <a16:creationId xmlns:a16="http://schemas.microsoft.com/office/drawing/2014/main" id="{F83C572F-2A5B-4051-B3A7-87E1EB8B3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3" y="407987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65" name="Line 85">
            <a:extLst>
              <a:ext uri="{FF2B5EF4-FFF2-40B4-BE49-F238E27FC236}">
                <a16:creationId xmlns:a16="http://schemas.microsoft.com/office/drawing/2014/main" id="{E8E49D8D-2717-4F74-A8A3-21A2450EC4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8650" y="4265613"/>
            <a:ext cx="212725" cy="103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1166" name="Rectangle 86">
            <a:extLst>
              <a:ext uri="{FF2B5EF4-FFF2-40B4-BE49-F238E27FC236}">
                <a16:creationId xmlns:a16="http://schemas.microsoft.com/office/drawing/2014/main" id="{E850C55D-8B00-4A5C-B412-C68622FDE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0" y="51593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67" name="Rectangle 88">
            <a:extLst>
              <a:ext uri="{FF2B5EF4-FFF2-40B4-BE49-F238E27FC236}">
                <a16:creationId xmlns:a16="http://schemas.microsoft.com/office/drawing/2014/main" id="{EDE2B5BF-8EBB-4E33-BA16-A715212D6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68" name="Rectangle 89">
            <a:extLst>
              <a:ext uri="{FF2B5EF4-FFF2-40B4-BE49-F238E27FC236}">
                <a16:creationId xmlns:a16="http://schemas.microsoft.com/office/drawing/2014/main" id="{A73E3414-3834-4954-A943-7B0382195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169" name="Rectangle 90">
            <a:extLst>
              <a:ext uri="{FF2B5EF4-FFF2-40B4-BE49-F238E27FC236}">
                <a16:creationId xmlns:a16="http://schemas.microsoft.com/office/drawing/2014/main" id="{C6901B91-8060-4B04-9474-EF7EE4953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3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0" name="Group 95">
            <a:extLst>
              <a:ext uri="{FF2B5EF4-FFF2-40B4-BE49-F238E27FC236}">
                <a16:creationId xmlns:a16="http://schemas.microsoft.com/office/drawing/2014/main" id="{7460518C-E775-4FD6-81E4-C7EEED4739D7}"/>
              </a:ext>
            </a:extLst>
          </p:cNvPr>
          <p:cNvGrpSpPr>
            <a:grpSpLocks/>
          </p:cNvGrpSpPr>
          <p:nvPr/>
        </p:nvGrpSpPr>
        <p:grpSpPr bwMode="auto">
          <a:xfrm>
            <a:off x="2517775" y="4764088"/>
            <a:ext cx="4248150" cy="1511300"/>
            <a:chOff x="1586" y="3190"/>
            <a:chExt cx="2676" cy="952"/>
          </a:xfrm>
        </p:grpSpPr>
        <p:sp>
          <p:nvSpPr>
            <p:cNvPr id="91178" name="Line 91">
              <a:extLst>
                <a:ext uri="{FF2B5EF4-FFF2-40B4-BE49-F238E27FC236}">
                  <a16:creationId xmlns:a16="http://schemas.microsoft.com/office/drawing/2014/main" id="{F91646EE-DA11-443C-A99D-8CEAFB7856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798" y="3190"/>
              <a:ext cx="105" cy="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1179" name="Text Box 92">
              <a:extLst>
                <a:ext uri="{FF2B5EF4-FFF2-40B4-BE49-F238E27FC236}">
                  <a16:creationId xmlns:a16="http://schemas.microsoft.com/office/drawing/2014/main" id="{03438314-9C8D-443F-86F6-5F438DDA5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6" y="3738"/>
              <a:ext cx="267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free (available) buffers: arriving packets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dropped (</a:t>
              </a:r>
              <a:r>
                <a:rPr lang="en-US" altLang="zh-TW" sz="1800" dirty="0">
                  <a:solidFill>
                    <a:srgbClr val="CC0000"/>
                  </a:solidFill>
                  <a:latin typeface="Arial" panose="020B0604020202020204" pitchFamily="34" charset="0"/>
                </a:rPr>
                <a:t>loss</a:t>
              </a:r>
              <a:r>
                <a:rPr lang="en-US" altLang="zh-TW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) if no free buffers</a:t>
              </a:r>
            </a:p>
          </p:txBody>
        </p:sp>
      </p:grpSp>
      <p:grpSp>
        <p:nvGrpSpPr>
          <p:cNvPr id="91171" name="Group 64">
            <a:extLst>
              <a:ext uri="{FF2B5EF4-FFF2-40B4-BE49-F238E27FC236}">
                <a16:creationId xmlns:a16="http://schemas.microsoft.com/office/drawing/2014/main" id="{9DD90A23-FEA1-4EEB-966D-14A62D809D02}"/>
              </a:ext>
            </a:extLst>
          </p:cNvPr>
          <p:cNvGrpSpPr>
            <a:grpSpLocks/>
          </p:cNvGrpSpPr>
          <p:nvPr/>
        </p:nvGrpSpPr>
        <p:grpSpPr bwMode="auto">
          <a:xfrm>
            <a:off x="898525" y="3873500"/>
            <a:ext cx="779463" cy="679450"/>
            <a:chOff x="-44" y="1473"/>
            <a:chExt cx="981" cy="1105"/>
          </a:xfrm>
        </p:grpSpPr>
        <p:pic>
          <p:nvPicPr>
            <p:cNvPr id="91176" name="Picture 65" descr="desktop_computer_stylized_medium">
              <a:extLst>
                <a:ext uri="{FF2B5EF4-FFF2-40B4-BE49-F238E27FC236}">
                  <a16:creationId xmlns:a16="http://schemas.microsoft.com/office/drawing/2014/main" id="{73F76E58-6188-477E-86C6-A6E251972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177" name="Freeform 66">
              <a:extLst>
                <a:ext uri="{FF2B5EF4-FFF2-40B4-BE49-F238E27FC236}">
                  <a16:creationId xmlns:a16="http://schemas.microsoft.com/office/drawing/2014/main" id="{F910E940-76B3-431F-8EA9-92FF274A16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91172" name="Group 67">
            <a:extLst>
              <a:ext uri="{FF2B5EF4-FFF2-40B4-BE49-F238E27FC236}">
                <a16:creationId xmlns:a16="http://schemas.microsoft.com/office/drawing/2014/main" id="{95EA908F-9519-42E2-B0D3-2FF172845B2E}"/>
              </a:ext>
            </a:extLst>
          </p:cNvPr>
          <p:cNvGrpSpPr>
            <a:grpSpLocks/>
          </p:cNvGrpSpPr>
          <p:nvPr/>
        </p:nvGrpSpPr>
        <p:grpSpPr bwMode="auto">
          <a:xfrm>
            <a:off x="1131888" y="4870450"/>
            <a:ext cx="779462" cy="679450"/>
            <a:chOff x="-44" y="1473"/>
            <a:chExt cx="981" cy="1105"/>
          </a:xfrm>
        </p:grpSpPr>
        <p:pic>
          <p:nvPicPr>
            <p:cNvPr id="91174" name="Picture 68" descr="desktop_computer_stylized_medium">
              <a:extLst>
                <a:ext uri="{FF2B5EF4-FFF2-40B4-BE49-F238E27FC236}">
                  <a16:creationId xmlns:a16="http://schemas.microsoft.com/office/drawing/2014/main" id="{21F8A24B-73CF-47EC-A584-7AB8525CE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175" name="Freeform 69">
              <a:extLst>
                <a:ext uri="{FF2B5EF4-FFF2-40B4-BE49-F238E27FC236}">
                  <a16:creationId xmlns:a16="http://schemas.microsoft.com/office/drawing/2014/main" id="{F521F92C-6A81-4B60-970B-D859CF105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91173" name="Slide Number Placeholder 3">
            <a:extLst>
              <a:ext uri="{FF2B5EF4-FFF2-40B4-BE49-F238E27FC236}">
                <a16:creationId xmlns:a16="http://schemas.microsoft.com/office/drawing/2014/main" id="{87DB97A3-1F64-4631-9991-C76ABF71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1-</a:t>
            </a:r>
            <a:fld id="{DCDA40F9-1B5E-4E32-9A0E-2EB52211C7F5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2">
            <a:extLst>
              <a:ext uri="{FF2B5EF4-FFF2-40B4-BE49-F238E27FC236}">
                <a16:creationId xmlns:a16="http://schemas.microsoft.com/office/drawing/2014/main" id="{96C7AC51-2DB7-40E0-BE3E-BEAEAF950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93187" name="Picture 65" descr="underline_base">
            <a:extLst>
              <a:ext uri="{FF2B5EF4-FFF2-40B4-BE49-F238E27FC236}">
                <a16:creationId xmlns:a16="http://schemas.microsoft.com/office/drawing/2014/main" id="{7480CDFF-4D3D-49AA-8727-144CFB00898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8286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8" name="Rectangle 2">
            <a:extLst>
              <a:ext uri="{FF2B5EF4-FFF2-40B4-BE49-F238E27FC236}">
                <a16:creationId xmlns:a16="http://schemas.microsoft.com/office/drawing/2014/main" id="{95F94963-42F7-429C-8235-69F625CEB52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2438" y="200025"/>
            <a:ext cx="7772400" cy="811213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Four sources of packet delay</a:t>
            </a:r>
            <a:endParaRPr lang="en-US" altLang="zh-TW" sz="4800">
              <a:ea typeface="ＭＳ Ｐゴシック" panose="020B0600070205080204" pitchFamily="34" charset="-128"/>
            </a:endParaRPr>
          </a:p>
        </p:txBody>
      </p:sp>
      <p:sp>
        <p:nvSpPr>
          <p:cNvPr id="93189" name="Rectangle 4">
            <a:extLst>
              <a:ext uri="{FF2B5EF4-FFF2-40B4-BE49-F238E27FC236}">
                <a16:creationId xmlns:a16="http://schemas.microsoft.com/office/drawing/2014/main" id="{9D9FD8B5-B6F0-40F0-9F08-8BE458BA5AC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62013" y="4491038"/>
            <a:ext cx="3810000" cy="16367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 dirty="0" err="1">
                <a:solidFill>
                  <a:srgbClr val="CC0000"/>
                </a:solidFill>
                <a:ea typeface="ＭＳ Ｐゴシック" panose="020B0600070205080204" pitchFamily="34" charset="-128"/>
              </a:rPr>
              <a:t>d</a:t>
            </a:r>
            <a:r>
              <a:rPr lang="en-US" altLang="zh-TW" baseline="-25000" dirty="0" err="1">
                <a:solidFill>
                  <a:srgbClr val="CC0000"/>
                </a:solidFill>
                <a:ea typeface="ＭＳ Ｐゴシック" panose="020B0600070205080204" pitchFamily="34" charset="-128"/>
              </a:rPr>
              <a:t>proc</a:t>
            </a:r>
            <a:r>
              <a:rPr lang="en-US" altLang="zh-TW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: nodal processing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400" dirty="0">
                <a:ea typeface="ＭＳ Ｐゴシック" panose="020B0600070205080204" pitchFamily="34" charset="-128"/>
              </a:rPr>
              <a:t>check bit errors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400" dirty="0">
                <a:ea typeface="ＭＳ Ｐゴシック" panose="020B0600070205080204" pitchFamily="34" charset="-128"/>
              </a:rPr>
              <a:t>determine output link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400" dirty="0">
                <a:ea typeface="ＭＳ Ｐゴシック" panose="020B0600070205080204" pitchFamily="34" charset="-128"/>
              </a:rPr>
              <a:t>typically &lt; </a:t>
            </a:r>
            <a:r>
              <a:rPr lang="en-US" altLang="zh-TW" sz="2400" dirty="0" err="1">
                <a:ea typeface="ＭＳ Ｐゴシック" panose="020B0600070205080204" pitchFamily="34" charset="-128"/>
              </a:rPr>
              <a:t>msec</a:t>
            </a:r>
            <a:endParaRPr lang="en-US" altLang="zh-TW" sz="2400" dirty="0">
              <a:ea typeface="ＭＳ Ｐゴシック" panose="020B0600070205080204" pitchFamily="34" charset="-128"/>
            </a:endParaRPr>
          </a:p>
        </p:txBody>
      </p:sp>
      <p:sp>
        <p:nvSpPr>
          <p:cNvPr id="93190" name="Oval 7">
            <a:extLst>
              <a:ext uri="{FF2B5EF4-FFF2-40B4-BE49-F238E27FC236}">
                <a16:creationId xmlns:a16="http://schemas.microsoft.com/office/drawing/2014/main" id="{A2A6584D-0CD1-4CF6-9599-240072BDA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221932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191" name="Rectangle 8">
            <a:extLst>
              <a:ext uri="{FF2B5EF4-FFF2-40B4-BE49-F238E27FC236}">
                <a16:creationId xmlns:a16="http://schemas.microsoft.com/office/drawing/2014/main" id="{EC472FA2-3278-4F8F-B1B6-6610C42C8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2151063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192" name="Oval 9">
            <a:extLst>
              <a:ext uri="{FF2B5EF4-FFF2-40B4-BE49-F238E27FC236}">
                <a16:creationId xmlns:a16="http://schemas.microsoft.com/office/drawing/2014/main" id="{07AA3639-98E4-4C28-AACD-7F15DE416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738" y="1922463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93193" name="Group 10">
            <a:extLst>
              <a:ext uri="{FF2B5EF4-FFF2-40B4-BE49-F238E27FC236}">
                <a16:creationId xmlns:a16="http://schemas.microsoft.com/office/drawing/2014/main" id="{5B6811F1-840C-4E28-8F45-2C68420AC31F}"/>
              </a:ext>
            </a:extLst>
          </p:cNvPr>
          <p:cNvGrpSpPr>
            <a:grpSpLocks/>
          </p:cNvGrpSpPr>
          <p:nvPr/>
        </p:nvGrpSpPr>
        <p:grpSpPr bwMode="auto">
          <a:xfrm>
            <a:off x="3706813" y="1952625"/>
            <a:ext cx="498475" cy="119063"/>
            <a:chOff x="2208" y="2184"/>
            <a:chExt cx="176" cy="69"/>
          </a:xfrm>
        </p:grpSpPr>
        <p:grpSp>
          <p:nvGrpSpPr>
            <p:cNvPr id="93237" name="Group 11">
              <a:extLst>
                <a:ext uri="{FF2B5EF4-FFF2-40B4-BE49-F238E27FC236}">
                  <a16:creationId xmlns:a16="http://schemas.microsoft.com/office/drawing/2014/main" id="{7235B757-6BCC-4BED-88F3-E55DA436EE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93242" name="Line 12">
                <a:extLst>
                  <a:ext uri="{FF2B5EF4-FFF2-40B4-BE49-F238E27FC236}">
                    <a16:creationId xmlns:a16="http://schemas.microsoft.com/office/drawing/2014/main" id="{BEEBAF40-42B1-42ED-86AE-63D53753E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3243" name="Line 13">
                <a:extLst>
                  <a:ext uri="{FF2B5EF4-FFF2-40B4-BE49-F238E27FC236}">
                    <a16:creationId xmlns:a16="http://schemas.microsoft.com/office/drawing/2014/main" id="{56170D1C-61E0-461B-A49B-785EE55DE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3244" name="Line 14">
                <a:extLst>
                  <a:ext uri="{FF2B5EF4-FFF2-40B4-BE49-F238E27FC236}">
                    <a16:creationId xmlns:a16="http://schemas.microsoft.com/office/drawing/2014/main" id="{99D130F0-1A31-4A43-B0B4-D5A7CBCB64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grpSp>
          <p:nvGrpSpPr>
            <p:cNvPr id="93238" name="Group 15">
              <a:extLst>
                <a:ext uri="{FF2B5EF4-FFF2-40B4-BE49-F238E27FC236}">
                  <a16:creationId xmlns:a16="http://schemas.microsoft.com/office/drawing/2014/main" id="{D3796A17-2086-4DF0-8868-005E1DF063F0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93239" name="Line 16">
                <a:extLst>
                  <a:ext uri="{FF2B5EF4-FFF2-40B4-BE49-F238E27FC236}">
                    <a16:creationId xmlns:a16="http://schemas.microsoft.com/office/drawing/2014/main" id="{283D68F5-E9CA-4F72-B97C-B654E1045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3240" name="Line 17">
                <a:extLst>
                  <a:ext uri="{FF2B5EF4-FFF2-40B4-BE49-F238E27FC236}">
                    <a16:creationId xmlns:a16="http://schemas.microsoft.com/office/drawing/2014/main" id="{DE6C478B-5A9D-42BD-9423-9D1248099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3241" name="Line 18">
                <a:extLst>
                  <a:ext uri="{FF2B5EF4-FFF2-40B4-BE49-F238E27FC236}">
                    <a16:creationId xmlns:a16="http://schemas.microsoft.com/office/drawing/2014/main" id="{B2F9EDDA-3D1A-4E78-B072-9BCE22568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</p:grpSp>
      <p:sp>
        <p:nvSpPr>
          <p:cNvPr id="93194" name="Oval 19">
            <a:extLst>
              <a:ext uri="{FF2B5EF4-FFF2-40B4-BE49-F238E27FC236}">
                <a16:creationId xmlns:a16="http://schemas.microsoft.com/office/drawing/2014/main" id="{B5DD998E-3F23-4AB5-B9C9-DEFFA6B72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6838" y="223837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195" name="Line 20">
            <a:extLst>
              <a:ext uri="{FF2B5EF4-FFF2-40B4-BE49-F238E27FC236}">
                <a16:creationId xmlns:a16="http://schemas.microsoft.com/office/drawing/2014/main" id="{5613CA55-54AD-45F3-BFC6-1D3777305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3" y="221773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3196" name="Rectangle 21">
            <a:extLst>
              <a:ext uri="{FF2B5EF4-FFF2-40B4-BE49-F238E27FC236}">
                <a16:creationId xmlns:a16="http://schemas.microsoft.com/office/drawing/2014/main" id="{36A9A4E9-68C5-4E00-807C-BD08D91D6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2179638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197" name="Oval 22">
            <a:extLst>
              <a:ext uri="{FF2B5EF4-FFF2-40B4-BE49-F238E27FC236}">
                <a16:creationId xmlns:a16="http://schemas.microsoft.com/office/drawing/2014/main" id="{5C63C01C-A1C2-40A6-8F0F-CF6C00416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888" y="1951038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198" name="Line 24">
            <a:extLst>
              <a:ext uri="{FF2B5EF4-FFF2-40B4-BE49-F238E27FC236}">
                <a16:creationId xmlns:a16="http://schemas.microsoft.com/office/drawing/2014/main" id="{E49AF366-E81A-4269-8180-CF19E866C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0963" y="1857375"/>
            <a:ext cx="741362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3199" name="Line 25">
            <a:extLst>
              <a:ext uri="{FF2B5EF4-FFF2-40B4-BE49-F238E27FC236}">
                <a16:creationId xmlns:a16="http://schemas.microsoft.com/office/drawing/2014/main" id="{7BB62B4D-3956-4AB1-AB5F-189389539C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5763" y="2397125"/>
            <a:ext cx="428625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3200" name="Line 26">
            <a:extLst>
              <a:ext uri="{FF2B5EF4-FFF2-40B4-BE49-F238E27FC236}">
                <a16:creationId xmlns:a16="http://schemas.microsoft.com/office/drawing/2014/main" id="{DBE50268-E2E4-481F-A78B-51E5EF2E7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5013" y="2276475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3201" name="Rectangle 29">
            <a:extLst>
              <a:ext uri="{FF2B5EF4-FFF2-40B4-BE49-F238E27FC236}">
                <a16:creationId xmlns:a16="http://schemas.microsoft.com/office/drawing/2014/main" id="{BF3939D9-10DE-44C5-81A6-74A125F29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175" y="2076450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02" name="Rectangle 30">
            <a:extLst>
              <a:ext uri="{FF2B5EF4-FFF2-40B4-BE49-F238E27FC236}">
                <a16:creationId xmlns:a16="http://schemas.microsoft.com/office/drawing/2014/main" id="{0EF4B6F2-17D5-47A7-B4BB-3805AA3AC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21478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03" name="Rectangle 31">
            <a:extLst>
              <a:ext uri="{FF2B5EF4-FFF2-40B4-BE49-F238E27FC236}">
                <a16:creationId xmlns:a16="http://schemas.microsoft.com/office/drawing/2014/main" id="{0BC40C97-672A-4ED5-8A53-F40DC20A2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563" y="21478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04" name="Rectangle 32">
            <a:extLst>
              <a:ext uri="{FF2B5EF4-FFF2-40B4-BE49-F238E27FC236}">
                <a16:creationId xmlns:a16="http://schemas.microsoft.com/office/drawing/2014/main" id="{58D57389-8511-49C0-AD47-5010C96B8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25" y="20478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05" name="Line 33">
            <a:extLst>
              <a:ext uri="{FF2B5EF4-FFF2-40B4-BE49-F238E27FC236}">
                <a16:creationId xmlns:a16="http://schemas.microsoft.com/office/drawing/2014/main" id="{B1A92976-B110-4F76-A7FB-6A6C264443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9913" y="1984375"/>
            <a:ext cx="211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3206" name="Line 35">
            <a:extLst>
              <a:ext uri="{FF2B5EF4-FFF2-40B4-BE49-F238E27FC236}">
                <a16:creationId xmlns:a16="http://schemas.microsoft.com/office/drawing/2014/main" id="{47043D63-B365-418D-96EC-FD134F9512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700" y="1876425"/>
            <a:ext cx="366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3207" name="Text Box 36">
            <a:extLst>
              <a:ext uri="{FF2B5EF4-FFF2-40B4-BE49-F238E27FC236}">
                <a16:creationId xmlns:a16="http://schemas.microsoft.com/office/drawing/2014/main" id="{89B76F47-63BD-48F6-AAA7-81484BE60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3075" y="15414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66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93208" name="Text Box 37">
            <a:extLst>
              <a:ext uri="{FF2B5EF4-FFF2-40B4-BE49-F238E27FC236}">
                <a16:creationId xmlns:a16="http://schemas.microsoft.com/office/drawing/2014/main" id="{4E203C2E-7D22-47BB-99D0-1BA2C0E1A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24939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99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93209" name="Rectangle 38">
            <a:extLst>
              <a:ext uri="{FF2B5EF4-FFF2-40B4-BE49-F238E27FC236}">
                <a16:creationId xmlns:a16="http://schemas.microsoft.com/office/drawing/2014/main" id="{F2D206F5-75E8-421A-B531-8CF4124FC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0859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10" name="Text Box 39">
            <a:extLst>
              <a:ext uri="{FF2B5EF4-FFF2-40B4-BE49-F238E27FC236}">
                <a16:creationId xmlns:a16="http://schemas.microsoft.com/office/drawing/2014/main" id="{55F6AA4F-8D2A-4DA5-8BAE-63B419600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088" y="1689100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propagation</a:t>
            </a:r>
          </a:p>
        </p:txBody>
      </p:sp>
      <p:sp>
        <p:nvSpPr>
          <p:cNvPr id="93211" name="Line 40">
            <a:extLst>
              <a:ext uri="{FF2B5EF4-FFF2-40B4-BE49-F238E27FC236}">
                <a16:creationId xmlns:a16="http://schemas.microsoft.com/office/drawing/2014/main" id="{65FB876B-D5F9-4AB9-8600-E4C9C4D8BEE0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645025" y="1876425"/>
            <a:ext cx="319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3212" name="Text Box 41">
            <a:extLst>
              <a:ext uri="{FF2B5EF4-FFF2-40B4-BE49-F238E27FC236}">
                <a16:creationId xmlns:a16="http://schemas.microsoft.com/office/drawing/2014/main" id="{5DC4495A-0E2F-470A-840D-A28935645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1249363"/>
            <a:ext cx="1466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transmission</a:t>
            </a:r>
          </a:p>
        </p:txBody>
      </p:sp>
      <p:sp>
        <p:nvSpPr>
          <p:cNvPr id="93213" name="Line 42">
            <a:extLst>
              <a:ext uri="{FF2B5EF4-FFF2-40B4-BE49-F238E27FC236}">
                <a16:creationId xmlns:a16="http://schemas.microsoft.com/office/drawing/2014/main" id="{825E88F7-2C1F-4164-9B94-A9B0FCEC1D9A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4038600" y="1517650"/>
            <a:ext cx="5286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3214" name="Text Box 43">
            <a:extLst>
              <a:ext uri="{FF2B5EF4-FFF2-40B4-BE49-F238E27FC236}">
                <a16:creationId xmlns:a16="http://schemas.microsoft.com/office/drawing/2014/main" id="{478CE530-4627-46DC-B7A8-BE9960ED9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2803525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nodal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processing</a:t>
            </a:r>
          </a:p>
        </p:txBody>
      </p:sp>
      <p:sp>
        <p:nvSpPr>
          <p:cNvPr id="93215" name="Line 44">
            <a:extLst>
              <a:ext uri="{FF2B5EF4-FFF2-40B4-BE49-F238E27FC236}">
                <a16:creationId xmlns:a16="http://schemas.microsoft.com/office/drawing/2014/main" id="{934C83F2-1FC1-4777-9F50-7AFB97F629BD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378200" y="2847975"/>
            <a:ext cx="833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3216" name="Line 45">
            <a:extLst>
              <a:ext uri="{FF2B5EF4-FFF2-40B4-BE49-F238E27FC236}">
                <a16:creationId xmlns:a16="http://schemas.microsoft.com/office/drawing/2014/main" id="{A40D0034-376F-475F-8851-6A677FE3291A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187825" y="2609850"/>
            <a:ext cx="38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3217" name="Text Box 46">
            <a:extLst>
              <a:ext uri="{FF2B5EF4-FFF2-40B4-BE49-F238E27FC236}">
                <a16:creationId xmlns:a16="http://schemas.microsoft.com/office/drawing/2014/main" id="{23C3662A-FDA8-446F-90DA-6EF7A0B1F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813" y="30607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queueing</a:t>
            </a:r>
          </a:p>
        </p:txBody>
      </p:sp>
      <p:sp>
        <p:nvSpPr>
          <p:cNvPr id="93218" name="Line 47">
            <a:extLst>
              <a:ext uri="{FF2B5EF4-FFF2-40B4-BE49-F238E27FC236}">
                <a16:creationId xmlns:a16="http://schemas.microsoft.com/office/drawing/2014/main" id="{696B4F4E-9297-40FE-AF63-C9B5B8FB6479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349750" y="2609850"/>
            <a:ext cx="595313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93219" name="Group 48">
            <a:extLst>
              <a:ext uri="{FF2B5EF4-FFF2-40B4-BE49-F238E27FC236}">
                <a16:creationId xmlns:a16="http://schemas.microsoft.com/office/drawing/2014/main" id="{A8158B60-5602-437A-8AC1-35B1D1D6E34A}"/>
              </a:ext>
            </a:extLst>
          </p:cNvPr>
          <p:cNvGrpSpPr>
            <a:grpSpLocks/>
          </p:cNvGrpSpPr>
          <p:nvPr/>
        </p:nvGrpSpPr>
        <p:grpSpPr bwMode="auto">
          <a:xfrm>
            <a:off x="6792913" y="2009775"/>
            <a:ext cx="498475" cy="119063"/>
            <a:chOff x="2208" y="2184"/>
            <a:chExt cx="176" cy="69"/>
          </a:xfrm>
        </p:grpSpPr>
        <p:grpSp>
          <p:nvGrpSpPr>
            <p:cNvPr id="93229" name="Group 49">
              <a:extLst>
                <a:ext uri="{FF2B5EF4-FFF2-40B4-BE49-F238E27FC236}">
                  <a16:creationId xmlns:a16="http://schemas.microsoft.com/office/drawing/2014/main" id="{09F64A7A-2812-4891-8E27-501AEAD72F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93234" name="Line 50">
                <a:extLst>
                  <a:ext uri="{FF2B5EF4-FFF2-40B4-BE49-F238E27FC236}">
                    <a16:creationId xmlns:a16="http://schemas.microsoft.com/office/drawing/2014/main" id="{4F33A806-AAB7-49CB-8B98-A40D980B6C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3235" name="Line 51">
                <a:extLst>
                  <a:ext uri="{FF2B5EF4-FFF2-40B4-BE49-F238E27FC236}">
                    <a16:creationId xmlns:a16="http://schemas.microsoft.com/office/drawing/2014/main" id="{2B0043C5-5ABB-4F48-9379-76688F5565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3236" name="Line 52">
                <a:extLst>
                  <a:ext uri="{FF2B5EF4-FFF2-40B4-BE49-F238E27FC236}">
                    <a16:creationId xmlns:a16="http://schemas.microsoft.com/office/drawing/2014/main" id="{1DC8C570-5C00-4744-8FAF-393D36792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grpSp>
          <p:nvGrpSpPr>
            <p:cNvPr id="93230" name="Group 53">
              <a:extLst>
                <a:ext uri="{FF2B5EF4-FFF2-40B4-BE49-F238E27FC236}">
                  <a16:creationId xmlns:a16="http://schemas.microsoft.com/office/drawing/2014/main" id="{D918C321-5986-452C-88B0-706FEFBEC920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93231" name="Line 54">
                <a:extLst>
                  <a:ext uri="{FF2B5EF4-FFF2-40B4-BE49-F238E27FC236}">
                    <a16:creationId xmlns:a16="http://schemas.microsoft.com/office/drawing/2014/main" id="{627866AC-F3F4-4E81-977B-19BF858FA7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3232" name="Line 55">
                <a:extLst>
                  <a:ext uri="{FF2B5EF4-FFF2-40B4-BE49-F238E27FC236}">
                    <a16:creationId xmlns:a16="http://schemas.microsoft.com/office/drawing/2014/main" id="{DDF6A611-DFD6-4346-AA57-9C6B1F9CE2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3233" name="Line 56">
                <a:extLst>
                  <a:ext uri="{FF2B5EF4-FFF2-40B4-BE49-F238E27FC236}">
                    <a16:creationId xmlns:a16="http://schemas.microsoft.com/office/drawing/2014/main" id="{570A549B-9945-4A6E-BB8D-45A0832CD1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</p:grpSp>
      <p:sp>
        <p:nvSpPr>
          <p:cNvPr id="93220" name="Rectangle 58">
            <a:extLst>
              <a:ext uri="{FF2B5EF4-FFF2-40B4-BE49-F238E27FC236}">
                <a16:creationId xmlns:a16="http://schemas.microsoft.com/office/drawing/2014/main" id="{B50D5411-701D-474B-B396-091805D68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88" y="4492625"/>
            <a:ext cx="3810000" cy="21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4488" indent="-34448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3333CC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i="1" dirty="0" err="1">
                <a:solidFill>
                  <a:srgbClr val="CC0000"/>
                </a:solidFill>
              </a:rPr>
              <a:t>d</a:t>
            </a:r>
            <a:r>
              <a:rPr lang="en-US" altLang="zh-TW" baseline="-25000" dirty="0" err="1">
                <a:solidFill>
                  <a:srgbClr val="CC0000"/>
                </a:solidFill>
              </a:rPr>
              <a:t>queue</a:t>
            </a:r>
            <a:r>
              <a:rPr lang="en-US" altLang="zh-TW" dirty="0">
                <a:solidFill>
                  <a:srgbClr val="CC0000"/>
                </a:solidFill>
              </a:rPr>
              <a:t>: queueing delay</a:t>
            </a:r>
          </a:p>
          <a:p>
            <a:pPr>
              <a:buSzTx/>
              <a:buFont typeface="Wingdings" panose="05000000000000000000" pitchFamily="2" charset="2"/>
              <a:buChar char="§"/>
            </a:pPr>
            <a:r>
              <a:rPr lang="en-US" altLang="zh-TW" sz="2400" dirty="0">
                <a:solidFill>
                  <a:srgbClr val="000000"/>
                </a:solidFill>
              </a:rPr>
              <a:t>time waiting at output link for transmission </a:t>
            </a:r>
          </a:p>
          <a:p>
            <a:pPr>
              <a:buSzTx/>
              <a:buFont typeface="Wingdings" panose="05000000000000000000" pitchFamily="2" charset="2"/>
              <a:buChar char="§"/>
            </a:pPr>
            <a:r>
              <a:rPr lang="en-US" altLang="zh-TW" sz="2400" dirty="0">
                <a:solidFill>
                  <a:srgbClr val="000000"/>
                </a:solidFill>
              </a:rPr>
              <a:t>depends on congestion level of router</a:t>
            </a:r>
          </a:p>
        </p:txBody>
      </p:sp>
      <p:sp>
        <p:nvSpPr>
          <p:cNvPr id="93221" name="Rectangle 3">
            <a:extLst>
              <a:ext uri="{FF2B5EF4-FFF2-40B4-BE49-F238E27FC236}">
                <a16:creationId xmlns:a16="http://schemas.microsoft.com/office/drawing/2014/main" id="{97BD72C8-6A5E-476A-A4DC-74D4C2377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138" y="3630613"/>
            <a:ext cx="4943475" cy="5540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TW" sz="2400" i="1">
                <a:solidFill>
                  <a:srgbClr val="000000"/>
                </a:solidFill>
              </a:rPr>
              <a:t>d</a:t>
            </a:r>
            <a:r>
              <a:rPr lang="en-US" altLang="zh-TW" sz="2400" baseline="-25000">
                <a:solidFill>
                  <a:srgbClr val="000000"/>
                </a:solidFill>
              </a:rPr>
              <a:t>nodal</a:t>
            </a:r>
            <a:r>
              <a:rPr lang="en-US" altLang="zh-TW" sz="2400">
                <a:solidFill>
                  <a:srgbClr val="000000"/>
                </a:solidFill>
              </a:rPr>
              <a:t> = </a:t>
            </a:r>
            <a:r>
              <a:rPr lang="en-US" altLang="zh-TW" sz="2400" i="1">
                <a:solidFill>
                  <a:srgbClr val="000000"/>
                </a:solidFill>
              </a:rPr>
              <a:t>d</a:t>
            </a:r>
            <a:r>
              <a:rPr lang="en-US" altLang="zh-TW" sz="2400" baseline="-25000">
                <a:solidFill>
                  <a:srgbClr val="000000"/>
                </a:solidFill>
              </a:rPr>
              <a:t>proc</a:t>
            </a:r>
            <a:r>
              <a:rPr lang="en-US" altLang="zh-TW" sz="2400">
                <a:solidFill>
                  <a:srgbClr val="000000"/>
                </a:solidFill>
              </a:rPr>
              <a:t> + </a:t>
            </a:r>
            <a:r>
              <a:rPr lang="en-US" altLang="zh-TW" sz="2400" i="1">
                <a:solidFill>
                  <a:srgbClr val="000000"/>
                </a:solidFill>
              </a:rPr>
              <a:t>d</a:t>
            </a:r>
            <a:r>
              <a:rPr lang="en-US" altLang="zh-TW" sz="2400" baseline="-25000">
                <a:solidFill>
                  <a:srgbClr val="000000"/>
                </a:solidFill>
              </a:rPr>
              <a:t>queue</a:t>
            </a:r>
            <a:r>
              <a:rPr lang="en-US" altLang="zh-TW" sz="2400">
                <a:solidFill>
                  <a:srgbClr val="000000"/>
                </a:solidFill>
              </a:rPr>
              <a:t> + </a:t>
            </a:r>
            <a:r>
              <a:rPr lang="en-US" altLang="zh-TW" sz="2400" i="1">
                <a:solidFill>
                  <a:srgbClr val="000000"/>
                </a:solidFill>
              </a:rPr>
              <a:t>d</a:t>
            </a:r>
            <a:r>
              <a:rPr lang="en-US" altLang="zh-TW" sz="2400" baseline="-25000">
                <a:solidFill>
                  <a:srgbClr val="000000"/>
                </a:solidFill>
              </a:rPr>
              <a:t>trans</a:t>
            </a:r>
            <a:r>
              <a:rPr lang="en-US" altLang="zh-TW" sz="2400">
                <a:solidFill>
                  <a:srgbClr val="000000"/>
                </a:solidFill>
              </a:rPr>
              <a:t> +  </a:t>
            </a:r>
            <a:r>
              <a:rPr lang="en-US" altLang="zh-TW" sz="2400" i="1">
                <a:solidFill>
                  <a:srgbClr val="000000"/>
                </a:solidFill>
              </a:rPr>
              <a:t>d</a:t>
            </a:r>
            <a:r>
              <a:rPr lang="en-US" altLang="zh-TW" sz="2400" baseline="-25000">
                <a:solidFill>
                  <a:srgbClr val="000000"/>
                </a:solidFill>
              </a:rPr>
              <a:t>prop</a:t>
            </a:r>
            <a:endParaRPr lang="en-US" altLang="zh-TW" sz="2400">
              <a:solidFill>
                <a:srgbClr val="000000"/>
              </a:solidFill>
            </a:endParaRPr>
          </a:p>
        </p:txBody>
      </p:sp>
      <p:grpSp>
        <p:nvGrpSpPr>
          <p:cNvPr id="93222" name="Group 66">
            <a:extLst>
              <a:ext uri="{FF2B5EF4-FFF2-40B4-BE49-F238E27FC236}">
                <a16:creationId xmlns:a16="http://schemas.microsoft.com/office/drawing/2014/main" id="{F0D8E9E4-6CFC-41DD-9A12-5E086CF62E1A}"/>
              </a:ext>
            </a:extLst>
          </p:cNvPr>
          <p:cNvGrpSpPr>
            <a:grpSpLocks/>
          </p:cNvGrpSpPr>
          <p:nvPr/>
        </p:nvGrpSpPr>
        <p:grpSpPr bwMode="auto">
          <a:xfrm>
            <a:off x="1893888" y="1541463"/>
            <a:ext cx="779462" cy="679450"/>
            <a:chOff x="-44" y="1473"/>
            <a:chExt cx="981" cy="1105"/>
          </a:xfrm>
        </p:grpSpPr>
        <p:pic>
          <p:nvPicPr>
            <p:cNvPr id="93227" name="Picture 67" descr="desktop_computer_stylized_medium">
              <a:extLst>
                <a:ext uri="{FF2B5EF4-FFF2-40B4-BE49-F238E27FC236}">
                  <a16:creationId xmlns:a16="http://schemas.microsoft.com/office/drawing/2014/main" id="{3DDA0949-F82A-4829-AF1A-884460EC58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228" name="Freeform 68">
              <a:extLst>
                <a:ext uri="{FF2B5EF4-FFF2-40B4-BE49-F238E27FC236}">
                  <a16:creationId xmlns:a16="http://schemas.microsoft.com/office/drawing/2014/main" id="{B299F864-AE92-4B00-92CA-5438E71489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93223" name="Group 69">
            <a:extLst>
              <a:ext uri="{FF2B5EF4-FFF2-40B4-BE49-F238E27FC236}">
                <a16:creationId xmlns:a16="http://schemas.microsoft.com/office/drawing/2014/main" id="{A0A0B970-E2A8-4A2C-A33F-E87BD690F43A}"/>
              </a:ext>
            </a:extLst>
          </p:cNvPr>
          <p:cNvGrpSpPr>
            <a:grpSpLocks/>
          </p:cNvGrpSpPr>
          <p:nvPr/>
        </p:nvGrpSpPr>
        <p:grpSpPr bwMode="auto">
          <a:xfrm>
            <a:off x="2168525" y="2524125"/>
            <a:ext cx="779463" cy="679450"/>
            <a:chOff x="-44" y="1473"/>
            <a:chExt cx="981" cy="1105"/>
          </a:xfrm>
        </p:grpSpPr>
        <p:pic>
          <p:nvPicPr>
            <p:cNvPr id="93225" name="Picture 70" descr="desktop_computer_stylized_medium">
              <a:extLst>
                <a:ext uri="{FF2B5EF4-FFF2-40B4-BE49-F238E27FC236}">
                  <a16:creationId xmlns:a16="http://schemas.microsoft.com/office/drawing/2014/main" id="{E19FA412-EE73-45B3-8627-2EA9C254F7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226" name="Freeform 71">
              <a:extLst>
                <a:ext uri="{FF2B5EF4-FFF2-40B4-BE49-F238E27FC236}">
                  <a16:creationId xmlns:a16="http://schemas.microsoft.com/office/drawing/2014/main" id="{BC9E5532-3887-44EC-821A-534BBE2CA1A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93224" name="Slide Number Placeholder 3">
            <a:extLst>
              <a:ext uri="{FF2B5EF4-FFF2-40B4-BE49-F238E27FC236}">
                <a16:creationId xmlns:a16="http://schemas.microsoft.com/office/drawing/2014/main" id="{85ABDF96-0163-4144-83EC-3B557517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1-</a:t>
            </a:r>
            <a:fld id="{AC522B24-5192-47C3-BEDD-E756BA371950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2">
            <a:extLst>
              <a:ext uri="{FF2B5EF4-FFF2-40B4-BE49-F238E27FC236}">
                <a16:creationId xmlns:a16="http://schemas.microsoft.com/office/drawing/2014/main" id="{45CF956C-8D94-481C-9C1F-81F07FB5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CD5A6B2E-CEFE-4F7B-96A2-67078923A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4459288"/>
            <a:ext cx="3810000" cy="207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 dirty="0" err="1">
                <a:solidFill>
                  <a:srgbClr val="CC0000"/>
                </a:solidFill>
              </a:rPr>
              <a:t>d</a:t>
            </a:r>
            <a:r>
              <a:rPr lang="en-US" altLang="zh-TW" sz="2400" baseline="-25000" dirty="0" err="1">
                <a:solidFill>
                  <a:srgbClr val="CC0000"/>
                </a:solidFill>
              </a:rPr>
              <a:t>trans</a:t>
            </a:r>
            <a:r>
              <a:rPr lang="en-US" altLang="zh-TW" sz="2400" dirty="0">
                <a:solidFill>
                  <a:srgbClr val="CC0000"/>
                </a:solidFill>
              </a:rPr>
              <a:t>: transmission delay: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000" i="1" dirty="0">
                <a:solidFill>
                  <a:srgbClr val="000000"/>
                </a:solidFill>
              </a:rPr>
              <a:t>L</a:t>
            </a:r>
            <a:r>
              <a:rPr lang="en-US" altLang="zh-TW" sz="2000" dirty="0">
                <a:solidFill>
                  <a:srgbClr val="000000"/>
                </a:solidFill>
              </a:rPr>
              <a:t>: packet length (bits) 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000" i="1" dirty="0">
                <a:solidFill>
                  <a:srgbClr val="000000"/>
                </a:solidFill>
              </a:rPr>
              <a:t>R</a:t>
            </a:r>
            <a:r>
              <a:rPr lang="en-US" altLang="zh-TW" sz="2000" dirty="0">
                <a:solidFill>
                  <a:srgbClr val="000000"/>
                </a:solidFill>
              </a:rPr>
              <a:t>: link </a:t>
            </a:r>
            <a:r>
              <a:rPr lang="en-US" altLang="zh-TW" sz="2000" i="1" dirty="0">
                <a:solidFill>
                  <a:srgbClr val="000000"/>
                </a:solidFill>
              </a:rPr>
              <a:t>bandwidth (bps)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000" i="1" dirty="0" err="1">
                <a:solidFill>
                  <a:srgbClr val="CC0000"/>
                </a:solidFill>
              </a:rPr>
              <a:t>d</a:t>
            </a:r>
            <a:r>
              <a:rPr lang="en-US" altLang="zh-TW" sz="2000" i="1" baseline="-25000" dirty="0" err="1">
                <a:solidFill>
                  <a:srgbClr val="CC0000"/>
                </a:solidFill>
              </a:rPr>
              <a:t>trans</a:t>
            </a:r>
            <a:r>
              <a:rPr lang="en-US" altLang="zh-TW" sz="2000" i="1" dirty="0">
                <a:solidFill>
                  <a:srgbClr val="CC0000"/>
                </a:solidFill>
              </a:rPr>
              <a:t> </a:t>
            </a:r>
            <a:r>
              <a:rPr lang="en-US" altLang="zh-TW" sz="2000" i="1" dirty="0">
                <a:solidFill>
                  <a:srgbClr val="000000"/>
                </a:solidFill>
              </a:rPr>
              <a:t>= L/R</a:t>
            </a:r>
          </a:p>
        </p:txBody>
      </p:sp>
      <p:sp>
        <p:nvSpPr>
          <p:cNvPr id="95236" name="Rectangle 4">
            <a:extLst>
              <a:ext uri="{FF2B5EF4-FFF2-40B4-BE49-F238E27FC236}">
                <a16:creationId xmlns:a16="http://schemas.microsoft.com/office/drawing/2014/main" id="{66449E6B-3705-4D84-B76D-4DCA04966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4449763"/>
            <a:ext cx="41529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 dirty="0" err="1">
                <a:solidFill>
                  <a:srgbClr val="CC0000"/>
                </a:solidFill>
              </a:rPr>
              <a:t>d</a:t>
            </a:r>
            <a:r>
              <a:rPr lang="en-US" altLang="zh-TW" sz="2400" baseline="-25000" dirty="0" err="1">
                <a:solidFill>
                  <a:srgbClr val="CC0000"/>
                </a:solidFill>
              </a:rPr>
              <a:t>prop</a:t>
            </a:r>
            <a:r>
              <a:rPr lang="en-US" altLang="zh-TW" sz="2400" dirty="0">
                <a:solidFill>
                  <a:srgbClr val="CC0000"/>
                </a:solidFill>
              </a:rPr>
              <a:t>: propagation delay: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000" i="1" dirty="0">
                <a:solidFill>
                  <a:srgbClr val="000000"/>
                </a:solidFill>
              </a:rPr>
              <a:t>d</a:t>
            </a:r>
            <a:r>
              <a:rPr lang="en-US" altLang="zh-TW" sz="2000" dirty="0">
                <a:solidFill>
                  <a:srgbClr val="000000"/>
                </a:solidFill>
              </a:rPr>
              <a:t>: length of physical link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000" i="1" dirty="0">
                <a:solidFill>
                  <a:srgbClr val="000000"/>
                </a:solidFill>
              </a:rPr>
              <a:t>s</a:t>
            </a:r>
            <a:r>
              <a:rPr lang="en-US" altLang="zh-TW" sz="2000" dirty="0">
                <a:solidFill>
                  <a:srgbClr val="000000"/>
                </a:solidFill>
              </a:rPr>
              <a:t>: propagation speed in medium (~2x10</a:t>
            </a:r>
            <a:r>
              <a:rPr lang="en-US" altLang="zh-TW" sz="2000" baseline="30000" dirty="0">
                <a:solidFill>
                  <a:srgbClr val="000000"/>
                </a:solidFill>
              </a:rPr>
              <a:t>8</a:t>
            </a:r>
            <a:r>
              <a:rPr lang="en-US" altLang="zh-TW" sz="2000" dirty="0">
                <a:solidFill>
                  <a:srgbClr val="000000"/>
                </a:solidFill>
              </a:rPr>
              <a:t> m/sec)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000" i="1" dirty="0" err="1">
                <a:solidFill>
                  <a:srgbClr val="CC0000"/>
                </a:solidFill>
              </a:rPr>
              <a:t>d</a:t>
            </a:r>
            <a:r>
              <a:rPr lang="en-US" altLang="zh-TW" sz="2000" baseline="-25000" dirty="0" err="1">
                <a:solidFill>
                  <a:srgbClr val="CC0000"/>
                </a:solidFill>
              </a:rPr>
              <a:t>prop</a:t>
            </a:r>
            <a:r>
              <a:rPr lang="en-US" altLang="zh-TW" sz="2000" dirty="0">
                <a:solidFill>
                  <a:srgbClr val="000000"/>
                </a:solidFill>
              </a:rPr>
              <a:t> = </a:t>
            </a:r>
            <a:r>
              <a:rPr lang="en-US" altLang="zh-TW" sz="2000" i="1" dirty="0">
                <a:solidFill>
                  <a:srgbClr val="000000"/>
                </a:solidFill>
              </a:rPr>
              <a:t>d</a:t>
            </a:r>
            <a:r>
              <a:rPr lang="en-US" altLang="zh-TW" sz="2000" dirty="0">
                <a:solidFill>
                  <a:srgbClr val="000000"/>
                </a:solidFill>
              </a:rPr>
              <a:t>/</a:t>
            </a:r>
            <a:r>
              <a:rPr lang="en-US" altLang="zh-TW" sz="2000" i="1" dirty="0">
                <a:solidFill>
                  <a:srgbClr val="000000"/>
                </a:solidFill>
              </a:rPr>
              <a:t>s</a:t>
            </a:r>
          </a:p>
        </p:txBody>
      </p:sp>
      <p:grpSp>
        <p:nvGrpSpPr>
          <p:cNvPr id="2" name="Group 122">
            <a:extLst>
              <a:ext uri="{FF2B5EF4-FFF2-40B4-BE49-F238E27FC236}">
                <a16:creationId xmlns:a16="http://schemas.microsoft.com/office/drawing/2014/main" id="{E67317FD-7201-4E8A-B854-DE917435EFCC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5600700"/>
            <a:ext cx="2528887" cy="800100"/>
            <a:chOff x="1421" y="3528"/>
            <a:chExt cx="1593" cy="504"/>
          </a:xfrm>
        </p:grpSpPr>
        <p:sp>
          <p:nvSpPr>
            <p:cNvPr id="182333" name="AutoShape 61">
              <a:extLst>
                <a:ext uri="{FF2B5EF4-FFF2-40B4-BE49-F238E27FC236}">
                  <a16:creationId xmlns:a16="http://schemas.microsoft.com/office/drawing/2014/main" id="{D5865581-9351-4159-991D-CDA007BEE2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81619">
              <a:off x="1421" y="3528"/>
              <a:ext cx="1593" cy="201"/>
            </a:xfrm>
            <a:prstGeom prst="leftRightArrow">
              <a:avLst>
                <a:gd name="adj1" fmla="val 35324"/>
                <a:gd name="adj2" fmla="val 94994"/>
              </a:avLst>
            </a:prstGeom>
            <a:gradFill rotWithShape="1">
              <a:gsLst>
                <a:gs pos="0">
                  <a:srgbClr val="CC0000"/>
                </a:gs>
                <a:gs pos="5000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zh-TW">
                <a:solidFill>
                  <a:srgbClr val="000000"/>
                </a:solidFill>
              </a:endParaRPr>
            </a:p>
          </p:txBody>
        </p:sp>
        <p:sp>
          <p:nvSpPr>
            <p:cNvPr id="95296" name="Text Box 62">
              <a:extLst>
                <a:ext uri="{FF2B5EF4-FFF2-40B4-BE49-F238E27FC236}">
                  <a16:creationId xmlns:a16="http://schemas.microsoft.com/office/drawing/2014/main" id="{90BD4DB3-4698-4A24-84B3-E69C8594E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3" y="3590"/>
              <a:ext cx="132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solidFill>
                    <a:srgbClr val="CC0000"/>
                  </a:solidFill>
                  <a:latin typeface="Arial" panose="020B0604020202020204" pitchFamily="34" charset="0"/>
                </a:rPr>
                <a:t>d</a:t>
              </a:r>
              <a:r>
                <a:rPr lang="en-US" altLang="zh-TW" sz="2000" baseline="-25000">
                  <a:solidFill>
                    <a:srgbClr val="CC0000"/>
                  </a:solidFill>
                  <a:latin typeface="Arial" panose="020B0604020202020204" pitchFamily="34" charset="0"/>
                </a:rPr>
                <a:t>trans </a:t>
              </a:r>
              <a:r>
                <a:rPr lang="en-US" altLang="zh-TW" sz="2000">
                  <a:solidFill>
                    <a:srgbClr val="CC0000"/>
                  </a:solidFill>
                  <a:latin typeface="Arial" panose="020B0604020202020204" pitchFamily="34" charset="0"/>
                </a:rPr>
                <a:t>and </a:t>
              </a:r>
              <a:r>
                <a:rPr lang="en-US" altLang="zh-TW" sz="2000" i="1">
                  <a:solidFill>
                    <a:srgbClr val="CC0000"/>
                  </a:solidFill>
                  <a:latin typeface="Arial" panose="020B0604020202020204" pitchFamily="34" charset="0"/>
                </a:rPr>
                <a:t>d</a:t>
              </a:r>
              <a:r>
                <a:rPr lang="en-US" altLang="zh-TW" sz="2000" baseline="-25000">
                  <a:solidFill>
                    <a:srgbClr val="CC0000"/>
                  </a:solidFill>
                  <a:latin typeface="Arial" panose="020B0604020202020204" pitchFamily="34" charset="0"/>
                </a:rPr>
                <a:t>prop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solidFill>
                    <a:srgbClr val="CC0000"/>
                  </a:solidFill>
                  <a:latin typeface="Arial" panose="020B0604020202020204" pitchFamily="34" charset="0"/>
                </a:rPr>
                <a:t>very </a:t>
              </a:r>
              <a:r>
                <a:rPr lang="en-US" altLang="zh-TW" sz="2000">
                  <a:solidFill>
                    <a:srgbClr val="CC0000"/>
                  </a:solidFill>
                  <a:latin typeface="Arial" panose="020B0604020202020204" pitchFamily="34" charset="0"/>
                </a:rPr>
                <a:t>different</a:t>
              </a:r>
            </a:p>
          </p:txBody>
        </p:sp>
      </p:grpSp>
      <p:pic>
        <p:nvPicPr>
          <p:cNvPr id="95238" name="Picture 64" descr="underline_base">
            <a:extLst>
              <a:ext uri="{FF2B5EF4-FFF2-40B4-BE49-F238E27FC236}">
                <a16:creationId xmlns:a16="http://schemas.microsoft.com/office/drawing/2014/main" id="{E12696DC-5F07-4843-AD58-CE215EEA6A4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8286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9" name="Rectangle 2">
            <a:extLst>
              <a:ext uri="{FF2B5EF4-FFF2-40B4-BE49-F238E27FC236}">
                <a16:creationId xmlns:a16="http://schemas.microsoft.com/office/drawing/2014/main" id="{DD8963F4-ECF0-4A77-9B17-CFA807DF5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200025"/>
            <a:ext cx="7772400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 dirty="0">
                <a:solidFill>
                  <a:srgbClr val="000099"/>
                </a:solidFill>
              </a:rPr>
              <a:t>Four sources of packet delay</a:t>
            </a:r>
            <a:endParaRPr lang="en-US" altLang="zh-TW" sz="4800" dirty="0">
              <a:solidFill>
                <a:srgbClr val="000099"/>
              </a:solidFill>
            </a:endParaRPr>
          </a:p>
        </p:txBody>
      </p:sp>
      <p:sp>
        <p:nvSpPr>
          <p:cNvPr id="95240" name="Oval 7">
            <a:extLst>
              <a:ext uri="{FF2B5EF4-FFF2-40B4-BE49-F238E27FC236}">
                <a16:creationId xmlns:a16="http://schemas.microsoft.com/office/drawing/2014/main" id="{613872E0-3B90-4FC9-9943-F59A8C299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221932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5241" name="Rectangle 8">
            <a:extLst>
              <a:ext uri="{FF2B5EF4-FFF2-40B4-BE49-F238E27FC236}">
                <a16:creationId xmlns:a16="http://schemas.microsoft.com/office/drawing/2014/main" id="{EB971C94-BC9D-4A25-A755-DB18A8A93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2151063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5242" name="Oval 9">
            <a:extLst>
              <a:ext uri="{FF2B5EF4-FFF2-40B4-BE49-F238E27FC236}">
                <a16:creationId xmlns:a16="http://schemas.microsoft.com/office/drawing/2014/main" id="{281CE31E-76D7-4579-8F62-2CC8430F3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738" y="1922463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95243" name="Group 10">
            <a:extLst>
              <a:ext uri="{FF2B5EF4-FFF2-40B4-BE49-F238E27FC236}">
                <a16:creationId xmlns:a16="http://schemas.microsoft.com/office/drawing/2014/main" id="{A53DF8C1-DD59-43A1-B05A-FD38058E0F4C}"/>
              </a:ext>
            </a:extLst>
          </p:cNvPr>
          <p:cNvGrpSpPr>
            <a:grpSpLocks/>
          </p:cNvGrpSpPr>
          <p:nvPr/>
        </p:nvGrpSpPr>
        <p:grpSpPr bwMode="auto">
          <a:xfrm>
            <a:off x="3706813" y="1952625"/>
            <a:ext cx="498475" cy="119063"/>
            <a:chOff x="2208" y="2184"/>
            <a:chExt cx="176" cy="69"/>
          </a:xfrm>
        </p:grpSpPr>
        <p:grpSp>
          <p:nvGrpSpPr>
            <p:cNvPr id="95287" name="Group 11">
              <a:extLst>
                <a:ext uri="{FF2B5EF4-FFF2-40B4-BE49-F238E27FC236}">
                  <a16:creationId xmlns:a16="http://schemas.microsoft.com/office/drawing/2014/main" id="{F669C169-8570-4566-A6C1-DEBA9026CF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95292" name="Line 12">
                <a:extLst>
                  <a:ext uri="{FF2B5EF4-FFF2-40B4-BE49-F238E27FC236}">
                    <a16:creationId xmlns:a16="http://schemas.microsoft.com/office/drawing/2014/main" id="{8B2D005A-E162-4C64-9AA1-E1BB86291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5293" name="Line 13">
                <a:extLst>
                  <a:ext uri="{FF2B5EF4-FFF2-40B4-BE49-F238E27FC236}">
                    <a16:creationId xmlns:a16="http://schemas.microsoft.com/office/drawing/2014/main" id="{89149181-5BB5-4309-88CF-A87B7BDBF3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5294" name="Line 14">
                <a:extLst>
                  <a:ext uri="{FF2B5EF4-FFF2-40B4-BE49-F238E27FC236}">
                    <a16:creationId xmlns:a16="http://schemas.microsoft.com/office/drawing/2014/main" id="{4FCC1047-CCBD-42DC-854A-4967A2AD5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grpSp>
          <p:nvGrpSpPr>
            <p:cNvPr id="95288" name="Group 15">
              <a:extLst>
                <a:ext uri="{FF2B5EF4-FFF2-40B4-BE49-F238E27FC236}">
                  <a16:creationId xmlns:a16="http://schemas.microsoft.com/office/drawing/2014/main" id="{538F52D8-1F7B-46BA-8E2A-C318F7CB376A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95289" name="Line 16">
                <a:extLst>
                  <a:ext uri="{FF2B5EF4-FFF2-40B4-BE49-F238E27FC236}">
                    <a16:creationId xmlns:a16="http://schemas.microsoft.com/office/drawing/2014/main" id="{A2B5104E-D1E8-4B58-A5FA-D08212E03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5290" name="Line 17">
                <a:extLst>
                  <a:ext uri="{FF2B5EF4-FFF2-40B4-BE49-F238E27FC236}">
                    <a16:creationId xmlns:a16="http://schemas.microsoft.com/office/drawing/2014/main" id="{A2319E91-BE18-40C7-8E20-56A329142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5291" name="Line 18">
                <a:extLst>
                  <a:ext uri="{FF2B5EF4-FFF2-40B4-BE49-F238E27FC236}">
                    <a16:creationId xmlns:a16="http://schemas.microsoft.com/office/drawing/2014/main" id="{C12F90B6-D446-4B87-917E-B419C7AC9F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</p:grpSp>
      <p:sp>
        <p:nvSpPr>
          <p:cNvPr id="95244" name="Oval 19">
            <a:extLst>
              <a:ext uri="{FF2B5EF4-FFF2-40B4-BE49-F238E27FC236}">
                <a16:creationId xmlns:a16="http://schemas.microsoft.com/office/drawing/2014/main" id="{548E3CD2-C26E-4E0C-9C56-7444EF652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6838" y="223837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5245" name="Line 20">
            <a:extLst>
              <a:ext uri="{FF2B5EF4-FFF2-40B4-BE49-F238E27FC236}">
                <a16:creationId xmlns:a16="http://schemas.microsoft.com/office/drawing/2014/main" id="{7453BC5E-C7BE-4DDA-B08C-2217E5EB94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3" y="221773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5246" name="Rectangle 21">
            <a:extLst>
              <a:ext uri="{FF2B5EF4-FFF2-40B4-BE49-F238E27FC236}">
                <a16:creationId xmlns:a16="http://schemas.microsoft.com/office/drawing/2014/main" id="{4B056FE3-2051-4A3D-9B48-0FB1D2CDD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2179638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5247" name="Oval 22">
            <a:extLst>
              <a:ext uri="{FF2B5EF4-FFF2-40B4-BE49-F238E27FC236}">
                <a16:creationId xmlns:a16="http://schemas.microsoft.com/office/drawing/2014/main" id="{189202B5-23A5-4DEE-88CD-F8992426B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888" y="1951038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5248" name="Line 26">
            <a:extLst>
              <a:ext uri="{FF2B5EF4-FFF2-40B4-BE49-F238E27FC236}">
                <a16:creationId xmlns:a16="http://schemas.microsoft.com/office/drawing/2014/main" id="{1F7C4A4B-99AF-4F1A-9129-C815F4C2D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5013" y="2276475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5249" name="Rectangle 29">
            <a:extLst>
              <a:ext uri="{FF2B5EF4-FFF2-40B4-BE49-F238E27FC236}">
                <a16:creationId xmlns:a16="http://schemas.microsoft.com/office/drawing/2014/main" id="{0D797A95-8877-4FE9-B64B-3809E5E9E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175" y="2076450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5250" name="Rectangle 30">
            <a:extLst>
              <a:ext uri="{FF2B5EF4-FFF2-40B4-BE49-F238E27FC236}">
                <a16:creationId xmlns:a16="http://schemas.microsoft.com/office/drawing/2014/main" id="{E0D8C9B1-EB4E-4D1A-B814-14E85F644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21478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5251" name="Rectangle 31">
            <a:extLst>
              <a:ext uri="{FF2B5EF4-FFF2-40B4-BE49-F238E27FC236}">
                <a16:creationId xmlns:a16="http://schemas.microsoft.com/office/drawing/2014/main" id="{6F43AA33-5B79-4BEF-9E0C-6AE3D548E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563" y="21478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5252" name="Line 35">
            <a:extLst>
              <a:ext uri="{FF2B5EF4-FFF2-40B4-BE49-F238E27FC236}">
                <a16:creationId xmlns:a16="http://schemas.microsoft.com/office/drawing/2014/main" id="{9AF0DD59-8811-4AB1-823E-5B908B4307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700" y="1876425"/>
            <a:ext cx="366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5253" name="Rectangle 38">
            <a:extLst>
              <a:ext uri="{FF2B5EF4-FFF2-40B4-BE49-F238E27FC236}">
                <a16:creationId xmlns:a16="http://schemas.microsoft.com/office/drawing/2014/main" id="{4C5C5254-3653-4C4E-B489-31BAF9F34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0859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5254" name="Text Box 39">
            <a:extLst>
              <a:ext uri="{FF2B5EF4-FFF2-40B4-BE49-F238E27FC236}">
                <a16:creationId xmlns:a16="http://schemas.microsoft.com/office/drawing/2014/main" id="{42267FB3-CE56-4E64-BE80-4712EFBF9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088" y="1689100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propagation</a:t>
            </a:r>
          </a:p>
        </p:txBody>
      </p:sp>
      <p:sp>
        <p:nvSpPr>
          <p:cNvPr id="95255" name="Line 40">
            <a:extLst>
              <a:ext uri="{FF2B5EF4-FFF2-40B4-BE49-F238E27FC236}">
                <a16:creationId xmlns:a16="http://schemas.microsoft.com/office/drawing/2014/main" id="{842776AE-2CFA-43C9-B315-3C59C5B2622E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645025" y="1876425"/>
            <a:ext cx="319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5256" name="Text Box 43">
            <a:extLst>
              <a:ext uri="{FF2B5EF4-FFF2-40B4-BE49-F238E27FC236}">
                <a16:creationId xmlns:a16="http://schemas.microsoft.com/office/drawing/2014/main" id="{BB35C76B-0F74-4A49-BF93-4A44FA0A3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2803525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nodal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processing</a:t>
            </a:r>
          </a:p>
        </p:txBody>
      </p:sp>
      <p:sp>
        <p:nvSpPr>
          <p:cNvPr id="95257" name="Line 44">
            <a:extLst>
              <a:ext uri="{FF2B5EF4-FFF2-40B4-BE49-F238E27FC236}">
                <a16:creationId xmlns:a16="http://schemas.microsoft.com/office/drawing/2014/main" id="{BBBA68C2-3587-4C66-9204-DB91B38D83E5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378200" y="2847975"/>
            <a:ext cx="833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5258" name="Line 45">
            <a:extLst>
              <a:ext uri="{FF2B5EF4-FFF2-40B4-BE49-F238E27FC236}">
                <a16:creationId xmlns:a16="http://schemas.microsoft.com/office/drawing/2014/main" id="{B431FA54-E4B2-4D5C-ADC8-8B8046A46BD0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187825" y="2609850"/>
            <a:ext cx="38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5259" name="Text Box 46">
            <a:extLst>
              <a:ext uri="{FF2B5EF4-FFF2-40B4-BE49-F238E27FC236}">
                <a16:creationId xmlns:a16="http://schemas.microsoft.com/office/drawing/2014/main" id="{752695F4-C99C-4136-A61F-BD549BAB0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813" y="30607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queueing</a:t>
            </a:r>
          </a:p>
        </p:txBody>
      </p:sp>
      <p:sp>
        <p:nvSpPr>
          <p:cNvPr id="95260" name="Line 47">
            <a:extLst>
              <a:ext uri="{FF2B5EF4-FFF2-40B4-BE49-F238E27FC236}">
                <a16:creationId xmlns:a16="http://schemas.microsoft.com/office/drawing/2014/main" id="{26ECD188-27A2-4F61-B303-1ACA3AB3585A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349750" y="2609850"/>
            <a:ext cx="595313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95261" name="Group 48">
            <a:extLst>
              <a:ext uri="{FF2B5EF4-FFF2-40B4-BE49-F238E27FC236}">
                <a16:creationId xmlns:a16="http://schemas.microsoft.com/office/drawing/2014/main" id="{BD9471A8-4D6E-4BA1-B428-0B753B9943F4}"/>
              </a:ext>
            </a:extLst>
          </p:cNvPr>
          <p:cNvGrpSpPr>
            <a:grpSpLocks/>
          </p:cNvGrpSpPr>
          <p:nvPr/>
        </p:nvGrpSpPr>
        <p:grpSpPr bwMode="auto">
          <a:xfrm>
            <a:off x="6792913" y="2009775"/>
            <a:ext cx="498475" cy="119063"/>
            <a:chOff x="2208" y="2184"/>
            <a:chExt cx="176" cy="69"/>
          </a:xfrm>
        </p:grpSpPr>
        <p:grpSp>
          <p:nvGrpSpPr>
            <p:cNvPr id="95279" name="Group 49">
              <a:extLst>
                <a:ext uri="{FF2B5EF4-FFF2-40B4-BE49-F238E27FC236}">
                  <a16:creationId xmlns:a16="http://schemas.microsoft.com/office/drawing/2014/main" id="{BD2A0796-3F43-43EA-A8ED-D1E82CCC3B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95284" name="Line 50">
                <a:extLst>
                  <a:ext uri="{FF2B5EF4-FFF2-40B4-BE49-F238E27FC236}">
                    <a16:creationId xmlns:a16="http://schemas.microsoft.com/office/drawing/2014/main" id="{ACF944B3-1270-4608-AFDA-A5A65D760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5285" name="Line 51">
                <a:extLst>
                  <a:ext uri="{FF2B5EF4-FFF2-40B4-BE49-F238E27FC236}">
                    <a16:creationId xmlns:a16="http://schemas.microsoft.com/office/drawing/2014/main" id="{D59E7AA6-F4BF-4F89-A36F-A32FB032A3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5286" name="Line 52">
                <a:extLst>
                  <a:ext uri="{FF2B5EF4-FFF2-40B4-BE49-F238E27FC236}">
                    <a16:creationId xmlns:a16="http://schemas.microsoft.com/office/drawing/2014/main" id="{59FCDEF5-8D14-4D35-87E5-0F6790DC7B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grpSp>
          <p:nvGrpSpPr>
            <p:cNvPr id="95280" name="Group 53">
              <a:extLst>
                <a:ext uri="{FF2B5EF4-FFF2-40B4-BE49-F238E27FC236}">
                  <a16:creationId xmlns:a16="http://schemas.microsoft.com/office/drawing/2014/main" id="{73BC7DAA-B7DF-43F8-AAAE-45C8AF0ED3D4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95281" name="Line 54">
                <a:extLst>
                  <a:ext uri="{FF2B5EF4-FFF2-40B4-BE49-F238E27FC236}">
                    <a16:creationId xmlns:a16="http://schemas.microsoft.com/office/drawing/2014/main" id="{D8C70F47-606E-4DCE-95AD-EF11BD892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5282" name="Line 55">
                <a:extLst>
                  <a:ext uri="{FF2B5EF4-FFF2-40B4-BE49-F238E27FC236}">
                    <a16:creationId xmlns:a16="http://schemas.microsoft.com/office/drawing/2014/main" id="{ACE7D00A-2C66-4400-B971-F98AA1BDC9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95283" name="Line 56">
                <a:extLst>
                  <a:ext uri="{FF2B5EF4-FFF2-40B4-BE49-F238E27FC236}">
                    <a16:creationId xmlns:a16="http://schemas.microsoft.com/office/drawing/2014/main" id="{5587C563-529A-4C3F-84D2-39CCA0DA8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</p:grpSp>
      <p:sp>
        <p:nvSpPr>
          <p:cNvPr id="95262" name="Rectangle 3">
            <a:extLst>
              <a:ext uri="{FF2B5EF4-FFF2-40B4-BE49-F238E27FC236}">
                <a16:creationId xmlns:a16="http://schemas.microsoft.com/office/drawing/2014/main" id="{B0ABA3B2-FB7D-4743-B4E5-03EAA46A9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138" y="3630613"/>
            <a:ext cx="4943475" cy="5540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TW" sz="2400" i="1">
                <a:solidFill>
                  <a:srgbClr val="000000"/>
                </a:solidFill>
              </a:rPr>
              <a:t>d</a:t>
            </a:r>
            <a:r>
              <a:rPr lang="en-US" altLang="zh-TW" sz="2400" baseline="-25000">
                <a:solidFill>
                  <a:srgbClr val="000000"/>
                </a:solidFill>
              </a:rPr>
              <a:t>nodal</a:t>
            </a:r>
            <a:r>
              <a:rPr lang="en-US" altLang="zh-TW" sz="2400">
                <a:solidFill>
                  <a:srgbClr val="000000"/>
                </a:solidFill>
              </a:rPr>
              <a:t> = </a:t>
            </a:r>
            <a:r>
              <a:rPr lang="en-US" altLang="zh-TW" sz="2400" i="1">
                <a:solidFill>
                  <a:srgbClr val="000000"/>
                </a:solidFill>
              </a:rPr>
              <a:t>d</a:t>
            </a:r>
            <a:r>
              <a:rPr lang="en-US" altLang="zh-TW" sz="2400" baseline="-25000">
                <a:solidFill>
                  <a:srgbClr val="000000"/>
                </a:solidFill>
              </a:rPr>
              <a:t>proc</a:t>
            </a:r>
            <a:r>
              <a:rPr lang="en-US" altLang="zh-TW" sz="2400">
                <a:solidFill>
                  <a:srgbClr val="000000"/>
                </a:solidFill>
              </a:rPr>
              <a:t> + </a:t>
            </a:r>
            <a:r>
              <a:rPr lang="en-US" altLang="zh-TW" sz="2400" i="1">
                <a:solidFill>
                  <a:srgbClr val="000000"/>
                </a:solidFill>
              </a:rPr>
              <a:t>d</a:t>
            </a:r>
            <a:r>
              <a:rPr lang="en-US" altLang="zh-TW" sz="2400" baseline="-25000">
                <a:solidFill>
                  <a:srgbClr val="000000"/>
                </a:solidFill>
              </a:rPr>
              <a:t>queue</a:t>
            </a:r>
            <a:r>
              <a:rPr lang="en-US" altLang="zh-TW" sz="2400">
                <a:solidFill>
                  <a:srgbClr val="000000"/>
                </a:solidFill>
              </a:rPr>
              <a:t> + </a:t>
            </a:r>
            <a:r>
              <a:rPr lang="en-US" altLang="zh-TW" sz="2400" i="1">
                <a:solidFill>
                  <a:srgbClr val="000000"/>
                </a:solidFill>
              </a:rPr>
              <a:t>d</a:t>
            </a:r>
            <a:r>
              <a:rPr lang="en-US" altLang="zh-TW" sz="2400" baseline="-25000">
                <a:solidFill>
                  <a:srgbClr val="000000"/>
                </a:solidFill>
              </a:rPr>
              <a:t>trans</a:t>
            </a:r>
            <a:r>
              <a:rPr lang="en-US" altLang="zh-TW" sz="2400">
                <a:solidFill>
                  <a:srgbClr val="000000"/>
                </a:solidFill>
              </a:rPr>
              <a:t> +  </a:t>
            </a:r>
            <a:r>
              <a:rPr lang="en-US" altLang="zh-TW" sz="2400" i="1">
                <a:solidFill>
                  <a:srgbClr val="000000"/>
                </a:solidFill>
              </a:rPr>
              <a:t>d</a:t>
            </a:r>
            <a:r>
              <a:rPr lang="en-US" altLang="zh-TW" sz="2400" baseline="-25000">
                <a:solidFill>
                  <a:srgbClr val="000000"/>
                </a:solidFill>
              </a:rPr>
              <a:t>prop</a:t>
            </a:r>
            <a:endParaRPr lang="en-US" altLang="zh-TW" sz="2400">
              <a:solidFill>
                <a:srgbClr val="000000"/>
              </a:solidFill>
            </a:endParaRPr>
          </a:p>
        </p:txBody>
      </p:sp>
      <p:sp>
        <p:nvSpPr>
          <p:cNvPr id="95263" name="Slide Number Placeholder 3">
            <a:extLst>
              <a:ext uri="{FF2B5EF4-FFF2-40B4-BE49-F238E27FC236}">
                <a16:creationId xmlns:a16="http://schemas.microsoft.com/office/drawing/2014/main" id="{E23E9663-7F1F-4142-9123-AEC1EAB3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1-</a:t>
            </a:r>
            <a:fld id="{A860EBB7-3F4E-4D9D-B6F1-E797AE4DD5AE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95264" name="Line 24">
            <a:extLst>
              <a:ext uri="{FF2B5EF4-FFF2-40B4-BE49-F238E27FC236}">
                <a16:creationId xmlns:a16="http://schemas.microsoft.com/office/drawing/2014/main" id="{D36D40E3-7B95-40F1-8B5B-73BF79004E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0963" y="1857375"/>
            <a:ext cx="741362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5265" name="Line 25">
            <a:extLst>
              <a:ext uri="{FF2B5EF4-FFF2-40B4-BE49-F238E27FC236}">
                <a16:creationId xmlns:a16="http://schemas.microsoft.com/office/drawing/2014/main" id="{BAA738F5-64C3-4ECB-876A-76A49AB914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5763" y="2397125"/>
            <a:ext cx="428625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5266" name="Rectangle 32">
            <a:extLst>
              <a:ext uri="{FF2B5EF4-FFF2-40B4-BE49-F238E27FC236}">
                <a16:creationId xmlns:a16="http://schemas.microsoft.com/office/drawing/2014/main" id="{60800374-666E-4C19-9D0D-A65357AA4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25" y="20478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5267" name="Line 33">
            <a:extLst>
              <a:ext uri="{FF2B5EF4-FFF2-40B4-BE49-F238E27FC236}">
                <a16:creationId xmlns:a16="http://schemas.microsoft.com/office/drawing/2014/main" id="{B34E6C28-53AA-4192-8922-24D6203B85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9913" y="1984375"/>
            <a:ext cx="211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5268" name="Text Box 36">
            <a:extLst>
              <a:ext uri="{FF2B5EF4-FFF2-40B4-BE49-F238E27FC236}">
                <a16:creationId xmlns:a16="http://schemas.microsoft.com/office/drawing/2014/main" id="{2E259364-BC3F-4585-BC82-132A261A7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3075" y="15414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66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95269" name="Text Box 37">
            <a:extLst>
              <a:ext uri="{FF2B5EF4-FFF2-40B4-BE49-F238E27FC236}">
                <a16:creationId xmlns:a16="http://schemas.microsoft.com/office/drawing/2014/main" id="{DF2E5CAD-26FA-4725-867D-B6312D1E4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24939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99"/>
                </a:solidFill>
                <a:latin typeface="Arial" panose="020B0604020202020204" pitchFamily="34" charset="0"/>
              </a:rPr>
              <a:t>B</a:t>
            </a:r>
          </a:p>
        </p:txBody>
      </p:sp>
      <p:grpSp>
        <p:nvGrpSpPr>
          <p:cNvPr id="95270" name="Group 66">
            <a:extLst>
              <a:ext uri="{FF2B5EF4-FFF2-40B4-BE49-F238E27FC236}">
                <a16:creationId xmlns:a16="http://schemas.microsoft.com/office/drawing/2014/main" id="{B9224F81-67C9-4F9E-BCA6-A6FF0FF6DA77}"/>
              </a:ext>
            </a:extLst>
          </p:cNvPr>
          <p:cNvGrpSpPr>
            <a:grpSpLocks/>
          </p:cNvGrpSpPr>
          <p:nvPr/>
        </p:nvGrpSpPr>
        <p:grpSpPr bwMode="auto">
          <a:xfrm>
            <a:off x="1893888" y="1541463"/>
            <a:ext cx="779462" cy="679450"/>
            <a:chOff x="-44" y="1473"/>
            <a:chExt cx="981" cy="1105"/>
          </a:xfrm>
        </p:grpSpPr>
        <p:pic>
          <p:nvPicPr>
            <p:cNvPr id="95277" name="Picture 67" descr="desktop_computer_stylized_medium">
              <a:extLst>
                <a:ext uri="{FF2B5EF4-FFF2-40B4-BE49-F238E27FC236}">
                  <a16:creationId xmlns:a16="http://schemas.microsoft.com/office/drawing/2014/main" id="{430608CD-E080-463D-BAB6-25E72233C2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278" name="Freeform 68">
              <a:extLst>
                <a:ext uri="{FF2B5EF4-FFF2-40B4-BE49-F238E27FC236}">
                  <a16:creationId xmlns:a16="http://schemas.microsoft.com/office/drawing/2014/main" id="{BBD57BD8-1E33-4E3F-A2ED-EDE84608F0F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95271" name="Group 69">
            <a:extLst>
              <a:ext uri="{FF2B5EF4-FFF2-40B4-BE49-F238E27FC236}">
                <a16:creationId xmlns:a16="http://schemas.microsoft.com/office/drawing/2014/main" id="{33545968-317D-4874-A84B-35082594FAD3}"/>
              </a:ext>
            </a:extLst>
          </p:cNvPr>
          <p:cNvGrpSpPr>
            <a:grpSpLocks/>
          </p:cNvGrpSpPr>
          <p:nvPr/>
        </p:nvGrpSpPr>
        <p:grpSpPr bwMode="auto">
          <a:xfrm>
            <a:off x="2168525" y="2524125"/>
            <a:ext cx="779463" cy="679450"/>
            <a:chOff x="-44" y="1473"/>
            <a:chExt cx="981" cy="1105"/>
          </a:xfrm>
        </p:grpSpPr>
        <p:pic>
          <p:nvPicPr>
            <p:cNvPr id="95275" name="Picture 70" descr="desktop_computer_stylized_medium">
              <a:extLst>
                <a:ext uri="{FF2B5EF4-FFF2-40B4-BE49-F238E27FC236}">
                  <a16:creationId xmlns:a16="http://schemas.microsoft.com/office/drawing/2014/main" id="{CCFC8729-5703-4A11-91A7-0EED0592E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276" name="Freeform 71">
              <a:extLst>
                <a:ext uri="{FF2B5EF4-FFF2-40B4-BE49-F238E27FC236}">
                  <a16:creationId xmlns:a16="http://schemas.microsoft.com/office/drawing/2014/main" id="{613F0376-2F53-4558-891F-CC667326BA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95272" name="Text Box 41">
            <a:extLst>
              <a:ext uri="{FF2B5EF4-FFF2-40B4-BE49-F238E27FC236}">
                <a16:creationId xmlns:a16="http://schemas.microsoft.com/office/drawing/2014/main" id="{D7D572DA-4541-4133-808E-1C497B225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1249363"/>
            <a:ext cx="1466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transmission</a:t>
            </a:r>
          </a:p>
        </p:txBody>
      </p:sp>
      <p:sp>
        <p:nvSpPr>
          <p:cNvPr id="95273" name="Line 42">
            <a:extLst>
              <a:ext uri="{FF2B5EF4-FFF2-40B4-BE49-F238E27FC236}">
                <a16:creationId xmlns:a16="http://schemas.microsoft.com/office/drawing/2014/main" id="{BF6397E0-4A8C-4E59-8288-CF9724CC8FF5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4038600" y="1517650"/>
            <a:ext cx="5286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95274" name="TextBox 1">
            <a:extLst>
              <a:ext uri="{FF2B5EF4-FFF2-40B4-BE49-F238E27FC236}">
                <a16:creationId xmlns:a16="http://schemas.microsoft.com/office/drawing/2014/main" id="{DC0DABBF-85AF-408F-9C68-DF21FA571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6343650"/>
            <a:ext cx="7264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* Check out the Java applet for an interactive animation on trans vs. prop delay:  https://wps.pearsoned.com/ecs_kurose_compnetw_6/216/55463/14198702.cw/index.html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2">
            <a:extLst>
              <a:ext uri="{FF2B5EF4-FFF2-40B4-BE49-F238E27FC236}">
                <a16:creationId xmlns:a16="http://schemas.microsoft.com/office/drawing/2014/main" id="{B248F5F6-E0CC-4A21-A5C2-9FBE860D9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97283" name="Picture 37" descr="underline_base">
            <a:extLst>
              <a:ext uri="{FF2B5EF4-FFF2-40B4-BE49-F238E27FC236}">
                <a16:creationId xmlns:a16="http://schemas.microsoft.com/office/drawing/2014/main" id="{F9D3C0CC-6D07-4DBC-9253-17991535D07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811213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4" name="Rectangle 2">
            <a:extLst>
              <a:ext uri="{FF2B5EF4-FFF2-40B4-BE49-F238E27FC236}">
                <a16:creationId xmlns:a16="http://schemas.microsoft.com/office/drawing/2014/main" id="{7414A74E-C8FC-4F2A-87DD-C1F20366D1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Caravan analogy</a:t>
            </a:r>
          </a:p>
        </p:txBody>
      </p:sp>
      <p:sp>
        <p:nvSpPr>
          <p:cNvPr id="97285" name="Rectangle 3">
            <a:extLst>
              <a:ext uri="{FF2B5EF4-FFF2-40B4-BE49-F238E27FC236}">
                <a16:creationId xmlns:a16="http://schemas.microsoft.com/office/drawing/2014/main" id="{1ACD0F7E-DF2A-44F5-BC73-D94C5A5E33B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1338" y="2927350"/>
            <a:ext cx="4216400" cy="3317875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cars </a:t>
            </a:r>
            <a:r>
              <a:rPr lang="ja-JP" altLang="en-US" sz="2400">
                <a:ea typeface="ＭＳ Ｐゴシック" panose="020B0600070205080204" pitchFamily="34" charset="-128"/>
              </a:rPr>
              <a:t>“</a:t>
            </a:r>
            <a:r>
              <a:rPr lang="en-US" altLang="ja-JP" sz="2400">
                <a:solidFill>
                  <a:srgbClr val="0070C0"/>
                </a:solidFill>
                <a:ea typeface="ＭＳ Ｐゴシック" panose="020B0600070205080204" pitchFamily="34" charset="-128"/>
              </a:rPr>
              <a:t>propagate</a:t>
            </a:r>
            <a:r>
              <a:rPr lang="ja-JP" altLang="en-US" sz="2400">
                <a:ea typeface="ＭＳ Ｐゴシック" panose="020B0600070205080204" pitchFamily="34" charset="-128"/>
              </a:rPr>
              <a:t>”</a:t>
            </a:r>
            <a:r>
              <a:rPr lang="en-US" altLang="ja-JP" sz="2400">
                <a:ea typeface="ＭＳ Ｐゴシック" panose="020B0600070205080204" pitchFamily="34" charset="-128"/>
              </a:rPr>
              <a:t> at </a:t>
            </a:r>
            <a:br>
              <a:rPr lang="en-US" altLang="ja-JP" sz="2400">
                <a:ea typeface="ＭＳ Ｐゴシック" panose="020B0600070205080204" pitchFamily="34" charset="-128"/>
              </a:rPr>
            </a:br>
            <a:r>
              <a:rPr lang="en-US" altLang="ja-JP" sz="2400">
                <a:ea typeface="ＭＳ Ｐゴシック" panose="020B0600070205080204" pitchFamily="34" charset="-128"/>
              </a:rPr>
              <a:t>100 km/hr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toll booth takes 12 sec to service car (bit </a:t>
            </a:r>
            <a:r>
              <a:rPr lang="en-US" altLang="zh-TW" sz="2400">
                <a:solidFill>
                  <a:srgbClr val="7030A0"/>
                </a:solidFill>
                <a:ea typeface="ＭＳ Ｐゴシック" panose="020B0600070205080204" pitchFamily="34" charset="-128"/>
              </a:rPr>
              <a:t>transmission </a:t>
            </a:r>
            <a:r>
              <a:rPr lang="en-US" altLang="zh-TW" sz="2400">
                <a:ea typeface="ＭＳ Ｐゴシック" panose="020B0600070205080204" pitchFamily="34" charset="-128"/>
              </a:rPr>
              <a:t>time)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car~bit; caravan ~ packet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altLang="zh-TW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Q:</a:t>
            </a:r>
            <a:r>
              <a:rPr lang="en-US" altLang="zh-TW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 How long until caravan is lined up before 2nd toll booth?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40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73734" name="Rectangle 4">
            <a:extLst>
              <a:ext uri="{FF2B5EF4-FFF2-40B4-BE49-F238E27FC236}">
                <a16:creationId xmlns:a16="http://schemas.microsoft.com/office/drawing/2014/main" id="{05BDE405-C97B-40AD-A4AC-765298F83EE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27638" y="2941638"/>
            <a:ext cx="3724275" cy="3365500"/>
          </a:xfrm>
        </p:spPr>
        <p:txBody>
          <a:bodyPr/>
          <a:lstStyle/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400">
                <a:ea typeface="ＭＳ Ｐゴシック" panose="020B0600070205080204" pitchFamily="34" charset="-128"/>
              </a:rPr>
              <a:t>time to </a:t>
            </a:r>
            <a:r>
              <a:rPr lang="ja-JP" altLang="en-US" sz="2400">
                <a:solidFill>
                  <a:srgbClr val="7030A0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sz="2400">
                <a:solidFill>
                  <a:srgbClr val="7030A0"/>
                </a:solidFill>
                <a:ea typeface="ＭＳ Ｐゴシック" panose="020B0600070205080204" pitchFamily="34" charset="-128"/>
              </a:rPr>
              <a:t>push</a:t>
            </a:r>
            <a:r>
              <a:rPr lang="ja-JP" altLang="en-US" sz="2400">
                <a:solidFill>
                  <a:srgbClr val="7030A0"/>
                </a:solidFill>
                <a:ea typeface="ＭＳ Ｐゴシック" panose="020B0600070205080204" pitchFamily="34" charset="-128"/>
              </a:rPr>
              <a:t>”</a:t>
            </a:r>
            <a:r>
              <a:rPr lang="en-US" altLang="ja-JP" sz="2400">
                <a:solidFill>
                  <a:srgbClr val="7030A0"/>
                </a:solidFill>
                <a:ea typeface="ＭＳ Ｐゴシック" panose="020B0600070205080204" pitchFamily="34" charset="-128"/>
              </a:rPr>
              <a:t> entire caravan through toll booth</a:t>
            </a:r>
            <a:r>
              <a:rPr lang="en-US" altLang="ja-JP" sz="2400">
                <a:ea typeface="ＭＳ Ｐゴシック" panose="020B0600070205080204" pitchFamily="34" charset="-128"/>
              </a:rPr>
              <a:t> onto highway = 12*10 = 120 sec = 2 min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400">
                <a:ea typeface="ＭＳ Ｐゴシック" panose="020B0600070205080204" pitchFamily="34" charset="-128"/>
              </a:rPr>
              <a:t>time for last car to </a:t>
            </a:r>
            <a:r>
              <a:rPr lang="en-US" altLang="zh-TW" sz="2400">
                <a:solidFill>
                  <a:srgbClr val="0070C0"/>
                </a:solidFill>
                <a:ea typeface="ＭＳ Ｐゴシック" panose="020B0600070205080204" pitchFamily="34" charset="-128"/>
              </a:rPr>
              <a:t>propagate</a:t>
            </a:r>
            <a:r>
              <a:rPr lang="en-US" altLang="zh-TW" sz="2400">
                <a:ea typeface="ＭＳ Ｐゴシック" panose="020B0600070205080204" pitchFamily="34" charset="-128"/>
              </a:rPr>
              <a:t> from 1st to 2nd toll both: 100km/(100km/hr)= 1 hr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zh-TW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A:</a:t>
            </a:r>
            <a:r>
              <a:rPr lang="en-US" altLang="zh-TW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 62 minutes</a:t>
            </a:r>
          </a:p>
        </p:txBody>
      </p:sp>
      <p:grpSp>
        <p:nvGrpSpPr>
          <p:cNvPr id="97287" name="Group 42">
            <a:extLst>
              <a:ext uri="{FF2B5EF4-FFF2-40B4-BE49-F238E27FC236}">
                <a16:creationId xmlns:a16="http://schemas.microsoft.com/office/drawing/2014/main" id="{F03E3D74-FABE-4DA1-BBC0-70BCA8CA0179}"/>
              </a:ext>
            </a:extLst>
          </p:cNvPr>
          <p:cNvGrpSpPr>
            <a:grpSpLocks/>
          </p:cNvGrpSpPr>
          <p:nvPr/>
        </p:nvGrpSpPr>
        <p:grpSpPr bwMode="auto">
          <a:xfrm>
            <a:off x="406400" y="1195388"/>
            <a:ext cx="8043863" cy="1481137"/>
            <a:chOff x="165" y="725"/>
            <a:chExt cx="5067" cy="933"/>
          </a:xfrm>
        </p:grpSpPr>
        <p:grpSp>
          <p:nvGrpSpPr>
            <p:cNvPr id="97289" name="Group 43">
              <a:extLst>
                <a:ext uri="{FF2B5EF4-FFF2-40B4-BE49-F238E27FC236}">
                  <a16:creationId xmlns:a16="http://schemas.microsoft.com/office/drawing/2014/main" id="{6390A232-1F4C-4AAE-B133-EDD0F9DC76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5" y="781"/>
              <a:ext cx="516" cy="877"/>
              <a:chOff x="1357" y="938"/>
              <a:chExt cx="516" cy="877"/>
            </a:xfrm>
          </p:grpSpPr>
          <p:sp>
            <p:nvSpPr>
              <p:cNvPr id="97313" name="Rectangle 44">
                <a:extLst>
                  <a:ext uri="{FF2B5EF4-FFF2-40B4-BE49-F238E27FC236}">
                    <a16:creationId xmlns:a16="http://schemas.microsoft.com/office/drawing/2014/main" id="{E4996658-1107-43F2-BFBA-1AA411EAF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7314" name="Text Box 45">
                <a:extLst>
                  <a:ext uri="{FF2B5EF4-FFF2-40B4-BE49-F238E27FC236}">
                    <a16:creationId xmlns:a16="http://schemas.microsoft.com/office/drawing/2014/main" id="{C6149656-7CED-47DC-957D-B840899CBB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>
                    <a:latin typeface="Arial" panose="020B0604020202020204" pitchFamily="34" charset="0"/>
                  </a:rPr>
                  <a:t>toll 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>
                    <a:latin typeface="Arial" panose="020B0604020202020204" pitchFamily="34" charset="0"/>
                  </a:rPr>
                  <a:t>booth</a:t>
                </a:r>
              </a:p>
            </p:txBody>
          </p:sp>
        </p:grpSp>
        <p:grpSp>
          <p:nvGrpSpPr>
            <p:cNvPr id="97290" name="Group 46">
              <a:extLst>
                <a:ext uri="{FF2B5EF4-FFF2-40B4-BE49-F238E27FC236}">
                  <a16:creationId xmlns:a16="http://schemas.microsoft.com/office/drawing/2014/main" id="{85CF1D99-3882-4A74-ABE3-2EEDB08667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8" y="781"/>
              <a:ext cx="516" cy="877"/>
              <a:chOff x="1357" y="938"/>
              <a:chExt cx="516" cy="877"/>
            </a:xfrm>
          </p:grpSpPr>
          <p:sp>
            <p:nvSpPr>
              <p:cNvPr id="97311" name="Rectangle 47">
                <a:extLst>
                  <a:ext uri="{FF2B5EF4-FFF2-40B4-BE49-F238E27FC236}">
                    <a16:creationId xmlns:a16="http://schemas.microsoft.com/office/drawing/2014/main" id="{40123662-7830-4CC3-AD1E-EDE876AE5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7312" name="Text Box 48">
                <a:extLst>
                  <a:ext uri="{FF2B5EF4-FFF2-40B4-BE49-F238E27FC236}">
                    <a16:creationId xmlns:a16="http://schemas.microsoft.com/office/drawing/2014/main" id="{021DBBB8-CA83-46DD-8102-C8ED680A82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>
                    <a:latin typeface="Arial" panose="020B0604020202020204" pitchFamily="34" charset="0"/>
                  </a:rPr>
                  <a:t>toll 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>
                    <a:latin typeface="Arial" panose="020B0604020202020204" pitchFamily="34" charset="0"/>
                  </a:rPr>
                  <a:t>booth</a:t>
                </a:r>
              </a:p>
            </p:txBody>
          </p:sp>
        </p:grpSp>
        <p:sp>
          <p:nvSpPr>
            <p:cNvPr id="97291" name="AutoShape 49">
              <a:extLst>
                <a:ext uri="{FF2B5EF4-FFF2-40B4-BE49-F238E27FC236}">
                  <a16:creationId xmlns:a16="http://schemas.microsoft.com/office/drawing/2014/main" id="{5E4D364D-3425-4365-9814-D290CDE1CBB5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012" y="307"/>
              <a:ext cx="50" cy="1743"/>
            </a:xfrm>
            <a:prstGeom prst="leftBrace">
              <a:avLst>
                <a:gd name="adj1" fmla="val 290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7292" name="Text Box 50">
              <a:extLst>
                <a:ext uri="{FF2B5EF4-FFF2-40B4-BE49-F238E27FC236}">
                  <a16:creationId xmlns:a16="http://schemas.microsoft.com/office/drawing/2014/main" id="{D3843805-7251-4382-8732-0560675BF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" y="1139"/>
              <a:ext cx="685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ten-car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caravan</a:t>
              </a:r>
            </a:p>
          </p:txBody>
        </p:sp>
        <p:sp>
          <p:nvSpPr>
            <p:cNvPr id="97293" name="Line 51">
              <a:extLst>
                <a:ext uri="{FF2B5EF4-FFF2-40B4-BE49-F238E27FC236}">
                  <a16:creationId xmlns:a16="http://schemas.microsoft.com/office/drawing/2014/main" id="{4407884D-D2A3-4015-88E4-F29DB3732A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0" y="976"/>
              <a:ext cx="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7294" name="Text Box 52">
              <a:extLst>
                <a:ext uri="{FF2B5EF4-FFF2-40B4-BE49-F238E27FC236}">
                  <a16:creationId xmlns:a16="http://schemas.microsoft.com/office/drawing/2014/main" id="{060C12F9-D091-463A-AB35-6B627E1593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100 km</a:t>
              </a:r>
            </a:p>
          </p:txBody>
        </p:sp>
        <p:sp>
          <p:nvSpPr>
            <p:cNvPr id="97295" name="Line 53">
              <a:extLst>
                <a:ext uri="{FF2B5EF4-FFF2-40B4-BE49-F238E27FC236}">
                  <a16:creationId xmlns:a16="http://schemas.microsoft.com/office/drawing/2014/main" id="{056F2681-FE70-4CDC-866F-EAE7B40EB9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85" y="975"/>
              <a:ext cx="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7296" name="Text Box 54">
              <a:extLst>
                <a:ext uri="{FF2B5EF4-FFF2-40B4-BE49-F238E27FC236}">
                  <a16:creationId xmlns:a16="http://schemas.microsoft.com/office/drawing/2014/main" id="{2759BDE3-0665-4588-84AB-11580A79C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100 km</a:t>
              </a:r>
            </a:p>
          </p:txBody>
        </p:sp>
        <p:sp>
          <p:nvSpPr>
            <p:cNvPr id="97297" name="Line 55">
              <a:extLst>
                <a:ext uri="{FF2B5EF4-FFF2-40B4-BE49-F238E27FC236}">
                  <a16:creationId xmlns:a16="http://schemas.microsoft.com/office/drawing/2014/main" id="{3EE41CB7-DAE1-493A-BF3B-029146EBB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976"/>
              <a:ext cx="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7298" name="Oval 56">
              <a:extLst>
                <a:ext uri="{FF2B5EF4-FFF2-40B4-BE49-F238E27FC236}">
                  <a16:creationId xmlns:a16="http://schemas.microsoft.com/office/drawing/2014/main" id="{B6846174-0360-4D40-8C0E-C0121A6B4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7299" name="Oval 57">
              <a:extLst>
                <a:ext uri="{FF2B5EF4-FFF2-40B4-BE49-F238E27FC236}">
                  <a16:creationId xmlns:a16="http://schemas.microsoft.com/office/drawing/2014/main" id="{90880675-3C5D-4057-AF88-DE7406253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7300" name="Oval 58">
              <a:extLst>
                <a:ext uri="{FF2B5EF4-FFF2-40B4-BE49-F238E27FC236}">
                  <a16:creationId xmlns:a16="http://schemas.microsoft.com/office/drawing/2014/main" id="{3275D505-8667-4931-9678-D3C0AE1B4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pic>
          <p:nvPicPr>
            <p:cNvPr id="97301" name="Picture 59" descr="MCj03985170000[1]">
              <a:extLst>
                <a:ext uri="{FF2B5EF4-FFF2-40B4-BE49-F238E27FC236}">
                  <a16:creationId xmlns:a16="http://schemas.microsoft.com/office/drawing/2014/main" id="{FAFDAFAD-BE97-4365-8608-3EE00633C9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84" y="920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7302" name="Picture 60" descr="MCj03985170000[1]">
              <a:extLst>
                <a:ext uri="{FF2B5EF4-FFF2-40B4-BE49-F238E27FC236}">
                  <a16:creationId xmlns:a16="http://schemas.microsoft.com/office/drawing/2014/main" id="{B9BEE818-2A42-42F8-8667-28F5690EC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6" y="917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7303" name="Group 61">
              <a:extLst>
                <a:ext uri="{FF2B5EF4-FFF2-40B4-BE49-F238E27FC236}">
                  <a16:creationId xmlns:a16="http://schemas.microsoft.com/office/drawing/2014/main" id="{11E43C99-4DA0-4CCC-9A76-071D1C3BF3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5" y="725"/>
              <a:ext cx="289" cy="490"/>
              <a:chOff x="2365" y="1352"/>
              <a:chExt cx="1022" cy="1616"/>
            </a:xfrm>
          </p:grpSpPr>
          <p:pic>
            <p:nvPicPr>
              <p:cNvPr id="97309" name="Picture 62">
                <a:extLst>
                  <a:ext uri="{FF2B5EF4-FFF2-40B4-BE49-F238E27FC236}">
                    <a16:creationId xmlns:a16="http://schemas.microsoft.com/office/drawing/2014/main" id="{793E49F4-F50A-4A77-B831-45B9CE98EC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310" name="Rectangle 63">
                <a:extLst>
                  <a:ext uri="{FF2B5EF4-FFF2-40B4-BE49-F238E27FC236}">
                    <a16:creationId xmlns:a16="http://schemas.microsoft.com/office/drawing/2014/main" id="{CAFBA7BC-3742-48F0-9CB5-5422907FC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pic>
          <p:nvPicPr>
            <p:cNvPr id="97304" name="Picture 64" descr="MCj03985170000[1]">
              <a:extLst>
                <a:ext uri="{FF2B5EF4-FFF2-40B4-BE49-F238E27FC236}">
                  <a16:creationId xmlns:a16="http://schemas.microsoft.com/office/drawing/2014/main" id="{7047615C-E89A-4835-93C5-CF91BBA16C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65" y="933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7305" name="Group 65">
              <a:extLst>
                <a:ext uri="{FF2B5EF4-FFF2-40B4-BE49-F238E27FC236}">
                  <a16:creationId xmlns:a16="http://schemas.microsoft.com/office/drawing/2014/main" id="{685902DE-B0BE-4ACF-808E-F4EACA92C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6" y="743"/>
              <a:ext cx="289" cy="490"/>
              <a:chOff x="2365" y="1352"/>
              <a:chExt cx="1022" cy="1616"/>
            </a:xfrm>
          </p:grpSpPr>
          <p:pic>
            <p:nvPicPr>
              <p:cNvPr id="97307" name="Picture 66">
                <a:extLst>
                  <a:ext uri="{FF2B5EF4-FFF2-40B4-BE49-F238E27FC236}">
                    <a16:creationId xmlns:a16="http://schemas.microsoft.com/office/drawing/2014/main" id="{EA914544-AEB1-4CF0-A590-9FB8F48108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308" name="Rectangle 67">
                <a:extLst>
                  <a:ext uri="{FF2B5EF4-FFF2-40B4-BE49-F238E27FC236}">
                    <a16:creationId xmlns:a16="http://schemas.microsoft.com/office/drawing/2014/main" id="{3400C6C0-C5D2-47B3-AB6C-3CD8338F5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7306" name="Line 68">
              <a:extLst>
                <a:ext uri="{FF2B5EF4-FFF2-40B4-BE49-F238E27FC236}">
                  <a16:creationId xmlns:a16="http://schemas.microsoft.com/office/drawing/2014/main" id="{D8989FFC-31C7-4C96-8C9D-526C6F5D8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976"/>
              <a:ext cx="5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sp>
        <p:nvSpPr>
          <p:cNvPr id="97288" name="Slide Number Placeholder 3">
            <a:extLst>
              <a:ext uri="{FF2B5EF4-FFF2-40B4-BE49-F238E27FC236}">
                <a16:creationId xmlns:a16="http://schemas.microsoft.com/office/drawing/2014/main" id="{D869D912-2052-41DE-91A5-79742BF4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BB38EA77-8821-43F3-9700-89B21558A80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2">
            <a:extLst>
              <a:ext uri="{FF2B5EF4-FFF2-40B4-BE49-F238E27FC236}">
                <a16:creationId xmlns:a16="http://schemas.microsoft.com/office/drawing/2014/main" id="{22E75636-FC47-4A60-AE59-591F40D6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99331" name="Picture 36" descr="underline_base">
            <a:extLst>
              <a:ext uri="{FF2B5EF4-FFF2-40B4-BE49-F238E27FC236}">
                <a16:creationId xmlns:a16="http://schemas.microsoft.com/office/drawing/2014/main" id="{9BCDACC3-B007-4B84-9705-055C18EDA7E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0327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2" name="Rectangle 2">
            <a:extLst>
              <a:ext uri="{FF2B5EF4-FFF2-40B4-BE49-F238E27FC236}">
                <a16:creationId xmlns:a16="http://schemas.microsoft.com/office/drawing/2014/main" id="{0825515E-52D9-470B-B5D3-EB1667289FB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141288"/>
            <a:ext cx="7772400" cy="846137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Caravan analogy (more)</a:t>
            </a:r>
          </a:p>
        </p:txBody>
      </p:sp>
      <p:sp>
        <p:nvSpPr>
          <p:cNvPr id="99333" name="Rectangle 3">
            <a:extLst>
              <a:ext uri="{FF2B5EF4-FFF2-40B4-BE49-F238E27FC236}">
                <a16:creationId xmlns:a16="http://schemas.microsoft.com/office/drawing/2014/main" id="{1C5023CC-D83D-4D42-BD08-27F2EA45564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2125" y="2862263"/>
            <a:ext cx="8323263" cy="331787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suppose cars now </a:t>
            </a:r>
            <a:r>
              <a:rPr lang="ja-JP" altLang="en-US" sz="2400">
                <a:ea typeface="ＭＳ Ｐゴシック" panose="020B0600070205080204" pitchFamily="34" charset="-128"/>
              </a:rPr>
              <a:t>“</a:t>
            </a:r>
            <a:r>
              <a:rPr lang="en-US" altLang="ja-JP" sz="2400">
                <a:solidFill>
                  <a:srgbClr val="0070C0"/>
                </a:solidFill>
                <a:ea typeface="ＭＳ Ｐゴシック" panose="020B0600070205080204" pitchFamily="34" charset="-128"/>
              </a:rPr>
              <a:t>propagate</a:t>
            </a:r>
            <a:r>
              <a:rPr lang="ja-JP" altLang="en-US" sz="2400">
                <a:ea typeface="ＭＳ Ｐゴシック" panose="020B0600070205080204" pitchFamily="34" charset="-128"/>
              </a:rPr>
              <a:t>”</a:t>
            </a:r>
            <a:r>
              <a:rPr lang="en-US" altLang="ja-JP" sz="2400">
                <a:ea typeface="ＭＳ Ｐゴシック" panose="020B0600070205080204" pitchFamily="34" charset="-128"/>
              </a:rPr>
              <a:t> at 1000 km/hr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and suppose </a:t>
            </a:r>
            <a:r>
              <a:rPr lang="en-US" altLang="zh-TW" sz="2400">
                <a:solidFill>
                  <a:srgbClr val="7030A0"/>
                </a:solidFill>
                <a:ea typeface="ＭＳ Ｐゴシック" panose="020B0600070205080204" pitchFamily="34" charset="-128"/>
              </a:rPr>
              <a:t>toll booth </a:t>
            </a:r>
            <a:r>
              <a:rPr lang="en-US" altLang="zh-TW" sz="2400">
                <a:ea typeface="ＭＳ Ｐゴシック" panose="020B0600070205080204" pitchFamily="34" charset="-128"/>
              </a:rPr>
              <a:t>now takes 1 min to </a:t>
            </a:r>
            <a:r>
              <a:rPr lang="en-US" altLang="zh-TW" sz="2400">
                <a:solidFill>
                  <a:srgbClr val="7030A0"/>
                </a:solidFill>
                <a:ea typeface="ＭＳ Ｐゴシック" panose="020B0600070205080204" pitchFamily="34" charset="-128"/>
              </a:rPr>
              <a:t>service a car</a:t>
            </a:r>
          </a:p>
          <a:p>
            <a:pPr eaLnBrk="1" hangingPunct="1">
              <a:buSzPct val="75000"/>
            </a:pPr>
            <a:r>
              <a:rPr lang="en-US" altLang="zh-TW" sz="2400" i="1" u="sng">
                <a:solidFill>
                  <a:srgbClr val="CC0000"/>
                </a:solidFill>
                <a:ea typeface="ＭＳ Ｐゴシック" panose="020B0600070205080204" pitchFamily="34" charset="-128"/>
              </a:rPr>
              <a:t>Q:</a:t>
            </a:r>
            <a:r>
              <a:rPr lang="en-US" altLang="zh-TW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 Will cars arrive to 2nd booth before all cars serviced at first booth?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40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99334" name="Rectangle 4">
            <a:extLst>
              <a:ext uri="{FF2B5EF4-FFF2-40B4-BE49-F238E27FC236}">
                <a16:creationId xmlns:a16="http://schemas.microsoft.com/office/drawing/2014/main" id="{D6AFEFFB-5CEA-47AA-81FF-146B8E993EF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42975" y="4524375"/>
            <a:ext cx="7989888" cy="1751013"/>
          </a:xfrm>
        </p:spPr>
        <p:txBody>
          <a:bodyPr/>
          <a:lstStyle/>
          <a:p>
            <a:pPr eaLnBrk="1" hangingPunct="1">
              <a:buSzTx/>
              <a:buFont typeface="Wingdings" panose="05000000000000000000" pitchFamily="2" charset="2"/>
              <a:buChar char="§"/>
            </a:pPr>
            <a:endParaRPr lang="en-US" altLang="zh-TW" sz="2400" dirty="0">
              <a:ea typeface="ＭＳ Ｐゴシック" panose="020B0600070205080204" pitchFamily="34" charset="-128"/>
            </a:endParaRPr>
          </a:p>
        </p:txBody>
      </p:sp>
      <p:grpSp>
        <p:nvGrpSpPr>
          <p:cNvPr id="99335" name="Group 49">
            <a:extLst>
              <a:ext uri="{FF2B5EF4-FFF2-40B4-BE49-F238E27FC236}">
                <a16:creationId xmlns:a16="http://schemas.microsoft.com/office/drawing/2014/main" id="{84BCAC49-3841-4EA4-B6F5-5E7096B85D3C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150938"/>
            <a:ext cx="8043862" cy="1481137"/>
            <a:chOff x="165" y="725"/>
            <a:chExt cx="5067" cy="933"/>
          </a:xfrm>
        </p:grpSpPr>
        <p:grpSp>
          <p:nvGrpSpPr>
            <p:cNvPr id="99337" name="Group 5">
              <a:extLst>
                <a:ext uri="{FF2B5EF4-FFF2-40B4-BE49-F238E27FC236}">
                  <a16:creationId xmlns:a16="http://schemas.microsoft.com/office/drawing/2014/main" id="{E6CF5B93-64DD-46D5-950A-A08E1637D6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5" y="781"/>
              <a:ext cx="516" cy="877"/>
              <a:chOff x="1357" y="938"/>
              <a:chExt cx="516" cy="877"/>
            </a:xfrm>
          </p:grpSpPr>
          <p:sp>
            <p:nvSpPr>
              <p:cNvPr id="99361" name="Rectangle 6">
                <a:extLst>
                  <a:ext uri="{FF2B5EF4-FFF2-40B4-BE49-F238E27FC236}">
                    <a16:creationId xmlns:a16="http://schemas.microsoft.com/office/drawing/2014/main" id="{A74FED43-920B-4B2A-8DE7-EC2AEBCB9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9362" name="Text Box 7">
                <a:extLst>
                  <a:ext uri="{FF2B5EF4-FFF2-40B4-BE49-F238E27FC236}">
                    <a16:creationId xmlns:a16="http://schemas.microsoft.com/office/drawing/2014/main" id="{FC1E6DAF-7A79-4723-87C8-1E2AE5D7E5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>
                    <a:latin typeface="Arial" panose="020B0604020202020204" pitchFamily="34" charset="0"/>
                  </a:rPr>
                  <a:t>toll 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>
                    <a:latin typeface="Arial" panose="020B0604020202020204" pitchFamily="34" charset="0"/>
                  </a:rPr>
                  <a:t>booth</a:t>
                </a:r>
              </a:p>
            </p:txBody>
          </p:sp>
        </p:grpSp>
        <p:grpSp>
          <p:nvGrpSpPr>
            <p:cNvPr id="99338" name="Group 8">
              <a:extLst>
                <a:ext uri="{FF2B5EF4-FFF2-40B4-BE49-F238E27FC236}">
                  <a16:creationId xmlns:a16="http://schemas.microsoft.com/office/drawing/2014/main" id="{92744BBF-D096-4264-9207-25BC63B53B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8" y="781"/>
              <a:ext cx="516" cy="877"/>
              <a:chOff x="1357" y="938"/>
              <a:chExt cx="516" cy="877"/>
            </a:xfrm>
          </p:grpSpPr>
          <p:sp>
            <p:nvSpPr>
              <p:cNvPr id="99359" name="Rectangle 9">
                <a:extLst>
                  <a:ext uri="{FF2B5EF4-FFF2-40B4-BE49-F238E27FC236}">
                    <a16:creationId xmlns:a16="http://schemas.microsoft.com/office/drawing/2014/main" id="{94D510BF-D992-4EC0-8556-C8ACE9DD4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9360" name="Text Box 10">
                <a:extLst>
                  <a:ext uri="{FF2B5EF4-FFF2-40B4-BE49-F238E27FC236}">
                    <a16:creationId xmlns:a16="http://schemas.microsoft.com/office/drawing/2014/main" id="{6C5612D1-9445-43A3-9C00-2C8F38CD45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>
                    <a:latin typeface="Arial" panose="020B0604020202020204" pitchFamily="34" charset="0"/>
                  </a:rPr>
                  <a:t>toll 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>
                    <a:latin typeface="Arial" panose="020B0604020202020204" pitchFamily="34" charset="0"/>
                  </a:rPr>
                  <a:t>booth</a:t>
                </a:r>
              </a:p>
            </p:txBody>
          </p:sp>
        </p:grpSp>
        <p:sp>
          <p:nvSpPr>
            <p:cNvPr id="99339" name="AutoShape 29">
              <a:extLst>
                <a:ext uri="{FF2B5EF4-FFF2-40B4-BE49-F238E27FC236}">
                  <a16:creationId xmlns:a16="http://schemas.microsoft.com/office/drawing/2014/main" id="{8A0EA5E9-F565-4F5C-BF2F-A321F55A32D1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012" y="307"/>
              <a:ext cx="50" cy="1743"/>
            </a:xfrm>
            <a:prstGeom prst="leftBrace">
              <a:avLst>
                <a:gd name="adj1" fmla="val 290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9340" name="Text Box 30">
              <a:extLst>
                <a:ext uri="{FF2B5EF4-FFF2-40B4-BE49-F238E27FC236}">
                  <a16:creationId xmlns:a16="http://schemas.microsoft.com/office/drawing/2014/main" id="{3E1B029D-852A-4E32-B300-10EC2DC99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" y="1139"/>
              <a:ext cx="685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ten-car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caravan</a:t>
              </a:r>
            </a:p>
          </p:txBody>
        </p:sp>
        <p:sp>
          <p:nvSpPr>
            <p:cNvPr id="99341" name="Line 31">
              <a:extLst>
                <a:ext uri="{FF2B5EF4-FFF2-40B4-BE49-F238E27FC236}">
                  <a16:creationId xmlns:a16="http://schemas.microsoft.com/office/drawing/2014/main" id="{6175A767-5594-4732-A420-04A05045A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0" y="976"/>
              <a:ext cx="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9342" name="Text Box 33">
              <a:extLst>
                <a:ext uri="{FF2B5EF4-FFF2-40B4-BE49-F238E27FC236}">
                  <a16:creationId xmlns:a16="http://schemas.microsoft.com/office/drawing/2014/main" id="{C1B15F2C-5B16-412C-B74F-995AC7F4C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100 km</a:t>
              </a:r>
            </a:p>
          </p:txBody>
        </p:sp>
        <p:sp>
          <p:nvSpPr>
            <p:cNvPr id="99343" name="Line 34">
              <a:extLst>
                <a:ext uri="{FF2B5EF4-FFF2-40B4-BE49-F238E27FC236}">
                  <a16:creationId xmlns:a16="http://schemas.microsoft.com/office/drawing/2014/main" id="{EB77F881-28A2-4DFD-8402-D63AF2EDDC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85" y="975"/>
              <a:ext cx="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9344" name="Text Box 35">
              <a:extLst>
                <a:ext uri="{FF2B5EF4-FFF2-40B4-BE49-F238E27FC236}">
                  <a16:creationId xmlns:a16="http://schemas.microsoft.com/office/drawing/2014/main" id="{E5EC7FBA-E5D5-43E2-8982-582CC1FE3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100 km</a:t>
              </a:r>
            </a:p>
          </p:txBody>
        </p:sp>
        <p:sp>
          <p:nvSpPr>
            <p:cNvPr id="99345" name="Line 36">
              <a:extLst>
                <a:ext uri="{FF2B5EF4-FFF2-40B4-BE49-F238E27FC236}">
                  <a16:creationId xmlns:a16="http://schemas.microsoft.com/office/drawing/2014/main" id="{D019917B-8A05-4714-97AE-5B431DD3F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976"/>
              <a:ext cx="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9346" name="Oval 37">
              <a:extLst>
                <a:ext uri="{FF2B5EF4-FFF2-40B4-BE49-F238E27FC236}">
                  <a16:creationId xmlns:a16="http://schemas.microsoft.com/office/drawing/2014/main" id="{F85B6D61-E57B-45FB-8974-65A5439BE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9347" name="Oval 38">
              <a:extLst>
                <a:ext uri="{FF2B5EF4-FFF2-40B4-BE49-F238E27FC236}">
                  <a16:creationId xmlns:a16="http://schemas.microsoft.com/office/drawing/2014/main" id="{AEE7D041-2471-4EB1-AE73-E8DE8F9B5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9348" name="Oval 39">
              <a:extLst>
                <a:ext uri="{FF2B5EF4-FFF2-40B4-BE49-F238E27FC236}">
                  <a16:creationId xmlns:a16="http://schemas.microsoft.com/office/drawing/2014/main" id="{3ECCD31A-3DB6-4481-8249-FAC4EABE0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pic>
          <p:nvPicPr>
            <p:cNvPr id="99349" name="Picture 41" descr="MCj03985170000[1]">
              <a:extLst>
                <a:ext uri="{FF2B5EF4-FFF2-40B4-BE49-F238E27FC236}">
                  <a16:creationId xmlns:a16="http://schemas.microsoft.com/office/drawing/2014/main" id="{4F4C7C8D-6C18-4D75-A4AC-ED3877614F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84" y="920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9350" name="Picture 42" descr="MCj03985170000[1]">
              <a:extLst>
                <a:ext uri="{FF2B5EF4-FFF2-40B4-BE49-F238E27FC236}">
                  <a16:creationId xmlns:a16="http://schemas.microsoft.com/office/drawing/2014/main" id="{A219D0B0-D5B9-43DC-A208-99AF24B055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6" y="917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9351" name="Group 45">
              <a:extLst>
                <a:ext uri="{FF2B5EF4-FFF2-40B4-BE49-F238E27FC236}">
                  <a16:creationId xmlns:a16="http://schemas.microsoft.com/office/drawing/2014/main" id="{2C699A63-CABA-4858-B588-2685DCE597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5" y="725"/>
              <a:ext cx="289" cy="490"/>
              <a:chOff x="2365" y="1352"/>
              <a:chExt cx="1022" cy="1616"/>
            </a:xfrm>
          </p:grpSpPr>
          <p:pic>
            <p:nvPicPr>
              <p:cNvPr id="99357" name="Picture 43">
                <a:extLst>
                  <a:ext uri="{FF2B5EF4-FFF2-40B4-BE49-F238E27FC236}">
                    <a16:creationId xmlns:a16="http://schemas.microsoft.com/office/drawing/2014/main" id="{6F2E048F-3BEC-4EF0-81AE-7D8AA81A39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8" name="Rectangle 44">
                <a:extLst>
                  <a:ext uri="{FF2B5EF4-FFF2-40B4-BE49-F238E27FC236}">
                    <a16:creationId xmlns:a16="http://schemas.microsoft.com/office/drawing/2014/main" id="{EE64323F-E9C7-4406-BF84-27B025112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pic>
          <p:nvPicPr>
            <p:cNvPr id="99352" name="Picture 40" descr="MCj03985170000[1]">
              <a:extLst>
                <a:ext uri="{FF2B5EF4-FFF2-40B4-BE49-F238E27FC236}">
                  <a16:creationId xmlns:a16="http://schemas.microsoft.com/office/drawing/2014/main" id="{A612F150-56B2-4EB1-AE78-7F7A8A54C8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65" y="933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9353" name="Group 46">
              <a:extLst>
                <a:ext uri="{FF2B5EF4-FFF2-40B4-BE49-F238E27FC236}">
                  <a16:creationId xmlns:a16="http://schemas.microsoft.com/office/drawing/2014/main" id="{F36988EC-766D-463D-BEEF-ACAC9B03C2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6" y="743"/>
              <a:ext cx="289" cy="490"/>
              <a:chOff x="2365" y="1352"/>
              <a:chExt cx="1022" cy="1616"/>
            </a:xfrm>
          </p:grpSpPr>
          <p:pic>
            <p:nvPicPr>
              <p:cNvPr id="99355" name="Picture 47">
                <a:extLst>
                  <a:ext uri="{FF2B5EF4-FFF2-40B4-BE49-F238E27FC236}">
                    <a16:creationId xmlns:a16="http://schemas.microsoft.com/office/drawing/2014/main" id="{5167FFBE-58D1-407A-8D0E-490CCA599B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6" name="Rectangle 48">
                <a:extLst>
                  <a:ext uri="{FF2B5EF4-FFF2-40B4-BE49-F238E27FC236}">
                    <a16:creationId xmlns:a16="http://schemas.microsoft.com/office/drawing/2014/main" id="{D117CDA2-D491-48F8-AE87-0C1FFDB438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9354" name="Line 32">
              <a:extLst>
                <a:ext uri="{FF2B5EF4-FFF2-40B4-BE49-F238E27FC236}">
                  <a16:creationId xmlns:a16="http://schemas.microsoft.com/office/drawing/2014/main" id="{6764EEB5-368F-4DC0-8DF7-84B815357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976"/>
              <a:ext cx="5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sp>
        <p:nvSpPr>
          <p:cNvPr id="99336" name="Slide Number Placeholder 3">
            <a:extLst>
              <a:ext uri="{FF2B5EF4-FFF2-40B4-BE49-F238E27FC236}">
                <a16:creationId xmlns:a16="http://schemas.microsoft.com/office/drawing/2014/main" id="{218A933F-64F6-4CAD-BD63-FB516392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4897BF19-E69B-4F0E-955C-6D803B0161D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Footer Placeholder 2">
            <a:extLst>
              <a:ext uri="{FF2B5EF4-FFF2-40B4-BE49-F238E27FC236}">
                <a16:creationId xmlns:a16="http://schemas.microsoft.com/office/drawing/2014/main" id="{5F8ABD74-1DE7-455B-AD69-4D2E26B4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01379" name="Picture 18" descr="underline_base">
            <a:extLst>
              <a:ext uri="{FF2B5EF4-FFF2-40B4-BE49-F238E27FC236}">
                <a16:creationId xmlns:a16="http://schemas.microsoft.com/office/drawing/2014/main" id="{10BFBC05-04D5-479A-8F9B-1AA0E6B31A3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917575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0" name="Picture 60" descr="queueDelay">
            <a:extLst>
              <a:ext uri="{FF2B5EF4-FFF2-40B4-BE49-F238E27FC236}">
                <a16:creationId xmlns:a16="http://schemas.microsoft.com/office/drawing/2014/main" id="{C3C60DBE-9EC4-4AB3-926F-1D56CB3B8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200" y="852488"/>
            <a:ext cx="4968875" cy="305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1" name="Rectangle 3">
            <a:extLst>
              <a:ext uri="{FF2B5EF4-FFF2-40B4-BE49-F238E27FC236}">
                <a16:creationId xmlns:a16="http://schemas.microsoft.com/office/drawing/2014/main" id="{733CBD68-56B6-4EE4-A986-BE6249E1C79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9588" y="1806575"/>
            <a:ext cx="3973512" cy="178117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sz="2400" i="1">
                <a:ea typeface="ＭＳ Ｐゴシック" panose="020B0600070205080204" pitchFamily="34" charset="-128"/>
              </a:rPr>
              <a:t>R:</a:t>
            </a:r>
            <a:r>
              <a:rPr lang="en-US" altLang="zh-TW" sz="2400">
                <a:ea typeface="ＭＳ Ｐゴシック" panose="020B0600070205080204" pitchFamily="34" charset="-128"/>
              </a:rPr>
              <a:t> link bandwidth (bps = bits/sec)</a:t>
            </a:r>
          </a:p>
          <a:p>
            <a:pPr eaLnBrk="1" hangingPunct="1">
              <a:buSzPct val="75000"/>
            </a:pPr>
            <a:r>
              <a:rPr lang="en-US" altLang="zh-TW" sz="2400" i="1">
                <a:ea typeface="ＭＳ Ｐゴシック" panose="020B0600070205080204" pitchFamily="34" charset="-128"/>
              </a:rPr>
              <a:t>L:</a:t>
            </a:r>
            <a:r>
              <a:rPr lang="en-US" altLang="zh-TW" sz="2400">
                <a:ea typeface="ＭＳ Ｐゴシック" panose="020B0600070205080204" pitchFamily="34" charset="-128"/>
              </a:rPr>
              <a:t> packet length (bits/packet)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a: average packet arrival rate (packets/sec)</a:t>
            </a:r>
          </a:p>
        </p:txBody>
      </p:sp>
      <p:sp>
        <p:nvSpPr>
          <p:cNvPr id="101382" name="Rectangle 61">
            <a:extLst>
              <a:ext uri="{FF2B5EF4-FFF2-40B4-BE49-F238E27FC236}">
                <a16:creationId xmlns:a16="http://schemas.microsoft.com/office/drawing/2014/main" id="{586C6FDC-4FD8-4355-B818-063198E6B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7825" y="3451225"/>
            <a:ext cx="3810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TW" sz="2000" dirty="0">
                <a:solidFill>
                  <a:srgbClr val="000099"/>
                </a:solidFill>
                <a:latin typeface="Arial" panose="020B0604020202020204" pitchFamily="34" charset="0"/>
              </a:rPr>
              <a:t>traffic intensity </a:t>
            </a:r>
          </a:p>
          <a:p>
            <a:pPr algn="ctr">
              <a:spcBef>
                <a:spcPct val="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TW" sz="2000" dirty="0">
                <a:solidFill>
                  <a:srgbClr val="000099"/>
                </a:solidFill>
                <a:latin typeface="Arial" panose="020B0604020202020204" pitchFamily="34" charset="0"/>
              </a:rPr>
              <a:t>= La/R</a:t>
            </a:r>
          </a:p>
        </p:txBody>
      </p:sp>
      <p:sp>
        <p:nvSpPr>
          <p:cNvPr id="101383" name="Rectangle 62">
            <a:extLst>
              <a:ext uri="{FF2B5EF4-FFF2-40B4-BE49-F238E27FC236}">
                <a16:creationId xmlns:a16="http://schemas.microsoft.com/office/drawing/2014/main" id="{52DE70F3-5AFD-497E-915C-6822BA52F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4113213"/>
            <a:ext cx="69723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SzPct val="75000"/>
            </a:pPr>
            <a:r>
              <a:rPr lang="en-US" altLang="zh-TW" sz="2400" i="1" dirty="0"/>
              <a:t>La/R</a:t>
            </a:r>
            <a:r>
              <a:rPr lang="en-US" altLang="zh-TW" sz="2400" dirty="0"/>
              <a:t> ~ 0: avg. queueing delay small</a:t>
            </a:r>
          </a:p>
          <a:p>
            <a:pPr>
              <a:lnSpc>
                <a:spcPct val="100000"/>
              </a:lnSpc>
              <a:buSzPct val="75000"/>
            </a:pPr>
            <a:r>
              <a:rPr lang="en-US" altLang="zh-TW" sz="2400" i="1" dirty="0"/>
              <a:t>La/R </a:t>
            </a:r>
            <a:r>
              <a:rPr lang="en-US" altLang="zh-TW" sz="2400" dirty="0"/>
              <a:t>-&gt; 1: avg. queueing delay large</a:t>
            </a:r>
          </a:p>
          <a:p>
            <a:pPr>
              <a:buSzPct val="75000"/>
            </a:pPr>
            <a:r>
              <a:rPr lang="en-US" altLang="zh-TW" sz="2400" i="1" dirty="0"/>
              <a:t>La/R </a:t>
            </a:r>
            <a:r>
              <a:rPr lang="en-US" altLang="zh-TW" sz="2400" dirty="0"/>
              <a:t>&gt; 1: more </a:t>
            </a:r>
            <a:r>
              <a:rPr lang="ja-JP" altLang="en-US" sz="2400" dirty="0"/>
              <a:t>“</a:t>
            </a:r>
            <a:r>
              <a:rPr lang="en-US" altLang="ja-JP" sz="2400" dirty="0"/>
              <a:t>work</a:t>
            </a:r>
            <a:r>
              <a:rPr lang="ja-JP" altLang="en-US" sz="2400" dirty="0"/>
              <a:t>”</a:t>
            </a:r>
            <a:r>
              <a:rPr lang="en-US" altLang="ja-JP" sz="2400" dirty="0"/>
              <a:t> arriving </a:t>
            </a:r>
          </a:p>
          <a:p>
            <a:pPr>
              <a:buSzPct val="75000"/>
              <a:buFont typeface="Wingdings" panose="05000000000000000000" pitchFamily="2" charset="2"/>
              <a:buNone/>
            </a:pPr>
            <a:r>
              <a:rPr lang="en-US" altLang="zh-TW" sz="2400" dirty="0"/>
              <a:t>    than can be serviced, average delay infinite!</a:t>
            </a:r>
          </a:p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Wingdings" panose="05000000000000000000" pitchFamily="2" charset="2"/>
              <a:buChar char="q"/>
            </a:pPr>
            <a:endParaRPr lang="en-US" altLang="zh-TW" sz="2400" dirty="0"/>
          </a:p>
        </p:txBody>
      </p:sp>
      <p:sp>
        <p:nvSpPr>
          <p:cNvPr id="101384" name="Rectangle 11">
            <a:extLst>
              <a:ext uri="{FF2B5EF4-FFF2-40B4-BE49-F238E27FC236}">
                <a16:creationId xmlns:a16="http://schemas.microsoft.com/office/drawing/2014/main" id="{A75D5D65-B48C-4EFF-9BB8-9282524A5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868363"/>
            <a:ext cx="1271587" cy="4270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01385" name="Rectangle 61">
            <a:extLst>
              <a:ext uri="{FF2B5EF4-FFF2-40B4-BE49-F238E27FC236}">
                <a16:creationId xmlns:a16="http://schemas.microsoft.com/office/drawing/2014/main" id="{76BD95C9-E0E6-4F9E-93BC-576E96AC4517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596482" y="2180431"/>
            <a:ext cx="24336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TW" sz="2000" dirty="0">
                <a:solidFill>
                  <a:srgbClr val="000099"/>
                </a:solidFill>
                <a:latin typeface="Arial" panose="020B0604020202020204" pitchFamily="34" charset="0"/>
              </a:rPr>
              <a:t>average  queueing delay</a:t>
            </a:r>
          </a:p>
        </p:txBody>
      </p:sp>
      <p:pic>
        <p:nvPicPr>
          <p:cNvPr id="101386" name="Picture 13">
            <a:extLst>
              <a:ext uri="{FF2B5EF4-FFF2-40B4-BE49-F238E27FC236}">
                <a16:creationId xmlns:a16="http://schemas.microsoft.com/office/drawing/2014/main" id="{42130099-35C9-4F86-AC4C-047FEBA26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463" y="4935538"/>
            <a:ext cx="1546225" cy="123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7" name="Picture 14">
            <a:extLst>
              <a:ext uri="{FF2B5EF4-FFF2-40B4-BE49-F238E27FC236}">
                <a16:creationId xmlns:a16="http://schemas.microsoft.com/office/drawing/2014/main" id="{02F7277C-2040-41FD-8B02-6A969A48C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0" y="4197350"/>
            <a:ext cx="148113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8" name="Text Box 15">
            <a:extLst>
              <a:ext uri="{FF2B5EF4-FFF2-40B4-BE49-F238E27FC236}">
                <a16:creationId xmlns:a16="http://schemas.microsoft.com/office/drawing/2014/main" id="{E55BCFF6-58B4-41E5-9A92-0890FE131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4913" y="4141788"/>
            <a:ext cx="1054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La/R ~ 0</a:t>
            </a:r>
          </a:p>
        </p:txBody>
      </p:sp>
      <p:sp>
        <p:nvSpPr>
          <p:cNvPr id="101389" name="Rectangle 2">
            <a:extLst>
              <a:ext uri="{FF2B5EF4-FFF2-40B4-BE49-F238E27FC236}">
                <a16:creationId xmlns:a16="http://schemas.microsoft.com/office/drawing/2014/main" id="{B7E15099-85E6-45B3-AD6C-073B8AD173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33375" y="12382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Queueing delay (revisited)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01390" name="Text Box 16">
            <a:extLst>
              <a:ext uri="{FF2B5EF4-FFF2-40B4-BE49-F238E27FC236}">
                <a16:creationId xmlns:a16="http://schemas.microsoft.com/office/drawing/2014/main" id="{7166CE04-BA99-4A98-8877-665DD7D32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6110288"/>
            <a:ext cx="1130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La/R -&gt; 1</a:t>
            </a:r>
          </a:p>
        </p:txBody>
      </p:sp>
      <p:sp>
        <p:nvSpPr>
          <p:cNvPr id="101391" name="Slide Number Placeholder 3">
            <a:extLst>
              <a:ext uri="{FF2B5EF4-FFF2-40B4-BE49-F238E27FC236}">
                <a16:creationId xmlns:a16="http://schemas.microsoft.com/office/drawing/2014/main" id="{5A2EDBB1-C09E-480A-9512-FD6F86D6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4CA0E238-5E7F-4552-9A35-5B5D63C9727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01392" name="Rectangle 61">
            <a:extLst>
              <a:ext uri="{FF2B5EF4-FFF2-40B4-BE49-F238E27FC236}">
                <a16:creationId xmlns:a16="http://schemas.microsoft.com/office/drawing/2014/main" id="{E234888D-E8F4-4E8E-BF1D-F1158FD87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633788"/>
            <a:ext cx="40957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FF0000"/>
                </a:solidFill>
                <a:latin typeface="Arial" panose="020B0604020202020204" pitchFamily="34" charset="0"/>
              </a:rPr>
              <a:t>traffic intensity = La/R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2" grpId="0"/>
      <p:bldP spid="101383" grpId="0"/>
      <p:bldP spid="101385" grpId="0"/>
      <p:bldP spid="101388" grpId="0"/>
    </p:bldLst>
  </p:timing>
</p:sld>
</file>

<file path=ppt/theme/theme1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28155</TotalTime>
  <Words>3233</Words>
  <Application>Microsoft Office PowerPoint</Application>
  <PresentationFormat>如螢幕大小 (4:3)</PresentationFormat>
  <Paragraphs>944</Paragraphs>
  <Slides>49</Slides>
  <Notes>49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49</vt:i4>
      </vt:variant>
    </vt:vector>
  </HeadingPairs>
  <TitlesOfParts>
    <vt:vector size="61" baseType="lpstr">
      <vt:lpstr>ＭＳ Ｐゴシック</vt:lpstr>
      <vt:lpstr>新細明體</vt:lpstr>
      <vt:lpstr>Arial</vt:lpstr>
      <vt:lpstr>Calibri</vt:lpstr>
      <vt:lpstr>Comic Sans MS</vt:lpstr>
      <vt:lpstr>Gill Sans MT</vt:lpstr>
      <vt:lpstr>Tahoma</vt:lpstr>
      <vt:lpstr>Times New Roman</vt:lpstr>
      <vt:lpstr>Wingdings</vt:lpstr>
      <vt:lpstr>12_Default Design</vt:lpstr>
      <vt:lpstr>Default Design</vt:lpstr>
      <vt:lpstr>Clip</vt:lpstr>
      <vt:lpstr>PowerPoint 簡報</vt:lpstr>
      <vt:lpstr>Chapter 1: introduction</vt:lpstr>
      <vt:lpstr>Chapter 1: roadmap</vt:lpstr>
      <vt:lpstr>What’s the Internet: “nuts and bolts” view</vt:lpstr>
      <vt:lpstr>“Fun” internet appliances</vt:lpstr>
      <vt:lpstr>PowerPoint 簡報</vt:lpstr>
      <vt:lpstr>What’s the Internet: a service view</vt:lpstr>
      <vt:lpstr>What’s a protocol?</vt:lpstr>
      <vt:lpstr>PowerPoint 簡報</vt:lpstr>
      <vt:lpstr>Chapter 1: roadmap</vt:lpstr>
      <vt:lpstr>A closer look at network structure:</vt:lpstr>
      <vt:lpstr>Access networks and physical media</vt:lpstr>
      <vt:lpstr>Home access net: digital subscriber line (DSL)</vt:lpstr>
      <vt:lpstr>PowerPoint 簡報</vt:lpstr>
      <vt:lpstr>Enterprise access networks (Ethernet)</vt:lpstr>
      <vt:lpstr>Wireless access networks</vt:lpstr>
      <vt:lpstr>Physical media</vt:lpstr>
      <vt:lpstr>Physical media: coax, fiber</vt:lpstr>
      <vt:lpstr>Physical media: radio</vt:lpstr>
      <vt:lpstr>Chapter 1: roadmap</vt:lpstr>
      <vt:lpstr>The network core</vt:lpstr>
      <vt:lpstr>Circuit switching</vt:lpstr>
      <vt:lpstr>Circuit switching: FDM versus TDM</vt:lpstr>
      <vt:lpstr>Packet-switching</vt:lpstr>
      <vt:lpstr>Host: sends packets of data</vt:lpstr>
      <vt:lpstr>Packet-switching: store-and-forward</vt:lpstr>
      <vt:lpstr>Packet Switching: queueing delay, loss</vt:lpstr>
      <vt:lpstr>Two key network-core functions</vt:lpstr>
      <vt:lpstr>Packet switching versus circuit switching</vt:lpstr>
      <vt:lpstr>PowerPoint 簡報</vt:lpstr>
      <vt:lpstr>PowerPoint 簡報</vt:lpstr>
      <vt:lpstr>PowerPoint 簡報</vt:lpstr>
      <vt:lpstr>Internet structure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networks!</vt:lpstr>
      <vt:lpstr>Chapter 1: roadmap</vt:lpstr>
      <vt:lpstr>How do loss and delay occur?</vt:lpstr>
      <vt:lpstr>Four sources of packet delay</vt:lpstr>
      <vt:lpstr>PowerPoint 簡報</vt:lpstr>
      <vt:lpstr>Caravan analogy</vt:lpstr>
      <vt:lpstr>Caravan analogy (more)</vt:lpstr>
      <vt:lpstr>Queueing delay (revisited)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4th Edition: Chapter 1</dc:title>
  <dc:creator>Jim Kurose and Keith Ross</dc:creator>
  <cp:lastModifiedBy>Prof. CHEUNG Man Hon Michael</cp:lastModifiedBy>
  <cp:revision>426</cp:revision>
  <dcterms:created xsi:type="dcterms:W3CDTF">1999-10-08T19:08:27Z</dcterms:created>
  <dcterms:modified xsi:type="dcterms:W3CDTF">2026-08-27T03:33:42Z</dcterms:modified>
</cp:coreProperties>
</file>