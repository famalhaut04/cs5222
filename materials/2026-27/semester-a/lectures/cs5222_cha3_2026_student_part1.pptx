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  <p:sldMasterId id="2147483672" r:id="rId3"/>
  </p:sldMasterIdLst>
  <p:notesMasterIdLst>
    <p:notesMasterId r:id="rId48"/>
  </p:notesMasterIdLst>
  <p:handoutMasterIdLst>
    <p:handoutMasterId r:id="rId49"/>
  </p:handoutMasterIdLst>
  <p:sldIdLst>
    <p:sldId id="499" r:id="rId4"/>
    <p:sldId id="256" r:id="rId5"/>
    <p:sldId id="365" r:id="rId6"/>
    <p:sldId id="258" r:id="rId7"/>
    <p:sldId id="549" r:id="rId8"/>
    <p:sldId id="368" r:id="rId9"/>
    <p:sldId id="259" r:id="rId10"/>
    <p:sldId id="466" r:id="rId11"/>
    <p:sldId id="467" r:id="rId12"/>
    <p:sldId id="261" r:id="rId13"/>
    <p:sldId id="371" r:id="rId14"/>
    <p:sldId id="372" r:id="rId15"/>
    <p:sldId id="373" r:id="rId16"/>
    <p:sldId id="547" r:id="rId17"/>
    <p:sldId id="469" r:id="rId18"/>
    <p:sldId id="470" r:id="rId19"/>
    <p:sldId id="263" r:id="rId20"/>
    <p:sldId id="264" r:id="rId21"/>
    <p:sldId id="265" r:id="rId22"/>
    <p:sldId id="445" r:id="rId23"/>
    <p:sldId id="471" r:id="rId24"/>
    <p:sldId id="408" r:id="rId25"/>
    <p:sldId id="446" r:id="rId26"/>
    <p:sldId id="447" r:id="rId27"/>
    <p:sldId id="531" r:id="rId28"/>
    <p:sldId id="410" r:id="rId29"/>
    <p:sldId id="548" r:id="rId30"/>
    <p:sldId id="550" r:id="rId31"/>
    <p:sldId id="517" r:id="rId32"/>
    <p:sldId id="518" r:id="rId33"/>
    <p:sldId id="519" r:id="rId34"/>
    <p:sldId id="520" r:id="rId35"/>
    <p:sldId id="521" r:id="rId36"/>
    <p:sldId id="522" r:id="rId37"/>
    <p:sldId id="523" r:id="rId38"/>
    <p:sldId id="524" r:id="rId39"/>
    <p:sldId id="525" r:id="rId40"/>
    <p:sldId id="526" r:id="rId41"/>
    <p:sldId id="527" r:id="rId42"/>
    <p:sldId id="528" r:id="rId43"/>
    <p:sldId id="529" r:id="rId44"/>
    <p:sldId id="532" r:id="rId45"/>
    <p:sldId id="472" r:id="rId46"/>
    <p:sldId id="473" r:id="rId47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DDDDD"/>
    <a:srgbClr val="FFCCFF"/>
    <a:srgbClr val="FF99CC"/>
    <a:srgbClr val="000099"/>
    <a:srgbClr val="CC0000"/>
    <a:srgbClr val="FF66F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79571" autoAdjust="0"/>
  </p:normalViewPr>
  <p:slideViewPr>
    <p:cSldViewPr snapToGrid="0">
      <p:cViewPr varScale="1">
        <p:scale>
          <a:sx n="76" d="100"/>
          <a:sy n="76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9AB551BB-4164-43B2-90FD-DCEA7140C1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3E1FD2B9-374C-42AF-8D3D-5453928883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1481F787-015F-4676-A828-F2861726523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178786F9-C57D-4090-9796-20666EB781F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5450FEF-39CB-4BF0-8754-95D66555528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C2447E-AADD-4A40-851D-6080687426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6C2E43A-4F88-4CAF-A615-6A9B4860A8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9407439A-7438-48A8-B9FA-CAED984D260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C2C970B6-DBF9-4BD6-AE9A-D7B2C0DFBD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BE04509-1377-4BF9-BBDB-479066C5A9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l" defTabSz="966027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DECF450-F19E-4B1E-BC3B-3FD93E8D0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BCD7AD9-03E5-4EFA-9FB5-DCD0222A64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9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7413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7001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94E1BE8C-528C-46E4-B67A-D0147E428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A1DE79D9-1ECF-4C31-867A-19BFFC1CA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HK" altLang="en-US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8AACBB2D-7A2B-4C86-A5E9-FCA6ABFF2C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4E46997-BEBE-40A8-AFCD-0625C5B5FEEC}" type="slidenum">
              <a:rPr lang="en-US" altLang="zh-TW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66F97-2486-494B-8FC8-D028E078E3E6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06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04482D15-788A-4993-9231-E6ED241DFE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CACA3BAD-DBAE-463F-921F-A939BC8FA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ABF22B13-A587-4E0D-A09D-FEC22F462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7B5F5F4-8DEE-4D3C-8C41-5B22A1AB5A8D}" type="slidenum">
              <a:rPr lang="en-US" altLang="zh-TW" sz="1200" smtClean="0">
                <a:latin typeface="Times New Roman" panose="02020603050405020304" pitchFamily="18" charset="0"/>
              </a:rPr>
              <a:pPr/>
              <a:t>6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26686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6D20B894-5967-4CA0-8DE0-72BD4B15C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E8DD8B32-227A-4160-8D86-983F96642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A8EAC8E8-A072-49A1-929D-FAA9C34EEC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AE81FDB-310F-4BAD-B9A6-733D97CB7E32}" type="slidenum">
              <a:rPr lang="en-US" altLang="zh-TW" sz="1200" smtClean="0">
                <a:latin typeface="Times New Roman" panose="02020603050405020304" pitchFamily="18" charset="0"/>
              </a:rPr>
              <a:pPr/>
              <a:t>9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517A666B-8388-411A-B505-C7FEB7037A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0B822EAD-DF94-40C3-AED2-FE23F7EC1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63D11B5B-BBA3-4C09-9DAB-2D8C6D8113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07DBB4A-9EEA-4194-8327-9B84121D0BFE}" type="slidenum">
              <a:rPr lang="en-US" altLang="zh-TW" sz="1200" smtClean="0">
                <a:latin typeface="Times New Roman" panose="02020603050405020304" pitchFamily="18" charset="0"/>
              </a:rPr>
              <a:pPr/>
              <a:t>10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5674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1104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18023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2232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287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28274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5597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15563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406B6C83-57E1-4FDB-9090-6500AC44A7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0878617-00BF-4106-BB6D-DF965BDF5177}" type="slidenum">
              <a:rPr lang="en-US" altLang="zh-TW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933565F1-6126-427F-8259-3B543988D2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2AD42F11-6E5D-488F-A67B-CC763FD16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47D2BC1D-8822-47F9-A103-103AF81BF1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05171404-C898-4504-B047-4BE4AA253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HK" dirty="0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98836155-404A-4A84-9F63-2D3B2B5E34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80FD0C0-30D5-4772-B6B8-4F804686AC91}" type="slidenum">
              <a:rPr lang="en-US" altLang="zh-TW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4A2147DB-E16D-4A17-9A36-4E10E63EF3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1FE0BE1D-2039-4EA1-B4E7-04C938420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1952D281-7598-4C2C-A81B-BB8E6407BC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05735CC-7CA4-488E-AF7C-AFA824F726B2}" type="slidenum">
              <a:rPr lang="en-US" altLang="zh-TW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61A88F2D-6718-49CB-9667-B01864013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B96B601D-00E5-41D1-9E74-4758F60E1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9071C362-34D2-4D75-A9A2-CCDA59256C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1AE21D6-5B63-4C2B-9234-F40A5C01EB42}" type="slidenum">
              <a:rPr lang="en-US" altLang="zh-TW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33228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CF764A5C-7A04-4DE9-87E1-E1B15F7DE2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674813E8-CE27-4092-8D5D-01DC3F259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431EC692-30F3-4494-A70C-19A9A110CF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F14CE8-7A8A-4F82-AD26-2A5EDDA60646}" type="slidenum">
              <a:rPr lang="en-US" altLang="zh-TW" sz="1200" smtClean="0">
                <a:latin typeface="Times New Roman" panose="02020603050405020304" pitchFamily="18" charset="0"/>
              </a:rPr>
              <a:pPr/>
              <a:t>26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CF764A5C-7A04-4DE9-87E1-E1B15F7DE2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674813E8-CE27-4092-8D5D-01DC3F259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431EC692-30F3-4494-A70C-19A9A110CF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CF14CE8-7A8A-4F82-AD26-2A5EDDA60646}" type="slidenum">
              <a:rPr lang="en-US" altLang="zh-TW" sz="1200" smtClean="0">
                <a:latin typeface="Times New Roman" panose="02020603050405020304" pitchFamily="18" charset="0"/>
              </a:rPr>
              <a:pPr/>
              <a:t>27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6700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B5851D27-CD19-4DB5-BA23-53A3548CC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B34AB7EB-ABBE-46CA-BBAF-CB0E07DE9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8D7D1EA2-4053-452D-A7F2-DC4B7283AB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29FB424-49E4-421D-8D47-97720B1CE0B7}" type="slidenum">
              <a:rPr lang="en-US" altLang="zh-TW" sz="1200" smtClean="0">
                <a:latin typeface="Times New Roman" panose="02020603050405020304" pitchFamily="18" charset="0"/>
              </a:rPr>
              <a:pPr/>
              <a:t>28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062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FA34E31B-9FB9-4D92-A8F3-5C40A1270B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560A038A-B697-4346-900F-81ACCE5E5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CC71E03B-A383-49F4-AE4F-44D0BB060A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8379E5F-533B-4B6E-98FF-6D25A76029FA}" type="slidenum">
              <a:rPr lang="en-US" altLang="zh-TW" sz="1200" smtClean="0">
                <a:latin typeface="Times New Roman" panose="02020603050405020304" pitchFamily="18" charset="0"/>
              </a:rPr>
              <a:pPr/>
              <a:t>29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83DCD779-B0FB-4979-9D1D-0CEA49FE5E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0E44DBB1-EDDF-4EF1-8E26-3DBAEE23BA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5E4C87F6-6771-430E-AB42-F4FE0AEC99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F7909D0-AE74-408F-A026-456A9349B5E7}" type="slidenum">
              <a:rPr lang="en-US" altLang="zh-TW" sz="1200" smtClean="0">
                <a:latin typeface="Times New Roman" panose="02020603050405020304" pitchFamily="18" charset="0"/>
              </a:rPr>
              <a:pPr/>
              <a:t>30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7C927FF2-A851-4084-86A2-8A43E6EE83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A9BCEB37-31C8-4A70-BFF1-6C0F124D2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98910295-CCC7-4D71-8355-76A3C2DC2A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D97F801-B693-44C3-B094-C7CE93E52258}" type="slidenum">
              <a:rPr lang="en-US" altLang="zh-TW" sz="1200" smtClean="0">
                <a:latin typeface="Times New Roman" panose="02020603050405020304" pitchFamily="18" charset="0"/>
              </a:rPr>
              <a:pPr/>
              <a:t>31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9BEF925B-6F32-44DB-B746-7BCE4E7DF4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23B0C485-1C9A-4552-93EB-2F8695446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FAFAD165-7C85-4063-ABED-C8F7D12E8E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77253BC-5B3D-44F4-B97D-C4325A3E4DF2}" type="slidenum">
              <a:rPr lang="en-US" altLang="zh-TW" sz="1200" smtClean="0">
                <a:latin typeface="Times New Roman" panose="02020603050405020304" pitchFamily="18" charset="0"/>
              </a:rPr>
              <a:pPr/>
              <a:t>32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>
            <a:extLst>
              <a:ext uri="{FF2B5EF4-FFF2-40B4-BE49-F238E27FC236}">
                <a16:creationId xmlns:a16="http://schemas.microsoft.com/office/drawing/2014/main" id="{099E8AEB-FD90-46B1-9D43-5A810482C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>
            <a:extLst>
              <a:ext uri="{FF2B5EF4-FFF2-40B4-BE49-F238E27FC236}">
                <a16:creationId xmlns:a16="http://schemas.microsoft.com/office/drawing/2014/main" id="{ED799561-4FC8-4C7F-BA95-672F6D0EB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34C732D6-70AA-44DD-8BC1-9A2E57B365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69027BC-ED0D-4349-B8FB-97D99054BB31}" type="slidenum">
              <a:rPr lang="en-US" altLang="zh-TW" sz="1200" smtClean="0">
                <a:latin typeface="Times New Roman" panose="02020603050405020304" pitchFamily="18" charset="0"/>
              </a:rPr>
              <a:pPr/>
              <a:t>33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937161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4CF4D1DB-717E-41EC-B26A-00AECA3206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47D7F72C-61D9-4475-9FA1-DAAAEF852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HK" altLang="en-US" dirty="0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16930328-A5CE-4B00-B5CE-1C7A324C74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F2AFC6A-E372-4833-AD7C-2BFFA828289C}" type="slidenum">
              <a:rPr lang="en-US" altLang="zh-TW" sz="1200" smtClean="0">
                <a:latin typeface="Times New Roman" panose="02020603050405020304" pitchFamily="18" charset="0"/>
              </a:rPr>
              <a:pPr/>
              <a:t>35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38DBD57D-A0E3-440A-B321-441FA7E4B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A347A013-8494-494A-87F0-3D0743829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4EAB2E01-F55C-413F-982B-CE726A319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2A9DE03-54E3-44D1-AE10-94B8B7ADCD9F}" type="slidenum">
              <a:rPr lang="en-US" altLang="zh-TW" sz="1200" smtClean="0">
                <a:latin typeface="Times New Roman" panose="02020603050405020304" pitchFamily="18" charset="0"/>
              </a:rPr>
              <a:pPr/>
              <a:t>36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DB70049D-D9B6-43AD-8784-B0D508C6C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C0C3E722-E249-4F31-BFA1-3C5FCC29E8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F76DA1BE-4227-4B64-BABC-F96A0F5C32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7ACD02D-6EDA-465C-A64E-10567EE87FFB}" type="slidenum">
              <a:rPr lang="en-US" altLang="zh-TW" sz="1200" smtClean="0">
                <a:latin typeface="Times New Roman" panose="02020603050405020304" pitchFamily="18" charset="0"/>
              </a:rPr>
              <a:pPr/>
              <a:t>37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89A6BBA4-BAC1-4927-BD2C-4E4DF3595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241F7-5F99-49C5-8ED1-B531EF49F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endParaRPr lang="zh-HK" altLang="en-US" dirty="0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05EB7A99-E838-4EA5-A252-069F018B01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56DBE25-C3DF-4C95-9482-51C8160D8628}" type="slidenum">
              <a:rPr lang="en-US" altLang="zh-TW" sz="1200" smtClean="0">
                <a:latin typeface="Times New Roman" panose="02020603050405020304" pitchFamily="18" charset="0"/>
              </a:rPr>
              <a:pPr/>
              <a:t>38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86591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CE9FC760-D045-40FB-A6F0-1CCFA12381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D026F589-294E-4EC1-A3DD-A68457EF9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E93E5FFA-39AA-4DA5-8E04-522AFA226C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24F4047-096C-40F3-BED8-703A3496D37C}" type="slidenum">
              <a:rPr lang="en-US" altLang="zh-TW" sz="1200" smtClean="0">
                <a:latin typeface="Times New Roman" panose="02020603050405020304" pitchFamily="18" charset="0"/>
              </a:rPr>
              <a:pPr/>
              <a:t>40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183226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48974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HK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BCD7AD9-03E5-4EFA-9FB5-DCD0222A6498}" type="slidenum">
              <a:rPr lang="en-US" altLang="zh-TW" smtClean="0"/>
              <a:pPr>
                <a:defRPr/>
              </a:pPr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57403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48043E23-396A-4683-AD5D-12AB5F6AAB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3664DE35-5391-401A-9635-D71A2203C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052B684B-9FF1-4CE7-ADD5-9A49A8537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AEE0A1B-3EE8-4E50-8724-CE74FFE44BED}" type="slidenum">
              <a:rPr lang="en-US" altLang="zh-TW" sz="1200" smtClean="0">
                <a:latin typeface="Times New Roman" panose="02020603050405020304" pitchFamily="18" charset="0"/>
              </a:rPr>
              <a:pPr/>
              <a:t>44</a:t>
            </a:fld>
            <a:endParaRPr lang="en-US" altLang="zh-TW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740F07-0138-43DE-BE38-CBF819A26B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7FFB9C-18E7-4CA5-BE93-7F6117393A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EF08FF-3586-4CD8-B1A5-933DEB096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5F5C2C7C-1ECB-4716-9952-2A792C73507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4078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51993F-71A7-4993-A14B-B54DA3C5D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DE85E8-8A48-4A8A-A8F7-56E4FD76D6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91D3ED-FECD-40E5-94A0-C0848E050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5798DB4A-FD53-4AF4-98DC-EDF3BEB8E00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020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4822EB-529A-4AD1-AB30-9BE43B888F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09C7D7-237E-4792-A449-A2BFD9EE35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272FD6-9A16-4F73-85B6-66E21AFA21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67A5DE27-D496-4916-B5A4-478D7148C4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3272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DE24A2-B2B4-4169-B0AB-0DDDFB5FD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7EFCD-325C-4A06-BEA8-8FC7E32A01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7D0EC4-1CFC-4DA5-9697-D16B7B32B3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4D25E474-CBE0-4FEB-91CC-59DB198151B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5215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C93F54-8764-4536-949E-F3671A610B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4EC87FB-FD45-49A1-B3AA-BE3B0DF0D6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761B90-B9D4-499D-A903-086CE9109E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ABFEBDF9-B6B5-4BC3-BFA1-056B847114F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5281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32338AF-15CD-4269-801A-7059C18116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4B90C4-846B-4322-91FD-491CDBF5F0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004E43-BC78-4332-8617-A587EE5D9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213ED3E9-2D54-4C79-9114-0A47A600B5B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427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D9126BC-60F9-4A68-B0E7-58F9FA524A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8EDCDB3-BF35-4695-A1F5-8EB4707DF1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E44963-B10D-4EBA-BDD8-56528D9FA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CA810AB5-3F19-4736-A479-EE978D12B37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1988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FC151E-8EDF-40DC-94B0-C1C638011F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8838F-384A-468A-95AD-9688F49B17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374995-0028-4CB3-9F2D-4926F67981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DAE2EFAC-2B85-4B27-BC6C-127F1540E03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152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C42B4F-2396-4331-A73D-00BD63297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18E4D0-F7E5-4410-93DD-2CCAA9CFF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B1A0F-F8EF-4B50-860E-6015B13828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E42DBEF0-A785-4F9D-A5C1-880A164877C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325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60A4CB-94A9-49D0-8295-265F8ABC5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83F53C-7B6D-4F95-8588-9E120A625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7F4609-C75A-459A-B5AD-D32B0739C6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05C175F8-BA2E-4CFB-8C0A-0783005C5B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71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F94943-BB6F-4D2A-98BF-7CCB8F97AE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26A0C9-24E3-447C-952C-6ED7061E9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644231-7168-411B-8235-A93434BA38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3-</a:t>
            </a:r>
            <a:fld id="{DA80584E-6B12-426F-96E7-BB7BE0B9A7C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08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C437BD6-A065-45E4-8D5D-9101408FEA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DB89C3-B8B8-4E56-AECD-CE69F30E77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F28534-4839-403F-B4AB-9656F262A9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B6ECC930-8E4D-48AF-9A88-7E5938AAC92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9832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0662F3-FE0D-453E-A3E4-CB128155E3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EBE007-A8E1-4C97-BF43-1DD2E0071E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35AD34-999A-4547-8630-41A75F8F73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A855E88A-92CF-4420-9413-B07781FF60F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4879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6FC5C4-E60B-4900-9F2B-94F8CCE3F3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8DCEB5-71ED-4EC8-9CE1-21EE359675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FCBC31-F83F-4B21-9D48-B3B5E87485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F955FACE-1ABE-4CDF-B631-5BFBDF19974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7994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E505D-26F8-408C-A7B9-18AD32F1DD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6BBC1-BCFF-4097-A469-C2B4DEA748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77699-F5E2-4E52-A6EF-5CACC2B394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E177EA1A-C767-477C-A179-4C1407186FE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92684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3AFD100-1D02-4259-9C37-EB36C41A34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38839B-7E43-4BF9-988C-D438D43F0A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69FF6CD-4A33-486B-990C-DF0240B210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6BB2B798-D253-45B5-92A9-7EEF20D042F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233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711A6A-F40D-4CBD-AB2D-A5B9E2A041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197D46-CD22-4F9B-B89A-C1057931D9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4E1151-8F68-4EF3-ADEA-D1A6DC9CF9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AEE84E8B-C7F9-42B1-BFF2-CDE033ACAF8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8601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4111036-43D3-4232-908F-25B1561B9F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8D698D1-DF84-4152-A828-0A23405E8C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85F198-9FCA-4F2B-97BB-EA38164A60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F57B8EF4-6C74-4B9C-9E97-BC185376831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8400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C8D98-E23D-4E8E-9F16-5876EDAEEB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8DEE8-8456-4869-B41C-8FA584E7B6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88E5C-EC1D-4143-8FDA-E580EE5087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669B7410-617A-4E3A-B7E4-FAFB34F83CD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673135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BBA19-7E5D-4ACA-A4CB-85C5EBA2B8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49E19-8B2A-4739-BC11-7627AD861C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237A6-A03A-4113-8EF7-236054DAB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38A619B0-D34F-4AB2-BCBB-FF8EC399C3D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2366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C24C09-6B2B-43CE-8B3D-E56088B66A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B43E62-6545-4F3B-971E-6CE912D7E5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270B5B0-7325-4D07-BE71-504944DDB5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D86658E6-4DB8-44BD-847D-F2506BC4E60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3971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D2E26E-F3EA-42BE-9229-FD63E6817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BBDC0F-78C6-4F57-90C3-1E6A746085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B79840-FC09-49D2-98A5-B5B7661E6B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F776E007-2A74-48EF-85E0-B4D2729AAFF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8734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7EB1D9C-89DF-4102-B0EF-1E82FA5221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C43F63-D6A6-4B33-A45D-D8D2481889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A423025-DDD6-4648-AA0C-0A75C5409B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3DFE82C0-9F34-40AA-B57E-4DE961B9A9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8031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C1CD3F-26A9-474E-B8F2-410721CA7C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3BA03B-5C69-47C7-A38D-16E5787207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0F0D4B-2605-4077-BDF3-183F490BEB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22A808E6-2E6F-4576-82D7-AE688DD6767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90796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CCF1C6-3B97-41C6-B27F-063594CFA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C36E05-456E-4139-A5B0-FB406C1C29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229E74-D207-4E2E-9AFD-D0A28BA1FC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E3BA60BB-6601-4F59-982D-EAF6353E9D1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5218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C7407-6B4E-4AA0-BEB1-7C754483F0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CFEC6-779E-40F5-9357-5A28183684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A29FF-EE5E-476F-943C-6604AA1FED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7706FC4C-2BBA-45B7-B414-104A18615D9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1005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8AB31E-E008-4AF8-B2B6-4A71E2A9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EFACF1D-16F6-418F-8673-ED3376CC35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559C577-7999-40A4-9F29-9474A1826F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288C6098-D88B-4951-9D7C-1669B9D7853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19191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51DAB6A-79C7-4D03-811F-BA26BD92FF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91BC501-3450-4F85-9BD2-94084E893D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B0225C-696A-46F6-9306-746D754C52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59BECAFE-3B8A-4480-B1E4-2C8BCCFCBD7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82809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E7EA95-D4D7-4CF1-887C-8BDB0ADE1B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206DE64-4F3D-4038-BB3E-22EFF1FA57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09B7CE-3A5E-4BD9-9401-5448F484B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A4C7673F-9C6E-4444-91E4-5C2927B7D5F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025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A40C9-DAE2-4A0A-AA33-5F89F909D4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CF870-FF2F-44A9-A099-059C1B607A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BDDD0-8BCB-44BA-A490-794D2E732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A0AF8E83-F908-49B2-AC73-1287EB56FFC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933831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24788-3FB5-42F6-8FC7-4F18689AC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024FC-95AA-459F-B1D6-71808A915C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655BC-7DB7-49A3-889F-444D881A7B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A327F2BF-0294-43FB-A59D-7E3D2EDEF9B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97664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43F611-3B55-42AD-9257-95702396C5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48C37D-5765-4166-87A9-B586881454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071470-C27D-4C77-9F54-3C33D04C66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8BCAB81B-0A70-415B-A335-AF97C885482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12562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EA88B9-3A94-430D-A7F6-CDEC07922A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 eaLnBrk="1" hangingPunct="1">
              <a:defRPr kumimoji="1"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A33896-8A67-433C-B599-F212712978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hangingPunct="1">
              <a:defRPr kumimoji="1"/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70D02C6-8766-4B13-B6BE-8EFDE78676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algn="ctr" eaLnBrk="1" hangingPunct="1">
              <a:defRPr kumimoji="1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DE1BEC2A-80BD-4DB7-BE3D-967A8CCCC0D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9101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B0A99D7-24BA-4B61-AEBF-DF51145FF8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A096E8-EDF6-42AA-9545-F0926DD57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B6930F-F1FC-4979-B6EA-3808EBBDED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BE47C2-E790-4A1F-8917-DCB92BE547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45250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8CB566-46E7-4964-830C-66CDC602D7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r>
              <a:rPr lang="en-US" altLang="zh-TW"/>
              <a:t>3-</a:t>
            </a:r>
            <a:fld id="{000A6F55-3B54-4FD7-90E6-34CC92D8040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71" r:id="rId1"/>
    <p:sldLayoutId id="2147484972" r:id="rId2"/>
    <p:sldLayoutId id="2147484973" r:id="rId3"/>
    <p:sldLayoutId id="2147484974" r:id="rId4"/>
    <p:sldLayoutId id="2147484975" r:id="rId5"/>
    <p:sldLayoutId id="2147484976" r:id="rId6"/>
    <p:sldLayoutId id="2147484977" r:id="rId7"/>
    <p:sldLayoutId id="2147484978" r:id="rId8"/>
    <p:sldLayoutId id="2147484979" r:id="rId9"/>
    <p:sldLayoutId id="2147484980" r:id="rId10"/>
    <p:sldLayoutId id="2147484981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75D0248-7D5B-4AB9-AA23-E7571E621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7776D74-CF8D-497D-9F8C-6BF211C3C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2DF2F3-76E2-4A70-9FAA-3154EACBE7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B09FDF-19B5-4A6E-A454-10C26346307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45250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B3479F-A955-403A-A060-8D33E8145C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0F59CBA1-7E48-4C92-B58B-890DA2AEDEB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82" r:id="rId1"/>
    <p:sldLayoutId id="2147484983" r:id="rId2"/>
    <p:sldLayoutId id="2147484984" r:id="rId3"/>
    <p:sldLayoutId id="2147484985" r:id="rId4"/>
    <p:sldLayoutId id="2147484986" r:id="rId5"/>
    <p:sldLayoutId id="2147484987" r:id="rId6"/>
    <p:sldLayoutId id="2147484988" r:id="rId7"/>
    <p:sldLayoutId id="2147484989" r:id="rId8"/>
    <p:sldLayoutId id="2147484990" r:id="rId9"/>
    <p:sldLayoutId id="2147484991" r:id="rId10"/>
    <p:sldLayoutId id="214748499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37A420C-BB7D-4F71-A14A-59A134D08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B3A12E8-F363-47AD-B27D-C652B26AEF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BFA207E-2F29-4858-9D3B-C28A69A753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kumimoji="0" sz="1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4F0929-3D27-4FC1-88E0-25DF45AE22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45250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4124FA8-0DFC-4E44-8271-2491A15E25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3-</a:t>
            </a:r>
            <a:fld id="{C5E7B10B-31E5-4F36-8AD2-4E0CD49D1C2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93" r:id="rId1"/>
    <p:sldLayoutId id="2147484994" r:id="rId2"/>
    <p:sldLayoutId id="2147484995" r:id="rId3"/>
    <p:sldLayoutId id="2147484996" r:id="rId4"/>
    <p:sldLayoutId id="2147484997" r:id="rId5"/>
    <p:sldLayoutId id="2147484998" r:id="rId6"/>
    <p:sldLayoutId id="2147484999" r:id="rId7"/>
    <p:sldLayoutId id="2147485000" r:id="rId8"/>
    <p:sldLayoutId id="2147485001" r:id="rId9"/>
    <p:sldLayoutId id="2147485002" r:id="rId10"/>
    <p:sldLayoutId id="214748500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+mj-lt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ＭＳ Ｐゴシック" pitchFamily="34" charset="-128"/>
          <a:cs typeface="ＭＳ Ｐゴシック" charset="0"/>
        </a:defRPr>
      </a:lvl1pPr>
      <a:lvl2pPr marL="688975" indent="-231775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  <a:ea typeface="ＭＳ Ｐゴシック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-109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>
            <a:extLst>
              <a:ext uri="{FF2B5EF4-FFF2-40B4-BE49-F238E27FC236}">
                <a16:creationId xmlns:a16="http://schemas.microsoft.com/office/drawing/2014/main" id="{C147B68B-DA75-4CB6-893A-56DEE9CD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62600" y="6459538"/>
            <a:ext cx="2895600" cy="287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cs typeface="Arial" panose="020B0604020202020204" pitchFamily="34" charset="0"/>
              </a:rPr>
              <a:t>Transport Layer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67F0EFCB-86BA-48B5-B78D-BC4C2AD5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  <a:cs typeface="Arial" panose="020B0604020202020204" pitchFamily="34" charset="0"/>
              </a:rPr>
              <a:t>3-</a:t>
            </a:r>
            <a:fld id="{36AB00B2-08B7-4C1F-9F1A-DD23FBF12599}" type="slidenum">
              <a:rPr lang="en-US" altLang="zh-TW" sz="1200" smtClean="0">
                <a:latin typeface="Tahoma" panose="020B060403050404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05C40EEF-F2B6-442A-9A83-76C6FF8F5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715963"/>
            <a:ext cx="4487863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000099"/>
                </a:solidFill>
                <a:cs typeface="Arial" panose="020B0604020202020204" pitchFamily="34" charset="0"/>
              </a:rPr>
              <a:t>Chapter 3</a:t>
            </a:r>
            <a:br>
              <a:rPr lang="en-US" altLang="zh-TW" sz="4800">
                <a:solidFill>
                  <a:srgbClr val="000099"/>
                </a:solidFill>
                <a:cs typeface="Arial" panose="020B0604020202020204" pitchFamily="34" charset="0"/>
              </a:rPr>
            </a:br>
            <a:r>
              <a:rPr lang="en-US" altLang="zh-TW" sz="4400">
                <a:solidFill>
                  <a:srgbClr val="000099"/>
                </a:solidFill>
                <a:cs typeface="Arial" panose="020B0604020202020204" pitchFamily="34" charset="0"/>
              </a:rPr>
              <a:t>Transport Layer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BCA7937A-08FA-43AD-88D0-A19A9EB6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3268663"/>
            <a:ext cx="5378450" cy="148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  <a:cs typeface="Arial" panose="020B0604020202020204" pitchFamily="34" charset="0"/>
              </a:rPr>
              <a:t>A note on the use of these ppt slides: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ja-JP" altLang="en-US" sz="12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sz="1200">
                <a:latin typeface="Arial" panose="020B0604020202020204" pitchFamily="34" charset="0"/>
                <a:cs typeface="Arial" panose="020B0604020202020204" pitchFamily="34" charset="0"/>
              </a:rPr>
              <a:t>re making these slides freely available to all (faculty, students, readers). They</a:t>
            </a:r>
            <a:r>
              <a:rPr lang="ja-JP" altLang="en-US" sz="12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sz="1200">
                <a:latin typeface="Arial" panose="020B0604020202020204" pitchFamily="34" charset="0"/>
                <a:cs typeface="Arial" panose="020B0604020202020204" pitchFamily="34" charset="0"/>
              </a:rPr>
              <a:t>re in PowerPoint form so you see the animations; and can add, modify, and delete slides  (including this one) and slide content to suit your needs. They obviously represent a </a:t>
            </a:r>
            <a:r>
              <a:rPr lang="en-US" altLang="ja-JP" sz="1200" i="1">
                <a:latin typeface="Arial" panose="020B0604020202020204" pitchFamily="34" charset="0"/>
                <a:cs typeface="Arial" panose="020B0604020202020204" pitchFamily="34" charset="0"/>
              </a:rPr>
              <a:t>lot</a:t>
            </a:r>
            <a:r>
              <a:rPr lang="en-US" altLang="ja-JP" sz="1200">
                <a:latin typeface="Arial" panose="020B0604020202020204" pitchFamily="34" charset="0"/>
                <a:cs typeface="Arial" panose="020B0604020202020204" pitchFamily="34" charset="0"/>
              </a:rPr>
              <a:t> of work on our part. In return for use, we only ask the following: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9" name="Text Box 7">
            <a:extLst>
              <a:ext uri="{FF2B5EF4-FFF2-40B4-BE49-F238E27FC236}">
                <a16:creationId xmlns:a16="http://schemas.microsoft.com/office/drawing/2014/main" id="{8CADF111-1940-420B-91DC-AC683FAD2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400"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If you use these slides (e.g., in a class) that you mention their source (after all, we</a:t>
            </a:r>
            <a:r>
              <a:rPr lang="ja-JP" altLang="en-US" sz="120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lang="en-US" altLang="ja-JP" sz="1200">
                <a:latin typeface="Arial" panose="020B0604020202020204" pitchFamily="34" charset="0"/>
                <a:cs typeface="Arial" panose="020B0604020202020204" pitchFamily="34" charset="0"/>
              </a:rPr>
              <a:t>d like people to use our book!)</a:t>
            </a:r>
          </a:p>
          <a:p>
            <a:pPr>
              <a:lnSpc>
                <a:spcPct val="100000"/>
              </a:lnSpc>
              <a:spcBef>
                <a:spcPct val="0"/>
              </a:spcBef>
              <a:buSzPct val="75000"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100000"/>
              </a:lnSpc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Char char="q"/>
            </a:pPr>
            <a:endParaRPr lang="en-US" altLang="zh-TW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Thanks and enjoy!  JFK/KWR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TW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     All material copyright 1996-2013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Arial" panose="020B0604020202020204" pitchFamily="34" charset="0"/>
                <a:cs typeface="Arial" panose="020B0604020202020204" pitchFamily="34" charset="0"/>
              </a:rPr>
              <a:t>     J.F Kurose and K.W. Ross, All Rights Reserved</a:t>
            </a:r>
          </a:p>
        </p:txBody>
      </p:sp>
      <p:pic>
        <p:nvPicPr>
          <p:cNvPr id="28680" name="Picture 8">
            <a:extLst>
              <a:ext uri="{FF2B5EF4-FFF2-40B4-BE49-F238E27FC236}">
                <a16:creationId xmlns:a16="http://schemas.microsoft.com/office/drawing/2014/main" id="{DA54B22D-4645-4949-B131-7C02EB379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Picture 9" descr="underline_base">
            <a:extLst>
              <a:ext uri="{FF2B5EF4-FFF2-40B4-BE49-F238E27FC236}">
                <a16:creationId xmlns:a16="http://schemas.microsoft.com/office/drawing/2014/main" id="{17EF5FCD-8D4C-4116-993B-1FDC6CC33EE5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7088"/>
            <a:ext cx="3656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3" name="TextBox 2">
            <a:extLst>
              <a:ext uri="{FF2B5EF4-FFF2-40B4-BE49-F238E27FC236}">
                <a16:creationId xmlns:a16="http://schemas.microsoft.com/office/drawing/2014/main" id="{CCE62642-218A-4247-B020-9940C2DBE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95488" y="3043238"/>
            <a:ext cx="1841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28684" name="矩形 10">
            <a:extLst>
              <a:ext uri="{FF2B5EF4-FFF2-40B4-BE49-F238E27FC236}">
                <a16:creationId xmlns:a16="http://schemas.microsoft.com/office/drawing/2014/main" id="{77A008D5-A8BA-4E9C-8987-200E84733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6311900"/>
            <a:ext cx="2787650" cy="473075"/>
          </a:xfrm>
          <a:prstGeom prst="rect">
            <a:avLst/>
          </a:prstGeom>
          <a:noFill/>
          <a:ln w="9525" algn="ctr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500">
                <a:solidFill>
                  <a:srgbClr val="000099"/>
                </a:solidFill>
                <a:latin typeface="Tahoma" panose="020B0604030504040204" pitchFamily="34" charset="0"/>
              </a:rPr>
              <a:t>Modified by Man Hon Cheung</a:t>
            </a:r>
            <a:endParaRPr lang="zh-TW" altLang="en-US" sz="1500">
              <a:solidFill>
                <a:srgbClr val="000099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5">
            <a:extLst>
              <a:ext uri="{FF2B5EF4-FFF2-40B4-BE49-F238E27FC236}">
                <a16:creationId xmlns:a16="http://schemas.microsoft.com/office/drawing/2014/main" id="{AB2A7BE9-2790-471C-9C94-6A8291D0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29699" name="Slide Number Placeholder 6">
            <a:extLst>
              <a:ext uri="{FF2B5EF4-FFF2-40B4-BE49-F238E27FC236}">
                <a16:creationId xmlns:a16="http://schemas.microsoft.com/office/drawing/2014/main" id="{F4F7A5CD-3BA5-46E5-8E04-C7D0F10AF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829D97BF-6784-44A4-B846-E4A9A58363E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9700" name="Picture 9" descr="underline_base">
            <a:extLst>
              <a:ext uri="{FF2B5EF4-FFF2-40B4-BE49-F238E27FC236}">
                <a16:creationId xmlns:a16="http://schemas.microsoft.com/office/drawing/2014/main" id="{4388B213-32EE-4B84-ACDB-D0DBF2477C9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1028700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Rectangle 2">
            <a:extLst>
              <a:ext uri="{FF2B5EF4-FFF2-40B4-BE49-F238E27FC236}">
                <a16:creationId xmlns:a16="http://schemas.microsoft.com/office/drawing/2014/main" id="{03A6E08D-D498-42A2-AC18-584705168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3: Transport Layer</a:t>
            </a:r>
          </a:p>
        </p:txBody>
      </p:sp>
      <p:sp>
        <p:nvSpPr>
          <p:cNvPr id="29702" name="Rectangle 3">
            <a:extLst>
              <a:ext uri="{FF2B5EF4-FFF2-40B4-BE49-F238E27FC236}">
                <a16:creationId xmlns:a16="http://schemas.microsoft.com/office/drawing/2014/main" id="{847C06D0-EFF5-45D5-82BF-9DCC221430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49388"/>
            <a:ext cx="35814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3200">
                <a:solidFill>
                  <a:srgbClr val="CC0000"/>
                </a:solidFill>
              </a:rPr>
              <a:t>our goals: </a:t>
            </a:r>
          </a:p>
          <a:p>
            <a:r>
              <a:rPr lang="en-US" altLang="zh-TW"/>
              <a:t>understand principles behind transport layer services:</a:t>
            </a:r>
          </a:p>
          <a:p>
            <a:pPr lvl="1"/>
            <a:r>
              <a:rPr lang="en-US" altLang="zh-TW"/>
              <a:t>multiplexing, demultiplexing</a:t>
            </a:r>
          </a:p>
          <a:p>
            <a:pPr lvl="1"/>
            <a:r>
              <a:rPr lang="en-US" altLang="zh-TW"/>
              <a:t>reliable data transfer</a:t>
            </a:r>
          </a:p>
          <a:p>
            <a:pPr lvl="1"/>
            <a:r>
              <a:rPr lang="en-US" altLang="zh-TW"/>
              <a:t>flow control</a:t>
            </a:r>
          </a:p>
          <a:p>
            <a:pPr lvl="1"/>
            <a:r>
              <a:rPr lang="en-US" altLang="zh-TW"/>
              <a:t>congestion control</a:t>
            </a:r>
            <a:endParaRPr lang="en-US" altLang="zh-TW" sz="2800"/>
          </a:p>
        </p:txBody>
      </p:sp>
      <p:sp>
        <p:nvSpPr>
          <p:cNvPr id="29703" name="Rectangle 4">
            <a:extLst>
              <a:ext uri="{FF2B5EF4-FFF2-40B4-BE49-F238E27FC236}">
                <a16:creationId xmlns:a16="http://schemas.microsoft.com/office/drawing/2014/main" id="{415DD1B9-D35D-4770-BA52-1E800A20763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348163" y="1501775"/>
            <a:ext cx="4267200" cy="4648200"/>
          </a:xfrm>
        </p:spPr>
        <p:txBody>
          <a:bodyPr/>
          <a:lstStyle/>
          <a:p>
            <a:endParaRPr lang="en-US" altLang="zh-TW"/>
          </a:p>
          <a:p>
            <a:r>
              <a:rPr lang="en-US" altLang="zh-TW"/>
              <a:t>learn about Internet transport layer protocols:</a:t>
            </a:r>
          </a:p>
          <a:p>
            <a:pPr lvl="1"/>
            <a:r>
              <a:rPr lang="en-US" altLang="zh-TW"/>
              <a:t>UDP: connectionless transport</a:t>
            </a:r>
          </a:p>
          <a:p>
            <a:pPr lvl="1"/>
            <a:r>
              <a:rPr lang="en-US" altLang="zh-TW"/>
              <a:t>TCP: connection-oriented reliable transport</a:t>
            </a:r>
          </a:p>
          <a:p>
            <a:pPr lvl="1"/>
            <a:r>
              <a:rPr lang="en-US" altLang="zh-TW"/>
              <a:t>TCP congestion control</a:t>
            </a:r>
            <a:endParaRPr lang="en-US" altLang="zh-TW" sz="2000"/>
          </a:p>
          <a:p>
            <a:endParaRPr lang="en-US" alt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5">
            <a:extLst>
              <a:ext uri="{FF2B5EF4-FFF2-40B4-BE49-F238E27FC236}">
                <a16:creationId xmlns:a16="http://schemas.microsoft.com/office/drawing/2014/main" id="{47F64AE8-DC90-4B76-9926-F6492E74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0723" name="Slide Number Placeholder 6">
            <a:extLst>
              <a:ext uri="{FF2B5EF4-FFF2-40B4-BE49-F238E27FC236}">
                <a16:creationId xmlns:a16="http://schemas.microsoft.com/office/drawing/2014/main" id="{0E7F833B-7DF2-4159-8AB1-50905FF6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6423D25B-718F-4CED-8EDC-E83A9E755B1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0724" name="Picture 7" descr="underline_base">
            <a:extLst>
              <a:ext uri="{FF2B5EF4-FFF2-40B4-BE49-F238E27FC236}">
                <a16:creationId xmlns:a16="http://schemas.microsoft.com/office/drawing/2014/main" id="{53D81C73-6FD2-48D5-81CC-0B65AD4A265D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2">
            <a:extLst>
              <a:ext uri="{FF2B5EF4-FFF2-40B4-BE49-F238E27FC236}">
                <a16:creationId xmlns:a16="http://schemas.microsoft.com/office/drawing/2014/main" id="{00ACD216-CE2C-4C50-BDE1-7637A96BF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3078" name="Rectangle 3">
            <a:extLst>
              <a:ext uri="{FF2B5EF4-FFF2-40B4-BE49-F238E27FC236}">
                <a16:creationId xmlns:a16="http://schemas.microsoft.com/office/drawing/2014/main" id="{820B8D58-B99C-457E-97AA-D25947DF35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3079" name="Rectangle 4">
            <a:extLst>
              <a:ext uri="{FF2B5EF4-FFF2-40B4-BE49-F238E27FC236}">
                <a16:creationId xmlns:a16="http://schemas.microsoft.com/office/drawing/2014/main" id="{20EAE37E-4E8B-4879-A024-EFA6B496FB5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251325" cy="4648200"/>
          </a:xfrm>
        </p:spPr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3.7 TCP congestion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5">
            <a:extLst>
              <a:ext uri="{FF2B5EF4-FFF2-40B4-BE49-F238E27FC236}">
                <a16:creationId xmlns:a16="http://schemas.microsoft.com/office/drawing/2014/main" id="{89545A7D-7211-4D7C-AE41-D58B5B431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Transport</a:t>
            </a:r>
            <a:r>
              <a:rPr lang="en-US" altLang="zh-TW" sz="1400" dirty="0">
                <a:latin typeface="Tahoma" panose="020B0604030504040204" pitchFamily="34" charset="0"/>
              </a:rPr>
              <a:t> </a:t>
            </a:r>
            <a:r>
              <a:rPr lang="en-US" altLang="zh-TW" sz="1200" dirty="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1747" name="Slide Number Placeholder 6">
            <a:extLst>
              <a:ext uri="{FF2B5EF4-FFF2-40B4-BE49-F238E27FC236}">
                <a16:creationId xmlns:a16="http://schemas.microsoft.com/office/drawing/2014/main" id="{0B9CD97B-2333-4D8D-AB5F-998888B3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4BA33002-6846-4AAF-AAF4-83B30734B23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31748" name="Group 894">
            <a:extLst>
              <a:ext uri="{FF2B5EF4-FFF2-40B4-BE49-F238E27FC236}">
                <a16:creationId xmlns:a16="http://schemas.microsoft.com/office/drawing/2014/main" id="{F9B8D7AB-7874-4BAF-A574-1305C4513D80}"/>
              </a:ext>
            </a:extLst>
          </p:cNvPr>
          <p:cNvGrpSpPr>
            <a:grpSpLocks/>
          </p:cNvGrpSpPr>
          <p:nvPr/>
        </p:nvGrpSpPr>
        <p:grpSpPr bwMode="auto">
          <a:xfrm>
            <a:off x="5102225" y="1601788"/>
            <a:ext cx="3540125" cy="4545012"/>
            <a:chOff x="3277" y="974"/>
            <a:chExt cx="2230" cy="2863"/>
          </a:xfrm>
        </p:grpSpPr>
        <p:sp>
          <p:nvSpPr>
            <p:cNvPr id="31777" name="Freeform 895">
              <a:extLst>
                <a:ext uri="{FF2B5EF4-FFF2-40B4-BE49-F238E27FC236}">
                  <a16:creationId xmlns:a16="http://schemas.microsoft.com/office/drawing/2014/main" id="{148F4567-FEE0-4DDF-84CF-C2BDA9D3A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5726 w 1036"/>
                <a:gd name="T1" fmla="*/ 11 h 675"/>
                <a:gd name="T2" fmla="*/ 3446 w 1036"/>
                <a:gd name="T3" fmla="*/ 53 h 675"/>
                <a:gd name="T4" fmla="*/ 1824 w 1036"/>
                <a:gd name="T5" fmla="*/ 129 h 675"/>
                <a:gd name="T6" fmla="*/ 1348 w 1036"/>
                <a:gd name="T7" fmla="*/ 229 h 675"/>
                <a:gd name="T8" fmla="*/ 187 w 1036"/>
                <a:gd name="T9" fmla="*/ 297 h 675"/>
                <a:gd name="T10" fmla="*/ 151 w 1036"/>
                <a:gd name="T11" fmla="*/ 459 h 675"/>
                <a:gd name="T12" fmla="*/ 1170 w 1036"/>
                <a:gd name="T13" fmla="*/ 489 h 675"/>
                <a:gd name="T14" fmla="*/ 4056 w 1036"/>
                <a:gd name="T15" fmla="*/ 489 h 675"/>
                <a:gd name="T16" fmla="*/ 5280 w 1036"/>
                <a:gd name="T17" fmla="*/ 555 h 675"/>
                <a:gd name="T18" fmla="*/ 6637 w 1036"/>
                <a:gd name="T19" fmla="*/ 657 h 675"/>
                <a:gd name="T20" fmla="*/ 7685 w 1036"/>
                <a:gd name="T21" fmla="*/ 661 h 675"/>
                <a:gd name="T22" fmla="*/ 8400 w 1036"/>
                <a:gd name="T23" fmla="*/ 603 h 675"/>
                <a:gd name="T24" fmla="*/ 8768 w 1036"/>
                <a:gd name="T25" fmla="*/ 445 h 675"/>
                <a:gd name="T26" fmla="*/ 8995 w 1036"/>
                <a:gd name="T27" fmla="*/ 291 h 675"/>
                <a:gd name="T28" fmla="*/ 9021 w 1036"/>
                <a:gd name="T29" fmla="*/ 107 h 675"/>
                <a:gd name="T30" fmla="*/ 8245 w 1036"/>
                <a:gd name="T31" fmla="*/ 17 h 675"/>
                <a:gd name="T32" fmla="*/ 6850 w 1036"/>
                <a:gd name="T33" fmla="*/ 3 h 675"/>
                <a:gd name="T34" fmla="*/ 5726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778" name="Group 896">
              <a:extLst>
                <a:ext uri="{FF2B5EF4-FFF2-40B4-BE49-F238E27FC236}">
                  <a16:creationId xmlns:a16="http://schemas.microsoft.com/office/drawing/2014/main" id="{B648074D-869A-41C3-A690-F2D9A158BA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32156" name="Rectangle 897">
                <a:extLst>
                  <a:ext uri="{FF2B5EF4-FFF2-40B4-BE49-F238E27FC236}">
                    <a16:creationId xmlns:a16="http://schemas.microsoft.com/office/drawing/2014/main" id="{B4C2FC7E-3329-48E8-8F39-335DC483F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2157" name="AutoShape 898">
                <a:extLst>
                  <a:ext uri="{FF2B5EF4-FFF2-40B4-BE49-F238E27FC236}">
                    <a16:creationId xmlns:a16="http://schemas.microsoft.com/office/drawing/2014/main" id="{F16F3CAE-1FBF-452C-B835-272594CC4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79" name="Freeform 899">
              <a:extLst>
                <a:ext uri="{FF2B5EF4-FFF2-40B4-BE49-F238E27FC236}">
                  <a16:creationId xmlns:a16="http://schemas.microsoft.com/office/drawing/2014/main" id="{11EB89C1-E037-467B-959C-EFB217F5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0" name="Line 900">
              <a:extLst>
                <a:ext uri="{FF2B5EF4-FFF2-40B4-BE49-F238E27FC236}">
                  <a16:creationId xmlns:a16="http://schemas.microsoft.com/office/drawing/2014/main" id="{AD560770-6BD1-475C-92A1-BE93D4AB7E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1781" name="Line 901">
              <a:extLst>
                <a:ext uri="{FF2B5EF4-FFF2-40B4-BE49-F238E27FC236}">
                  <a16:creationId xmlns:a16="http://schemas.microsoft.com/office/drawing/2014/main" id="{920D4AE0-B400-4C04-B954-9072025F9F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1782" name="Line 902">
              <a:extLst>
                <a:ext uri="{FF2B5EF4-FFF2-40B4-BE49-F238E27FC236}">
                  <a16:creationId xmlns:a16="http://schemas.microsoft.com/office/drawing/2014/main" id="{F8C3F583-1D43-4C56-8CAA-866475F656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1783" name="Line 903">
              <a:extLst>
                <a:ext uri="{FF2B5EF4-FFF2-40B4-BE49-F238E27FC236}">
                  <a16:creationId xmlns:a16="http://schemas.microsoft.com/office/drawing/2014/main" id="{5182EB1F-12C6-4F25-8DF7-4F8EBF4278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4" name="Line 904">
              <a:extLst>
                <a:ext uri="{FF2B5EF4-FFF2-40B4-BE49-F238E27FC236}">
                  <a16:creationId xmlns:a16="http://schemas.microsoft.com/office/drawing/2014/main" id="{5898405A-C39D-426A-9194-217C4B383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5" name="Line 905">
              <a:extLst>
                <a:ext uri="{FF2B5EF4-FFF2-40B4-BE49-F238E27FC236}">
                  <a16:creationId xmlns:a16="http://schemas.microsoft.com/office/drawing/2014/main" id="{95A551A6-D6C4-4C6D-9675-B306A64D8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6" name="Line 906">
              <a:extLst>
                <a:ext uri="{FF2B5EF4-FFF2-40B4-BE49-F238E27FC236}">
                  <a16:creationId xmlns:a16="http://schemas.microsoft.com/office/drawing/2014/main" id="{66D0DE87-CFE1-4260-8B52-18BD06767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7" name="Line 907">
              <a:extLst>
                <a:ext uri="{FF2B5EF4-FFF2-40B4-BE49-F238E27FC236}">
                  <a16:creationId xmlns:a16="http://schemas.microsoft.com/office/drawing/2014/main" id="{E44F34DC-8A73-423C-BA31-BFBB2D4EF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8" name="Line 908">
              <a:extLst>
                <a:ext uri="{FF2B5EF4-FFF2-40B4-BE49-F238E27FC236}">
                  <a16:creationId xmlns:a16="http://schemas.microsoft.com/office/drawing/2014/main" id="{5BAB1BBA-5A6B-4B25-B97C-67233C5321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89" name="Line 909">
              <a:extLst>
                <a:ext uri="{FF2B5EF4-FFF2-40B4-BE49-F238E27FC236}">
                  <a16:creationId xmlns:a16="http://schemas.microsoft.com/office/drawing/2014/main" id="{D75627B6-6A04-48A7-BFD0-95BBEAEA38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0" name="Line 910">
              <a:extLst>
                <a:ext uri="{FF2B5EF4-FFF2-40B4-BE49-F238E27FC236}">
                  <a16:creationId xmlns:a16="http://schemas.microsoft.com/office/drawing/2014/main" id="{08416F3F-25CC-4195-A1BC-4068860A1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1" name="Line 911">
              <a:extLst>
                <a:ext uri="{FF2B5EF4-FFF2-40B4-BE49-F238E27FC236}">
                  <a16:creationId xmlns:a16="http://schemas.microsoft.com/office/drawing/2014/main" id="{DF660F06-4951-41F3-9C1B-EB0C15C3C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2" name="Line 912">
              <a:extLst>
                <a:ext uri="{FF2B5EF4-FFF2-40B4-BE49-F238E27FC236}">
                  <a16:creationId xmlns:a16="http://schemas.microsoft.com/office/drawing/2014/main" id="{BF303BCF-5301-45E0-96C4-ACBFD2D46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3" name="Line 913">
              <a:extLst>
                <a:ext uri="{FF2B5EF4-FFF2-40B4-BE49-F238E27FC236}">
                  <a16:creationId xmlns:a16="http://schemas.microsoft.com/office/drawing/2014/main" id="{6F5EDAE3-A66F-48BE-A62F-8C76C6257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794" name="Group 914">
              <a:extLst>
                <a:ext uri="{FF2B5EF4-FFF2-40B4-BE49-F238E27FC236}">
                  <a16:creationId xmlns:a16="http://schemas.microsoft.com/office/drawing/2014/main" id="{CD94F6CF-40AE-4D8C-AA7F-F7A2C9C72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32154" name="Picture 915" descr="access_point_stylized_small">
                <a:extLst>
                  <a:ext uri="{FF2B5EF4-FFF2-40B4-BE49-F238E27FC236}">
                    <a16:creationId xmlns:a16="http://schemas.microsoft.com/office/drawing/2014/main" id="{15F56B12-A5D9-4640-8946-BCEC8CF169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155" name="Picture 916" descr="antenna_radiation_stylized">
                <a:extLst>
                  <a:ext uri="{FF2B5EF4-FFF2-40B4-BE49-F238E27FC236}">
                    <a16:creationId xmlns:a16="http://schemas.microsoft.com/office/drawing/2014/main" id="{DDC37BF1-C844-4DBF-8435-EF649A3FE6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795" name="Freeform 917">
              <a:extLst>
                <a:ext uri="{FF2B5EF4-FFF2-40B4-BE49-F238E27FC236}">
                  <a16:creationId xmlns:a16="http://schemas.microsoft.com/office/drawing/2014/main" id="{AAFEC098-A371-42DE-AE58-B2FDC8357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6" name="Freeform 918">
              <a:extLst>
                <a:ext uri="{FF2B5EF4-FFF2-40B4-BE49-F238E27FC236}">
                  <a16:creationId xmlns:a16="http://schemas.microsoft.com/office/drawing/2014/main" id="{3F806B57-B550-48A9-89E6-C1C124A99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599941990 w 765"/>
                <a:gd name="T1" fmla="*/ 352945333 h 459"/>
                <a:gd name="T2" fmla="*/ 406559188 w 765"/>
                <a:gd name="T3" fmla="*/ 2147483646 h 459"/>
                <a:gd name="T4" fmla="*/ 136007644 w 765"/>
                <a:gd name="T5" fmla="*/ 2147483646 h 459"/>
                <a:gd name="T6" fmla="*/ 19434385 w 765"/>
                <a:gd name="T7" fmla="*/ 2147483646 h 459"/>
                <a:gd name="T8" fmla="*/ 254382390 w 765"/>
                <a:gd name="T9" fmla="*/ 2147483646 h 459"/>
                <a:gd name="T10" fmla="*/ 489002591 w 765"/>
                <a:gd name="T11" fmla="*/ 2147483646 h 459"/>
                <a:gd name="T12" fmla="*/ 825379590 w 765"/>
                <a:gd name="T13" fmla="*/ 2147483646 h 459"/>
                <a:gd name="T14" fmla="*/ 987694542 w 765"/>
                <a:gd name="T15" fmla="*/ 2147483646 h 459"/>
                <a:gd name="T16" fmla="*/ 1063159525 w 765"/>
                <a:gd name="T17" fmla="*/ 2147483646 h 459"/>
                <a:gd name="T18" fmla="*/ 1061292822 w 765"/>
                <a:gd name="T19" fmla="*/ 2147483646 h 459"/>
                <a:gd name="T20" fmla="*/ 936641125 w 765"/>
                <a:gd name="T21" fmla="*/ 1232372677 h 459"/>
                <a:gd name="T22" fmla="*/ 599941990 w 765"/>
                <a:gd name="T23" fmla="*/ 35294533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7" name="Line 919">
              <a:extLst>
                <a:ext uri="{FF2B5EF4-FFF2-40B4-BE49-F238E27FC236}">
                  <a16:creationId xmlns:a16="http://schemas.microsoft.com/office/drawing/2014/main" id="{2DCB23AA-99DE-4FB0-8FC8-ED7150BEB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8" name="Line 920">
              <a:extLst>
                <a:ext uri="{FF2B5EF4-FFF2-40B4-BE49-F238E27FC236}">
                  <a16:creationId xmlns:a16="http://schemas.microsoft.com/office/drawing/2014/main" id="{958B84FE-186C-4A87-8876-00F39BC76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799" name="Line 921">
              <a:extLst>
                <a:ext uri="{FF2B5EF4-FFF2-40B4-BE49-F238E27FC236}">
                  <a16:creationId xmlns:a16="http://schemas.microsoft.com/office/drawing/2014/main" id="{E429EF65-D7E0-4F01-B13C-F57D461D35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0" name="Line 922">
              <a:extLst>
                <a:ext uri="{FF2B5EF4-FFF2-40B4-BE49-F238E27FC236}">
                  <a16:creationId xmlns:a16="http://schemas.microsoft.com/office/drawing/2014/main" id="{ABEA817B-FE34-4F55-AC64-28D6A4C73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1" name="Line 923">
              <a:extLst>
                <a:ext uri="{FF2B5EF4-FFF2-40B4-BE49-F238E27FC236}">
                  <a16:creationId xmlns:a16="http://schemas.microsoft.com/office/drawing/2014/main" id="{504F91FF-B836-40C2-A870-4B9D8E7F2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2" name="Line 924">
              <a:extLst>
                <a:ext uri="{FF2B5EF4-FFF2-40B4-BE49-F238E27FC236}">
                  <a16:creationId xmlns:a16="http://schemas.microsoft.com/office/drawing/2014/main" id="{750340AF-9E6D-424E-97C4-50778F040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3" name="Line 925">
              <a:extLst>
                <a:ext uri="{FF2B5EF4-FFF2-40B4-BE49-F238E27FC236}">
                  <a16:creationId xmlns:a16="http://schemas.microsoft.com/office/drawing/2014/main" id="{4A46B5A2-94B1-4572-B009-8E26AFDE74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4" name="Line 926">
              <a:extLst>
                <a:ext uri="{FF2B5EF4-FFF2-40B4-BE49-F238E27FC236}">
                  <a16:creationId xmlns:a16="http://schemas.microsoft.com/office/drawing/2014/main" id="{BC960FE8-E43F-44A4-BA36-FC0368F1F4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5" name="Line 927">
              <a:extLst>
                <a:ext uri="{FF2B5EF4-FFF2-40B4-BE49-F238E27FC236}">
                  <a16:creationId xmlns:a16="http://schemas.microsoft.com/office/drawing/2014/main" id="{E5DD51A4-EBBD-4F5F-800D-30D0BB98A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6" name="Line 928">
              <a:extLst>
                <a:ext uri="{FF2B5EF4-FFF2-40B4-BE49-F238E27FC236}">
                  <a16:creationId xmlns:a16="http://schemas.microsoft.com/office/drawing/2014/main" id="{B431927E-0B74-476A-85BA-391575A66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7" name="Line 929">
              <a:extLst>
                <a:ext uri="{FF2B5EF4-FFF2-40B4-BE49-F238E27FC236}">
                  <a16:creationId xmlns:a16="http://schemas.microsoft.com/office/drawing/2014/main" id="{33AFEA56-4874-436C-9EB6-E0B321C30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8" name="Line 930">
              <a:extLst>
                <a:ext uri="{FF2B5EF4-FFF2-40B4-BE49-F238E27FC236}">
                  <a16:creationId xmlns:a16="http://schemas.microsoft.com/office/drawing/2014/main" id="{756A70F4-5074-4D27-8E62-D7620966A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09" name="Line 931">
              <a:extLst>
                <a:ext uri="{FF2B5EF4-FFF2-40B4-BE49-F238E27FC236}">
                  <a16:creationId xmlns:a16="http://schemas.microsoft.com/office/drawing/2014/main" id="{4FE31343-8242-4BDC-AE2A-DE7ACBB8B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10" name="Line 932">
              <a:extLst>
                <a:ext uri="{FF2B5EF4-FFF2-40B4-BE49-F238E27FC236}">
                  <a16:creationId xmlns:a16="http://schemas.microsoft.com/office/drawing/2014/main" id="{5C2A5CAC-0642-4613-98D7-A4E8B7DB0F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11" name="Line 933">
              <a:extLst>
                <a:ext uri="{FF2B5EF4-FFF2-40B4-BE49-F238E27FC236}">
                  <a16:creationId xmlns:a16="http://schemas.microsoft.com/office/drawing/2014/main" id="{41BEE361-8220-4D59-8B2D-74485F0FB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12" name="Line 934">
              <a:extLst>
                <a:ext uri="{FF2B5EF4-FFF2-40B4-BE49-F238E27FC236}">
                  <a16:creationId xmlns:a16="http://schemas.microsoft.com/office/drawing/2014/main" id="{CB997EB8-931C-48E8-96A1-1FFBD7BC5C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1813" name="Line 935">
              <a:extLst>
                <a:ext uri="{FF2B5EF4-FFF2-40B4-BE49-F238E27FC236}">
                  <a16:creationId xmlns:a16="http://schemas.microsoft.com/office/drawing/2014/main" id="{2323304B-C4A0-400C-AE4B-09F2DB7EF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814" name="Group 936">
              <a:extLst>
                <a:ext uri="{FF2B5EF4-FFF2-40B4-BE49-F238E27FC236}">
                  <a16:creationId xmlns:a16="http://schemas.microsoft.com/office/drawing/2014/main" id="{008567B2-53F7-46D7-9218-56B3870F09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32137" name="Line 270">
                <a:extLst>
                  <a:ext uri="{FF2B5EF4-FFF2-40B4-BE49-F238E27FC236}">
                    <a16:creationId xmlns:a16="http://schemas.microsoft.com/office/drawing/2014/main" id="{B380E9C8-A905-4F85-BF63-C6A456478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38" name="Line 271">
                <a:extLst>
                  <a:ext uri="{FF2B5EF4-FFF2-40B4-BE49-F238E27FC236}">
                    <a16:creationId xmlns:a16="http://schemas.microsoft.com/office/drawing/2014/main" id="{A1A4F847-2160-4E7C-BA2E-64D326A1D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39" name="Line 272">
                <a:extLst>
                  <a:ext uri="{FF2B5EF4-FFF2-40B4-BE49-F238E27FC236}">
                    <a16:creationId xmlns:a16="http://schemas.microsoft.com/office/drawing/2014/main" id="{2B163E63-5AA6-4049-B1C7-4E84500AF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0" name="Line 273">
                <a:extLst>
                  <a:ext uri="{FF2B5EF4-FFF2-40B4-BE49-F238E27FC236}">
                    <a16:creationId xmlns:a16="http://schemas.microsoft.com/office/drawing/2014/main" id="{6DBF723E-0E41-42C2-AD30-4410CC7B75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1" name="Line 274">
                <a:extLst>
                  <a:ext uri="{FF2B5EF4-FFF2-40B4-BE49-F238E27FC236}">
                    <a16:creationId xmlns:a16="http://schemas.microsoft.com/office/drawing/2014/main" id="{2BD953C2-896F-4AD9-803F-6F1A023D7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2" name="Line 275">
                <a:extLst>
                  <a:ext uri="{FF2B5EF4-FFF2-40B4-BE49-F238E27FC236}">
                    <a16:creationId xmlns:a16="http://schemas.microsoft.com/office/drawing/2014/main" id="{6106BD36-1866-4069-8B13-8E5D34AB4A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3" name="Line 276">
                <a:extLst>
                  <a:ext uri="{FF2B5EF4-FFF2-40B4-BE49-F238E27FC236}">
                    <a16:creationId xmlns:a16="http://schemas.microsoft.com/office/drawing/2014/main" id="{584EBA62-C1E0-4D20-9B1F-EC36B7ECCE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4" name="Line 277">
                <a:extLst>
                  <a:ext uri="{FF2B5EF4-FFF2-40B4-BE49-F238E27FC236}">
                    <a16:creationId xmlns:a16="http://schemas.microsoft.com/office/drawing/2014/main" id="{106229F9-BBBC-40A0-894D-F0BC64D5D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5" name="Line 278">
                <a:extLst>
                  <a:ext uri="{FF2B5EF4-FFF2-40B4-BE49-F238E27FC236}">
                    <a16:creationId xmlns:a16="http://schemas.microsoft.com/office/drawing/2014/main" id="{6DD5EB0E-5ED8-4719-AC52-E64095554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6" name="Line 279">
                <a:extLst>
                  <a:ext uri="{FF2B5EF4-FFF2-40B4-BE49-F238E27FC236}">
                    <a16:creationId xmlns:a16="http://schemas.microsoft.com/office/drawing/2014/main" id="{ADB63F19-9D48-4B98-BB2C-85B83C1E0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7" name="Line 280">
                <a:extLst>
                  <a:ext uri="{FF2B5EF4-FFF2-40B4-BE49-F238E27FC236}">
                    <a16:creationId xmlns:a16="http://schemas.microsoft.com/office/drawing/2014/main" id="{02AA3418-35BE-4B9E-8089-58FF8B96AD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8" name="Line 281">
                <a:extLst>
                  <a:ext uri="{FF2B5EF4-FFF2-40B4-BE49-F238E27FC236}">
                    <a16:creationId xmlns:a16="http://schemas.microsoft.com/office/drawing/2014/main" id="{51BF578A-092F-4D19-8959-C1EDA1DC5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49" name="Line 282">
                <a:extLst>
                  <a:ext uri="{FF2B5EF4-FFF2-40B4-BE49-F238E27FC236}">
                    <a16:creationId xmlns:a16="http://schemas.microsoft.com/office/drawing/2014/main" id="{9CE5DA4F-8E75-4DE3-AD55-A254CACFB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50" name="Line 283">
                <a:extLst>
                  <a:ext uri="{FF2B5EF4-FFF2-40B4-BE49-F238E27FC236}">
                    <a16:creationId xmlns:a16="http://schemas.microsoft.com/office/drawing/2014/main" id="{8BA5B547-3482-4899-A9DE-E62384F32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51" name="Line 284">
                <a:extLst>
                  <a:ext uri="{FF2B5EF4-FFF2-40B4-BE49-F238E27FC236}">
                    <a16:creationId xmlns:a16="http://schemas.microsoft.com/office/drawing/2014/main" id="{4B362278-17DA-4F19-AC6F-516D1088BC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2152" name="Oval 952">
                <a:extLst>
                  <a:ext uri="{FF2B5EF4-FFF2-40B4-BE49-F238E27FC236}">
                    <a16:creationId xmlns:a16="http://schemas.microsoft.com/office/drawing/2014/main" id="{DA127E92-472C-405C-9683-CBD3F80CE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pic>
            <p:nvPicPr>
              <p:cNvPr id="32153" name="Picture 953" descr="cell_tower_radiation_gray">
                <a:extLst>
                  <a:ext uri="{FF2B5EF4-FFF2-40B4-BE49-F238E27FC236}">
                    <a16:creationId xmlns:a16="http://schemas.microsoft.com/office/drawing/2014/main" id="{5C53D233-3974-43CB-B459-5D2A2D0558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15" name="Group 954">
              <a:extLst>
                <a:ext uri="{FF2B5EF4-FFF2-40B4-BE49-F238E27FC236}">
                  <a16:creationId xmlns:a16="http://schemas.microsoft.com/office/drawing/2014/main" id="{857676F2-60ED-44DB-9A31-6A9056FA1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32128" name="Line 955">
                <a:extLst>
                  <a:ext uri="{FF2B5EF4-FFF2-40B4-BE49-F238E27FC236}">
                    <a16:creationId xmlns:a16="http://schemas.microsoft.com/office/drawing/2014/main" id="{F1E44409-566A-43B6-A9C6-9FF8F3192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29" name="Oval 407">
                <a:extLst>
                  <a:ext uri="{FF2B5EF4-FFF2-40B4-BE49-F238E27FC236}">
                    <a16:creationId xmlns:a16="http://schemas.microsoft.com/office/drawing/2014/main" id="{1182C9B3-31C1-47C0-8DCE-013DEEE9CB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30" name="Rectangle 410">
                <a:extLst>
                  <a:ext uri="{FF2B5EF4-FFF2-40B4-BE49-F238E27FC236}">
                    <a16:creationId xmlns:a16="http://schemas.microsoft.com/office/drawing/2014/main" id="{E475B64D-3409-4C1D-9596-A96D572CC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31" name="Oval 411">
                <a:extLst>
                  <a:ext uri="{FF2B5EF4-FFF2-40B4-BE49-F238E27FC236}">
                    <a16:creationId xmlns:a16="http://schemas.microsoft.com/office/drawing/2014/main" id="{792BAFE9-4B98-44CE-9F2B-156602B8B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132" name="Group 959">
                <a:extLst>
                  <a:ext uri="{FF2B5EF4-FFF2-40B4-BE49-F238E27FC236}">
                    <a16:creationId xmlns:a16="http://schemas.microsoft.com/office/drawing/2014/main" id="{71C6AE48-42C9-438B-BC24-116DF6B5FE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32135" name="Freeform 960">
                  <a:extLst>
                    <a:ext uri="{FF2B5EF4-FFF2-40B4-BE49-F238E27FC236}">
                      <a16:creationId xmlns:a16="http://schemas.microsoft.com/office/drawing/2014/main" id="{D5857014-E7E8-4243-A916-850D285A6C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136" name="Freeform 961">
                  <a:extLst>
                    <a:ext uri="{FF2B5EF4-FFF2-40B4-BE49-F238E27FC236}">
                      <a16:creationId xmlns:a16="http://schemas.microsoft.com/office/drawing/2014/main" id="{AB8CF0EE-1E00-4490-803A-BB9C0C924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133" name="Line 962">
                <a:extLst>
                  <a:ext uri="{FF2B5EF4-FFF2-40B4-BE49-F238E27FC236}">
                    <a16:creationId xmlns:a16="http://schemas.microsoft.com/office/drawing/2014/main" id="{4202C11F-20C8-4C28-B820-D6A82A25A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34" name="Line 963">
                <a:extLst>
                  <a:ext uri="{FF2B5EF4-FFF2-40B4-BE49-F238E27FC236}">
                    <a16:creationId xmlns:a16="http://schemas.microsoft.com/office/drawing/2014/main" id="{6CC5FED7-A8AB-41BD-A5CC-516CFB0C45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16" name="Group 964">
              <a:extLst>
                <a:ext uri="{FF2B5EF4-FFF2-40B4-BE49-F238E27FC236}">
                  <a16:creationId xmlns:a16="http://schemas.microsoft.com/office/drawing/2014/main" id="{44BC10F3-8546-437D-A82B-F6AF9C36E2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32120" name="Oval 407">
                <a:extLst>
                  <a:ext uri="{FF2B5EF4-FFF2-40B4-BE49-F238E27FC236}">
                    <a16:creationId xmlns:a16="http://schemas.microsoft.com/office/drawing/2014/main" id="{D3FCEC87-315B-4829-B382-E9EA50A13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21" name="Rectangle 410">
                <a:extLst>
                  <a:ext uri="{FF2B5EF4-FFF2-40B4-BE49-F238E27FC236}">
                    <a16:creationId xmlns:a16="http://schemas.microsoft.com/office/drawing/2014/main" id="{F0CC1D44-D00C-430C-8FF3-A36E9E432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22" name="Oval 411">
                <a:extLst>
                  <a:ext uri="{FF2B5EF4-FFF2-40B4-BE49-F238E27FC236}">
                    <a16:creationId xmlns:a16="http://schemas.microsoft.com/office/drawing/2014/main" id="{5B223F43-9FD5-424D-B560-75D4B89496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123" name="Group 968">
                <a:extLst>
                  <a:ext uri="{FF2B5EF4-FFF2-40B4-BE49-F238E27FC236}">
                    <a16:creationId xmlns:a16="http://schemas.microsoft.com/office/drawing/2014/main" id="{36F259FC-C662-4E4A-8ABC-2284E18C73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126" name="Freeform 969">
                  <a:extLst>
                    <a:ext uri="{FF2B5EF4-FFF2-40B4-BE49-F238E27FC236}">
                      <a16:creationId xmlns:a16="http://schemas.microsoft.com/office/drawing/2014/main" id="{0240B62C-392B-465F-956E-3D1D6DCF7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127" name="Freeform 970">
                  <a:extLst>
                    <a:ext uri="{FF2B5EF4-FFF2-40B4-BE49-F238E27FC236}">
                      <a16:creationId xmlns:a16="http://schemas.microsoft.com/office/drawing/2014/main" id="{F166269B-9783-420E-BE07-C5212DE7B4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124" name="Line 971">
                <a:extLst>
                  <a:ext uri="{FF2B5EF4-FFF2-40B4-BE49-F238E27FC236}">
                    <a16:creationId xmlns:a16="http://schemas.microsoft.com/office/drawing/2014/main" id="{5DE3C8B1-ECB8-4179-A236-FEDA74262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25" name="Line 972">
                <a:extLst>
                  <a:ext uri="{FF2B5EF4-FFF2-40B4-BE49-F238E27FC236}">
                    <a16:creationId xmlns:a16="http://schemas.microsoft.com/office/drawing/2014/main" id="{D75EED31-2FBD-4995-A97B-BB0260350F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17" name="Group 973">
              <a:extLst>
                <a:ext uri="{FF2B5EF4-FFF2-40B4-BE49-F238E27FC236}">
                  <a16:creationId xmlns:a16="http://schemas.microsoft.com/office/drawing/2014/main" id="{A0DE28C8-46CC-44B3-9D91-7F4D36D400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32112" name="Oval 407">
                <a:extLst>
                  <a:ext uri="{FF2B5EF4-FFF2-40B4-BE49-F238E27FC236}">
                    <a16:creationId xmlns:a16="http://schemas.microsoft.com/office/drawing/2014/main" id="{2F285DA8-A8D6-42C3-B161-58739BB49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13" name="Rectangle 410">
                <a:extLst>
                  <a:ext uri="{FF2B5EF4-FFF2-40B4-BE49-F238E27FC236}">
                    <a16:creationId xmlns:a16="http://schemas.microsoft.com/office/drawing/2014/main" id="{D1035165-C96C-4004-8DCB-112A9EC0E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14" name="Oval 411">
                <a:extLst>
                  <a:ext uri="{FF2B5EF4-FFF2-40B4-BE49-F238E27FC236}">
                    <a16:creationId xmlns:a16="http://schemas.microsoft.com/office/drawing/2014/main" id="{EF3D33B6-370E-4271-ACC5-4449B1FCE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115" name="Group 977">
                <a:extLst>
                  <a:ext uri="{FF2B5EF4-FFF2-40B4-BE49-F238E27FC236}">
                    <a16:creationId xmlns:a16="http://schemas.microsoft.com/office/drawing/2014/main" id="{139B2C6D-C4AF-421A-B72A-9BEBABE1D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118" name="Freeform 978">
                  <a:extLst>
                    <a:ext uri="{FF2B5EF4-FFF2-40B4-BE49-F238E27FC236}">
                      <a16:creationId xmlns:a16="http://schemas.microsoft.com/office/drawing/2014/main" id="{605A59AB-BFD8-4D69-AE30-D0503D4168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119" name="Freeform 979">
                  <a:extLst>
                    <a:ext uri="{FF2B5EF4-FFF2-40B4-BE49-F238E27FC236}">
                      <a16:creationId xmlns:a16="http://schemas.microsoft.com/office/drawing/2014/main" id="{822EE3FC-35F6-4D7E-90C7-CC65238F98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116" name="Line 980">
                <a:extLst>
                  <a:ext uri="{FF2B5EF4-FFF2-40B4-BE49-F238E27FC236}">
                    <a16:creationId xmlns:a16="http://schemas.microsoft.com/office/drawing/2014/main" id="{8D02B7F9-74B3-4B14-BCCC-51FF478BC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17" name="Line 981">
                <a:extLst>
                  <a:ext uri="{FF2B5EF4-FFF2-40B4-BE49-F238E27FC236}">
                    <a16:creationId xmlns:a16="http://schemas.microsoft.com/office/drawing/2014/main" id="{CF37A7E4-A875-45A8-8C00-8CC85FB24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18" name="Group 982">
              <a:extLst>
                <a:ext uri="{FF2B5EF4-FFF2-40B4-BE49-F238E27FC236}">
                  <a16:creationId xmlns:a16="http://schemas.microsoft.com/office/drawing/2014/main" id="{F8DF537B-4EF3-44FD-83C2-9D2CC00A65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32104" name="Oval 407">
                <a:extLst>
                  <a:ext uri="{FF2B5EF4-FFF2-40B4-BE49-F238E27FC236}">
                    <a16:creationId xmlns:a16="http://schemas.microsoft.com/office/drawing/2014/main" id="{44FF6EA7-3CBC-4BCB-A233-5F58FEB61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05" name="Rectangle 410">
                <a:extLst>
                  <a:ext uri="{FF2B5EF4-FFF2-40B4-BE49-F238E27FC236}">
                    <a16:creationId xmlns:a16="http://schemas.microsoft.com/office/drawing/2014/main" id="{904F1A05-BFA6-4AAF-8C84-DE614BD65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06" name="Oval 411">
                <a:extLst>
                  <a:ext uri="{FF2B5EF4-FFF2-40B4-BE49-F238E27FC236}">
                    <a16:creationId xmlns:a16="http://schemas.microsoft.com/office/drawing/2014/main" id="{1107DF0A-6FFA-4977-B4BA-7B1306C52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107" name="Group 986">
                <a:extLst>
                  <a:ext uri="{FF2B5EF4-FFF2-40B4-BE49-F238E27FC236}">
                    <a16:creationId xmlns:a16="http://schemas.microsoft.com/office/drawing/2014/main" id="{13C191E3-382F-4660-ADED-53B8B20716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110" name="Freeform 987">
                  <a:extLst>
                    <a:ext uri="{FF2B5EF4-FFF2-40B4-BE49-F238E27FC236}">
                      <a16:creationId xmlns:a16="http://schemas.microsoft.com/office/drawing/2014/main" id="{CAF0BD37-E301-438C-BDA4-F25C166977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111" name="Freeform 988">
                  <a:extLst>
                    <a:ext uri="{FF2B5EF4-FFF2-40B4-BE49-F238E27FC236}">
                      <a16:creationId xmlns:a16="http://schemas.microsoft.com/office/drawing/2014/main" id="{210FF353-A62A-47A6-A907-F24DE5BEF2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108" name="Line 989">
                <a:extLst>
                  <a:ext uri="{FF2B5EF4-FFF2-40B4-BE49-F238E27FC236}">
                    <a16:creationId xmlns:a16="http://schemas.microsoft.com/office/drawing/2014/main" id="{A671538E-5939-423A-B28E-45FEBF7A31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09" name="Line 990">
                <a:extLst>
                  <a:ext uri="{FF2B5EF4-FFF2-40B4-BE49-F238E27FC236}">
                    <a16:creationId xmlns:a16="http://schemas.microsoft.com/office/drawing/2014/main" id="{937D1566-84F3-444A-ACD4-9C3A14E79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19" name="Group 991">
              <a:extLst>
                <a:ext uri="{FF2B5EF4-FFF2-40B4-BE49-F238E27FC236}">
                  <a16:creationId xmlns:a16="http://schemas.microsoft.com/office/drawing/2014/main" id="{C4032462-3872-474F-8759-7743888BAB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32096" name="Oval 407">
                <a:extLst>
                  <a:ext uri="{FF2B5EF4-FFF2-40B4-BE49-F238E27FC236}">
                    <a16:creationId xmlns:a16="http://schemas.microsoft.com/office/drawing/2014/main" id="{600CADE6-4156-4B82-AC88-503F48249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97" name="Rectangle 410">
                <a:extLst>
                  <a:ext uri="{FF2B5EF4-FFF2-40B4-BE49-F238E27FC236}">
                    <a16:creationId xmlns:a16="http://schemas.microsoft.com/office/drawing/2014/main" id="{23F29610-AC96-4011-9C11-2FA41507C7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98" name="Oval 411">
                <a:extLst>
                  <a:ext uri="{FF2B5EF4-FFF2-40B4-BE49-F238E27FC236}">
                    <a16:creationId xmlns:a16="http://schemas.microsoft.com/office/drawing/2014/main" id="{2F877576-9581-4BB1-AE42-D9AABCF5F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99" name="Group 995">
                <a:extLst>
                  <a:ext uri="{FF2B5EF4-FFF2-40B4-BE49-F238E27FC236}">
                    <a16:creationId xmlns:a16="http://schemas.microsoft.com/office/drawing/2014/main" id="{71C44D24-86C8-4794-8741-A97ED38470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102" name="Freeform 996">
                  <a:extLst>
                    <a:ext uri="{FF2B5EF4-FFF2-40B4-BE49-F238E27FC236}">
                      <a16:creationId xmlns:a16="http://schemas.microsoft.com/office/drawing/2014/main" id="{C4166E06-E75E-4C0A-9C75-09B365A182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103" name="Freeform 997">
                  <a:extLst>
                    <a:ext uri="{FF2B5EF4-FFF2-40B4-BE49-F238E27FC236}">
                      <a16:creationId xmlns:a16="http://schemas.microsoft.com/office/drawing/2014/main" id="{633BC96D-F5DB-48D3-9BA7-A477ACC220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100" name="Line 998">
                <a:extLst>
                  <a:ext uri="{FF2B5EF4-FFF2-40B4-BE49-F238E27FC236}">
                    <a16:creationId xmlns:a16="http://schemas.microsoft.com/office/drawing/2014/main" id="{2B952CA8-044F-44AD-BC26-13A48C656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101" name="Line 999">
                <a:extLst>
                  <a:ext uri="{FF2B5EF4-FFF2-40B4-BE49-F238E27FC236}">
                    <a16:creationId xmlns:a16="http://schemas.microsoft.com/office/drawing/2014/main" id="{62D97E93-C3A1-47DD-A5B9-9CDE0E05E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0" name="Group 1000">
              <a:extLst>
                <a:ext uri="{FF2B5EF4-FFF2-40B4-BE49-F238E27FC236}">
                  <a16:creationId xmlns:a16="http://schemas.microsoft.com/office/drawing/2014/main" id="{601EDD38-FED6-4746-8F2E-9704B7C99C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32088" name="Oval 407">
                <a:extLst>
                  <a:ext uri="{FF2B5EF4-FFF2-40B4-BE49-F238E27FC236}">
                    <a16:creationId xmlns:a16="http://schemas.microsoft.com/office/drawing/2014/main" id="{69F18DEE-26B3-49F5-A487-07B9DB1BA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89" name="Rectangle 410">
                <a:extLst>
                  <a:ext uri="{FF2B5EF4-FFF2-40B4-BE49-F238E27FC236}">
                    <a16:creationId xmlns:a16="http://schemas.microsoft.com/office/drawing/2014/main" id="{BB492E10-320B-404E-BAE7-DBD6B3695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90" name="Oval 411">
                <a:extLst>
                  <a:ext uri="{FF2B5EF4-FFF2-40B4-BE49-F238E27FC236}">
                    <a16:creationId xmlns:a16="http://schemas.microsoft.com/office/drawing/2014/main" id="{FCA340E0-6244-4AD3-AE95-1E582232F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91" name="Group 1004">
                <a:extLst>
                  <a:ext uri="{FF2B5EF4-FFF2-40B4-BE49-F238E27FC236}">
                    <a16:creationId xmlns:a16="http://schemas.microsoft.com/office/drawing/2014/main" id="{FBECDD94-03C1-4BBB-AA0B-A0F01C3EAE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94" name="Freeform 1005">
                  <a:extLst>
                    <a:ext uri="{FF2B5EF4-FFF2-40B4-BE49-F238E27FC236}">
                      <a16:creationId xmlns:a16="http://schemas.microsoft.com/office/drawing/2014/main" id="{CAA59E8E-F8C0-4730-B8B1-824B543D4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95" name="Freeform 1006">
                  <a:extLst>
                    <a:ext uri="{FF2B5EF4-FFF2-40B4-BE49-F238E27FC236}">
                      <a16:creationId xmlns:a16="http://schemas.microsoft.com/office/drawing/2014/main" id="{90ACD18B-C53A-4856-9D4E-729637F19A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92" name="Line 1007">
                <a:extLst>
                  <a:ext uri="{FF2B5EF4-FFF2-40B4-BE49-F238E27FC236}">
                    <a16:creationId xmlns:a16="http://schemas.microsoft.com/office/drawing/2014/main" id="{42FFDD38-AE3D-434C-9A6D-559577977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93" name="Line 1008">
                <a:extLst>
                  <a:ext uri="{FF2B5EF4-FFF2-40B4-BE49-F238E27FC236}">
                    <a16:creationId xmlns:a16="http://schemas.microsoft.com/office/drawing/2014/main" id="{17EA4CD0-D5FF-417D-A989-DDD230C1F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1821" name="Line 1009">
              <a:extLst>
                <a:ext uri="{FF2B5EF4-FFF2-40B4-BE49-F238E27FC236}">
                  <a16:creationId xmlns:a16="http://schemas.microsoft.com/office/drawing/2014/main" id="{E249ACD2-7CB6-4D22-B55A-729E00AC2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1822" name="Group 1010">
              <a:extLst>
                <a:ext uri="{FF2B5EF4-FFF2-40B4-BE49-F238E27FC236}">
                  <a16:creationId xmlns:a16="http://schemas.microsoft.com/office/drawing/2014/main" id="{08359B0B-1A09-46C6-A760-F642811FC0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32080" name="Oval 407">
                <a:extLst>
                  <a:ext uri="{FF2B5EF4-FFF2-40B4-BE49-F238E27FC236}">
                    <a16:creationId xmlns:a16="http://schemas.microsoft.com/office/drawing/2014/main" id="{10CCFCB7-D46C-41F4-A69F-CD9B93E4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81" name="Rectangle 410">
                <a:extLst>
                  <a:ext uri="{FF2B5EF4-FFF2-40B4-BE49-F238E27FC236}">
                    <a16:creationId xmlns:a16="http://schemas.microsoft.com/office/drawing/2014/main" id="{40483672-FC7F-4258-B097-0B21476D8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82" name="Oval 411">
                <a:extLst>
                  <a:ext uri="{FF2B5EF4-FFF2-40B4-BE49-F238E27FC236}">
                    <a16:creationId xmlns:a16="http://schemas.microsoft.com/office/drawing/2014/main" id="{FAF45170-C298-4502-985E-FEC2E99F9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83" name="Group 1014">
                <a:extLst>
                  <a:ext uri="{FF2B5EF4-FFF2-40B4-BE49-F238E27FC236}">
                    <a16:creationId xmlns:a16="http://schemas.microsoft.com/office/drawing/2014/main" id="{773CF184-546F-425D-9115-7B8D94E7B0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86" name="Freeform 1015">
                  <a:extLst>
                    <a:ext uri="{FF2B5EF4-FFF2-40B4-BE49-F238E27FC236}">
                      <a16:creationId xmlns:a16="http://schemas.microsoft.com/office/drawing/2014/main" id="{D02650B8-0265-4535-9530-C285245614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87" name="Freeform 1016">
                  <a:extLst>
                    <a:ext uri="{FF2B5EF4-FFF2-40B4-BE49-F238E27FC236}">
                      <a16:creationId xmlns:a16="http://schemas.microsoft.com/office/drawing/2014/main" id="{942EC1DD-4818-4428-9170-6CE3F9876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84" name="Line 1017">
                <a:extLst>
                  <a:ext uri="{FF2B5EF4-FFF2-40B4-BE49-F238E27FC236}">
                    <a16:creationId xmlns:a16="http://schemas.microsoft.com/office/drawing/2014/main" id="{9BCC2E2A-2ADE-402E-9372-CC620DC876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85" name="Line 1018">
                <a:extLst>
                  <a:ext uri="{FF2B5EF4-FFF2-40B4-BE49-F238E27FC236}">
                    <a16:creationId xmlns:a16="http://schemas.microsoft.com/office/drawing/2014/main" id="{6C80493C-9FB4-4BAD-ADF3-7C6D8A2C1B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3" name="Group 1019">
              <a:extLst>
                <a:ext uri="{FF2B5EF4-FFF2-40B4-BE49-F238E27FC236}">
                  <a16:creationId xmlns:a16="http://schemas.microsoft.com/office/drawing/2014/main" id="{C59A89C2-7801-40A9-904A-54858638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2072" name="Oval 407">
                <a:extLst>
                  <a:ext uri="{FF2B5EF4-FFF2-40B4-BE49-F238E27FC236}">
                    <a16:creationId xmlns:a16="http://schemas.microsoft.com/office/drawing/2014/main" id="{0AFF46A4-A56F-42B5-97AC-BF315F3FF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73" name="Rectangle 410">
                <a:extLst>
                  <a:ext uri="{FF2B5EF4-FFF2-40B4-BE49-F238E27FC236}">
                    <a16:creationId xmlns:a16="http://schemas.microsoft.com/office/drawing/2014/main" id="{29F8F9B8-A7C0-4500-A25F-7348FD743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74" name="Oval 411">
                <a:extLst>
                  <a:ext uri="{FF2B5EF4-FFF2-40B4-BE49-F238E27FC236}">
                    <a16:creationId xmlns:a16="http://schemas.microsoft.com/office/drawing/2014/main" id="{FBD57699-4EC1-4D70-8FEA-9C84D6F69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75" name="Group 1023">
                <a:extLst>
                  <a:ext uri="{FF2B5EF4-FFF2-40B4-BE49-F238E27FC236}">
                    <a16:creationId xmlns:a16="http://schemas.microsoft.com/office/drawing/2014/main" id="{3147896C-2E40-421A-B321-4AEF8ECEC3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78" name="Freeform 1024">
                  <a:extLst>
                    <a:ext uri="{FF2B5EF4-FFF2-40B4-BE49-F238E27FC236}">
                      <a16:creationId xmlns:a16="http://schemas.microsoft.com/office/drawing/2014/main" id="{6CBF36D4-6C94-4570-8708-E2D7688FA8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79" name="Freeform 1025">
                  <a:extLst>
                    <a:ext uri="{FF2B5EF4-FFF2-40B4-BE49-F238E27FC236}">
                      <a16:creationId xmlns:a16="http://schemas.microsoft.com/office/drawing/2014/main" id="{B3196360-4FAA-4834-911A-90DF3972A4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76" name="Line 1026">
                <a:extLst>
                  <a:ext uri="{FF2B5EF4-FFF2-40B4-BE49-F238E27FC236}">
                    <a16:creationId xmlns:a16="http://schemas.microsoft.com/office/drawing/2014/main" id="{39BCBA9B-0084-4746-98C0-50AF0A20C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77" name="Line 1027">
                <a:extLst>
                  <a:ext uri="{FF2B5EF4-FFF2-40B4-BE49-F238E27FC236}">
                    <a16:creationId xmlns:a16="http://schemas.microsoft.com/office/drawing/2014/main" id="{3C33ED20-C092-4D73-A518-98B9AC52D5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4" name="Group 1028">
              <a:extLst>
                <a:ext uri="{FF2B5EF4-FFF2-40B4-BE49-F238E27FC236}">
                  <a16:creationId xmlns:a16="http://schemas.microsoft.com/office/drawing/2014/main" id="{D26C705E-176F-4567-9BFE-DF9EA03BD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32064" name="Oval 407">
                <a:extLst>
                  <a:ext uri="{FF2B5EF4-FFF2-40B4-BE49-F238E27FC236}">
                    <a16:creationId xmlns:a16="http://schemas.microsoft.com/office/drawing/2014/main" id="{16664B51-85EB-4173-9887-3CE089B8A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65" name="Rectangle 410">
                <a:extLst>
                  <a:ext uri="{FF2B5EF4-FFF2-40B4-BE49-F238E27FC236}">
                    <a16:creationId xmlns:a16="http://schemas.microsoft.com/office/drawing/2014/main" id="{D24046AD-33A1-48E7-AD25-BFBAB262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66" name="Oval 411">
                <a:extLst>
                  <a:ext uri="{FF2B5EF4-FFF2-40B4-BE49-F238E27FC236}">
                    <a16:creationId xmlns:a16="http://schemas.microsoft.com/office/drawing/2014/main" id="{61ED6622-E981-4639-8033-B31519D34F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67" name="Group 1032">
                <a:extLst>
                  <a:ext uri="{FF2B5EF4-FFF2-40B4-BE49-F238E27FC236}">
                    <a16:creationId xmlns:a16="http://schemas.microsoft.com/office/drawing/2014/main" id="{F3B2C9A7-643D-4007-81CD-F36B9BA54E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70" name="Freeform 1033">
                  <a:extLst>
                    <a:ext uri="{FF2B5EF4-FFF2-40B4-BE49-F238E27FC236}">
                      <a16:creationId xmlns:a16="http://schemas.microsoft.com/office/drawing/2014/main" id="{63521AE1-5B73-40CF-8A8F-AC14EE22D7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71" name="Freeform 1034">
                  <a:extLst>
                    <a:ext uri="{FF2B5EF4-FFF2-40B4-BE49-F238E27FC236}">
                      <a16:creationId xmlns:a16="http://schemas.microsoft.com/office/drawing/2014/main" id="{A6BDABE1-DCE9-4C17-88CE-93697D418B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68" name="Line 1035">
                <a:extLst>
                  <a:ext uri="{FF2B5EF4-FFF2-40B4-BE49-F238E27FC236}">
                    <a16:creationId xmlns:a16="http://schemas.microsoft.com/office/drawing/2014/main" id="{C3A9E432-B857-45F8-8BF4-C50958FE5A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69" name="Line 1036">
                <a:extLst>
                  <a:ext uri="{FF2B5EF4-FFF2-40B4-BE49-F238E27FC236}">
                    <a16:creationId xmlns:a16="http://schemas.microsoft.com/office/drawing/2014/main" id="{68BADD34-07BE-45FC-A5C4-876169F6F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5" name="Group 1037">
              <a:extLst>
                <a:ext uri="{FF2B5EF4-FFF2-40B4-BE49-F238E27FC236}">
                  <a16:creationId xmlns:a16="http://schemas.microsoft.com/office/drawing/2014/main" id="{97A51EF0-768C-4943-B41E-31E2F03257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32056" name="Oval 407">
                <a:extLst>
                  <a:ext uri="{FF2B5EF4-FFF2-40B4-BE49-F238E27FC236}">
                    <a16:creationId xmlns:a16="http://schemas.microsoft.com/office/drawing/2014/main" id="{AC83505E-1361-426F-8D7C-3F79D3A41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57" name="Rectangle 410">
                <a:extLst>
                  <a:ext uri="{FF2B5EF4-FFF2-40B4-BE49-F238E27FC236}">
                    <a16:creationId xmlns:a16="http://schemas.microsoft.com/office/drawing/2014/main" id="{82ED65C3-E54B-4D10-A5E3-D3867C765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58" name="Oval 411">
                <a:extLst>
                  <a:ext uri="{FF2B5EF4-FFF2-40B4-BE49-F238E27FC236}">
                    <a16:creationId xmlns:a16="http://schemas.microsoft.com/office/drawing/2014/main" id="{824FC5A5-5749-426B-8C9B-0132A16B8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59" name="Group 1041">
                <a:extLst>
                  <a:ext uri="{FF2B5EF4-FFF2-40B4-BE49-F238E27FC236}">
                    <a16:creationId xmlns:a16="http://schemas.microsoft.com/office/drawing/2014/main" id="{7CB5F5CD-E683-45D5-9C55-6E9AD91F09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62" name="Freeform 1042">
                  <a:extLst>
                    <a:ext uri="{FF2B5EF4-FFF2-40B4-BE49-F238E27FC236}">
                      <a16:creationId xmlns:a16="http://schemas.microsoft.com/office/drawing/2014/main" id="{C7129876-C44D-43A9-AF8D-CD5B556F6C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63" name="Freeform 1043">
                  <a:extLst>
                    <a:ext uri="{FF2B5EF4-FFF2-40B4-BE49-F238E27FC236}">
                      <a16:creationId xmlns:a16="http://schemas.microsoft.com/office/drawing/2014/main" id="{92E505B0-7F49-4DA4-93EA-5704674D0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60" name="Line 1044">
                <a:extLst>
                  <a:ext uri="{FF2B5EF4-FFF2-40B4-BE49-F238E27FC236}">
                    <a16:creationId xmlns:a16="http://schemas.microsoft.com/office/drawing/2014/main" id="{00723ABB-5574-470E-8A3F-5F6970985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61" name="Line 1045">
                <a:extLst>
                  <a:ext uri="{FF2B5EF4-FFF2-40B4-BE49-F238E27FC236}">
                    <a16:creationId xmlns:a16="http://schemas.microsoft.com/office/drawing/2014/main" id="{167E511E-1F01-4230-A1E4-42957AD9F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6" name="Group 1046">
              <a:extLst>
                <a:ext uri="{FF2B5EF4-FFF2-40B4-BE49-F238E27FC236}">
                  <a16:creationId xmlns:a16="http://schemas.microsoft.com/office/drawing/2014/main" id="{7B6E98AE-1C1C-4ED5-A351-42945323EA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32048" name="Oval 407">
                <a:extLst>
                  <a:ext uri="{FF2B5EF4-FFF2-40B4-BE49-F238E27FC236}">
                    <a16:creationId xmlns:a16="http://schemas.microsoft.com/office/drawing/2014/main" id="{94FEF9DB-DDDB-4805-8D5A-9B1C82FB66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49" name="Rectangle 410">
                <a:extLst>
                  <a:ext uri="{FF2B5EF4-FFF2-40B4-BE49-F238E27FC236}">
                    <a16:creationId xmlns:a16="http://schemas.microsoft.com/office/drawing/2014/main" id="{0AAE6A47-CB5C-4028-9CF6-0EE45DF57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50" name="Oval 411">
                <a:extLst>
                  <a:ext uri="{FF2B5EF4-FFF2-40B4-BE49-F238E27FC236}">
                    <a16:creationId xmlns:a16="http://schemas.microsoft.com/office/drawing/2014/main" id="{A42FB29C-DEA2-4DE3-BCAC-FABD6D42B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51" name="Group 1050">
                <a:extLst>
                  <a:ext uri="{FF2B5EF4-FFF2-40B4-BE49-F238E27FC236}">
                    <a16:creationId xmlns:a16="http://schemas.microsoft.com/office/drawing/2014/main" id="{391B4200-7DEA-430F-B4FD-A3DD19BA07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54" name="Freeform 1051">
                  <a:extLst>
                    <a:ext uri="{FF2B5EF4-FFF2-40B4-BE49-F238E27FC236}">
                      <a16:creationId xmlns:a16="http://schemas.microsoft.com/office/drawing/2014/main" id="{A55E103D-7B9A-4611-A2E5-8F61E424A3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55" name="Freeform 1052">
                  <a:extLst>
                    <a:ext uri="{FF2B5EF4-FFF2-40B4-BE49-F238E27FC236}">
                      <a16:creationId xmlns:a16="http://schemas.microsoft.com/office/drawing/2014/main" id="{ED5994F4-23B1-4EC3-9799-238053EB3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52" name="Line 1053">
                <a:extLst>
                  <a:ext uri="{FF2B5EF4-FFF2-40B4-BE49-F238E27FC236}">
                    <a16:creationId xmlns:a16="http://schemas.microsoft.com/office/drawing/2014/main" id="{2745C447-3BDE-4725-A3B4-2481CA2BB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53" name="Line 1054">
                <a:extLst>
                  <a:ext uri="{FF2B5EF4-FFF2-40B4-BE49-F238E27FC236}">
                    <a16:creationId xmlns:a16="http://schemas.microsoft.com/office/drawing/2014/main" id="{B136B26B-114F-413B-91B1-B3ECA3215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7" name="Group 1055">
              <a:extLst>
                <a:ext uri="{FF2B5EF4-FFF2-40B4-BE49-F238E27FC236}">
                  <a16:creationId xmlns:a16="http://schemas.microsoft.com/office/drawing/2014/main" id="{4183A6B5-3F22-4351-86DC-DA1B529F6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32040" name="Oval 407">
                <a:extLst>
                  <a:ext uri="{FF2B5EF4-FFF2-40B4-BE49-F238E27FC236}">
                    <a16:creationId xmlns:a16="http://schemas.microsoft.com/office/drawing/2014/main" id="{CECF9535-668B-44DB-936B-8E01F7DD7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41" name="Rectangle 410">
                <a:extLst>
                  <a:ext uri="{FF2B5EF4-FFF2-40B4-BE49-F238E27FC236}">
                    <a16:creationId xmlns:a16="http://schemas.microsoft.com/office/drawing/2014/main" id="{3612E273-EFDA-49B1-A798-FD0555E7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42" name="Oval 411">
                <a:extLst>
                  <a:ext uri="{FF2B5EF4-FFF2-40B4-BE49-F238E27FC236}">
                    <a16:creationId xmlns:a16="http://schemas.microsoft.com/office/drawing/2014/main" id="{7746255B-E91B-40D5-91B8-A43CD53AF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2043" name="Group 1059">
                <a:extLst>
                  <a:ext uri="{FF2B5EF4-FFF2-40B4-BE49-F238E27FC236}">
                    <a16:creationId xmlns:a16="http://schemas.microsoft.com/office/drawing/2014/main" id="{D74A4127-60A4-4E4A-9C1B-8A7B8524A5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2046" name="Freeform 1060">
                  <a:extLst>
                    <a:ext uri="{FF2B5EF4-FFF2-40B4-BE49-F238E27FC236}">
                      <a16:creationId xmlns:a16="http://schemas.microsoft.com/office/drawing/2014/main" id="{C2C02DB7-6CD3-4C36-B092-3C974BD3AC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47" name="Freeform 1061">
                  <a:extLst>
                    <a:ext uri="{FF2B5EF4-FFF2-40B4-BE49-F238E27FC236}">
                      <a16:creationId xmlns:a16="http://schemas.microsoft.com/office/drawing/2014/main" id="{79D3B490-DC60-4811-A46A-83277A5F5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2044" name="Line 1062">
                <a:extLst>
                  <a:ext uri="{FF2B5EF4-FFF2-40B4-BE49-F238E27FC236}">
                    <a16:creationId xmlns:a16="http://schemas.microsoft.com/office/drawing/2014/main" id="{4C5A767E-9306-4E73-B630-852CE5D07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2045" name="Line 1063">
                <a:extLst>
                  <a:ext uri="{FF2B5EF4-FFF2-40B4-BE49-F238E27FC236}">
                    <a16:creationId xmlns:a16="http://schemas.microsoft.com/office/drawing/2014/main" id="{BF301777-D5F1-4A5C-A24B-85264D93A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28" name="Group 1064">
              <a:extLst>
                <a:ext uri="{FF2B5EF4-FFF2-40B4-BE49-F238E27FC236}">
                  <a16:creationId xmlns:a16="http://schemas.microsoft.com/office/drawing/2014/main" id="{97DCDB28-67BA-4A5E-AF62-A72A2AEF6C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32026" name="Group 1065">
                <a:extLst>
                  <a:ext uri="{FF2B5EF4-FFF2-40B4-BE49-F238E27FC236}">
                    <a16:creationId xmlns:a16="http://schemas.microsoft.com/office/drawing/2014/main" id="{C067B468-C98E-44D9-B5BA-BB0261AF8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2028" name="Freeform 1066">
                  <a:extLst>
                    <a:ext uri="{FF2B5EF4-FFF2-40B4-BE49-F238E27FC236}">
                      <a16:creationId xmlns:a16="http://schemas.microsoft.com/office/drawing/2014/main" id="{8FDC2393-716F-4024-B068-C05F96C6F8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9" name="Freeform 1067">
                  <a:extLst>
                    <a:ext uri="{FF2B5EF4-FFF2-40B4-BE49-F238E27FC236}">
                      <a16:creationId xmlns:a16="http://schemas.microsoft.com/office/drawing/2014/main" id="{18228442-02D3-4B5F-A269-C22CC09378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0" name="Freeform 1068">
                  <a:extLst>
                    <a:ext uri="{FF2B5EF4-FFF2-40B4-BE49-F238E27FC236}">
                      <a16:creationId xmlns:a16="http://schemas.microsoft.com/office/drawing/2014/main" id="{09210E70-747E-4AE0-B290-4394074594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1" name="Freeform 1069">
                  <a:extLst>
                    <a:ext uri="{FF2B5EF4-FFF2-40B4-BE49-F238E27FC236}">
                      <a16:creationId xmlns:a16="http://schemas.microsoft.com/office/drawing/2014/main" id="{15F52270-200B-467F-8564-4652F463DF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2" name="Freeform 1070">
                  <a:extLst>
                    <a:ext uri="{FF2B5EF4-FFF2-40B4-BE49-F238E27FC236}">
                      <a16:creationId xmlns:a16="http://schemas.microsoft.com/office/drawing/2014/main" id="{CA39BBB5-AE64-456D-ACFF-F9D992F960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3" name="Freeform 1071">
                  <a:extLst>
                    <a:ext uri="{FF2B5EF4-FFF2-40B4-BE49-F238E27FC236}">
                      <a16:creationId xmlns:a16="http://schemas.microsoft.com/office/drawing/2014/main" id="{A92E0F6E-C387-44B4-B7BD-BC7DF11D2E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4" name="Freeform 1072">
                  <a:extLst>
                    <a:ext uri="{FF2B5EF4-FFF2-40B4-BE49-F238E27FC236}">
                      <a16:creationId xmlns:a16="http://schemas.microsoft.com/office/drawing/2014/main" id="{AAE00928-16A6-47D2-8605-DACBFC1E53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5" name="Freeform 1073">
                  <a:extLst>
                    <a:ext uri="{FF2B5EF4-FFF2-40B4-BE49-F238E27FC236}">
                      <a16:creationId xmlns:a16="http://schemas.microsoft.com/office/drawing/2014/main" id="{1BFE692F-DBBF-4CD8-AA2C-E02A954313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6" name="Freeform 1074">
                  <a:extLst>
                    <a:ext uri="{FF2B5EF4-FFF2-40B4-BE49-F238E27FC236}">
                      <a16:creationId xmlns:a16="http://schemas.microsoft.com/office/drawing/2014/main" id="{680525E8-67C2-4002-9AC5-FF9AB54D0C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7" name="Freeform 1075">
                  <a:extLst>
                    <a:ext uri="{FF2B5EF4-FFF2-40B4-BE49-F238E27FC236}">
                      <a16:creationId xmlns:a16="http://schemas.microsoft.com/office/drawing/2014/main" id="{FA4AAB81-BAB0-489A-8758-ED124ED15E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8" name="Freeform 1076">
                  <a:extLst>
                    <a:ext uri="{FF2B5EF4-FFF2-40B4-BE49-F238E27FC236}">
                      <a16:creationId xmlns:a16="http://schemas.microsoft.com/office/drawing/2014/main" id="{591B0FBE-B5B0-485C-8334-A89969AFED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39" name="Freeform 1077">
                  <a:extLst>
                    <a:ext uri="{FF2B5EF4-FFF2-40B4-BE49-F238E27FC236}">
                      <a16:creationId xmlns:a16="http://schemas.microsoft.com/office/drawing/2014/main" id="{359DBE30-1039-4E38-B50F-059B485771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32027" name="Picture 1078" descr="access_point_stylized_gray_small">
                <a:extLst>
                  <a:ext uri="{FF2B5EF4-FFF2-40B4-BE49-F238E27FC236}">
                    <a16:creationId xmlns:a16="http://schemas.microsoft.com/office/drawing/2014/main" id="{0897B76F-FB7B-4810-91C6-0FB63DCCEB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29" name="Group 1079">
              <a:extLst>
                <a:ext uri="{FF2B5EF4-FFF2-40B4-BE49-F238E27FC236}">
                  <a16:creationId xmlns:a16="http://schemas.microsoft.com/office/drawing/2014/main" id="{8EFA93B8-1090-455A-A7FE-95429DFBE8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32012" name="Group 1080">
                <a:extLst>
                  <a:ext uri="{FF2B5EF4-FFF2-40B4-BE49-F238E27FC236}">
                    <a16:creationId xmlns:a16="http://schemas.microsoft.com/office/drawing/2014/main" id="{5A26F077-287F-4DD1-8C47-AB9580A041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2014" name="Freeform 1081">
                  <a:extLst>
                    <a:ext uri="{FF2B5EF4-FFF2-40B4-BE49-F238E27FC236}">
                      <a16:creationId xmlns:a16="http://schemas.microsoft.com/office/drawing/2014/main" id="{91E731D5-FB07-4D50-93A5-338F8D5980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15" name="Freeform 1082">
                  <a:extLst>
                    <a:ext uri="{FF2B5EF4-FFF2-40B4-BE49-F238E27FC236}">
                      <a16:creationId xmlns:a16="http://schemas.microsoft.com/office/drawing/2014/main" id="{99C66036-64D3-4E0E-924D-EC7E02F3FD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16" name="Freeform 1083">
                  <a:extLst>
                    <a:ext uri="{FF2B5EF4-FFF2-40B4-BE49-F238E27FC236}">
                      <a16:creationId xmlns:a16="http://schemas.microsoft.com/office/drawing/2014/main" id="{E99FA309-CF91-4E80-ABB7-09A7345C54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17" name="Freeform 1084">
                  <a:extLst>
                    <a:ext uri="{FF2B5EF4-FFF2-40B4-BE49-F238E27FC236}">
                      <a16:creationId xmlns:a16="http://schemas.microsoft.com/office/drawing/2014/main" id="{CA51EEE8-0297-45F3-A7CF-F299436943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18" name="Freeform 1085">
                  <a:extLst>
                    <a:ext uri="{FF2B5EF4-FFF2-40B4-BE49-F238E27FC236}">
                      <a16:creationId xmlns:a16="http://schemas.microsoft.com/office/drawing/2014/main" id="{4570D7FC-3096-4277-A0BA-DCFDEAAD85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19" name="Freeform 1086">
                  <a:extLst>
                    <a:ext uri="{FF2B5EF4-FFF2-40B4-BE49-F238E27FC236}">
                      <a16:creationId xmlns:a16="http://schemas.microsoft.com/office/drawing/2014/main" id="{6B77B058-8C7F-4C33-A32E-97557F9BC5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0" name="Freeform 1087">
                  <a:extLst>
                    <a:ext uri="{FF2B5EF4-FFF2-40B4-BE49-F238E27FC236}">
                      <a16:creationId xmlns:a16="http://schemas.microsoft.com/office/drawing/2014/main" id="{D0B2232F-D458-49FD-91B8-E295AF0240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1" name="Freeform 1088">
                  <a:extLst>
                    <a:ext uri="{FF2B5EF4-FFF2-40B4-BE49-F238E27FC236}">
                      <a16:creationId xmlns:a16="http://schemas.microsoft.com/office/drawing/2014/main" id="{AAED485A-0632-4405-9583-04E6B2B3AF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2" name="Freeform 1089">
                  <a:extLst>
                    <a:ext uri="{FF2B5EF4-FFF2-40B4-BE49-F238E27FC236}">
                      <a16:creationId xmlns:a16="http://schemas.microsoft.com/office/drawing/2014/main" id="{030CB0B1-FEF8-4FEA-9066-0529DC26A0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3" name="Freeform 1090">
                  <a:extLst>
                    <a:ext uri="{FF2B5EF4-FFF2-40B4-BE49-F238E27FC236}">
                      <a16:creationId xmlns:a16="http://schemas.microsoft.com/office/drawing/2014/main" id="{D4EB0312-B198-42E7-A744-EB0773C192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4" name="Freeform 1091">
                  <a:extLst>
                    <a:ext uri="{FF2B5EF4-FFF2-40B4-BE49-F238E27FC236}">
                      <a16:creationId xmlns:a16="http://schemas.microsoft.com/office/drawing/2014/main" id="{35FD4095-E0CA-4DF5-8605-F4A96E3B0E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2025" name="Freeform 1092">
                  <a:extLst>
                    <a:ext uri="{FF2B5EF4-FFF2-40B4-BE49-F238E27FC236}">
                      <a16:creationId xmlns:a16="http://schemas.microsoft.com/office/drawing/2014/main" id="{6B012A62-A433-4833-BE71-ECA3AA94CC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32013" name="Picture 1093" descr="access_point_stylized_gray_small">
                <a:extLst>
                  <a:ext uri="{FF2B5EF4-FFF2-40B4-BE49-F238E27FC236}">
                    <a16:creationId xmlns:a16="http://schemas.microsoft.com/office/drawing/2014/main" id="{A5E3056A-A754-44C8-92BC-F1C4A674CA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1830" name="Line 1094">
              <a:extLst>
                <a:ext uri="{FF2B5EF4-FFF2-40B4-BE49-F238E27FC236}">
                  <a16:creationId xmlns:a16="http://schemas.microsoft.com/office/drawing/2014/main" id="{5DC6AE41-8CEF-4055-9727-250760CEE8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31831" name="Group 1095">
              <a:extLst>
                <a:ext uri="{FF2B5EF4-FFF2-40B4-BE49-F238E27FC236}">
                  <a16:creationId xmlns:a16="http://schemas.microsoft.com/office/drawing/2014/main" id="{4262DD45-6AD8-44FD-B0D4-9BB9DF10263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32010" name="Picture 1096" descr="desktop_computer_stylized_medium">
                <a:extLst>
                  <a:ext uri="{FF2B5EF4-FFF2-40B4-BE49-F238E27FC236}">
                    <a16:creationId xmlns:a16="http://schemas.microsoft.com/office/drawing/2014/main" id="{0BB62B79-C3DA-4C30-A831-698F90702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11" name="Freeform 1097">
                <a:extLst>
                  <a:ext uri="{FF2B5EF4-FFF2-40B4-BE49-F238E27FC236}">
                    <a16:creationId xmlns:a16="http://schemas.microsoft.com/office/drawing/2014/main" id="{D3A04408-B2B6-4323-92D2-7E483FB4E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1832" name="Group 1098">
              <a:extLst>
                <a:ext uri="{FF2B5EF4-FFF2-40B4-BE49-F238E27FC236}">
                  <a16:creationId xmlns:a16="http://schemas.microsoft.com/office/drawing/2014/main" id="{0F27B351-78E9-4DC0-9409-54EFEC3806D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32008" name="Picture 1099" descr="desktop_computer_stylized_medium">
                <a:extLst>
                  <a:ext uri="{FF2B5EF4-FFF2-40B4-BE49-F238E27FC236}">
                    <a16:creationId xmlns:a16="http://schemas.microsoft.com/office/drawing/2014/main" id="{D18C48BF-CE69-4F84-8436-C554C2555D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09" name="Freeform 1100">
                <a:extLst>
                  <a:ext uri="{FF2B5EF4-FFF2-40B4-BE49-F238E27FC236}">
                    <a16:creationId xmlns:a16="http://schemas.microsoft.com/office/drawing/2014/main" id="{3444E395-DF22-4F38-8BAC-426E428FF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1833" name="Group 1101">
              <a:extLst>
                <a:ext uri="{FF2B5EF4-FFF2-40B4-BE49-F238E27FC236}">
                  <a16:creationId xmlns:a16="http://schemas.microsoft.com/office/drawing/2014/main" id="{355F72B3-1426-49D1-84FB-44CA73827B3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32006" name="Picture 1102" descr="desktop_computer_stylized_medium">
                <a:extLst>
                  <a:ext uri="{FF2B5EF4-FFF2-40B4-BE49-F238E27FC236}">
                    <a16:creationId xmlns:a16="http://schemas.microsoft.com/office/drawing/2014/main" id="{56191784-9F53-432B-8E17-84C3BACB2E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07" name="Freeform 1103">
                <a:extLst>
                  <a:ext uri="{FF2B5EF4-FFF2-40B4-BE49-F238E27FC236}">
                    <a16:creationId xmlns:a16="http://schemas.microsoft.com/office/drawing/2014/main" id="{A882005F-CA97-43FB-A40F-ED31EC4BC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1834" name="Group 1104">
              <a:extLst>
                <a:ext uri="{FF2B5EF4-FFF2-40B4-BE49-F238E27FC236}">
                  <a16:creationId xmlns:a16="http://schemas.microsoft.com/office/drawing/2014/main" id="{6A35AB64-CF00-47FB-9930-962630B258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32004" name="Picture 1105" descr="desktop_computer_stylized_medium">
                <a:extLst>
                  <a:ext uri="{FF2B5EF4-FFF2-40B4-BE49-F238E27FC236}">
                    <a16:creationId xmlns:a16="http://schemas.microsoft.com/office/drawing/2014/main" id="{D122BB38-1B08-4043-98A4-206CBDDF05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005" name="Freeform 1106">
                <a:extLst>
                  <a:ext uri="{FF2B5EF4-FFF2-40B4-BE49-F238E27FC236}">
                    <a16:creationId xmlns:a16="http://schemas.microsoft.com/office/drawing/2014/main" id="{E1C457AE-56B8-4DA1-B42C-B3333C3E4F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31835" name="Picture 1107" descr="car_icon_small">
              <a:extLst>
                <a:ext uri="{FF2B5EF4-FFF2-40B4-BE49-F238E27FC236}">
                  <a16:creationId xmlns:a16="http://schemas.microsoft.com/office/drawing/2014/main" id="{41AFF9C2-EA1A-4325-9FBC-DF66ACCCF8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1836" name="Group 1108">
              <a:extLst>
                <a:ext uri="{FF2B5EF4-FFF2-40B4-BE49-F238E27FC236}">
                  <a16:creationId xmlns:a16="http://schemas.microsoft.com/office/drawing/2014/main" id="{1831654C-799A-4687-8BBC-67372101EB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32002" name="Picture 1109" descr="iphone_stylized_small">
                <a:extLst>
                  <a:ext uri="{FF2B5EF4-FFF2-40B4-BE49-F238E27FC236}">
                    <a16:creationId xmlns:a16="http://schemas.microsoft.com/office/drawing/2014/main" id="{BA9F80B2-3A7F-4F7F-8CAD-BF5F9CD62F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003" name="Picture 1110" descr="antenna_radiation_stylized">
                <a:extLst>
                  <a:ext uri="{FF2B5EF4-FFF2-40B4-BE49-F238E27FC236}">
                    <a16:creationId xmlns:a16="http://schemas.microsoft.com/office/drawing/2014/main" id="{F4978A97-E06C-48B6-A1A3-E9603E69DF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1837" name="Group 1111">
              <a:extLst>
                <a:ext uri="{FF2B5EF4-FFF2-40B4-BE49-F238E27FC236}">
                  <a16:creationId xmlns:a16="http://schemas.microsoft.com/office/drawing/2014/main" id="{97D16FCB-C8D5-4628-AB14-534E33D6A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31970" name="Freeform 1112">
                <a:extLst>
                  <a:ext uri="{FF2B5EF4-FFF2-40B4-BE49-F238E27FC236}">
                    <a16:creationId xmlns:a16="http://schemas.microsoft.com/office/drawing/2014/main" id="{1B8C60B1-533F-423F-BFA8-BB2DEC6358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71" name="Rectangle 1113">
                <a:extLst>
                  <a:ext uri="{FF2B5EF4-FFF2-40B4-BE49-F238E27FC236}">
                    <a16:creationId xmlns:a16="http://schemas.microsoft.com/office/drawing/2014/main" id="{10BDA83F-39B3-422D-9141-99B234BFE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72" name="Freeform 1114">
                <a:extLst>
                  <a:ext uri="{FF2B5EF4-FFF2-40B4-BE49-F238E27FC236}">
                    <a16:creationId xmlns:a16="http://schemas.microsoft.com/office/drawing/2014/main" id="{76513042-07D6-4F32-8204-44559D4FF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73" name="Freeform 1115">
                <a:extLst>
                  <a:ext uri="{FF2B5EF4-FFF2-40B4-BE49-F238E27FC236}">
                    <a16:creationId xmlns:a16="http://schemas.microsoft.com/office/drawing/2014/main" id="{8BEE6EC2-E673-41BC-9CC1-7497F4B1AA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74" name="Rectangle 1116">
                <a:extLst>
                  <a:ext uri="{FF2B5EF4-FFF2-40B4-BE49-F238E27FC236}">
                    <a16:creationId xmlns:a16="http://schemas.microsoft.com/office/drawing/2014/main" id="{D1CBD1AB-0DB3-441D-8484-E3556061A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75" name="Group 1117">
                <a:extLst>
                  <a:ext uri="{FF2B5EF4-FFF2-40B4-BE49-F238E27FC236}">
                    <a16:creationId xmlns:a16="http://schemas.microsoft.com/office/drawing/2014/main" id="{1E7CF404-180C-4F00-BD94-87753434DF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2000" name="AutoShape 1118">
                  <a:extLst>
                    <a:ext uri="{FF2B5EF4-FFF2-40B4-BE49-F238E27FC236}">
                      <a16:creationId xmlns:a16="http://schemas.microsoft.com/office/drawing/2014/main" id="{BFCB6A3A-8A27-476C-B43B-C4D49AFAB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2001" name="AutoShape 1119">
                  <a:extLst>
                    <a:ext uri="{FF2B5EF4-FFF2-40B4-BE49-F238E27FC236}">
                      <a16:creationId xmlns:a16="http://schemas.microsoft.com/office/drawing/2014/main" id="{85D6C196-B2B0-4DCA-8D5A-65041F8976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76" name="Rectangle 1120">
                <a:extLst>
                  <a:ext uri="{FF2B5EF4-FFF2-40B4-BE49-F238E27FC236}">
                    <a16:creationId xmlns:a16="http://schemas.microsoft.com/office/drawing/2014/main" id="{BD4B1317-82ED-420E-80E4-BB5C85F5F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77" name="Group 1121">
                <a:extLst>
                  <a:ext uri="{FF2B5EF4-FFF2-40B4-BE49-F238E27FC236}">
                    <a16:creationId xmlns:a16="http://schemas.microsoft.com/office/drawing/2014/main" id="{BAB7C3BB-B365-4528-8D0B-E5B4D2F111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98" name="AutoShape 1122">
                  <a:extLst>
                    <a:ext uri="{FF2B5EF4-FFF2-40B4-BE49-F238E27FC236}">
                      <a16:creationId xmlns:a16="http://schemas.microsoft.com/office/drawing/2014/main" id="{66089269-50F8-49AB-A7AD-EE8BBB43C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99" name="AutoShape 1123">
                  <a:extLst>
                    <a:ext uri="{FF2B5EF4-FFF2-40B4-BE49-F238E27FC236}">
                      <a16:creationId xmlns:a16="http://schemas.microsoft.com/office/drawing/2014/main" id="{450B7BCE-16E7-4583-BB64-0A0280D986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78" name="Rectangle 1124">
                <a:extLst>
                  <a:ext uri="{FF2B5EF4-FFF2-40B4-BE49-F238E27FC236}">
                    <a16:creationId xmlns:a16="http://schemas.microsoft.com/office/drawing/2014/main" id="{D4383385-0650-4397-9958-E2A2A9DC1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79" name="Rectangle 1125">
                <a:extLst>
                  <a:ext uri="{FF2B5EF4-FFF2-40B4-BE49-F238E27FC236}">
                    <a16:creationId xmlns:a16="http://schemas.microsoft.com/office/drawing/2014/main" id="{A07C3A8A-E749-454F-B4DA-2EECAF15A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80" name="Group 1126">
                <a:extLst>
                  <a:ext uri="{FF2B5EF4-FFF2-40B4-BE49-F238E27FC236}">
                    <a16:creationId xmlns:a16="http://schemas.microsoft.com/office/drawing/2014/main" id="{547CC687-1ADB-4A90-92B6-CC7D52D64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96" name="AutoShape 1127">
                  <a:extLst>
                    <a:ext uri="{FF2B5EF4-FFF2-40B4-BE49-F238E27FC236}">
                      <a16:creationId xmlns:a16="http://schemas.microsoft.com/office/drawing/2014/main" id="{C201B3F3-488A-4300-869F-3439D72ECD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97" name="AutoShape 1128">
                  <a:extLst>
                    <a:ext uri="{FF2B5EF4-FFF2-40B4-BE49-F238E27FC236}">
                      <a16:creationId xmlns:a16="http://schemas.microsoft.com/office/drawing/2014/main" id="{21ED515C-0082-4C94-BFC8-74B03A14A6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81" name="Freeform 1129">
                <a:extLst>
                  <a:ext uri="{FF2B5EF4-FFF2-40B4-BE49-F238E27FC236}">
                    <a16:creationId xmlns:a16="http://schemas.microsoft.com/office/drawing/2014/main" id="{DEC01D9B-EBC8-4664-B659-2ECBA17A9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982" name="Group 1130">
                <a:extLst>
                  <a:ext uri="{FF2B5EF4-FFF2-40B4-BE49-F238E27FC236}">
                    <a16:creationId xmlns:a16="http://schemas.microsoft.com/office/drawing/2014/main" id="{1F91B6BE-F804-4959-A7C1-EE634A27B7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94" name="AutoShape 1131">
                  <a:extLst>
                    <a:ext uri="{FF2B5EF4-FFF2-40B4-BE49-F238E27FC236}">
                      <a16:creationId xmlns:a16="http://schemas.microsoft.com/office/drawing/2014/main" id="{AC32D293-48E6-44E3-A739-707CF22DB5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95" name="AutoShape 1132">
                  <a:extLst>
                    <a:ext uri="{FF2B5EF4-FFF2-40B4-BE49-F238E27FC236}">
                      <a16:creationId xmlns:a16="http://schemas.microsoft.com/office/drawing/2014/main" id="{D780D96C-3498-405A-9037-0FC8E2A468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83" name="Rectangle 1133">
                <a:extLst>
                  <a:ext uri="{FF2B5EF4-FFF2-40B4-BE49-F238E27FC236}">
                    <a16:creationId xmlns:a16="http://schemas.microsoft.com/office/drawing/2014/main" id="{9F436ABD-2819-4132-B8AF-C01F5ADB76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84" name="Freeform 1134">
                <a:extLst>
                  <a:ext uri="{FF2B5EF4-FFF2-40B4-BE49-F238E27FC236}">
                    <a16:creationId xmlns:a16="http://schemas.microsoft.com/office/drawing/2014/main" id="{A35E14AB-428B-48DF-8AE6-AF864B825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85" name="Freeform 1135">
                <a:extLst>
                  <a:ext uri="{FF2B5EF4-FFF2-40B4-BE49-F238E27FC236}">
                    <a16:creationId xmlns:a16="http://schemas.microsoft.com/office/drawing/2014/main" id="{CB3561F6-9D54-44D8-9E39-8DB002309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86" name="Oval 1136">
                <a:extLst>
                  <a:ext uri="{FF2B5EF4-FFF2-40B4-BE49-F238E27FC236}">
                    <a16:creationId xmlns:a16="http://schemas.microsoft.com/office/drawing/2014/main" id="{C27EF057-1614-4496-896B-52BE8E0C9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87" name="Freeform 1137">
                <a:extLst>
                  <a:ext uri="{FF2B5EF4-FFF2-40B4-BE49-F238E27FC236}">
                    <a16:creationId xmlns:a16="http://schemas.microsoft.com/office/drawing/2014/main" id="{EEF4C9C0-22A2-4CB5-BD7A-8F4F1BDD5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88" name="AutoShape 1138">
                <a:extLst>
                  <a:ext uri="{FF2B5EF4-FFF2-40B4-BE49-F238E27FC236}">
                    <a16:creationId xmlns:a16="http://schemas.microsoft.com/office/drawing/2014/main" id="{CC20F5B5-A96D-4E7E-B8D8-59F6AD2B8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89" name="AutoShape 1139">
                <a:extLst>
                  <a:ext uri="{FF2B5EF4-FFF2-40B4-BE49-F238E27FC236}">
                    <a16:creationId xmlns:a16="http://schemas.microsoft.com/office/drawing/2014/main" id="{232AF94F-288A-4DF8-A2F2-35A8E2E89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90" name="Oval 1140">
                <a:extLst>
                  <a:ext uri="{FF2B5EF4-FFF2-40B4-BE49-F238E27FC236}">
                    <a16:creationId xmlns:a16="http://schemas.microsoft.com/office/drawing/2014/main" id="{AE32ADC9-F237-4494-93CF-1902A12BD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91" name="Oval 1141">
                <a:extLst>
                  <a:ext uri="{FF2B5EF4-FFF2-40B4-BE49-F238E27FC236}">
                    <a16:creationId xmlns:a16="http://schemas.microsoft.com/office/drawing/2014/main" id="{A56E0135-CA5F-4085-B4F9-69731DBAD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92" name="Oval 1142">
                <a:extLst>
                  <a:ext uri="{FF2B5EF4-FFF2-40B4-BE49-F238E27FC236}">
                    <a16:creationId xmlns:a16="http://schemas.microsoft.com/office/drawing/2014/main" id="{1EDE2BCA-8922-46F7-A411-D95176701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93" name="Rectangle 1143">
                <a:extLst>
                  <a:ext uri="{FF2B5EF4-FFF2-40B4-BE49-F238E27FC236}">
                    <a16:creationId xmlns:a16="http://schemas.microsoft.com/office/drawing/2014/main" id="{773A872B-DAAC-44AF-AF80-EA7F1BBA0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838" name="Group 1144">
              <a:extLst>
                <a:ext uri="{FF2B5EF4-FFF2-40B4-BE49-F238E27FC236}">
                  <a16:creationId xmlns:a16="http://schemas.microsoft.com/office/drawing/2014/main" id="{FB8409CA-851F-4429-993A-342D96D90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31938" name="Freeform 1145">
                <a:extLst>
                  <a:ext uri="{FF2B5EF4-FFF2-40B4-BE49-F238E27FC236}">
                    <a16:creationId xmlns:a16="http://schemas.microsoft.com/office/drawing/2014/main" id="{ADBAE598-49F8-4CD5-A7B7-6A3ABF6F5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39" name="Rectangle 1146">
                <a:extLst>
                  <a:ext uri="{FF2B5EF4-FFF2-40B4-BE49-F238E27FC236}">
                    <a16:creationId xmlns:a16="http://schemas.microsoft.com/office/drawing/2014/main" id="{9760986C-A795-4436-80A8-DC42660ADA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40" name="Freeform 1147">
                <a:extLst>
                  <a:ext uri="{FF2B5EF4-FFF2-40B4-BE49-F238E27FC236}">
                    <a16:creationId xmlns:a16="http://schemas.microsoft.com/office/drawing/2014/main" id="{28D890E2-1D4C-4EC5-AFEF-FEB300258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41" name="Freeform 1148">
                <a:extLst>
                  <a:ext uri="{FF2B5EF4-FFF2-40B4-BE49-F238E27FC236}">
                    <a16:creationId xmlns:a16="http://schemas.microsoft.com/office/drawing/2014/main" id="{3FBBD43B-D87F-44F4-86A3-DA3F87BA79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42" name="Rectangle 1149">
                <a:extLst>
                  <a:ext uri="{FF2B5EF4-FFF2-40B4-BE49-F238E27FC236}">
                    <a16:creationId xmlns:a16="http://schemas.microsoft.com/office/drawing/2014/main" id="{8A771A6C-CF96-4939-AA72-FE994297A8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43" name="Group 1150">
                <a:extLst>
                  <a:ext uri="{FF2B5EF4-FFF2-40B4-BE49-F238E27FC236}">
                    <a16:creationId xmlns:a16="http://schemas.microsoft.com/office/drawing/2014/main" id="{9B74F609-1C69-47A3-B4DC-E1C779C8FC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1968" name="AutoShape 1151">
                  <a:extLst>
                    <a:ext uri="{FF2B5EF4-FFF2-40B4-BE49-F238E27FC236}">
                      <a16:creationId xmlns:a16="http://schemas.microsoft.com/office/drawing/2014/main" id="{AE33E6C3-F953-437F-B37E-B1145FCB6A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69" name="AutoShape 1152">
                  <a:extLst>
                    <a:ext uri="{FF2B5EF4-FFF2-40B4-BE49-F238E27FC236}">
                      <a16:creationId xmlns:a16="http://schemas.microsoft.com/office/drawing/2014/main" id="{5FFE8338-3E85-485B-8BB6-595CADBB4B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44" name="Rectangle 1153">
                <a:extLst>
                  <a:ext uri="{FF2B5EF4-FFF2-40B4-BE49-F238E27FC236}">
                    <a16:creationId xmlns:a16="http://schemas.microsoft.com/office/drawing/2014/main" id="{6FCC794B-8022-4F09-945C-D8BFF60EB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45" name="Group 1154">
                <a:extLst>
                  <a:ext uri="{FF2B5EF4-FFF2-40B4-BE49-F238E27FC236}">
                    <a16:creationId xmlns:a16="http://schemas.microsoft.com/office/drawing/2014/main" id="{722C080E-7A3A-4C97-B6B8-EB27620DC3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1966" name="AutoShape 1155">
                  <a:extLst>
                    <a:ext uri="{FF2B5EF4-FFF2-40B4-BE49-F238E27FC236}">
                      <a16:creationId xmlns:a16="http://schemas.microsoft.com/office/drawing/2014/main" id="{11C7854C-6A17-4D4F-AEB0-84C375FDF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67" name="AutoShape 1156">
                  <a:extLst>
                    <a:ext uri="{FF2B5EF4-FFF2-40B4-BE49-F238E27FC236}">
                      <a16:creationId xmlns:a16="http://schemas.microsoft.com/office/drawing/2014/main" id="{9E9BA320-A3AB-4415-A341-6426CF2E51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46" name="Rectangle 1157">
                <a:extLst>
                  <a:ext uri="{FF2B5EF4-FFF2-40B4-BE49-F238E27FC236}">
                    <a16:creationId xmlns:a16="http://schemas.microsoft.com/office/drawing/2014/main" id="{3E0FD8ED-D7C5-4033-83CE-2207110E6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47" name="Rectangle 1158">
                <a:extLst>
                  <a:ext uri="{FF2B5EF4-FFF2-40B4-BE49-F238E27FC236}">
                    <a16:creationId xmlns:a16="http://schemas.microsoft.com/office/drawing/2014/main" id="{9FC55338-0013-47DA-B3C7-C19DF29E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1948" name="Group 1159">
                <a:extLst>
                  <a:ext uri="{FF2B5EF4-FFF2-40B4-BE49-F238E27FC236}">
                    <a16:creationId xmlns:a16="http://schemas.microsoft.com/office/drawing/2014/main" id="{DAE61944-3602-4EC5-83E1-99DC5992BA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1964" name="AutoShape 1160">
                  <a:extLst>
                    <a:ext uri="{FF2B5EF4-FFF2-40B4-BE49-F238E27FC236}">
                      <a16:creationId xmlns:a16="http://schemas.microsoft.com/office/drawing/2014/main" id="{3412F78E-5FDB-4E26-A4E2-7F1B022ECE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65" name="AutoShape 1161">
                  <a:extLst>
                    <a:ext uri="{FF2B5EF4-FFF2-40B4-BE49-F238E27FC236}">
                      <a16:creationId xmlns:a16="http://schemas.microsoft.com/office/drawing/2014/main" id="{356C679D-4A0E-4F38-BFA9-AAA7DEA1E2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49" name="Freeform 1162">
                <a:extLst>
                  <a:ext uri="{FF2B5EF4-FFF2-40B4-BE49-F238E27FC236}">
                    <a16:creationId xmlns:a16="http://schemas.microsoft.com/office/drawing/2014/main" id="{0B62ECA8-4986-4946-B83E-BCE4BDD7A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950" name="Group 1163">
                <a:extLst>
                  <a:ext uri="{FF2B5EF4-FFF2-40B4-BE49-F238E27FC236}">
                    <a16:creationId xmlns:a16="http://schemas.microsoft.com/office/drawing/2014/main" id="{813B29B2-726D-4371-8246-9BF47667A6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1962" name="AutoShape 1164">
                  <a:extLst>
                    <a:ext uri="{FF2B5EF4-FFF2-40B4-BE49-F238E27FC236}">
                      <a16:creationId xmlns:a16="http://schemas.microsoft.com/office/drawing/2014/main" id="{72579489-3966-42F4-9C4F-9E59687054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963" name="AutoShape 1165">
                  <a:extLst>
                    <a:ext uri="{FF2B5EF4-FFF2-40B4-BE49-F238E27FC236}">
                      <a16:creationId xmlns:a16="http://schemas.microsoft.com/office/drawing/2014/main" id="{0DA7369E-1F4B-4985-B777-2D20BB2C49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951" name="Rectangle 1166">
                <a:extLst>
                  <a:ext uri="{FF2B5EF4-FFF2-40B4-BE49-F238E27FC236}">
                    <a16:creationId xmlns:a16="http://schemas.microsoft.com/office/drawing/2014/main" id="{9DA02F84-4093-49B8-A968-B9F659299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52" name="Freeform 1167">
                <a:extLst>
                  <a:ext uri="{FF2B5EF4-FFF2-40B4-BE49-F238E27FC236}">
                    <a16:creationId xmlns:a16="http://schemas.microsoft.com/office/drawing/2014/main" id="{03F8C561-8F98-4023-8D78-E29F8320F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53" name="Freeform 1168">
                <a:extLst>
                  <a:ext uri="{FF2B5EF4-FFF2-40B4-BE49-F238E27FC236}">
                    <a16:creationId xmlns:a16="http://schemas.microsoft.com/office/drawing/2014/main" id="{A4AC40C5-97BA-490F-916A-4E5311872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54" name="Oval 1169">
                <a:extLst>
                  <a:ext uri="{FF2B5EF4-FFF2-40B4-BE49-F238E27FC236}">
                    <a16:creationId xmlns:a16="http://schemas.microsoft.com/office/drawing/2014/main" id="{457BDB7A-3744-434E-96B5-1005B8A40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55" name="Freeform 1170">
                <a:extLst>
                  <a:ext uri="{FF2B5EF4-FFF2-40B4-BE49-F238E27FC236}">
                    <a16:creationId xmlns:a16="http://schemas.microsoft.com/office/drawing/2014/main" id="{7CBF2A0A-04D5-4293-9264-DE8249878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56" name="AutoShape 1171">
                <a:extLst>
                  <a:ext uri="{FF2B5EF4-FFF2-40B4-BE49-F238E27FC236}">
                    <a16:creationId xmlns:a16="http://schemas.microsoft.com/office/drawing/2014/main" id="{CB1FA5F7-761B-48EF-B898-EC8728C22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57" name="AutoShape 1172">
                <a:extLst>
                  <a:ext uri="{FF2B5EF4-FFF2-40B4-BE49-F238E27FC236}">
                    <a16:creationId xmlns:a16="http://schemas.microsoft.com/office/drawing/2014/main" id="{DCFF1B71-ECBE-432A-822B-9B25D337B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58" name="Oval 1173">
                <a:extLst>
                  <a:ext uri="{FF2B5EF4-FFF2-40B4-BE49-F238E27FC236}">
                    <a16:creationId xmlns:a16="http://schemas.microsoft.com/office/drawing/2014/main" id="{EFA65D7C-4450-4AEA-9253-C01BF0691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59" name="Oval 1174">
                <a:extLst>
                  <a:ext uri="{FF2B5EF4-FFF2-40B4-BE49-F238E27FC236}">
                    <a16:creationId xmlns:a16="http://schemas.microsoft.com/office/drawing/2014/main" id="{D5DBB5DD-0E1B-4CC3-B56E-FB6C98D23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60" name="Oval 1175">
                <a:extLst>
                  <a:ext uri="{FF2B5EF4-FFF2-40B4-BE49-F238E27FC236}">
                    <a16:creationId xmlns:a16="http://schemas.microsoft.com/office/drawing/2014/main" id="{EDFF6D5F-02DA-4FE4-9959-041559547F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961" name="Rectangle 1176">
                <a:extLst>
                  <a:ext uri="{FF2B5EF4-FFF2-40B4-BE49-F238E27FC236}">
                    <a16:creationId xmlns:a16="http://schemas.microsoft.com/office/drawing/2014/main" id="{E234A0B8-E3C4-4F90-8B8D-89F300127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1839" name="Group 1177">
              <a:extLst>
                <a:ext uri="{FF2B5EF4-FFF2-40B4-BE49-F238E27FC236}">
                  <a16:creationId xmlns:a16="http://schemas.microsoft.com/office/drawing/2014/main" id="{A9AEAB2C-EA87-42AF-8912-CCE4E7C9D1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31915" name="Picture 1178" descr="antenna_stylized">
                <a:extLst>
                  <a:ext uri="{FF2B5EF4-FFF2-40B4-BE49-F238E27FC236}">
                    <a16:creationId xmlns:a16="http://schemas.microsoft.com/office/drawing/2014/main" id="{36B5BB7C-A7BE-4B57-A4B3-1B535CC232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916" name="Picture 1179" descr="laptop_keyboard">
                <a:extLst>
                  <a:ext uri="{FF2B5EF4-FFF2-40B4-BE49-F238E27FC236}">
                    <a16:creationId xmlns:a16="http://schemas.microsoft.com/office/drawing/2014/main" id="{E5329B34-B8E7-4985-A3DF-E32A66E54C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17" name="Freeform 1180">
                <a:extLst>
                  <a:ext uri="{FF2B5EF4-FFF2-40B4-BE49-F238E27FC236}">
                    <a16:creationId xmlns:a16="http://schemas.microsoft.com/office/drawing/2014/main" id="{467A281B-2C8C-4E74-858C-CD076121F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1918" name="Picture 1181" descr="screen">
                <a:extLst>
                  <a:ext uri="{FF2B5EF4-FFF2-40B4-BE49-F238E27FC236}">
                    <a16:creationId xmlns:a16="http://schemas.microsoft.com/office/drawing/2014/main" id="{3DEA7C26-5D95-4BA4-A12E-08193B2FE3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919" name="Freeform 1182">
                <a:extLst>
                  <a:ext uri="{FF2B5EF4-FFF2-40B4-BE49-F238E27FC236}">
                    <a16:creationId xmlns:a16="http://schemas.microsoft.com/office/drawing/2014/main" id="{BB6CD360-4F2C-4C44-8759-D14E4148E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0" name="Freeform 1183">
                <a:extLst>
                  <a:ext uri="{FF2B5EF4-FFF2-40B4-BE49-F238E27FC236}">
                    <a16:creationId xmlns:a16="http://schemas.microsoft.com/office/drawing/2014/main" id="{0BC75AA4-CA7B-41DB-9D18-8551A9A98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1" name="Freeform 1184">
                <a:extLst>
                  <a:ext uri="{FF2B5EF4-FFF2-40B4-BE49-F238E27FC236}">
                    <a16:creationId xmlns:a16="http://schemas.microsoft.com/office/drawing/2014/main" id="{66E8695F-AF2F-485C-B757-7C4AD6DFB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2" name="Freeform 1185">
                <a:extLst>
                  <a:ext uri="{FF2B5EF4-FFF2-40B4-BE49-F238E27FC236}">
                    <a16:creationId xmlns:a16="http://schemas.microsoft.com/office/drawing/2014/main" id="{BA001BA9-4188-473C-B3ED-EAFC448D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3" name="Freeform 1186">
                <a:extLst>
                  <a:ext uri="{FF2B5EF4-FFF2-40B4-BE49-F238E27FC236}">
                    <a16:creationId xmlns:a16="http://schemas.microsoft.com/office/drawing/2014/main" id="{19A5E177-EB19-4517-A3FE-BDE371BD6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4" name="Freeform 1187">
                <a:extLst>
                  <a:ext uri="{FF2B5EF4-FFF2-40B4-BE49-F238E27FC236}">
                    <a16:creationId xmlns:a16="http://schemas.microsoft.com/office/drawing/2014/main" id="{CA3F27AD-FA03-49F7-8070-73F319893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925" name="Group 1188">
                <a:extLst>
                  <a:ext uri="{FF2B5EF4-FFF2-40B4-BE49-F238E27FC236}">
                    <a16:creationId xmlns:a16="http://schemas.microsoft.com/office/drawing/2014/main" id="{DFD7DAD5-60E1-465F-9537-70945D17CF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932" name="Freeform 1189">
                  <a:extLst>
                    <a:ext uri="{FF2B5EF4-FFF2-40B4-BE49-F238E27FC236}">
                      <a16:creationId xmlns:a16="http://schemas.microsoft.com/office/drawing/2014/main" id="{3B2088FF-31FE-4322-8FDB-F4D103E06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33" name="Freeform 1190">
                  <a:extLst>
                    <a:ext uri="{FF2B5EF4-FFF2-40B4-BE49-F238E27FC236}">
                      <a16:creationId xmlns:a16="http://schemas.microsoft.com/office/drawing/2014/main" id="{56AD78A1-D859-42A3-9E9B-943661EED9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34" name="Freeform 1191">
                  <a:extLst>
                    <a:ext uri="{FF2B5EF4-FFF2-40B4-BE49-F238E27FC236}">
                      <a16:creationId xmlns:a16="http://schemas.microsoft.com/office/drawing/2014/main" id="{18E67AEE-83FF-4CAA-892A-66AD94EAAE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35" name="Freeform 1192">
                  <a:extLst>
                    <a:ext uri="{FF2B5EF4-FFF2-40B4-BE49-F238E27FC236}">
                      <a16:creationId xmlns:a16="http://schemas.microsoft.com/office/drawing/2014/main" id="{FDF7278C-BB36-4509-AE56-4930F01D5C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36" name="Freeform 1193">
                  <a:extLst>
                    <a:ext uri="{FF2B5EF4-FFF2-40B4-BE49-F238E27FC236}">
                      <a16:creationId xmlns:a16="http://schemas.microsoft.com/office/drawing/2014/main" id="{D6175A20-BF8C-4E1B-B12D-857408A666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37" name="Freeform 1194">
                  <a:extLst>
                    <a:ext uri="{FF2B5EF4-FFF2-40B4-BE49-F238E27FC236}">
                      <a16:creationId xmlns:a16="http://schemas.microsoft.com/office/drawing/2014/main" id="{511146F4-7CFD-4C9A-99A5-79A5FB9A0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1926" name="Freeform 1195">
                <a:extLst>
                  <a:ext uri="{FF2B5EF4-FFF2-40B4-BE49-F238E27FC236}">
                    <a16:creationId xmlns:a16="http://schemas.microsoft.com/office/drawing/2014/main" id="{565D775F-F858-4CA7-AD96-DC54380FF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7" name="Freeform 1196">
                <a:extLst>
                  <a:ext uri="{FF2B5EF4-FFF2-40B4-BE49-F238E27FC236}">
                    <a16:creationId xmlns:a16="http://schemas.microsoft.com/office/drawing/2014/main" id="{BC3C051C-5007-4D3B-98FE-0F6D8E50F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8" name="Freeform 1197">
                <a:extLst>
                  <a:ext uri="{FF2B5EF4-FFF2-40B4-BE49-F238E27FC236}">
                    <a16:creationId xmlns:a16="http://schemas.microsoft.com/office/drawing/2014/main" id="{192BCE10-CF08-4072-9D3E-62CE57666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29" name="Freeform 1198">
                <a:extLst>
                  <a:ext uri="{FF2B5EF4-FFF2-40B4-BE49-F238E27FC236}">
                    <a16:creationId xmlns:a16="http://schemas.microsoft.com/office/drawing/2014/main" id="{D0B84487-5907-48FE-82C0-D9DEF961D8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30" name="Freeform 1199">
                <a:extLst>
                  <a:ext uri="{FF2B5EF4-FFF2-40B4-BE49-F238E27FC236}">
                    <a16:creationId xmlns:a16="http://schemas.microsoft.com/office/drawing/2014/main" id="{0AA48B67-28BC-44AD-92A8-6C5E07129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31" name="Freeform 1200">
                <a:extLst>
                  <a:ext uri="{FF2B5EF4-FFF2-40B4-BE49-F238E27FC236}">
                    <a16:creationId xmlns:a16="http://schemas.microsoft.com/office/drawing/2014/main" id="{E40424C1-BC87-4F1B-B602-F7B423F5C7B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40" name="Group 1201">
              <a:extLst>
                <a:ext uri="{FF2B5EF4-FFF2-40B4-BE49-F238E27FC236}">
                  <a16:creationId xmlns:a16="http://schemas.microsoft.com/office/drawing/2014/main" id="{A2A07DE9-1D92-4899-AE08-B1A7BD99C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31892" name="Picture 1202" descr="antenna_stylized">
                <a:extLst>
                  <a:ext uri="{FF2B5EF4-FFF2-40B4-BE49-F238E27FC236}">
                    <a16:creationId xmlns:a16="http://schemas.microsoft.com/office/drawing/2014/main" id="{D6A20AB9-7995-4896-AC2F-59BBF3FAB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93" name="Picture 1203" descr="laptop_keyboard">
                <a:extLst>
                  <a:ext uri="{FF2B5EF4-FFF2-40B4-BE49-F238E27FC236}">
                    <a16:creationId xmlns:a16="http://schemas.microsoft.com/office/drawing/2014/main" id="{F6C4277E-D173-471F-85A5-0755B16351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4" name="Freeform 1204">
                <a:extLst>
                  <a:ext uri="{FF2B5EF4-FFF2-40B4-BE49-F238E27FC236}">
                    <a16:creationId xmlns:a16="http://schemas.microsoft.com/office/drawing/2014/main" id="{B905C511-64C0-4DF1-BE1F-3A8F65054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1895" name="Picture 1205" descr="screen">
                <a:extLst>
                  <a:ext uri="{FF2B5EF4-FFF2-40B4-BE49-F238E27FC236}">
                    <a16:creationId xmlns:a16="http://schemas.microsoft.com/office/drawing/2014/main" id="{3B8EF0AF-94CC-4D11-8BE7-55320982B7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96" name="Freeform 1206">
                <a:extLst>
                  <a:ext uri="{FF2B5EF4-FFF2-40B4-BE49-F238E27FC236}">
                    <a16:creationId xmlns:a16="http://schemas.microsoft.com/office/drawing/2014/main" id="{B9D0421E-1A9C-421B-8856-D14F4C090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97" name="Freeform 1207">
                <a:extLst>
                  <a:ext uri="{FF2B5EF4-FFF2-40B4-BE49-F238E27FC236}">
                    <a16:creationId xmlns:a16="http://schemas.microsoft.com/office/drawing/2014/main" id="{07BB7F0C-A0FB-47F3-AE63-BA23A9D26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98" name="Freeform 1208">
                <a:extLst>
                  <a:ext uri="{FF2B5EF4-FFF2-40B4-BE49-F238E27FC236}">
                    <a16:creationId xmlns:a16="http://schemas.microsoft.com/office/drawing/2014/main" id="{79827046-EDDB-48CA-A94F-7DFCA373C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99" name="Freeform 1209">
                <a:extLst>
                  <a:ext uri="{FF2B5EF4-FFF2-40B4-BE49-F238E27FC236}">
                    <a16:creationId xmlns:a16="http://schemas.microsoft.com/office/drawing/2014/main" id="{1AF0A19E-5EB7-4E23-8E71-2A46C2516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0" name="Freeform 1210">
                <a:extLst>
                  <a:ext uri="{FF2B5EF4-FFF2-40B4-BE49-F238E27FC236}">
                    <a16:creationId xmlns:a16="http://schemas.microsoft.com/office/drawing/2014/main" id="{4AC75615-6CF9-4E5A-9A10-CF7875430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1" name="Freeform 1211">
                <a:extLst>
                  <a:ext uri="{FF2B5EF4-FFF2-40B4-BE49-F238E27FC236}">
                    <a16:creationId xmlns:a16="http://schemas.microsoft.com/office/drawing/2014/main" id="{8AB4451E-720C-40A5-BDC0-CA41800C7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902" name="Group 1212">
                <a:extLst>
                  <a:ext uri="{FF2B5EF4-FFF2-40B4-BE49-F238E27FC236}">
                    <a16:creationId xmlns:a16="http://schemas.microsoft.com/office/drawing/2014/main" id="{D2804FCE-5D66-49C5-AF75-16841B61B3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909" name="Freeform 1213">
                  <a:extLst>
                    <a:ext uri="{FF2B5EF4-FFF2-40B4-BE49-F238E27FC236}">
                      <a16:creationId xmlns:a16="http://schemas.microsoft.com/office/drawing/2014/main" id="{92781B23-7F67-413B-8525-E01CEE2CBB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10" name="Freeform 1214">
                  <a:extLst>
                    <a:ext uri="{FF2B5EF4-FFF2-40B4-BE49-F238E27FC236}">
                      <a16:creationId xmlns:a16="http://schemas.microsoft.com/office/drawing/2014/main" id="{5A821735-696D-4C61-8DFA-5606940A5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11" name="Freeform 1215">
                  <a:extLst>
                    <a:ext uri="{FF2B5EF4-FFF2-40B4-BE49-F238E27FC236}">
                      <a16:creationId xmlns:a16="http://schemas.microsoft.com/office/drawing/2014/main" id="{80421372-2D4A-4C03-8241-8DB89B32A0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12" name="Freeform 1216">
                  <a:extLst>
                    <a:ext uri="{FF2B5EF4-FFF2-40B4-BE49-F238E27FC236}">
                      <a16:creationId xmlns:a16="http://schemas.microsoft.com/office/drawing/2014/main" id="{007193A1-2147-4498-BC18-4E5A557897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13" name="Freeform 1217">
                  <a:extLst>
                    <a:ext uri="{FF2B5EF4-FFF2-40B4-BE49-F238E27FC236}">
                      <a16:creationId xmlns:a16="http://schemas.microsoft.com/office/drawing/2014/main" id="{C686AD03-C7B9-4A61-ADFD-DED880F0DB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914" name="Freeform 1218">
                  <a:extLst>
                    <a:ext uri="{FF2B5EF4-FFF2-40B4-BE49-F238E27FC236}">
                      <a16:creationId xmlns:a16="http://schemas.microsoft.com/office/drawing/2014/main" id="{AF4B7072-49A8-4D33-9A46-D519AA31C0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1903" name="Freeform 1219">
                <a:extLst>
                  <a:ext uri="{FF2B5EF4-FFF2-40B4-BE49-F238E27FC236}">
                    <a16:creationId xmlns:a16="http://schemas.microsoft.com/office/drawing/2014/main" id="{79E233FA-C3DA-479D-A3F5-89F8C9BA53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4" name="Freeform 1220">
                <a:extLst>
                  <a:ext uri="{FF2B5EF4-FFF2-40B4-BE49-F238E27FC236}">
                    <a16:creationId xmlns:a16="http://schemas.microsoft.com/office/drawing/2014/main" id="{B68AEEB2-A273-4BB5-974F-14751A9C5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5" name="Freeform 1221">
                <a:extLst>
                  <a:ext uri="{FF2B5EF4-FFF2-40B4-BE49-F238E27FC236}">
                    <a16:creationId xmlns:a16="http://schemas.microsoft.com/office/drawing/2014/main" id="{FC045E8D-408D-43E6-895B-35E81F3BB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6" name="Freeform 1222">
                <a:extLst>
                  <a:ext uri="{FF2B5EF4-FFF2-40B4-BE49-F238E27FC236}">
                    <a16:creationId xmlns:a16="http://schemas.microsoft.com/office/drawing/2014/main" id="{7CEDF452-002D-4720-8EE1-FD74F21E55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7" name="Freeform 1223">
                <a:extLst>
                  <a:ext uri="{FF2B5EF4-FFF2-40B4-BE49-F238E27FC236}">
                    <a16:creationId xmlns:a16="http://schemas.microsoft.com/office/drawing/2014/main" id="{E17319A1-DD85-496E-8FD2-CB00EBA4E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908" name="Freeform 1224">
                <a:extLst>
                  <a:ext uri="{FF2B5EF4-FFF2-40B4-BE49-F238E27FC236}">
                    <a16:creationId xmlns:a16="http://schemas.microsoft.com/office/drawing/2014/main" id="{94330841-9C45-4C37-8CC9-A9F2482644A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41" name="Group 1225">
              <a:extLst>
                <a:ext uri="{FF2B5EF4-FFF2-40B4-BE49-F238E27FC236}">
                  <a16:creationId xmlns:a16="http://schemas.microsoft.com/office/drawing/2014/main" id="{16F3FEB8-1C1E-4BCC-B71A-F9EE5C345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31869" name="Picture 1226" descr="antenna_stylized">
                <a:extLst>
                  <a:ext uri="{FF2B5EF4-FFF2-40B4-BE49-F238E27FC236}">
                    <a16:creationId xmlns:a16="http://schemas.microsoft.com/office/drawing/2014/main" id="{37CD85EB-3E46-40B5-92A9-A10D23B9D1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70" name="Picture 1227" descr="laptop_keyboard">
                <a:extLst>
                  <a:ext uri="{FF2B5EF4-FFF2-40B4-BE49-F238E27FC236}">
                    <a16:creationId xmlns:a16="http://schemas.microsoft.com/office/drawing/2014/main" id="{3CCFFBCD-A6B6-4F4A-B8B3-B08C8F86B5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71" name="Freeform 1228">
                <a:extLst>
                  <a:ext uri="{FF2B5EF4-FFF2-40B4-BE49-F238E27FC236}">
                    <a16:creationId xmlns:a16="http://schemas.microsoft.com/office/drawing/2014/main" id="{1B3995A4-5772-4544-9AFE-9E59BA4DB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1872" name="Picture 1229" descr="screen">
                <a:extLst>
                  <a:ext uri="{FF2B5EF4-FFF2-40B4-BE49-F238E27FC236}">
                    <a16:creationId xmlns:a16="http://schemas.microsoft.com/office/drawing/2014/main" id="{B3D86435-0106-4697-8C3A-6F831C8582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73" name="Freeform 1230">
                <a:extLst>
                  <a:ext uri="{FF2B5EF4-FFF2-40B4-BE49-F238E27FC236}">
                    <a16:creationId xmlns:a16="http://schemas.microsoft.com/office/drawing/2014/main" id="{D73CC9AC-3FB7-40DD-805C-E75722CCFE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74" name="Freeform 1231">
                <a:extLst>
                  <a:ext uri="{FF2B5EF4-FFF2-40B4-BE49-F238E27FC236}">
                    <a16:creationId xmlns:a16="http://schemas.microsoft.com/office/drawing/2014/main" id="{DA37C0F4-5EFF-4C23-9F78-1B1BC97BB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75" name="Freeform 1232">
                <a:extLst>
                  <a:ext uri="{FF2B5EF4-FFF2-40B4-BE49-F238E27FC236}">
                    <a16:creationId xmlns:a16="http://schemas.microsoft.com/office/drawing/2014/main" id="{624CDCD9-E531-4703-81F9-49D1C7074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76" name="Freeform 1233">
                <a:extLst>
                  <a:ext uri="{FF2B5EF4-FFF2-40B4-BE49-F238E27FC236}">
                    <a16:creationId xmlns:a16="http://schemas.microsoft.com/office/drawing/2014/main" id="{3E4DF2A0-15B2-4CD3-8CA0-905DBD6E2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77" name="Freeform 1234">
                <a:extLst>
                  <a:ext uri="{FF2B5EF4-FFF2-40B4-BE49-F238E27FC236}">
                    <a16:creationId xmlns:a16="http://schemas.microsoft.com/office/drawing/2014/main" id="{49AF5BAC-A6C8-4060-AF26-5AE1A6C45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78" name="Freeform 1235">
                <a:extLst>
                  <a:ext uri="{FF2B5EF4-FFF2-40B4-BE49-F238E27FC236}">
                    <a16:creationId xmlns:a16="http://schemas.microsoft.com/office/drawing/2014/main" id="{F8092D04-49E1-433A-B68D-CF23AF9E77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879" name="Group 1236">
                <a:extLst>
                  <a:ext uri="{FF2B5EF4-FFF2-40B4-BE49-F238E27FC236}">
                    <a16:creationId xmlns:a16="http://schemas.microsoft.com/office/drawing/2014/main" id="{D12F8067-89A5-4EE5-84B6-EDB08720A0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86" name="Freeform 1237">
                  <a:extLst>
                    <a:ext uri="{FF2B5EF4-FFF2-40B4-BE49-F238E27FC236}">
                      <a16:creationId xmlns:a16="http://schemas.microsoft.com/office/drawing/2014/main" id="{71848488-0029-470F-A95D-03720F05E8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87" name="Freeform 1238">
                  <a:extLst>
                    <a:ext uri="{FF2B5EF4-FFF2-40B4-BE49-F238E27FC236}">
                      <a16:creationId xmlns:a16="http://schemas.microsoft.com/office/drawing/2014/main" id="{A17E3910-D806-48E5-8247-C9EB91FB3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88" name="Freeform 1239">
                  <a:extLst>
                    <a:ext uri="{FF2B5EF4-FFF2-40B4-BE49-F238E27FC236}">
                      <a16:creationId xmlns:a16="http://schemas.microsoft.com/office/drawing/2014/main" id="{95D96098-552A-4176-AB74-1D27698446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89" name="Freeform 1240">
                  <a:extLst>
                    <a:ext uri="{FF2B5EF4-FFF2-40B4-BE49-F238E27FC236}">
                      <a16:creationId xmlns:a16="http://schemas.microsoft.com/office/drawing/2014/main" id="{803572DC-67BA-48FF-A103-C1A001D69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90" name="Freeform 1241">
                  <a:extLst>
                    <a:ext uri="{FF2B5EF4-FFF2-40B4-BE49-F238E27FC236}">
                      <a16:creationId xmlns:a16="http://schemas.microsoft.com/office/drawing/2014/main" id="{A0218B9C-4589-41CC-B9E9-DDBEABF4C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91" name="Freeform 1242">
                  <a:extLst>
                    <a:ext uri="{FF2B5EF4-FFF2-40B4-BE49-F238E27FC236}">
                      <a16:creationId xmlns:a16="http://schemas.microsoft.com/office/drawing/2014/main" id="{0CB6E3A2-86AE-46A2-BF77-2C934216E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1880" name="Freeform 1243">
                <a:extLst>
                  <a:ext uri="{FF2B5EF4-FFF2-40B4-BE49-F238E27FC236}">
                    <a16:creationId xmlns:a16="http://schemas.microsoft.com/office/drawing/2014/main" id="{3CB0FDD1-3888-4DA0-A2E7-167174A24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81" name="Freeform 1244">
                <a:extLst>
                  <a:ext uri="{FF2B5EF4-FFF2-40B4-BE49-F238E27FC236}">
                    <a16:creationId xmlns:a16="http://schemas.microsoft.com/office/drawing/2014/main" id="{E7656115-E41F-464E-BBE2-C1B65D3E1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82" name="Freeform 1245">
                <a:extLst>
                  <a:ext uri="{FF2B5EF4-FFF2-40B4-BE49-F238E27FC236}">
                    <a16:creationId xmlns:a16="http://schemas.microsoft.com/office/drawing/2014/main" id="{DF18AE7D-A084-4515-8C1D-027D79BA2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83" name="Freeform 1246">
                <a:extLst>
                  <a:ext uri="{FF2B5EF4-FFF2-40B4-BE49-F238E27FC236}">
                    <a16:creationId xmlns:a16="http://schemas.microsoft.com/office/drawing/2014/main" id="{E325F76A-E6BB-441E-847D-C97EE5938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84" name="Freeform 1247">
                <a:extLst>
                  <a:ext uri="{FF2B5EF4-FFF2-40B4-BE49-F238E27FC236}">
                    <a16:creationId xmlns:a16="http://schemas.microsoft.com/office/drawing/2014/main" id="{A1C79206-DF05-496B-8E2E-2C995CB5A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85" name="Freeform 1248">
                <a:extLst>
                  <a:ext uri="{FF2B5EF4-FFF2-40B4-BE49-F238E27FC236}">
                    <a16:creationId xmlns:a16="http://schemas.microsoft.com/office/drawing/2014/main" id="{733A7B55-A3AF-44AF-AC7A-F0471B21494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1842" name="Group 1249">
              <a:extLst>
                <a:ext uri="{FF2B5EF4-FFF2-40B4-BE49-F238E27FC236}">
                  <a16:creationId xmlns:a16="http://schemas.microsoft.com/office/drawing/2014/main" id="{BFDD6758-0F11-4A71-AFDA-27DC4A8EA38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31867" name="Picture 1250" descr="desktop_computer_stylized_medium">
                <a:extLst>
                  <a:ext uri="{FF2B5EF4-FFF2-40B4-BE49-F238E27FC236}">
                    <a16:creationId xmlns:a16="http://schemas.microsoft.com/office/drawing/2014/main" id="{483EE102-17A7-4A24-8A33-73CA5ADC23A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68" name="Freeform 1251">
                <a:extLst>
                  <a:ext uri="{FF2B5EF4-FFF2-40B4-BE49-F238E27FC236}">
                    <a16:creationId xmlns:a16="http://schemas.microsoft.com/office/drawing/2014/main" id="{881D668C-5CAC-4DFE-B2A2-7B0681BB3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1843" name="Group 1252">
              <a:extLst>
                <a:ext uri="{FF2B5EF4-FFF2-40B4-BE49-F238E27FC236}">
                  <a16:creationId xmlns:a16="http://schemas.microsoft.com/office/drawing/2014/main" id="{58EDC2CB-0E83-489F-902A-B2BC8C14C6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31844" name="Picture 1253" descr="antenna_stylized">
                <a:extLst>
                  <a:ext uri="{FF2B5EF4-FFF2-40B4-BE49-F238E27FC236}">
                    <a16:creationId xmlns:a16="http://schemas.microsoft.com/office/drawing/2014/main" id="{D3017485-EF71-4FB6-B63D-B62E5EE7F1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845" name="Picture 1254" descr="laptop_keyboard">
                <a:extLst>
                  <a:ext uri="{FF2B5EF4-FFF2-40B4-BE49-F238E27FC236}">
                    <a16:creationId xmlns:a16="http://schemas.microsoft.com/office/drawing/2014/main" id="{F336D619-231B-40BB-A7AF-BC6081DE53A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6" name="Freeform 1255">
                <a:extLst>
                  <a:ext uri="{FF2B5EF4-FFF2-40B4-BE49-F238E27FC236}">
                    <a16:creationId xmlns:a16="http://schemas.microsoft.com/office/drawing/2014/main" id="{9064478D-25AB-439C-84D6-F071AE1CC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1847" name="Picture 1256" descr="screen">
                <a:extLst>
                  <a:ext uri="{FF2B5EF4-FFF2-40B4-BE49-F238E27FC236}">
                    <a16:creationId xmlns:a16="http://schemas.microsoft.com/office/drawing/2014/main" id="{F11AD44B-EF07-44D9-8E47-94C50B5A22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1848" name="Freeform 1257">
                <a:extLst>
                  <a:ext uri="{FF2B5EF4-FFF2-40B4-BE49-F238E27FC236}">
                    <a16:creationId xmlns:a16="http://schemas.microsoft.com/office/drawing/2014/main" id="{CD79D996-E12B-404A-96DD-901557E2A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49" name="Freeform 1258">
                <a:extLst>
                  <a:ext uri="{FF2B5EF4-FFF2-40B4-BE49-F238E27FC236}">
                    <a16:creationId xmlns:a16="http://schemas.microsoft.com/office/drawing/2014/main" id="{CF6E4181-5EB2-414C-8408-C88193938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0" name="Freeform 1259">
                <a:extLst>
                  <a:ext uri="{FF2B5EF4-FFF2-40B4-BE49-F238E27FC236}">
                    <a16:creationId xmlns:a16="http://schemas.microsoft.com/office/drawing/2014/main" id="{2BE50281-EEA3-4605-B9E1-4EC535901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1" name="Freeform 1260">
                <a:extLst>
                  <a:ext uri="{FF2B5EF4-FFF2-40B4-BE49-F238E27FC236}">
                    <a16:creationId xmlns:a16="http://schemas.microsoft.com/office/drawing/2014/main" id="{133A14E6-BEA5-46F1-9CC8-12E9F54DD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2" name="Freeform 1261">
                <a:extLst>
                  <a:ext uri="{FF2B5EF4-FFF2-40B4-BE49-F238E27FC236}">
                    <a16:creationId xmlns:a16="http://schemas.microsoft.com/office/drawing/2014/main" id="{3FB66915-B38C-4E09-B6B8-6D2EA2EC1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3" name="Freeform 1262">
                <a:extLst>
                  <a:ext uri="{FF2B5EF4-FFF2-40B4-BE49-F238E27FC236}">
                    <a16:creationId xmlns:a16="http://schemas.microsoft.com/office/drawing/2014/main" id="{7B06CEC2-138D-4CC9-BEDC-231B23A18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1854" name="Group 1263">
                <a:extLst>
                  <a:ext uri="{FF2B5EF4-FFF2-40B4-BE49-F238E27FC236}">
                    <a16:creationId xmlns:a16="http://schemas.microsoft.com/office/drawing/2014/main" id="{8C38F782-F2B1-4810-AF5E-E26B667757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1861" name="Freeform 1264">
                  <a:extLst>
                    <a:ext uri="{FF2B5EF4-FFF2-40B4-BE49-F238E27FC236}">
                      <a16:creationId xmlns:a16="http://schemas.microsoft.com/office/drawing/2014/main" id="{23E7A7BA-11E4-445F-8DB6-55F53A849A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62" name="Freeform 1265">
                  <a:extLst>
                    <a:ext uri="{FF2B5EF4-FFF2-40B4-BE49-F238E27FC236}">
                      <a16:creationId xmlns:a16="http://schemas.microsoft.com/office/drawing/2014/main" id="{6069C930-59D9-400C-8CD9-AF29567E2C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63" name="Freeform 1266">
                  <a:extLst>
                    <a:ext uri="{FF2B5EF4-FFF2-40B4-BE49-F238E27FC236}">
                      <a16:creationId xmlns:a16="http://schemas.microsoft.com/office/drawing/2014/main" id="{5D234063-C6E8-4D4F-B23D-E218EA8F7B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64" name="Freeform 1267">
                  <a:extLst>
                    <a:ext uri="{FF2B5EF4-FFF2-40B4-BE49-F238E27FC236}">
                      <a16:creationId xmlns:a16="http://schemas.microsoft.com/office/drawing/2014/main" id="{58798E83-E6CB-4FCF-8627-FBB0F947A2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65" name="Freeform 1268">
                  <a:extLst>
                    <a:ext uri="{FF2B5EF4-FFF2-40B4-BE49-F238E27FC236}">
                      <a16:creationId xmlns:a16="http://schemas.microsoft.com/office/drawing/2014/main" id="{8DF7F1EF-0D44-416E-B89B-23EF280F21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1866" name="Freeform 1269">
                  <a:extLst>
                    <a:ext uri="{FF2B5EF4-FFF2-40B4-BE49-F238E27FC236}">
                      <a16:creationId xmlns:a16="http://schemas.microsoft.com/office/drawing/2014/main" id="{1B467BCA-1902-4620-B50B-3B58BD0664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1855" name="Freeform 1270">
                <a:extLst>
                  <a:ext uri="{FF2B5EF4-FFF2-40B4-BE49-F238E27FC236}">
                    <a16:creationId xmlns:a16="http://schemas.microsoft.com/office/drawing/2014/main" id="{BB27B8B7-BCAF-48D3-B895-9BAA53112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6" name="Freeform 1271">
                <a:extLst>
                  <a:ext uri="{FF2B5EF4-FFF2-40B4-BE49-F238E27FC236}">
                    <a16:creationId xmlns:a16="http://schemas.microsoft.com/office/drawing/2014/main" id="{CC1DC2CA-3D61-4DED-AB01-61BD2A684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7" name="Freeform 1272">
                <a:extLst>
                  <a:ext uri="{FF2B5EF4-FFF2-40B4-BE49-F238E27FC236}">
                    <a16:creationId xmlns:a16="http://schemas.microsoft.com/office/drawing/2014/main" id="{C726DB8C-58B6-4A27-8230-CF4D3264D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8" name="Freeform 1273">
                <a:extLst>
                  <a:ext uri="{FF2B5EF4-FFF2-40B4-BE49-F238E27FC236}">
                    <a16:creationId xmlns:a16="http://schemas.microsoft.com/office/drawing/2014/main" id="{152F93C2-BA8D-4491-B582-D12D83C71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59" name="Freeform 1274">
                <a:extLst>
                  <a:ext uri="{FF2B5EF4-FFF2-40B4-BE49-F238E27FC236}">
                    <a16:creationId xmlns:a16="http://schemas.microsoft.com/office/drawing/2014/main" id="{63BF27FF-4CEA-41CD-9A09-7C3760AA3A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1860" name="Freeform 1275">
                <a:extLst>
                  <a:ext uri="{FF2B5EF4-FFF2-40B4-BE49-F238E27FC236}">
                    <a16:creationId xmlns:a16="http://schemas.microsoft.com/office/drawing/2014/main" id="{7BC83AD6-21BF-413F-9273-79A2E1F9ABE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pic>
        <p:nvPicPr>
          <p:cNvPr id="31749" name="Picture 864" descr="underline_base">
            <a:extLst>
              <a:ext uri="{FF2B5EF4-FFF2-40B4-BE49-F238E27FC236}">
                <a16:creationId xmlns:a16="http://schemas.microsoft.com/office/drawing/2014/main" id="{5EA3F182-5EB5-430F-8F4A-6F08513E79DE}"/>
              </a:ext>
            </a:extLst>
          </p:cNvPr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103505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2">
            <a:extLst>
              <a:ext uri="{FF2B5EF4-FFF2-40B4-BE49-F238E27FC236}">
                <a16:creationId xmlns:a16="http://schemas.microsoft.com/office/drawing/2014/main" id="{38476624-D5CA-4669-AB24-7E195CA3CB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Transport services and protocols</a:t>
            </a:r>
          </a:p>
        </p:txBody>
      </p:sp>
      <p:sp>
        <p:nvSpPr>
          <p:cNvPr id="4103" name="Rectangle 3">
            <a:extLst>
              <a:ext uri="{FF2B5EF4-FFF2-40B4-BE49-F238E27FC236}">
                <a16:creationId xmlns:a16="http://schemas.microsoft.com/office/drawing/2014/main" id="{DADAB143-50E0-4932-8915-6A09753E31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8150" y="1511300"/>
            <a:ext cx="4086225" cy="51149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provide</a:t>
            </a:r>
            <a:r>
              <a:rPr lang="en-US" sz="2400" i="1" dirty="0">
                <a:solidFill>
                  <a:srgbClr val="FF0000"/>
                </a:solidFill>
                <a:ea typeface="ＭＳ Ｐゴシック" charset="0"/>
                <a:cs typeface="+mn-cs"/>
              </a:rPr>
              <a:t> </a:t>
            </a:r>
            <a:r>
              <a:rPr lang="en-US" sz="2400" i="1" dirty="0">
                <a:solidFill>
                  <a:srgbClr val="CC0000"/>
                </a:solidFill>
                <a:ea typeface="ＭＳ Ｐゴシック" charset="0"/>
                <a:cs typeface="+mn-cs"/>
              </a:rPr>
              <a:t>logical communication</a:t>
            </a:r>
            <a:r>
              <a:rPr lang="en-US" sz="2400" dirty="0">
                <a:ea typeface="ＭＳ Ｐゴシック" charset="0"/>
                <a:cs typeface="+mn-cs"/>
              </a:rPr>
              <a:t> between app processes running on different hosts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transport protocols run in end systems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 side: breaks app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messages</a:t>
            </a:r>
            <a:r>
              <a:rPr lang="en-US" dirty="0">
                <a:ea typeface="ＭＳ Ｐゴシック" charset="0"/>
              </a:rPr>
              <a:t> into </a:t>
            </a:r>
            <a:r>
              <a:rPr lang="en-US" i="1" dirty="0">
                <a:solidFill>
                  <a:srgbClr val="FF0000"/>
                </a:solidFill>
                <a:ea typeface="ＭＳ Ｐゴシック" charset="0"/>
              </a:rPr>
              <a:t>segments</a:t>
            </a:r>
            <a:r>
              <a:rPr lang="en-US" dirty="0">
                <a:ea typeface="ＭＳ Ｐゴシック" charset="0"/>
              </a:rPr>
              <a:t>, passes to  network layer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rcv side: reassembles </a:t>
            </a: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segments</a:t>
            </a:r>
            <a:r>
              <a:rPr lang="en-US" dirty="0">
                <a:ea typeface="ＭＳ Ｐゴシック" charset="0"/>
              </a:rPr>
              <a:t> into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messages</a:t>
            </a:r>
            <a:r>
              <a:rPr lang="en-US" dirty="0">
                <a:ea typeface="ＭＳ Ｐゴシック" charset="0"/>
              </a:rPr>
              <a:t>, passes to app layer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more than one transport protocol available to apps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Internet: TCP and UDP</a:t>
            </a:r>
          </a:p>
        </p:txBody>
      </p:sp>
      <p:grpSp>
        <p:nvGrpSpPr>
          <p:cNvPr id="29781" name="Group 669">
            <a:extLst>
              <a:ext uri="{FF2B5EF4-FFF2-40B4-BE49-F238E27FC236}">
                <a16:creationId xmlns:a16="http://schemas.microsoft.com/office/drawing/2014/main" id="{E444079C-CC00-4EF1-89BD-845413EF2690}"/>
              </a:ext>
            </a:extLst>
          </p:cNvPr>
          <p:cNvGrpSpPr>
            <a:grpSpLocks/>
          </p:cNvGrpSpPr>
          <p:nvPr/>
        </p:nvGrpSpPr>
        <p:grpSpPr bwMode="auto">
          <a:xfrm>
            <a:off x="7856538" y="4454525"/>
            <a:ext cx="1057275" cy="957263"/>
            <a:chOff x="-153" y="1680"/>
            <a:chExt cx="666" cy="603"/>
          </a:xfrm>
        </p:grpSpPr>
        <p:grpSp>
          <p:nvGrpSpPr>
            <p:cNvPr id="31768" name="Group 670">
              <a:extLst>
                <a:ext uri="{FF2B5EF4-FFF2-40B4-BE49-F238E27FC236}">
                  <a16:creationId xmlns:a16="http://schemas.microsoft.com/office/drawing/2014/main" id="{50E12FE4-475C-421A-B469-275248B99A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31770" name="Rectangle 671">
                <a:extLst>
                  <a:ext uri="{FF2B5EF4-FFF2-40B4-BE49-F238E27FC236}">
                    <a16:creationId xmlns:a16="http://schemas.microsoft.com/office/drawing/2014/main" id="{E9A9A0B4-3136-4480-801C-B0C015A94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71" name="Rectangle 672">
                <a:extLst>
                  <a:ext uri="{FF2B5EF4-FFF2-40B4-BE49-F238E27FC236}">
                    <a16:creationId xmlns:a16="http://schemas.microsoft.com/office/drawing/2014/main" id="{3DE087C3-B762-40F0-9D5D-971E567FD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72" name="Rectangle 673">
                <a:extLst>
                  <a:ext uri="{FF2B5EF4-FFF2-40B4-BE49-F238E27FC236}">
                    <a16:creationId xmlns:a16="http://schemas.microsoft.com/office/drawing/2014/main" id="{865CC410-8A79-468A-8BEE-958833D17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73" name="Text Box 674">
                <a:extLst>
                  <a:ext uri="{FF2B5EF4-FFF2-40B4-BE49-F238E27FC236}">
                    <a16:creationId xmlns:a16="http://schemas.microsoft.com/office/drawing/2014/main" id="{C3E137A9-B4B0-4DF8-9B05-943DF69940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application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solidFill>
                      <a:schemeClr val="bg1"/>
                    </a:solidFill>
                    <a:latin typeface="Tahoma" panose="020B0604030504040204" pitchFamily="34" charset="0"/>
                  </a:rPr>
                  <a:t>transport</a:t>
                </a:r>
                <a:endParaRPr lang="en-US" altLang="zh-TW" sz="1000">
                  <a:latin typeface="Tahoma" panose="020B060403050404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network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data link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physical</a:t>
                </a:r>
                <a:endParaRPr lang="en-US" altLang="zh-TW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74" name="Line 675">
                <a:extLst>
                  <a:ext uri="{FF2B5EF4-FFF2-40B4-BE49-F238E27FC236}">
                    <a16:creationId xmlns:a16="http://schemas.microsoft.com/office/drawing/2014/main" id="{2F66FBCC-72E0-4E66-8274-D93FBA0BB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1775" name="Line 676">
                <a:extLst>
                  <a:ext uri="{FF2B5EF4-FFF2-40B4-BE49-F238E27FC236}">
                    <a16:creationId xmlns:a16="http://schemas.microsoft.com/office/drawing/2014/main" id="{1C280E34-8798-4F65-AD15-FBC741E02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1776" name="Line 677">
                <a:extLst>
                  <a:ext uri="{FF2B5EF4-FFF2-40B4-BE49-F238E27FC236}">
                    <a16:creationId xmlns:a16="http://schemas.microsoft.com/office/drawing/2014/main" id="{79D98052-DEB2-4E4C-8373-7C315412C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31769" name="Freeform 678">
              <a:extLst>
                <a:ext uri="{FF2B5EF4-FFF2-40B4-BE49-F238E27FC236}">
                  <a16:creationId xmlns:a16="http://schemas.microsoft.com/office/drawing/2014/main" id="{6A04AFF4-72A1-45D6-9E04-1C2B2394C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29784" name="Group 298">
            <a:extLst>
              <a:ext uri="{FF2B5EF4-FFF2-40B4-BE49-F238E27FC236}">
                <a16:creationId xmlns:a16="http://schemas.microsoft.com/office/drawing/2014/main" id="{357FFB32-C748-4E1D-A26C-2D4F1B285264}"/>
              </a:ext>
            </a:extLst>
          </p:cNvPr>
          <p:cNvGrpSpPr>
            <a:grpSpLocks/>
          </p:cNvGrpSpPr>
          <p:nvPr/>
        </p:nvGrpSpPr>
        <p:grpSpPr bwMode="auto">
          <a:xfrm rot="2937887">
            <a:off x="5389563" y="3022600"/>
            <a:ext cx="3781425" cy="434975"/>
            <a:chOff x="2937" y="3579"/>
            <a:chExt cx="2382" cy="274"/>
          </a:xfrm>
        </p:grpSpPr>
        <p:sp>
          <p:nvSpPr>
            <p:cNvPr id="31764" name="Rectangle 295">
              <a:extLst>
                <a:ext uri="{FF2B5EF4-FFF2-40B4-BE49-F238E27FC236}">
                  <a16:creationId xmlns:a16="http://schemas.microsoft.com/office/drawing/2014/main" id="{0BE63BEB-6298-4FBB-ABA7-66F50F97F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1765" name="Text Box 293">
              <a:extLst>
                <a:ext uri="{FF2B5EF4-FFF2-40B4-BE49-F238E27FC236}">
                  <a16:creationId xmlns:a16="http://schemas.microsoft.com/office/drawing/2014/main" id="{D405D72E-6523-45D6-BD00-59CA8DB33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chemeClr val="bg1"/>
                  </a:solidFill>
                  <a:latin typeface="Tahoma" panose="020B0604030504040204" pitchFamily="34" charset="0"/>
                </a:rPr>
                <a:t>logical end-end transport</a:t>
              </a:r>
              <a:endParaRPr lang="en-US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1766" name="Freeform 296">
              <a:extLst>
                <a:ext uri="{FF2B5EF4-FFF2-40B4-BE49-F238E27FC236}">
                  <a16:creationId xmlns:a16="http://schemas.microsoft.com/office/drawing/2014/main" id="{64F7BE7C-0854-4240-9972-1A8111834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1767" name="Freeform 297">
              <a:extLst>
                <a:ext uri="{FF2B5EF4-FFF2-40B4-BE49-F238E27FC236}">
                  <a16:creationId xmlns:a16="http://schemas.microsoft.com/office/drawing/2014/main" id="{4B9A8A74-17C7-4C0F-8967-B6DF575064D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29785" name="Group 865">
            <a:extLst>
              <a:ext uri="{FF2B5EF4-FFF2-40B4-BE49-F238E27FC236}">
                <a16:creationId xmlns:a16="http://schemas.microsoft.com/office/drawing/2014/main" id="{820852EA-C902-4773-9D2A-E2ACE1BD1B41}"/>
              </a:ext>
            </a:extLst>
          </p:cNvPr>
          <p:cNvGrpSpPr>
            <a:grpSpLocks/>
          </p:cNvGrpSpPr>
          <p:nvPr/>
        </p:nvGrpSpPr>
        <p:grpSpPr bwMode="auto">
          <a:xfrm>
            <a:off x="5462588" y="1296988"/>
            <a:ext cx="1057275" cy="957262"/>
            <a:chOff x="-153" y="1680"/>
            <a:chExt cx="666" cy="603"/>
          </a:xfrm>
        </p:grpSpPr>
        <p:grpSp>
          <p:nvGrpSpPr>
            <p:cNvPr id="31755" name="Group 866">
              <a:extLst>
                <a:ext uri="{FF2B5EF4-FFF2-40B4-BE49-F238E27FC236}">
                  <a16:creationId xmlns:a16="http://schemas.microsoft.com/office/drawing/2014/main" id="{29DC4A83-B2A9-437A-8E9A-FBF81DAF7B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31757" name="Rectangle 867">
                <a:extLst>
                  <a:ext uri="{FF2B5EF4-FFF2-40B4-BE49-F238E27FC236}">
                    <a16:creationId xmlns:a16="http://schemas.microsoft.com/office/drawing/2014/main" id="{53B98087-6A9A-4D8B-AA70-C927343999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58" name="Rectangle 868">
                <a:extLst>
                  <a:ext uri="{FF2B5EF4-FFF2-40B4-BE49-F238E27FC236}">
                    <a16:creationId xmlns:a16="http://schemas.microsoft.com/office/drawing/2014/main" id="{BF6123AF-09BC-4048-BEEA-7B5DFB591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59" name="Rectangle 869">
                <a:extLst>
                  <a:ext uri="{FF2B5EF4-FFF2-40B4-BE49-F238E27FC236}">
                    <a16:creationId xmlns:a16="http://schemas.microsoft.com/office/drawing/2014/main" id="{74C3F0C3-CF44-4175-8B29-03466299D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1760" name="Text Box 870">
                <a:extLst>
                  <a:ext uri="{FF2B5EF4-FFF2-40B4-BE49-F238E27FC236}">
                    <a16:creationId xmlns:a16="http://schemas.microsoft.com/office/drawing/2014/main" id="{3B8A0627-A59F-4D5E-8AC9-0785B07353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application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solidFill>
                      <a:schemeClr val="bg1"/>
                    </a:solidFill>
                    <a:latin typeface="Tahoma" panose="020B0604030504040204" pitchFamily="34" charset="0"/>
                  </a:rPr>
                  <a:t>transport</a:t>
                </a:r>
                <a:endParaRPr lang="en-US" altLang="zh-TW" sz="1000">
                  <a:latin typeface="Tahoma" panose="020B060403050404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network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data link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physical</a:t>
                </a:r>
                <a:endParaRPr lang="en-US" altLang="zh-TW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61" name="Line 871">
                <a:extLst>
                  <a:ext uri="{FF2B5EF4-FFF2-40B4-BE49-F238E27FC236}">
                    <a16:creationId xmlns:a16="http://schemas.microsoft.com/office/drawing/2014/main" id="{80675970-C4AC-4016-931D-AD70790B6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1762" name="Line 872">
                <a:extLst>
                  <a:ext uri="{FF2B5EF4-FFF2-40B4-BE49-F238E27FC236}">
                    <a16:creationId xmlns:a16="http://schemas.microsoft.com/office/drawing/2014/main" id="{835310B5-7DDF-452E-A243-1795ABE4C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1763" name="Line 873">
                <a:extLst>
                  <a:ext uri="{FF2B5EF4-FFF2-40B4-BE49-F238E27FC236}">
                    <a16:creationId xmlns:a16="http://schemas.microsoft.com/office/drawing/2014/main" id="{D893DD1F-221C-46C8-AFAD-354C005CE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31756" name="Freeform 874">
              <a:extLst>
                <a:ext uri="{FF2B5EF4-FFF2-40B4-BE49-F238E27FC236}">
                  <a16:creationId xmlns:a16="http://schemas.microsoft.com/office/drawing/2014/main" id="{BE1B640B-A9F3-4331-A4EF-E60CCC569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Footer Placeholder 2">
            <a:extLst>
              <a:ext uri="{FF2B5EF4-FFF2-40B4-BE49-F238E27FC236}">
                <a16:creationId xmlns:a16="http://schemas.microsoft.com/office/drawing/2014/main" id="{DEF95E5A-22D7-4ACE-B6AB-C003FA21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Transport</a:t>
            </a:r>
            <a:r>
              <a:rPr lang="en-US" altLang="zh-TW" sz="1400" dirty="0">
                <a:latin typeface="Tahoma" panose="020B0604030504040204" pitchFamily="34" charset="0"/>
              </a:rPr>
              <a:t> </a:t>
            </a:r>
            <a:r>
              <a:rPr lang="en-US" altLang="zh-TW" sz="1200" dirty="0">
                <a:latin typeface="Tahoma" panose="020B0604030504040204" pitchFamily="34" charset="0"/>
              </a:rPr>
              <a:t>Layer</a:t>
            </a:r>
          </a:p>
        </p:txBody>
      </p:sp>
      <p:pic>
        <p:nvPicPr>
          <p:cNvPr id="131075" name="Picture 9" descr="underline_base">
            <a:extLst>
              <a:ext uri="{FF2B5EF4-FFF2-40B4-BE49-F238E27FC236}">
                <a16:creationId xmlns:a16="http://schemas.microsoft.com/office/drawing/2014/main" id="{5EE9EABB-A49F-4117-81C8-C66012AB820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89217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6" name="Rectangle 2">
            <a:extLst>
              <a:ext uri="{FF2B5EF4-FFF2-40B4-BE49-F238E27FC236}">
                <a16:creationId xmlns:a16="http://schemas.microsoft.com/office/drawing/2014/main" id="{09FDA401-7443-4BA3-B680-C436017B51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375" y="777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“Packet” at different layers</a:t>
            </a:r>
          </a:p>
        </p:txBody>
      </p:sp>
      <p:sp>
        <p:nvSpPr>
          <p:cNvPr id="131077" name="Rectangle 3">
            <a:extLst>
              <a:ext uri="{FF2B5EF4-FFF2-40B4-BE49-F238E27FC236}">
                <a16:creationId xmlns:a16="http://schemas.microsoft.com/office/drawing/2014/main" id="{7DC6F584-6C61-4A91-A003-347BB186554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365250"/>
            <a:ext cx="7772400" cy="5119688"/>
          </a:xfrm>
        </p:spPr>
        <p:txBody>
          <a:bodyPr/>
          <a:lstStyle/>
          <a:p>
            <a:pPr eaLnBrk="1" hangingPunct="1"/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131078" name="Slide Number Placeholder 3">
            <a:extLst>
              <a:ext uri="{FF2B5EF4-FFF2-40B4-BE49-F238E27FC236}">
                <a16:creationId xmlns:a16="http://schemas.microsoft.com/office/drawing/2014/main" id="{68DBF303-68E2-4FA3-8313-E13F1A29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latin typeface="Tahoma" panose="020B0604030504040204" pitchFamily="34" charset="0"/>
              </a:rPr>
              <a:t>3-</a:t>
            </a:r>
            <a:fld id="{B1213920-BB02-4D4E-AA01-2237DB2A9543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200" dirty="0">
              <a:latin typeface="Tahoma" panose="020B0604030504040204" pitchFamily="34" charset="0"/>
            </a:endParaRPr>
          </a:p>
        </p:txBody>
      </p:sp>
      <p:sp>
        <p:nvSpPr>
          <p:cNvPr id="131084" name="Freeform 10">
            <a:extLst>
              <a:ext uri="{FF2B5EF4-FFF2-40B4-BE49-F238E27FC236}">
                <a16:creationId xmlns:a16="http://schemas.microsoft.com/office/drawing/2014/main" id="{84EEB4F2-822F-1F6E-71E4-11FD4468D0C9}"/>
              </a:ext>
            </a:extLst>
          </p:cNvPr>
          <p:cNvSpPr>
            <a:spLocks/>
          </p:cNvSpPr>
          <p:nvPr/>
        </p:nvSpPr>
        <p:spPr bwMode="auto">
          <a:xfrm>
            <a:off x="4302496" y="2256939"/>
            <a:ext cx="360362" cy="1577975"/>
          </a:xfrm>
          <a:custGeom>
            <a:avLst/>
            <a:gdLst>
              <a:gd name="T0" fmla="*/ 2147483646 w 267"/>
              <a:gd name="T1" fmla="*/ 2147483646 h 1186"/>
              <a:gd name="T2" fmla="*/ 0 w 267"/>
              <a:gd name="T3" fmla="*/ 0 h 1186"/>
              <a:gd name="T4" fmla="*/ 0 w 267"/>
              <a:gd name="T5" fmla="*/ 2147483646 h 1186"/>
              <a:gd name="T6" fmla="*/ 2147483646 w 267"/>
              <a:gd name="T7" fmla="*/ 2147483646 h 1186"/>
              <a:gd name="T8" fmla="*/ 2147483646 w 267"/>
              <a:gd name="T9" fmla="*/ 2147483646 h 11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67"/>
              <a:gd name="T16" fmla="*/ 0 h 1186"/>
              <a:gd name="T17" fmla="*/ 267 w 267"/>
              <a:gd name="T18" fmla="*/ 1186 h 11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67" h="1186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31085" name="Rectangle 23">
            <a:extLst>
              <a:ext uri="{FF2B5EF4-FFF2-40B4-BE49-F238E27FC236}">
                <a16:creationId xmlns:a16="http://schemas.microsoft.com/office/drawing/2014/main" id="{2E66B3B2-61B4-615E-5D4D-42BD950B9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8533" y="2266464"/>
            <a:ext cx="1296988" cy="1546225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1086" name="Rectangle 24">
            <a:extLst>
              <a:ext uri="{FF2B5EF4-FFF2-40B4-BE49-F238E27FC236}">
                <a16:creationId xmlns:a16="http://schemas.microsoft.com/office/drawing/2014/main" id="{A596E054-78BF-02B9-DE63-A1AEDF2B3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908" y="2337902"/>
            <a:ext cx="1273175" cy="15367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1087" name="Line 25">
            <a:extLst>
              <a:ext uri="{FF2B5EF4-FFF2-40B4-BE49-F238E27FC236}">
                <a16:creationId xmlns:a16="http://schemas.microsoft.com/office/drawing/2014/main" id="{FC75AF25-7A25-61D7-AE32-429D4B8628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0908" y="2655402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88" name="Text Box 26">
            <a:extLst>
              <a:ext uri="{FF2B5EF4-FFF2-40B4-BE49-F238E27FC236}">
                <a16:creationId xmlns:a16="http://schemas.microsoft.com/office/drawing/2014/main" id="{45E6328F-4CBE-8D19-5143-F1F2246DB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8046" y="2304564"/>
            <a:ext cx="1317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application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transport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network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link</a:t>
            </a:r>
          </a:p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physical</a:t>
            </a:r>
          </a:p>
        </p:txBody>
      </p:sp>
      <p:sp>
        <p:nvSpPr>
          <p:cNvPr id="131089" name="Line 27">
            <a:extLst>
              <a:ext uri="{FF2B5EF4-FFF2-40B4-BE49-F238E27FC236}">
                <a16:creationId xmlns:a16="http://schemas.microsoft.com/office/drawing/2014/main" id="{BDE339E1-0C7F-47D4-8D1E-BB53B7C07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8846" y="2976077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90" name="Line 28">
            <a:extLst>
              <a:ext uri="{FF2B5EF4-FFF2-40B4-BE49-F238E27FC236}">
                <a16:creationId xmlns:a16="http://schemas.microsoft.com/office/drawing/2014/main" id="{5BA819B8-5466-6C18-9FB7-4D4E6ABAEC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608" y="3257064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31091" name="Line 29">
            <a:extLst>
              <a:ext uri="{FF2B5EF4-FFF2-40B4-BE49-F238E27FC236}">
                <a16:creationId xmlns:a16="http://schemas.microsoft.com/office/drawing/2014/main" id="{9E4A5C09-0572-2D24-CDB6-9C5308646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608" y="3533289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grpSp>
        <p:nvGrpSpPr>
          <p:cNvPr id="131092" name="Group 39">
            <a:extLst>
              <a:ext uri="{FF2B5EF4-FFF2-40B4-BE49-F238E27FC236}">
                <a16:creationId xmlns:a16="http://schemas.microsoft.com/office/drawing/2014/main" id="{842B016B-3ABC-93B1-22FF-9219AB6092C3}"/>
              </a:ext>
            </a:extLst>
          </p:cNvPr>
          <p:cNvGrpSpPr>
            <a:grpSpLocks/>
          </p:cNvGrpSpPr>
          <p:nvPr/>
        </p:nvGrpSpPr>
        <p:grpSpPr bwMode="auto">
          <a:xfrm>
            <a:off x="1652958" y="2974489"/>
            <a:ext cx="1208088" cy="303213"/>
            <a:chOff x="501" y="1990"/>
            <a:chExt cx="761" cy="191"/>
          </a:xfrm>
        </p:grpSpPr>
        <p:sp>
          <p:nvSpPr>
            <p:cNvPr id="131093" name="Rectangle 40">
              <a:extLst>
                <a:ext uri="{FF2B5EF4-FFF2-40B4-BE49-F238E27FC236}">
                  <a16:creationId xmlns:a16="http://schemas.microsoft.com/office/drawing/2014/main" id="{4A46F267-AAB0-5315-18D8-6EFA6325C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" y="2007"/>
              <a:ext cx="68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094" name="Rectangle 41">
              <a:extLst>
                <a:ext uri="{FF2B5EF4-FFF2-40B4-BE49-F238E27FC236}">
                  <a16:creationId xmlns:a16="http://schemas.microsoft.com/office/drawing/2014/main" id="{9EC863A6-4431-E7FA-DDBF-1C5D11C63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1095" name="Rectangle 42">
              <a:extLst>
                <a:ext uri="{FF2B5EF4-FFF2-40B4-BE49-F238E27FC236}">
                  <a16:creationId xmlns:a16="http://schemas.microsoft.com/office/drawing/2014/main" id="{16EF2655-780F-0622-E503-1C5397FA7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1990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31096" name="Rectangle 43">
              <a:extLst>
                <a:ext uri="{FF2B5EF4-FFF2-40B4-BE49-F238E27FC236}">
                  <a16:creationId xmlns:a16="http://schemas.microsoft.com/office/drawing/2014/main" id="{3D11DB1F-3671-BAF6-8C83-BB9B5CA3B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" y="1991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31097" name="Line 44">
              <a:extLst>
                <a:ext uri="{FF2B5EF4-FFF2-40B4-BE49-F238E27FC236}">
                  <a16:creationId xmlns:a16="http://schemas.microsoft.com/office/drawing/2014/main" id="{9605FA91-EF61-E2B6-B534-F4D8044ED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" y="2013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098" name="Line 45">
              <a:extLst>
                <a:ext uri="{FF2B5EF4-FFF2-40B4-BE49-F238E27FC236}">
                  <a16:creationId xmlns:a16="http://schemas.microsoft.com/office/drawing/2014/main" id="{8BBC9C93-1DCD-1AC8-EFE6-D56B81B2E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20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1099" name="Text Box 5">
            <a:extLst>
              <a:ext uri="{FF2B5EF4-FFF2-40B4-BE49-F238E27FC236}">
                <a16:creationId xmlns:a16="http://schemas.microsoft.com/office/drawing/2014/main" id="{B2593A18-0F57-33F1-55F9-BA05288B2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046" y="2603014"/>
            <a:ext cx="9636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segment</a:t>
            </a:r>
          </a:p>
        </p:txBody>
      </p:sp>
      <p:grpSp>
        <p:nvGrpSpPr>
          <p:cNvPr id="131100" name="Group 178">
            <a:extLst>
              <a:ext uri="{FF2B5EF4-FFF2-40B4-BE49-F238E27FC236}">
                <a16:creationId xmlns:a16="http://schemas.microsoft.com/office/drawing/2014/main" id="{2EDF153F-634E-A4F6-4370-A9EA1EA3A7AC}"/>
              </a:ext>
            </a:extLst>
          </p:cNvPr>
          <p:cNvGrpSpPr>
            <a:grpSpLocks/>
          </p:cNvGrpSpPr>
          <p:nvPr/>
        </p:nvGrpSpPr>
        <p:grpSpPr bwMode="auto">
          <a:xfrm>
            <a:off x="1967283" y="2639527"/>
            <a:ext cx="301625" cy="292100"/>
            <a:chOff x="1962" y="2058"/>
            <a:chExt cx="190" cy="184"/>
          </a:xfrm>
        </p:grpSpPr>
        <p:sp>
          <p:nvSpPr>
            <p:cNvPr id="131101" name="Rectangle 47">
              <a:extLst>
                <a:ext uri="{FF2B5EF4-FFF2-40B4-BE49-F238E27FC236}">
                  <a16:creationId xmlns:a16="http://schemas.microsoft.com/office/drawing/2014/main" id="{A57A8958-82E9-6194-1A95-29A05E94A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02" name="Rectangle 48">
              <a:extLst>
                <a:ext uri="{FF2B5EF4-FFF2-40B4-BE49-F238E27FC236}">
                  <a16:creationId xmlns:a16="http://schemas.microsoft.com/office/drawing/2014/main" id="{D471BD1A-B4B8-A295-E2C0-1070C6090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</p:grpSp>
      <p:sp>
        <p:nvSpPr>
          <p:cNvPr id="131103" name="Text Box 4">
            <a:extLst>
              <a:ext uri="{FF2B5EF4-FFF2-40B4-BE49-F238E27FC236}">
                <a16:creationId xmlns:a16="http://schemas.microsoft.com/office/drawing/2014/main" id="{4258DF8D-875B-0543-3E11-25B888283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021" y="2942739"/>
            <a:ext cx="10429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datagram</a:t>
            </a:r>
          </a:p>
        </p:txBody>
      </p:sp>
      <p:grpSp>
        <p:nvGrpSpPr>
          <p:cNvPr id="131104" name="Group 156">
            <a:extLst>
              <a:ext uri="{FF2B5EF4-FFF2-40B4-BE49-F238E27FC236}">
                <a16:creationId xmlns:a16="http://schemas.microsoft.com/office/drawing/2014/main" id="{3B387B02-0639-668F-F1A2-06772490FEF5}"/>
              </a:ext>
            </a:extLst>
          </p:cNvPr>
          <p:cNvGrpSpPr>
            <a:grpSpLocks/>
          </p:cNvGrpSpPr>
          <p:nvPr/>
        </p:nvGrpSpPr>
        <p:grpSpPr bwMode="auto">
          <a:xfrm>
            <a:off x="1371971" y="3271352"/>
            <a:ext cx="1479550" cy="303212"/>
            <a:chOff x="332" y="2224"/>
            <a:chExt cx="932" cy="191"/>
          </a:xfrm>
        </p:grpSpPr>
        <p:sp>
          <p:nvSpPr>
            <p:cNvPr id="131105" name="Rectangle 157">
              <a:extLst>
                <a:ext uri="{FF2B5EF4-FFF2-40B4-BE49-F238E27FC236}">
                  <a16:creationId xmlns:a16="http://schemas.microsoft.com/office/drawing/2014/main" id="{BEC7BF06-5F8E-023A-06FA-F779DC803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2241"/>
              <a:ext cx="840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06" name="Rectangle 158">
              <a:extLst>
                <a:ext uri="{FF2B5EF4-FFF2-40B4-BE49-F238E27FC236}">
                  <a16:creationId xmlns:a16="http://schemas.microsoft.com/office/drawing/2014/main" id="{17C5CE31-33BF-8A2F-1E03-3624E87ED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31107" name="Rectangle 159">
              <a:extLst>
                <a:ext uri="{FF2B5EF4-FFF2-40B4-BE49-F238E27FC236}">
                  <a16:creationId xmlns:a16="http://schemas.microsoft.com/office/drawing/2014/main" id="{7BFBE03B-C657-C19F-F63F-950B244DC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131108" name="Rectangle 160">
              <a:extLst>
                <a:ext uri="{FF2B5EF4-FFF2-40B4-BE49-F238E27FC236}">
                  <a16:creationId xmlns:a16="http://schemas.microsoft.com/office/drawing/2014/main" id="{FCA082F8-67DB-9166-C1E1-2E67F492D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" y="2224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  <p:sp>
          <p:nvSpPr>
            <p:cNvPr id="131109" name="Rectangle 161">
              <a:extLst>
                <a:ext uri="{FF2B5EF4-FFF2-40B4-BE49-F238E27FC236}">
                  <a16:creationId xmlns:a16="http://schemas.microsoft.com/office/drawing/2014/main" id="{BB6D0AFE-960F-F64C-56D7-D5DE32132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" y="2225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  <p:sp>
          <p:nvSpPr>
            <p:cNvPr id="131110" name="Line 162">
              <a:extLst>
                <a:ext uri="{FF2B5EF4-FFF2-40B4-BE49-F238E27FC236}">
                  <a16:creationId xmlns:a16="http://schemas.microsoft.com/office/drawing/2014/main" id="{B2D8E008-6F07-2FF1-8EC8-76484F926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" y="2241"/>
              <a:ext cx="0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111" name="Line 163">
              <a:extLst>
                <a:ext uri="{FF2B5EF4-FFF2-40B4-BE49-F238E27FC236}">
                  <a16:creationId xmlns:a16="http://schemas.microsoft.com/office/drawing/2014/main" id="{80ACE1B5-BB9B-C328-76FE-7BA4424FCD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" y="2247"/>
              <a:ext cx="0" cy="1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131112" name="Line 164">
              <a:extLst>
                <a:ext uri="{FF2B5EF4-FFF2-40B4-BE49-F238E27FC236}">
                  <a16:creationId xmlns:a16="http://schemas.microsoft.com/office/drawing/2014/main" id="{C0D21A81-1CD2-2D24-4E2D-2BACBD58C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2" y="2244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131113" name="Text Box 174">
            <a:extLst>
              <a:ext uri="{FF2B5EF4-FFF2-40B4-BE49-F238E27FC236}">
                <a16:creationId xmlns:a16="http://schemas.microsoft.com/office/drawing/2014/main" id="{CB564583-EA7A-5D76-A19D-B083CB200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7021" y="2298214"/>
            <a:ext cx="1008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message</a:t>
            </a:r>
          </a:p>
        </p:txBody>
      </p:sp>
      <p:grpSp>
        <p:nvGrpSpPr>
          <p:cNvPr id="131114" name="Group 175">
            <a:extLst>
              <a:ext uri="{FF2B5EF4-FFF2-40B4-BE49-F238E27FC236}">
                <a16:creationId xmlns:a16="http://schemas.microsoft.com/office/drawing/2014/main" id="{957E2413-DB2B-658D-DFFB-5A1FDA1B5B21}"/>
              </a:ext>
            </a:extLst>
          </p:cNvPr>
          <p:cNvGrpSpPr>
            <a:grpSpLocks/>
          </p:cNvGrpSpPr>
          <p:nvPr/>
        </p:nvGrpSpPr>
        <p:grpSpPr bwMode="auto">
          <a:xfrm>
            <a:off x="2197471" y="2325202"/>
            <a:ext cx="679450" cy="301625"/>
            <a:chOff x="780" y="1553"/>
            <a:chExt cx="428" cy="190"/>
          </a:xfrm>
        </p:grpSpPr>
        <p:sp>
          <p:nvSpPr>
            <p:cNvPr id="131115" name="Rectangle 176">
              <a:extLst>
                <a:ext uri="{FF2B5EF4-FFF2-40B4-BE49-F238E27FC236}">
                  <a16:creationId xmlns:a16="http://schemas.microsoft.com/office/drawing/2014/main" id="{E445F83E-6A2D-C8E2-779C-D0757AF8B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569"/>
              <a:ext cx="312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16" name="Rectangle 177">
              <a:extLst>
                <a:ext uri="{FF2B5EF4-FFF2-40B4-BE49-F238E27FC236}">
                  <a16:creationId xmlns:a16="http://schemas.microsoft.com/office/drawing/2014/main" id="{7EE6B8C8-6D03-550B-C791-5A324B625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" y="1553"/>
              <a:ext cx="428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M</a:t>
              </a:r>
            </a:p>
          </p:txBody>
        </p:sp>
      </p:grpSp>
      <p:grpSp>
        <p:nvGrpSpPr>
          <p:cNvPr id="131117" name="Group 185">
            <a:extLst>
              <a:ext uri="{FF2B5EF4-FFF2-40B4-BE49-F238E27FC236}">
                <a16:creationId xmlns:a16="http://schemas.microsoft.com/office/drawing/2014/main" id="{AD413C8A-CBC2-199B-53E8-688BC248A23D}"/>
              </a:ext>
            </a:extLst>
          </p:cNvPr>
          <p:cNvGrpSpPr>
            <a:grpSpLocks/>
          </p:cNvGrpSpPr>
          <p:nvPr/>
        </p:nvGrpSpPr>
        <p:grpSpPr bwMode="auto">
          <a:xfrm>
            <a:off x="1962521" y="2645877"/>
            <a:ext cx="903287" cy="301625"/>
            <a:chOff x="1851" y="2046"/>
            <a:chExt cx="569" cy="190"/>
          </a:xfrm>
        </p:grpSpPr>
        <p:grpSp>
          <p:nvGrpSpPr>
            <p:cNvPr id="131118" name="Group 179">
              <a:extLst>
                <a:ext uri="{FF2B5EF4-FFF2-40B4-BE49-F238E27FC236}">
                  <a16:creationId xmlns:a16="http://schemas.microsoft.com/office/drawing/2014/main" id="{E4E22861-698B-E38F-15A3-21918818DF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2047"/>
              <a:ext cx="190" cy="184"/>
              <a:chOff x="1962" y="2058"/>
              <a:chExt cx="190" cy="184"/>
            </a:xfrm>
          </p:grpSpPr>
          <p:sp>
            <p:nvSpPr>
              <p:cNvPr id="131122" name="Rectangle 180">
                <a:extLst>
                  <a:ext uri="{FF2B5EF4-FFF2-40B4-BE49-F238E27FC236}">
                    <a16:creationId xmlns:a16="http://schemas.microsoft.com/office/drawing/2014/main" id="{9DCD855E-4247-C676-A78F-43AA8CE43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2" y="2075"/>
                <a:ext cx="177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123" name="Rectangle 181">
                <a:extLst>
                  <a:ext uri="{FF2B5EF4-FFF2-40B4-BE49-F238E27FC236}">
                    <a16:creationId xmlns:a16="http://schemas.microsoft.com/office/drawing/2014/main" id="{C10F37F0-51EC-6816-5509-33957B1C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2058"/>
                <a:ext cx="18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H</a:t>
                </a:r>
                <a:r>
                  <a:rPr lang="en-US" altLang="en-US" sz="1800" baseline="-250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</p:grpSp>
        <p:grpSp>
          <p:nvGrpSpPr>
            <p:cNvPr id="131119" name="Group 182">
              <a:extLst>
                <a:ext uri="{FF2B5EF4-FFF2-40B4-BE49-F238E27FC236}">
                  <a16:creationId xmlns:a16="http://schemas.microsoft.com/office/drawing/2014/main" id="{CB1AC701-77FA-B6C7-91FE-8F1623DD15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2" y="2046"/>
              <a:ext cx="428" cy="190"/>
              <a:chOff x="780" y="1553"/>
              <a:chExt cx="428" cy="190"/>
            </a:xfrm>
          </p:grpSpPr>
          <p:sp>
            <p:nvSpPr>
              <p:cNvPr id="131120" name="Rectangle 183">
                <a:extLst>
                  <a:ext uri="{FF2B5EF4-FFF2-40B4-BE49-F238E27FC236}">
                    <a16:creationId xmlns:a16="http://schemas.microsoft.com/office/drawing/2014/main" id="{3B1B3909-45B1-FEBF-84E4-202C6CFFD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69"/>
                <a:ext cx="312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1121" name="Rectangle 184">
                <a:extLst>
                  <a:ext uri="{FF2B5EF4-FFF2-40B4-BE49-F238E27FC236}">
                    <a16:creationId xmlns:a16="http://schemas.microsoft.com/office/drawing/2014/main" id="{1FAD4C14-85B6-DF28-0E8F-9E8A948F7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553"/>
                <a:ext cx="42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0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M</a:t>
                </a:r>
              </a:p>
            </p:txBody>
          </p:sp>
        </p:grpSp>
      </p:grpSp>
      <p:grpSp>
        <p:nvGrpSpPr>
          <p:cNvPr id="131124" name="Group 187">
            <a:extLst>
              <a:ext uri="{FF2B5EF4-FFF2-40B4-BE49-F238E27FC236}">
                <a16:creationId xmlns:a16="http://schemas.microsoft.com/office/drawing/2014/main" id="{93B95967-F83B-64E5-3DB1-7A89B54B1E08}"/>
              </a:ext>
            </a:extLst>
          </p:cNvPr>
          <p:cNvGrpSpPr>
            <a:grpSpLocks/>
          </p:cNvGrpSpPr>
          <p:nvPr/>
        </p:nvGrpSpPr>
        <p:grpSpPr bwMode="auto">
          <a:xfrm>
            <a:off x="1668833" y="2969727"/>
            <a:ext cx="301625" cy="292100"/>
            <a:chOff x="1962" y="2058"/>
            <a:chExt cx="190" cy="184"/>
          </a:xfrm>
        </p:grpSpPr>
        <p:sp>
          <p:nvSpPr>
            <p:cNvPr id="131125" name="Rectangle 188">
              <a:extLst>
                <a:ext uri="{FF2B5EF4-FFF2-40B4-BE49-F238E27FC236}">
                  <a16:creationId xmlns:a16="http://schemas.microsoft.com/office/drawing/2014/main" id="{7E2BD398-8F19-95C5-9856-CA7F67F0A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2" y="2075"/>
              <a:ext cx="177" cy="1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126" name="Rectangle 189">
              <a:extLst>
                <a:ext uri="{FF2B5EF4-FFF2-40B4-BE49-F238E27FC236}">
                  <a16:creationId xmlns:a16="http://schemas.microsoft.com/office/drawing/2014/main" id="{95A4A1D8-B235-BE1B-2B0E-E6CFE7F87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5" y="2058"/>
              <a:ext cx="18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0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000000"/>
                  </a:solidFill>
                  <a:latin typeface="Arial" panose="020B0604020202020204" pitchFamily="34" charset="0"/>
                </a:rPr>
                <a:t>H</a:t>
              </a:r>
              <a:r>
                <a:rPr lang="en-US" altLang="en-US" sz="1800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n</a:t>
              </a:r>
            </a:p>
          </p:txBody>
        </p:sp>
      </p:grpSp>
      <p:sp>
        <p:nvSpPr>
          <p:cNvPr id="131127" name="Text Box 7">
            <a:extLst>
              <a:ext uri="{FF2B5EF4-FFF2-40B4-BE49-F238E27FC236}">
                <a16:creationId xmlns:a16="http://schemas.microsoft.com/office/drawing/2014/main" id="{5B78BA3C-3B74-33DC-2F52-54C89BDD7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921" y="3249127"/>
            <a:ext cx="704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238224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5">
            <a:extLst>
              <a:ext uri="{FF2B5EF4-FFF2-40B4-BE49-F238E27FC236}">
                <a16:creationId xmlns:a16="http://schemas.microsoft.com/office/drawing/2014/main" id="{CF7EEBE9-0CBF-411C-A132-318EDE17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3795" name="Slide Number Placeholder 6">
            <a:extLst>
              <a:ext uri="{FF2B5EF4-FFF2-40B4-BE49-F238E27FC236}">
                <a16:creationId xmlns:a16="http://schemas.microsoft.com/office/drawing/2014/main" id="{1A421CF3-90ED-4441-BAA9-55A3EBDC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6AEEFC7A-A5E3-4C70-A351-71B0CAC7983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3796" name="Picture 10" descr="underline_base">
            <a:extLst>
              <a:ext uri="{FF2B5EF4-FFF2-40B4-BE49-F238E27FC236}">
                <a16:creationId xmlns:a16="http://schemas.microsoft.com/office/drawing/2014/main" id="{15E33D56-AA57-498C-852D-7B8C9DD5F31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039813"/>
            <a:ext cx="658177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Rectangle 2">
            <a:extLst>
              <a:ext uri="{FF2B5EF4-FFF2-40B4-BE49-F238E27FC236}">
                <a16:creationId xmlns:a16="http://schemas.microsoft.com/office/drawing/2014/main" id="{8B5DD445-B994-4819-A8EB-B9E8C41C7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Transport vs. network layer</a:t>
            </a:r>
          </a:p>
        </p:txBody>
      </p:sp>
      <p:sp>
        <p:nvSpPr>
          <p:cNvPr id="5126" name="Rectangle 3">
            <a:extLst>
              <a:ext uri="{FF2B5EF4-FFF2-40B4-BE49-F238E27FC236}">
                <a16:creationId xmlns:a16="http://schemas.microsoft.com/office/drawing/2014/main" id="{21BE1B8B-DCFD-4164-A514-353ACD4DE4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589088"/>
            <a:ext cx="3810000" cy="4648200"/>
          </a:xfrm>
        </p:spPr>
        <p:txBody>
          <a:bodyPr/>
          <a:lstStyle/>
          <a:p>
            <a:pPr>
              <a:lnSpc>
                <a:spcPct val="70000"/>
              </a:lnSpc>
              <a:buFont typeface="Wingdings" charset="0"/>
              <a:buChar char="v"/>
              <a:defRPr/>
            </a:pPr>
            <a:r>
              <a:rPr lang="en-US" sz="3200" i="1" dirty="0">
                <a:solidFill>
                  <a:srgbClr val="000099"/>
                </a:solidFill>
                <a:ea typeface="ＭＳ Ｐゴシック" charset="0"/>
                <a:cs typeface="+mn-cs"/>
              </a:rPr>
              <a:t>network layer:</a:t>
            </a:r>
            <a:r>
              <a:rPr lang="en-US" sz="3200" dirty="0">
                <a:ea typeface="ＭＳ Ｐゴシック" charset="0"/>
                <a:cs typeface="+mn-cs"/>
              </a:rPr>
              <a:t> logical communication between </a:t>
            </a:r>
            <a:r>
              <a:rPr lang="en-US" sz="3200" dirty="0">
                <a:solidFill>
                  <a:srgbClr val="7030A0"/>
                </a:solidFill>
                <a:ea typeface="ＭＳ Ｐゴシック" charset="0"/>
                <a:cs typeface="+mn-cs"/>
              </a:rPr>
              <a:t>hosts</a:t>
            </a:r>
          </a:p>
          <a:p>
            <a:pPr>
              <a:lnSpc>
                <a:spcPct val="70000"/>
              </a:lnSpc>
              <a:buFont typeface="Wingdings" charset="0"/>
              <a:buChar char="v"/>
              <a:defRPr/>
            </a:pPr>
            <a:r>
              <a:rPr lang="en-US" sz="3200" i="1" dirty="0">
                <a:solidFill>
                  <a:srgbClr val="000099"/>
                </a:solidFill>
                <a:ea typeface="ＭＳ Ｐゴシック" charset="0"/>
                <a:cs typeface="+mn-cs"/>
              </a:rPr>
              <a:t>transport layer:</a:t>
            </a:r>
            <a:r>
              <a:rPr lang="en-US" sz="3200" dirty="0">
                <a:ea typeface="ＭＳ Ｐゴシック" charset="0"/>
                <a:cs typeface="+mn-cs"/>
              </a:rPr>
              <a:t> logical communication between </a:t>
            </a:r>
            <a:r>
              <a:rPr lang="en-US" sz="3200" dirty="0">
                <a:solidFill>
                  <a:srgbClr val="7030A0"/>
                </a:solidFill>
                <a:ea typeface="ＭＳ Ｐゴシック" charset="0"/>
                <a:cs typeface="+mn-cs"/>
              </a:rPr>
              <a:t>processes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</a:p>
          <a:p>
            <a:pPr lvl="1">
              <a:lnSpc>
                <a:spcPct val="70000"/>
              </a:lnSpc>
              <a:buFont typeface="Wingdings" charset="0"/>
              <a:buChar char="§"/>
              <a:defRPr/>
            </a:pPr>
            <a:r>
              <a:rPr lang="en-US" sz="2800" dirty="0">
                <a:ea typeface="ＭＳ Ｐゴシック" charset="0"/>
              </a:rPr>
              <a:t>relies on, enhances, network layer services</a:t>
            </a:r>
          </a:p>
        </p:txBody>
      </p:sp>
      <p:sp>
        <p:nvSpPr>
          <p:cNvPr id="33799" name="Rectangle 4">
            <a:extLst>
              <a:ext uri="{FF2B5EF4-FFF2-40B4-BE49-F238E27FC236}">
                <a16:creationId xmlns:a16="http://schemas.microsoft.com/office/drawing/2014/main" id="{EB5D2E4D-A317-4607-9554-569DC3BC008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60913" y="2230438"/>
            <a:ext cx="3967162" cy="4249737"/>
          </a:xfrm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zh-TW" sz="2400" i="1"/>
              <a:t>12 kids in Ann</a:t>
            </a:r>
            <a:r>
              <a:rPr lang="ja-JP" altLang="en-US" sz="2400" i="1"/>
              <a:t>’</a:t>
            </a:r>
            <a:r>
              <a:rPr lang="en-US" altLang="ja-JP" sz="2400" i="1"/>
              <a:t>s house sending letters to 12 kids in Bill</a:t>
            </a:r>
            <a:r>
              <a:rPr lang="ja-JP" altLang="en-US" sz="2400" i="1"/>
              <a:t>’</a:t>
            </a:r>
            <a:r>
              <a:rPr lang="en-US" altLang="ja-JP" sz="2400" i="1"/>
              <a:t>s house:</a:t>
            </a:r>
            <a:endParaRPr lang="en-US" altLang="ja-JP" sz="2400"/>
          </a:p>
          <a:p>
            <a:pPr>
              <a:lnSpc>
                <a:spcPct val="70000"/>
              </a:lnSpc>
            </a:pPr>
            <a:r>
              <a:rPr lang="en-US" altLang="zh-TW" sz="2400"/>
              <a:t>hosts = houses</a:t>
            </a:r>
          </a:p>
          <a:p>
            <a:pPr>
              <a:lnSpc>
                <a:spcPct val="70000"/>
              </a:lnSpc>
            </a:pPr>
            <a:r>
              <a:rPr lang="en-US" altLang="zh-TW" sz="2400"/>
              <a:t>processes = kids</a:t>
            </a:r>
          </a:p>
          <a:p>
            <a:pPr>
              <a:lnSpc>
                <a:spcPct val="70000"/>
              </a:lnSpc>
            </a:pPr>
            <a:r>
              <a:rPr lang="en-US" altLang="zh-TW" sz="2400"/>
              <a:t>app messages = letters in envelopes</a:t>
            </a:r>
          </a:p>
          <a:p>
            <a:pPr>
              <a:lnSpc>
                <a:spcPct val="70000"/>
              </a:lnSpc>
            </a:pPr>
            <a:r>
              <a:rPr lang="en-US" altLang="zh-TW" sz="2400"/>
              <a:t>transport protocol = Ann and Bill who demux to in-house siblings</a:t>
            </a:r>
          </a:p>
          <a:p>
            <a:pPr>
              <a:lnSpc>
                <a:spcPct val="70000"/>
              </a:lnSpc>
            </a:pPr>
            <a:r>
              <a:rPr lang="en-US" altLang="zh-TW" sz="2400"/>
              <a:t>network-layer protocol = postal service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zh-TW" sz="2400"/>
          </a:p>
        </p:txBody>
      </p:sp>
      <p:sp>
        <p:nvSpPr>
          <p:cNvPr id="33800" name="Rectangle 7">
            <a:extLst>
              <a:ext uri="{FF2B5EF4-FFF2-40B4-BE49-F238E27FC236}">
                <a16:creationId xmlns:a16="http://schemas.microsoft.com/office/drawing/2014/main" id="{7F5325FE-FEFE-4A7E-81C8-B6A70D819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963" y="1947863"/>
            <a:ext cx="4016375" cy="3836987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33801" name="Text Box 11">
            <a:extLst>
              <a:ext uri="{FF2B5EF4-FFF2-40B4-BE49-F238E27FC236}">
                <a16:creationId xmlns:a16="http://schemas.microsoft.com/office/drawing/2014/main" id="{FEC00A86-E629-4C79-9C2D-519FDC0BD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1724025"/>
            <a:ext cx="2695575" cy="4333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45000"/>
              </a:spcBef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rgbClr val="000099"/>
                </a:solidFill>
              </a:rPr>
              <a:t>household analogy:</a:t>
            </a:r>
            <a:endParaRPr lang="en-US" altLang="zh-TW" sz="28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5">
            <a:extLst>
              <a:ext uri="{FF2B5EF4-FFF2-40B4-BE49-F238E27FC236}">
                <a16:creationId xmlns:a16="http://schemas.microsoft.com/office/drawing/2014/main" id="{ABE7E0ED-AE80-43F0-A257-44B04F75D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5843" name="Slide Number Placeholder 6">
            <a:extLst>
              <a:ext uri="{FF2B5EF4-FFF2-40B4-BE49-F238E27FC236}">
                <a16:creationId xmlns:a16="http://schemas.microsoft.com/office/drawing/2014/main" id="{A93BC8E3-5488-4D92-A980-ACDB9F04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1E467EDE-411D-4F0A-91E2-70FB3733562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35844" name="Group 940">
            <a:extLst>
              <a:ext uri="{FF2B5EF4-FFF2-40B4-BE49-F238E27FC236}">
                <a16:creationId xmlns:a16="http://schemas.microsoft.com/office/drawing/2014/main" id="{88BB08EF-1DDE-4FB7-806A-D5AB119D3CEF}"/>
              </a:ext>
            </a:extLst>
          </p:cNvPr>
          <p:cNvGrpSpPr>
            <a:grpSpLocks/>
          </p:cNvGrpSpPr>
          <p:nvPr/>
        </p:nvGrpSpPr>
        <p:grpSpPr bwMode="auto">
          <a:xfrm>
            <a:off x="5048250" y="1524000"/>
            <a:ext cx="3540125" cy="4545013"/>
            <a:chOff x="3277" y="974"/>
            <a:chExt cx="2230" cy="2863"/>
          </a:xfrm>
        </p:grpSpPr>
        <p:sp>
          <p:nvSpPr>
            <p:cNvPr id="35974" name="Freeform 941">
              <a:extLst>
                <a:ext uri="{FF2B5EF4-FFF2-40B4-BE49-F238E27FC236}">
                  <a16:creationId xmlns:a16="http://schemas.microsoft.com/office/drawing/2014/main" id="{3A7C6970-B9A7-4ED4-A126-7D62B8ABD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5726 w 1036"/>
                <a:gd name="T1" fmla="*/ 11 h 675"/>
                <a:gd name="T2" fmla="*/ 3446 w 1036"/>
                <a:gd name="T3" fmla="*/ 53 h 675"/>
                <a:gd name="T4" fmla="*/ 1824 w 1036"/>
                <a:gd name="T5" fmla="*/ 129 h 675"/>
                <a:gd name="T6" fmla="*/ 1348 w 1036"/>
                <a:gd name="T7" fmla="*/ 229 h 675"/>
                <a:gd name="T8" fmla="*/ 187 w 1036"/>
                <a:gd name="T9" fmla="*/ 297 h 675"/>
                <a:gd name="T10" fmla="*/ 151 w 1036"/>
                <a:gd name="T11" fmla="*/ 459 h 675"/>
                <a:gd name="T12" fmla="*/ 1170 w 1036"/>
                <a:gd name="T13" fmla="*/ 489 h 675"/>
                <a:gd name="T14" fmla="*/ 4056 w 1036"/>
                <a:gd name="T15" fmla="*/ 489 h 675"/>
                <a:gd name="T16" fmla="*/ 5280 w 1036"/>
                <a:gd name="T17" fmla="*/ 555 h 675"/>
                <a:gd name="T18" fmla="*/ 6637 w 1036"/>
                <a:gd name="T19" fmla="*/ 657 h 675"/>
                <a:gd name="T20" fmla="*/ 7685 w 1036"/>
                <a:gd name="T21" fmla="*/ 661 h 675"/>
                <a:gd name="T22" fmla="*/ 8400 w 1036"/>
                <a:gd name="T23" fmla="*/ 603 h 675"/>
                <a:gd name="T24" fmla="*/ 8768 w 1036"/>
                <a:gd name="T25" fmla="*/ 445 h 675"/>
                <a:gd name="T26" fmla="*/ 8995 w 1036"/>
                <a:gd name="T27" fmla="*/ 291 h 675"/>
                <a:gd name="T28" fmla="*/ 9021 w 1036"/>
                <a:gd name="T29" fmla="*/ 107 h 675"/>
                <a:gd name="T30" fmla="*/ 8245 w 1036"/>
                <a:gd name="T31" fmla="*/ 17 h 675"/>
                <a:gd name="T32" fmla="*/ 6850 w 1036"/>
                <a:gd name="T33" fmla="*/ 3 h 675"/>
                <a:gd name="T34" fmla="*/ 5726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5975" name="Group 942">
              <a:extLst>
                <a:ext uri="{FF2B5EF4-FFF2-40B4-BE49-F238E27FC236}">
                  <a16:creationId xmlns:a16="http://schemas.microsoft.com/office/drawing/2014/main" id="{7386645D-C8BC-45B7-A747-B9BCE69953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36353" name="Rectangle 943">
                <a:extLst>
                  <a:ext uri="{FF2B5EF4-FFF2-40B4-BE49-F238E27FC236}">
                    <a16:creationId xmlns:a16="http://schemas.microsoft.com/office/drawing/2014/main" id="{608C3F46-A3D9-4D12-BC42-7CA3D4B90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354" name="AutoShape 944">
                <a:extLst>
                  <a:ext uri="{FF2B5EF4-FFF2-40B4-BE49-F238E27FC236}">
                    <a16:creationId xmlns:a16="http://schemas.microsoft.com/office/drawing/2014/main" id="{FA79AEF6-3476-45B8-9FA5-530CB82BE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5976" name="Freeform 945">
              <a:extLst>
                <a:ext uri="{FF2B5EF4-FFF2-40B4-BE49-F238E27FC236}">
                  <a16:creationId xmlns:a16="http://schemas.microsoft.com/office/drawing/2014/main" id="{98AAAB95-0ADD-4CA5-9531-1A749E131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77" name="Line 946">
              <a:extLst>
                <a:ext uri="{FF2B5EF4-FFF2-40B4-BE49-F238E27FC236}">
                  <a16:creationId xmlns:a16="http://schemas.microsoft.com/office/drawing/2014/main" id="{56858B5D-DA3A-4E75-9E78-ED63031CD1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42" y="3252"/>
              <a:ext cx="330" cy="88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978" name="Line 947">
              <a:extLst>
                <a:ext uri="{FF2B5EF4-FFF2-40B4-BE49-F238E27FC236}">
                  <a16:creationId xmlns:a16="http://schemas.microsoft.com/office/drawing/2014/main" id="{81756513-BC7E-44C8-B801-81E2AE159F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979" name="Line 948">
              <a:extLst>
                <a:ext uri="{FF2B5EF4-FFF2-40B4-BE49-F238E27FC236}">
                  <a16:creationId xmlns:a16="http://schemas.microsoft.com/office/drawing/2014/main" id="{CE550452-EDF2-4579-8016-2C33D85AE6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151" y="3225"/>
              <a:ext cx="0" cy="72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980" name="Line 949">
              <a:extLst>
                <a:ext uri="{FF2B5EF4-FFF2-40B4-BE49-F238E27FC236}">
                  <a16:creationId xmlns:a16="http://schemas.microsoft.com/office/drawing/2014/main" id="{9B4BCF64-2050-43D2-924A-F1104B4430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7" y="2977"/>
              <a:ext cx="160" cy="29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1" name="Line 950">
              <a:extLst>
                <a:ext uri="{FF2B5EF4-FFF2-40B4-BE49-F238E27FC236}">
                  <a16:creationId xmlns:a16="http://schemas.microsoft.com/office/drawing/2014/main" id="{7C038B3A-228E-4E3C-A6D7-BB756936F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1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2" name="Line 951">
              <a:extLst>
                <a:ext uri="{FF2B5EF4-FFF2-40B4-BE49-F238E27FC236}">
                  <a16:creationId xmlns:a16="http://schemas.microsoft.com/office/drawing/2014/main" id="{4A38EA60-69D3-4296-82C4-E63C2F869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0" y="3221"/>
              <a:ext cx="17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3" name="Line 952">
              <a:extLst>
                <a:ext uri="{FF2B5EF4-FFF2-40B4-BE49-F238E27FC236}">
                  <a16:creationId xmlns:a16="http://schemas.microsoft.com/office/drawing/2014/main" id="{BCBC2508-DF0A-48EC-B296-79B700F29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" y="3271"/>
              <a:ext cx="30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4" name="Line 953">
              <a:extLst>
                <a:ext uri="{FF2B5EF4-FFF2-40B4-BE49-F238E27FC236}">
                  <a16:creationId xmlns:a16="http://schemas.microsoft.com/office/drawing/2014/main" id="{6EC69400-82D3-4835-9979-F55CAA1037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5" y="3213"/>
              <a:ext cx="34" cy="5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5" name="Line 954">
              <a:extLst>
                <a:ext uri="{FF2B5EF4-FFF2-40B4-BE49-F238E27FC236}">
                  <a16:creationId xmlns:a16="http://schemas.microsoft.com/office/drawing/2014/main" id="{8D99BC61-24A7-484C-BC32-77A1BC9AE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" y="3269"/>
              <a:ext cx="1" cy="5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6" name="Line 955">
              <a:extLst>
                <a:ext uri="{FF2B5EF4-FFF2-40B4-BE49-F238E27FC236}">
                  <a16:creationId xmlns:a16="http://schemas.microsoft.com/office/drawing/2014/main" id="{4AE783F2-39C1-4769-8242-05600AEB2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97" y="3274"/>
              <a:ext cx="0" cy="4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7" name="Line 956">
              <a:extLst>
                <a:ext uri="{FF2B5EF4-FFF2-40B4-BE49-F238E27FC236}">
                  <a16:creationId xmlns:a16="http://schemas.microsoft.com/office/drawing/2014/main" id="{FBBEDB9C-655E-4B6C-AC80-47F0C7877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8" name="Line 957">
              <a:extLst>
                <a:ext uri="{FF2B5EF4-FFF2-40B4-BE49-F238E27FC236}">
                  <a16:creationId xmlns:a16="http://schemas.microsoft.com/office/drawing/2014/main" id="{6C2B8BCB-595E-4485-ADE6-4011E3378A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" y="3144"/>
              <a:ext cx="51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89" name="Line 958">
              <a:extLst>
                <a:ext uri="{FF2B5EF4-FFF2-40B4-BE49-F238E27FC236}">
                  <a16:creationId xmlns:a16="http://schemas.microsoft.com/office/drawing/2014/main" id="{A4DD75A9-8B09-4D5E-888D-106B7EF0A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0" name="Line 959">
              <a:extLst>
                <a:ext uri="{FF2B5EF4-FFF2-40B4-BE49-F238E27FC236}">
                  <a16:creationId xmlns:a16="http://schemas.microsoft.com/office/drawing/2014/main" id="{D4544E4E-CC97-499D-B19F-3EB9F7084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5991" name="Group 960">
              <a:extLst>
                <a:ext uri="{FF2B5EF4-FFF2-40B4-BE49-F238E27FC236}">
                  <a16:creationId xmlns:a16="http://schemas.microsoft.com/office/drawing/2014/main" id="{D71E8320-9221-45C8-BE32-5F7C617CC1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36351" name="Picture 961" descr="access_point_stylized_small">
                <a:extLst>
                  <a:ext uri="{FF2B5EF4-FFF2-40B4-BE49-F238E27FC236}">
                    <a16:creationId xmlns:a16="http://schemas.microsoft.com/office/drawing/2014/main" id="{7640ABE3-40AF-4FE0-A789-3EB2674FBC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352" name="Picture 962" descr="antenna_radiation_stylized">
                <a:extLst>
                  <a:ext uri="{FF2B5EF4-FFF2-40B4-BE49-F238E27FC236}">
                    <a16:creationId xmlns:a16="http://schemas.microsoft.com/office/drawing/2014/main" id="{6E60574D-6258-4D40-950E-080144B016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5992" name="Freeform 963">
              <a:extLst>
                <a:ext uri="{FF2B5EF4-FFF2-40B4-BE49-F238E27FC236}">
                  <a16:creationId xmlns:a16="http://schemas.microsoft.com/office/drawing/2014/main" id="{AA133DA3-F18C-42D3-9F10-2DDA78C3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3" name="Freeform 964">
              <a:extLst>
                <a:ext uri="{FF2B5EF4-FFF2-40B4-BE49-F238E27FC236}">
                  <a16:creationId xmlns:a16="http://schemas.microsoft.com/office/drawing/2014/main" id="{90CFBC60-1310-46F4-9A99-E6ECB8275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599941990 w 765"/>
                <a:gd name="T1" fmla="*/ 352945333 h 459"/>
                <a:gd name="T2" fmla="*/ 406559188 w 765"/>
                <a:gd name="T3" fmla="*/ 2147483646 h 459"/>
                <a:gd name="T4" fmla="*/ 136007644 w 765"/>
                <a:gd name="T5" fmla="*/ 2147483646 h 459"/>
                <a:gd name="T6" fmla="*/ 19434385 w 765"/>
                <a:gd name="T7" fmla="*/ 2147483646 h 459"/>
                <a:gd name="T8" fmla="*/ 254382390 w 765"/>
                <a:gd name="T9" fmla="*/ 2147483646 h 459"/>
                <a:gd name="T10" fmla="*/ 489002591 w 765"/>
                <a:gd name="T11" fmla="*/ 2147483646 h 459"/>
                <a:gd name="T12" fmla="*/ 825379590 w 765"/>
                <a:gd name="T13" fmla="*/ 2147483646 h 459"/>
                <a:gd name="T14" fmla="*/ 987694542 w 765"/>
                <a:gd name="T15" fmla="*/ 2147483646 h 459"/>
                <a:gd name="T16" fmla="*/ 1063159525 w 765"/>
                <a:gd name="T17" fmla="*/ 2147483646 h 459"/>
                <a:gd name="T18" fmla="*/ 1061292822 w 765"/>
                <a:gd name="T19" fmla="*/ 2147483646 h 459"/>
                <a:gd name="T20" fmla="*/ 936641125 w 765"/>
                <a:gd name="T21" fmla="*/ 1232372677 h 459"/>
                <a:gd name="T22" fmla="*/ 599941990 w 765"/>
                <a:gd name="T23" fmla="*/ 352945333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4" name="Line 965">
              <a:extLst>
                <a:ext uri="{FF2B5EF4-FFF2-40B4-BE49-F238E27FC236}">
                  <a16:creationId xmlns:a16="http://schemas.microsoft.com/office/drawing/2014/main" id="{FA1226E7-564D-4D2B-A4B9-F7A3D235B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5" name="Line 966">
              <a:extLst>
                <a:ext uri="{FF2B5EF4-FFF2-40B4-BE49-F238E27FC236}">
                  <a16:creationId xmlns:a16="http://schemas.microsoft.com/office/drawing/2014/main" id="{D9ED3EDA-BEE3-4730-83B7-18A819285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6" name="Line 967">
              <a:extLst>
                <a:ext uri="{FF2B5EF4-FFF2-40B4-BE49-F238E27FC236}">
                  <a16:creationId xmlns:a16="http://schemas.microsoft.com/office/drawing/2014/main" id="{1C6E336B-CAFE-4CA6-82F0-333F6DB242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7" name="Line 968">
              <a:extLst>
                <a:ext uri="{FF2B5EF4-FFF2-40B4-BE49-F238E27FC236}">
                  <a16:creationId xmlns:a16="http://schemas.microsoft.com/office/drawing/2014/main" id="{D56AF7E4-0B6A-4B20-96D5-CD7A6C4E3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8" name="Line 969">
              <a:extLst>
                <a:ext uri="{FF2B5EF4-FFF2-40B4-BE49-F238E27FC236}">
                  <a16:creationId xmlns:a16="http://schemas.microsoft.com/office/drawing/2014/main" id="{851BC65B-26F2-4FD9-A742-644F92F97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99" name="Line 970">
              <a:extLst>
                <a:ext uri="{FF2B5EF4-FFF2-40B4-BE49-F238E27FC236}">
                  <a16:creationId xmlns:a16="http://schemas.microsoft.com/office/drawing/2014/main" id="{F12BC4D5-D0C0-4AF2-9510-6AFB5D5687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0" name="Line 971">
              <a:extLst>
                <a:ext uri="{FF2B5EF4-FFF2-40B4-BE49-F238E27FC236}">
                  <a16:creationId xmlns:a16="http://schemas.microsoft.com/office/drawing/2014/main" id="{5200D827-67FD-425E-BEC0-392E25FEC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1" name="Line 972">
              <a:extLst>
                <a:ext uri="{FF2B5EF4-FFF2-40B4-BE49-F238E27FC236}">
                  <a16:creationId xmlns:a16="http://schemas.microsoft.com/office/drawing/2014/main" id="{B831FAA0-C88B-45D2-A238-99A5842C0B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2" name="Line 973">
              <a:extLst>
                <a:ext uri="{FF2B5EF4-FFF2-40B4-BE49-F238E27FC236}">
                  <a16:creationId xmlns:a16="http://schemas.microsoft.com/office/drawing/2014/main" id="{09EA3FAA-458E-4AC0-A591-9C86ECED0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3" name="Line 974">
              <a:extLst>
                <a:ext uri="{FF2B5EF4-FFF2-40B4-BE49-F238E27FC236}">
                  <a16:creationId xmlns:a16="http://schemas.microsoft.com/office/drawing/2014/main" id="{AAEB4902-057F-4440-AF93-144EEE8631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4" name="Line 975">
              <a:extLst>
                <a:ext uri="{FF2B5EF4-FFF2-40B4-BE49-F238E27FC236}">
                  <a16:creationId xmlns:a16="http://schemas.microsoft.com/office/drawing/2014/main" id="{E7812180-2442-47F9-A684-63C60CE12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5" name="Line 976">
              <a:extLst>
                <a:ext uri="{FF2B5EF4-FFF2-40B4-BE49-F238E27FC236}">
                  <a16:creationId xmlns:a16="http://schemas.microsoft.com/office/drawing/2014/main" id="{3CEE1E88-C92A-4EE7-A86F-6E1359988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6" name="Line 977">
              <a:extLst>
                <a:ext uri="{FF2B5EF4-FFF2-40B4-BE49-F238E27FC236}">
                  <a16:creationId xmlns:a16="http://schemas.microsoft.com/office/drawing/2014/main" id="{16288CE7-1BD1-4F64-B921-15DC5BC86D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7" name="Line 978">
              <a:extLst>
                <a:ext uri="{FF2B5EF4-FFF2-40B4-BE49-F238E27FC236}">
                  <a16:creationId xmlns:a16="http://schemas.microsoft.com/office/drawing/2014/main" id="{D67E4FE4-4D1A-408E-8927-BCC0D068F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8" name="Line 979">
              <a:extLst>
                <a:ext uri="{FF2B5EF4-FFF2-40B4-BE49-F238E27FC236}">
                  <a16:creationId xmlns:a16="http://schemas.microsoft.com/office/drawing/2014/main" id="{F6462CF4-964E-401E-AA44-4DF8B49A9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09" name="Line 980">
              <a:extLst>
                <a:ext uri="{FF2B5EF4-FFF2-40B4-BE49-F238E27FC236}">
                  <a16:creationId xmlns:a16="http://schemas.microsoft.com/office/drawing/2014/main" id="{BE579C26-B871-4FCD-B1B6-BEA01B5CBF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6010" name="Line 981">
              <a:extLst>
                <a:ext uri="{FF2B5EF4-FFF2-40B4-BE49-F238E27FC236}">
                  <a16:creationId xmlns:a16="http://schemas.microsoft.com/office/drawing/2014/main" id="{17C12481-EB7E-49CD-8FF7-925AEC248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6011" name="Group 982">
              <a:extLst>
                <a:ext uri="{FF2B5EF4-FFF2-40B4-BE49-F238E27FC236}">
                  <a16:creationId xmlns:a16="http://schemas.microsoft.com/office/drawing/2014/main" id="{EBF9737C-B050-42F5-8F58-A7EDBD2EA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36334" name="Line 270">
                <a:extLst>
                  <a:ext uri="{FF2B5EF4-FFF2-40B4-BE49-F238E27FC236}">
                    <a16:creationId xmlns:a16="http://schemas.microsoft.com/office/drawing/2014/main" id="{1640BFCB-F2E9-4D18-842B-42B159B30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35" name="Line 271">
                <a:extLst>
                  <a:ext uri="{FF2B5EF4-FFF2-40B4-BE49-F238E27FC236}">
                    <a16:creationId xmlns:a16="http://schemas.microsoft.com/office/drawing/2014/main" id="{B609F324-13DB-402F-8FCF-A9E0659EC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36" name="Line 272">
                <a:extLst>
                  <a:ext uri="{FF2B5EF4-FFF2-40B4-BE49-F238E27FC236}">
                    <a16:creationId xmlns:a16="http://schemas.microsoft.com/office/drawing/2014/main" id="{E4C18CFE-7124-40FA-8CB9-992FC1587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37" name="Line 273">
                <a:extLst>
                  <a:ext uri="{FF2B5EF4-FFF2-40B4-BE49-F238E27FC236}">
                    <a16:creationId xmlns:a16="http://schemas.microsoft.com/office/drawing/2014/main" id="{FFABEEC0-94D1-4FC6-9BA3-BACCC4B5E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38" name="Line 274">
                <a:extLst>
                  <a:ext uri="{FF2B5EF4-FFF2-40B4-BE49-F238E27FC236}">
                    <a16:creationId xmlns:a16="http://schemas.microsoft.com/office/drawing/2014/main" id="{5BAD77C9-467B-4CE6-895E-03BF3347F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39" name="Line 275">
                <a:extLst>
                  <a:ext uri="{FF2B5EF4-FFF2-40B4-BE49-F238E27FC236}">
                    <a16:creationId xmlns:a16="http://schemas.microsoft.com/office/drawing/2014/main" id="{2B610CA3-1C37-4C3B-B4A5-6E5FCC917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0" name="Line 276">
                <a:extLst>
                  <a:ext uri="{FF2B5EF4-FFF2-40B4-BE49-F238E27FC236}">
                    <a16:creationId xmlns:a16="http://schemas.microsoft.com/office/drawing/2014/main" id="{118A76B8-4D74-4EFC-B6CC-B965C5ACC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1" name="Line 277">
                <a:extLst>
                  <a:ext uri="{FF2B5EF4-FFF2-40B4-BE49-F238E27FC236}">
                    <a16:creationId xmlns:a16="http://schemas.microsoft.com/office/drawing/2014/main" id="{A42C7985-8A05-4A0A-9904-2BCC74CCD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2" name="Line 278">
                <a:extLst>
                  <a:ext uri="{FF2B5EF4-FFF2-40B4-BE49-F238E27FC236}">
                    <a16:creationId xmlns:a16="http://schemas.microsoft.com/office/drawing/2014/main" id="{29820D17-1B55-4E88-9CA9-D6D4CE958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3" name="Line 279">
                <a:extLst>
                  <a:ext uri="{FF2B5EF4-FFF2-40B4-BE49-F238E27FC236}">
                    <a16:creationId xmlns:a16="http://schemas.microsoft.com/office/drawing/2014/main" id="{74830914-8FD6-4ED1-82CD-CE77E4E22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4" name="Line 280">
                <a:extLst>
                  <a:ext uri="{FF2B5EF4-FFF2-40B4-BE49-F238E27FC236}">
                    <a16:creationId xmlns:a16="http://schemas.microsoft.com/office/drawing/2014/main" id="{CB9C8B6C-45B7-43AE-A73E-16869169D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5" name="Line 281">
                <a:extLst>
                  <a:ext uri="{FF2B5EF4-FFF2-40B4-BE49-F238E27FC236}">
                    <a16:creationId xmlns:a16="http://schemas.microsoft.com/office/drawing/2014/main" id="{5AA6A86F-8208-4C1A-BD05-EF1F93B28A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6" name="Line 282">
                <a:extLst>
                  <a:ext uri="{FF2B5EF4-FFF2-40B4-BE49-F238E27FC236}">
                    <a16:creationId xmlns:a16="http://schemas.microsoft.com/office/drawing/2014/main" id="{1F3641E7-522F-4AB3-BF4A-D4378E682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7" name="Line 283">
                <a:extLst>
                  <a:ext uri="{FF2B5EF4-FFF2-40B4-BE49-F238E27FC236}">
                    <a16:creationId xmlns:a16="http://schemas.microsoft.com/office/drawing/2014/main" id="{7B10418C-A928-4956-875F-3A417C24E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8" name="Line 284">
                <a:extLst>
                  <a:ext uri="{FF2B5EF4-FFF2-40B4-BE49-F238E27FC236}">
                    <a16:creationId xmlns:a16="http://schemas.microsoft.com/office/drawing/2014/main" id="{DD16CE59-B20B-42FB-AF23-152BC2FBF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36349" name="Oval 998">
                <a:extLst>
                  <a:ext uri="{FF2B5EF4-FFF2-40B4-BE49-F238E27FC236}">
                    <a16:creationId xmlns:a16="http://schemas.microsoft.com/office/drawing/2014/main" id="{F29EEB8D-0633-43F0-B441-6BFBE2E0A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pic>
            <p:nvPicPr>
              <p:cNvPr id="36350" name="Picture 999" descr="cell_tower_radiation_gray">
                <a:extLst>
                  <a:ext uri="{FF2B5EF4-FFF2-40B4-BE49-F238E27FC236}">
                    <a16:creationId xmlns:a16="http://schemas.microsoft.com/office/drawing/2014/main" id="{A3E24BC2-1CF3-4BC9-850A-41366563A2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6012" name="Group 1000">
              <a:extLst>
                <a:ext uri="{FF2B5EF4-FFF2-40B4-BE49-F238E27FC236}">
                  <a16:creationId xmlns:a16="http://schemas.microsoft.com/office/drawing/2014/main" id="{BD959D07-0A9A-470B-BE34-FBE9A97963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36325" name="Line 1001">
                <a:extLst>
                  <a:ext uri="{FF2B5EF4-FFF2-40B4-BE49-F238E27FC236}">
                    <a16:creationId xmlns:a16="http://schemas.microsoft.com/office/drawing/2014/main" id="{3990A9D8-8CB7-4987-BA9F-1B89F48F4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326" name="Oval 407">
                <a:extLst>
                  <a:ext uri="{FF2B5EF4-FFF2-40B4-BE49-F238E27FC236}">
                    <a16:creationId xmlns:a16="http://schemas.microsoft.com/office/drawing/2014/main" id="{7D53BE0F-D2C5-489A-B661-C783884E22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27" name="Rectangle 410">
                <a:extLst>
                  <a:ext uri="{FF2B5EF4-FFF2-40B4-BE49-F238E27FC236}">
                    <a16:creationId xmlns:a16="http://schemas.microsoft.com/office/drawing/2014/main" id="{332B5F54-8DE9-4F9A-9A24-51F1A1052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28" name="Oval 411">
                <a:extLst>
                  <a:ext uri="{FF2B5EF4-FFF2-40B4-BE49-F238E27FC236}">
                    <a16:creationId xmlns:a16="http://schemas.microsoft.com/office/drawing/2014/main" id="{6AC06830-1615-41ED-A327-054B106EE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329" name="Group 1005">
                <a:extLst>
                  <a:ext uri="{FF2B5EF4-FFF2-40B4-BE49-F238E27FC236}">
                    <a16:creationId xmlns:a16="http://schemas.microsoft.com/office/drawing/2014/main" id="{B13CFC16-F2B1-426E-A2E7-AF11C526B6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36332" name="Freeform 1006">
                  <a:extLst>
                    <a:ext uri="{FF2B5EF4-FFF2-40B4-BE49-F238E27FC236}">
                      <a16:creationId xmlns:a16="http://schemas.microsoft.com/office/drawing/2014/main" id="{69CF70E1-D8CE-4E03-8795-64791DD77A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333" name="Freeform 1007">
                  <a:extLst>
                    <a:ext uri="{FF2B5EF4-FFF2-40B4-BE49-F238E27FC236}">
                      <a16:creationId xmlns:a16="http://schemas.microsoft.com/office/drawing/2014/main" id="{518FE3F8-B063-48A3-8AF2-7FD2CA66D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330" name="Line 1008">
                <a:extLst>
                  <a:ext uri="{FF2B5EF4-FFF2-40B4-BE49-F238E27FC236}">
                    <a16:creationId xmlns:a16="http://schemas.microsoft.com/office/drawing/2014/main" id="{85602AD8-72DF-4E43-AEDF-FFDCBF02F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331" name="Line 1009">
                <a:extLst>
                  <a:ext uri="{FF2B5EF4-FFF2-40B4-BE49-F238E27FC236}">
                    <a16:creationId xmlns:a16="http://schemas.microsoft.com/office/drawing/2014/main" id="{26E9F812-6CFC-435E-9A28-EC6F8175FE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13" name="Group 1010">
              <a:extLst>
                <a:ext uri="{FF2B5EF4-FFF2-40B4-BE49-F238E27FC236}">
                  <a16:creationId xmlns:a16="http://schemas.microsoft.com/office/drawing/2014/main" id="{FA0B1C9F-6B96-436F-9665-BD4CE8BE6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36317" name="Oval 407">
                <a:extLst>
                  <a:ext uri="{FF2B5EF4-FFF2-40B4-BE49-F238E27FC236}">
                    <a16:creationId xmlns:a16="http://schemas.microsoft.com/office/drawing/2014/main" id="{D1DBD81F-AAAA-4CE3-BC92-23AD56C16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18" name="Rectangle 410">
                <a:extLst>
                  <a:ext uri="{FF2B5EF4-FFF2-40B4-BE49-F238E27FC236}">
                    <a16:creationId xmlns:a16="http://schemas.microsoft.com/office/drawing/2014/main" id="{FC55AC0B-DD85-489A-8382-B6B198455F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19" name="Oval 411">
                <a:extLst>
                  <a:ext uri="{FF2B5EF4-FFF2-40B4-BE49-F238E27FC236}">
                    <a16:creationId xmlns:a16="http://schemas.microsoft.com/office/drawing/2014/main" id="{9CDCE2E6-6ED6-4F55-80C7-409F33532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320" name="Group 1014">
                <a:extLst>
                  <a:ext uri="{FF2B5EF4-FFF2-40B4-BE49-F238E27FC236}">
                    <a16:creationId xmlns:a16="http://schemas.microsoft.com/office/drawing/2014/main" id="{D8584E0A-0699-436E-8087-7170413FF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323" name="Freeform 1015">
                  <a:extLst>
                    <a:ext uri="{FF2B5EF4-FFF2-40B4-BE49-F238E27FC236}">
                      <a16:creationId xmlns:a16="http://schemas.microsoft.com/office/drawing/2014/main" id="{85726B5C-5E1F-45E5-8D73-603E6F5DCD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324" name="Freeform 1016">
                  <a:extLst>
                    <a:ext uri="{FF2B5EF4-FFF2-40B4-BE49-F238E27FC236}">
                      <a16:creationId xmlns:a16="http://schemas.microsoft.com/office/drawing/2014/main" id="{21025C23-8ED1-4ED0-B9C2-00BB3F1DA9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321" name="Line 1017">
                <a:extLst>
                  <a:ext uri="{FF2B5EF4-FFF2-40B4-BE49-F238E27FC236}">
                    <a16:creationId xmlns:a16="http://schemas.microsoft.com/office/drawing/2014/main" id="{B01EAC6D-79E2-4F35-B152-8DD73019D9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322" name="Line 1018">
                <a:extLst>
                  <a:ext uri="{FF2B5EF4-FFF2-40B4-BE49-F238E27FC236}">
                    <a16:creationId xmlns:a16="http://schemas.microsoft.com/office/drawing/2014/main" id="{C60CD37E-4088-4148-BE9D-7073C4093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14" name="Group 1019">
              <a:extLst>
                <a:ext uri="{FF2B5EF4-FFF2-40B4-BE49-F238E27FC236}">
                  <a16:creationId xmlns:a16="http://schemas.microsoft.com/office/drawing/2014/main" id="{C75ADD7E-E424-4F11-AFBB-9B7BF584A5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36309" name="Oval 407">
                <a:extLst>
                  <a:ext uri="{FF2B5EF4-FFF2-40B4-BE49-F238E27FC236}">
                    <a16:creationId xmlns:a16="http://schemas.microsoft.com/office/drawing/2014/main" id="{1D5BF84E-78AD-4CDC-AF1C-051B4DF79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10" name="Rectangle 410">
                <a:extLst>
                  <a:ext uri="{FF2B5EF4-FFF2-40B4-BE49-F238E27FC236}">
                    <a16:creationId xmlns:a16="http://schemas.microsoft.com/office/drawing/2014/main" id="{3EAA8314-4784-4F99-A609-496BAA46F6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11" name="Oval 411">
                <a:extLst>
                  <a:ext uri="{FF2B5EF4-FFF2-40B4-BE49-F238E27FC236}">
                    <a16:creationId xmlns:a16="http://schemas.microsoft.com/office/drawing/2014/main" id="{D8803148-B5A0-4DAA-AC37-C71EFCBCC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312" name="Group 1023">
                <a:extLst>
                  <a:ext uri="{FF2B5EF4-FFF2-40B4-BE49-F238E27FC236}">
                    <a16:creationId xmlns:a16="http://schemas.microsoft.com/office/drawing/2014/main" id="{739E8170-6AF1-40E9-820A-408B868042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315" name="Freeform 1024">
                  <a:extLst>
                    <a:ext uri="{FF2B5EF4-FFF2-40B4-BE49-F238E27FC236}">
                      <a16:creationId xmlns:a16="http://schemas.microsoft.com/office/drawing/2014/main" id="{7667E791-D965-4DF1-8689-619475EED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316" name="Freeform 1025">
                  <a:extLst>
                    <a:ext uri="{FF2B5EF4-FFF2-40B4-BE49-F238E27FC236}">
                      <a16:creationId xmlns:a16="http://schemas.microsoft.com/office/drawing/2014/main" id="{647223FE-1C21-41B8-BA31-8FFEF55029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313" name="Line 1026">
                <a:extLst>
                  <a:ext uri="{FF2B5EF4-FFF2-40B4-BE49-F238E27FC236}">
                    <a16:creationId xmlns:a16="http://schemas.microsoft.com/office/drawing/2014/main" id="{98C86D3E-C886-41F4-87E6-A9D669520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314" name="Line 1027">
                <a:extLst>
                  <a:ext uri="{FF2B5EF4-FFF2-40B4-BE49-F238E27FC236}">
                    <a16:creationId xmlns:a16="http://schemas.microsoft.com/office/drawing/2014/main" id="{FD8BC0A0-174B-428C-AD68-7DF80B08C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15" name="Group 1028">
              <a:extLst>
                <a:ext uri="{FF2B5EF4-FFF2-40B4-BE49-F238E27FC236}">
                  <a16:creationId xmlns:a16="http://schemas.microsoft.com/office/drawing/2014/main" id="{B2938B94-3AB7-41B0-9BBC-18AF3F63C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36301" name="Oval 407">
                <a:extLst>
                  <a:ext uri="{FF2B5EF4-FFF2-40B4-BE49-F238E27FC236}">
                    <a16:creationId xmlns:a16="http://schemas.microsoft.com/office/drawing/2014/main" id="{4BB0FC74-493A-48A2-B225-4549C381B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02" name="Rectangle 410">
                <a:extLst>
                  <a:ext uri="{FF2B5EF4-FFF2-40B4-BE49-F238E27FC236}">
                    <a16:creationId xmlns:a16="http://schemas.microsoft.com/office/drawing/2014/main" id="{23418549-9B67-45CC-853B-C145C7A714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03" name="Oval 411">
                <a:extLst>
                  <a:ext uri="{FF2B5EF4-FFF2-40B4-BE49-F238E27FC236}">
                    <a16:creationId xmlns:a16="http://schemas.microsoft.com/office/drawing/2014/main" id="{E19D434C-7F96-451E-B2D0-0E72606900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304" name="Group 1032">
                <a:extLst>
                  <a:ext uri="{FF2B5EF4-FFF2-40B4-BE49-F238E27FC236}">
                    <a16:creationId xmlns:a16="http://schemas.microsoft.com/office/drawing/2014/main" id="{184128CD-F351-4599-9585-BB25235968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307" name="Freeform 1033">
                  <a:extLst>
                    <a:ext uri="{FF2B5EF4-FFF2-40B4-BE49-F238E27FC236}">
                      <a16:creationId xmlns:a16="http://schemas.microsoft.com/office/drawing/2014/main" id="{62C4C8EE-C959-4570-AE26-300DBE8808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308" name="Freeform 1034">
                  <a:extLst>
                    <a:ext uri="{FF2B5EF4-FFF2-40B4-BE49-F238E27FC236}">
                      <a16:creationId xmlns:a16="http://schemas.microsoft.com/office/drawing/2014/main" id="{531B0AF0-5A68-42FE-95EC-F1D8B862DA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305" name="Line 1035">
                <a:extLst>
                  <a:ext uri="{FF2B5EF4-FFF2-40B4-BE49-F238E27FC236}">
                    <a16:creationId xmlns:a16="http://schemas.microsoft.com/office/drawing/2014/main" id="{7D7C0B58-295D-4FBC-861A-5BDD3391D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306" name="Line 1036">
                <a:extLst>
                  <a:ext uri="{FF2B5EF4-FFF2-40B4-BE49-F238E27FC236}">
                    <a16:creationId xmlns:a16="http://schemas.microsoft.com/office/drawing/2014/main" id="{98D5C879-B861-47BE-ADD0-C959F4B1DF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16" name="Group 1037">
              <a:extLst>
                <a:ext uri="{FF2B5EF4-FFF2-40B4-BE49-F238E27FC236}">
                  <a16:creationId xmlns:a16="http://schemas.microsoft.com/office/drawing/2014/main" id="{F56A4294-C356-4F01-822C-D9D4793AE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36293" name="Oval 407">
                <a:extLst>
                  <a:ext uri="{FF2B5EF4-FFF2-40B4-BE49-F238E27FC236}">
                    <a16:creationId xmlns:a16="http://schemas.microsoft.com/office/drawing/2014/main" id="{0FE7B84B-2C43-4F7D-8A6A-FCE8E7607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94" name="Rectangle 410">
                <a:extLst>
                  <a:ext uri="{FF2B5EF4-FFF2-40B4-BE49-F238E27FC236}">
                    <a16:creationId xmlns:a16="http://schemas.microsoft.com/office/drawing/2014/main" id="{EE3652C9-2A1F-4270-8DF8-51C7A986B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95" name="Oval 411">
                <a:extLst>
                  <a:ext uri="{FF2B5EF4-FFF2-40B4-BE49-F238E27FC236}">
                    <a16:creationId xmlns:a16="http://schemas.microsoft.com/office/drawing/2014/main" id="{E6D0E8BB-77C9-4B32-90C5-B1824917A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96" name="Group 1041">
                <a:extLst>
                  <a:ext uri="{FF2B5EF4-FFF2-40B4-BE49-F238E27FC236}">
                    <a16:creationId xmlns:a16="http://schemas.microsoft.com/office/drawing/2014/main" id="{19194D87-0B92-4850-AC16-CEA99B7674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99" name="Freeform 1042">
                  <a:extLst>
                    <a:ext uri="{FF2B5EF4-FFF2-40B4-BE49-F238E27FC236}">
                      <a16:creationId xmlns:a16="http://schemas.microsoft.com/office/drawing/2014/main" id="{381F11C9-0786-47BA-88E3-23BD55ECF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300" name="Freeform 1043">
                  <a:extLst>
                    <a:ext uri="{FF2B5EF4-FFF2-40B4-BE49-F238E27FC236}">
                      <a16:creationId xmlns:a16="http://schemas.microsoft.com/office/drawing/2014/main" id="{E3EF7192-0FE9-4536-9CC3-5CDEE7AFB7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97" name="Line 1044">
                <a:extLst>
                  <a:ext uri="{FF2B5EF4-FFF2-40B4-BE49-F238E27FC236}">
                    <a16:creationId xmlns:a16="http://schemas.microsoft.com/office/drawing/2014/main" id="{5BF0C282-A3A5-4CCF-8503-14C607C3C5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98" name="Line 1045">
                <a:extLst>
                  <a:ext uri="{FF2B5EF4-FFF2-40B4-BE49-F238E27FC236}">
                    <a16:creationId xmlns:a16="http://schemas.microsoft.com/office/drawing/2014/main" id="{40233293-CBC2-4AC3-A924-8993AF3171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17" name="Group 1046">
              <a:extLst>
                <a:ext uri="{FF2B5EF4-FFF2-40B4-BE49-F238E27FC236}">
                  <a16:creationId xmlns:a16="http://schemas.microsoft.com/office/drawing/2014/main" id="{DEE2E4C6-AFBF-497F-A53E-5D45F4636F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36285" name="Oval 407">
                <a:extLst>
                  <a:ext uri="{FF2B5EF4-FFF2-40B4-BE49-F238E27FC236}">
                    <a16:creationId xmlns:a16="http://schemas.microsoft.com/office/drawing/2014/main" id="{7EC7D952-F357-47C1-83B0-589596D87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86" name="Rectangle 410">
                <a:extLst>
                  <a:ext uri="{FF2B5EF4-FFF2-40B4-BE49-F238E27FC236}">
                    <a16:creationId xmlns:a16="http://schemas.microsoft.com/office/drawing/2014/main" id="{37953CFE-0117-4D98-8961-0E3871458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87" name="Oval 411">
                <a:extLst>
                  <a:ext uri="{FF2B5EF4-FFF2-40B4-BE49-F238E27FC236}">
                    <a16:creationId xmlns:a16="http://schemas.microsoft.com/office/drawing/2014/main" id="{EF8E25D0-AC6E-4BCC-A31B-7510D319B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88" name="Group 1050">
                <a:extLst>
                  <a:ext uri="{FF2B5EF4-FFF2-40B4-BE49-F238E27FC236}">
                    <a16:creationId xmlns:a16="http://schemas.microsoft.com/office/drawing/2014/main" id="{FDA42018-5911-4E55-B42B-9CF68245D2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91" name="Freeform 1051">
                  <a:extLst>
                    <a:ext uri="{FF2B5EF4-FFF2-40B4-BE49-F238E27FC236}">
                      <a16:creationId xmlns:a16="http://schemas.microsoft.com/office/drawing/2014/main" id="{6E3B2AAC-861B-48D0-9023-E2FE4191E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92" name="Freeform 1052">
                  <a:extLst>
                    <a:ext uri="{FF2B5EF4-FFF2-40B4-BE49-F238E27FC236}">
                      <a16:creationId xmlns:a16="http://schemas.microsoft.com/office/drawing/2014/main" id="{69BED2B3-35B7-47D2-B468-CD262E563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89" name="Line 1053">
                <a:extLst>
                  <a:ext uri="{FF2B5EF4-FFF2-40B4-BE49-F238E27FC236}">
                    <a16:creationId xmlns:a16="http://schemas.microsoft.com/office/drawing/2014/main" id="{0AA520B2-7EAF-4319-B4C6-212C5CB177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90" name="Line 1054">
                <a:extLst>
                  <a:ext uri="{FF2B5EF4-FFF2-40B4-BE49-F238E27FC236}">
                    <a16:creationId xmlns:a16="http://schemas.microsoft.com/office/drawing/2014/main" id="{5177197E-F6E4-4C28-BC31-B2BC4B1D4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6018" name="Line 1055">
              <a:extLst>
                <a:ext uri="{FF2B5EF4-FFF2-40B4-BE49-F238E27FC236}">
                  <a16:creationId xmlns:a16="http://schemas.microsoft.com/office/drawing/2014/main" id="{E8753838-4CF1-4C0A-85EE-8CB0F1322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6019" name="Group 1056">
              <a:extLst>
                <a:ext uri="{FF2B5EF4-FFF2-40B4-BE49-F238E27FC236}">
                  <a16:creationId xmlns:a16="http://schemas.microsoft.com/office/drawing/2014/main" id="{0FE240D8-54D4-4D60-9CF1-12BF582A6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36277" name="Oval 407">
                <a:extLst>
                  <a:ext uri="{FF2B5EF4-FFF2-40B4-BE49-F238E27FC236}">
                    <a16:creationId xmlns:a16="http://schemas.microsoft.com/office/drawing/2014/main" id="{178CC330-0BD2-47E8-886E-16B43CD67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78" name="Rectangle 410">
                <a:extLst>
                  <a:ext uri="{FF2B5EF4-FFF2-40B4-BE49-F238E27FC236}">
                    <a16:creationId xmlns:a16="http://schemas.microsoft.com/office/drawing/2014/main" id="{1CC30F63-AB0E-48ED-AA30-436C0DC28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79" name="Oval 411">
                <a:extLst>
                  <a:ext uri="{FF2B5EF4-FFF2-40B4-BE49-F238E27FC236}">
                    <a16:creationId xmlns:a16="http://schemas.microsoft.com/office/drawing/2014/main" id="{7B420F71-C6CA-468D-8725-2F6814839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80" name="Group 1060">
                <a:extLst>
                  <a:ext uri="{FF2B5EF4-FFF2-40B4-BE49-F238E27FC236}">
                    <a16:creationId xmlns:a16="http://schemas.microsoft.com/office/drawing/2014/main" id="{159C6CB4-F452-44E3-A685-7E53C7B45B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83" name="Freeform 1061">
                  <a:extLst>
                    <a:ext uri="{FF2B5EF4-FFF2-40B4-BE49-F238E27FC236}">
                      <a16:creationId xmlns:a16="http://schemas.microsoft.com/office/drawing/2014/main" id="{2B9392BC-78DB-4996-AD38-6D9740AFE8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84" name="Freeform 1062">
                  <a:extLst>
                    <a:ext uri="{FF2B5EF4-FFF2-40B4-BE49-F238E27FC236}">
                      <a16:creationId xmlns:a16="http://schemas.microsoft.com/office/drawing/2014/main" id="{8763643F-37B8-4917-9D9E-44D59DB2DE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81" name="Line 1063">
                <a:extLst>
                  <a:ext uri="{FF2B5EF4-FFF2-40B4-BE49-F238E27FC236}">
                    <a16:creationId xmlns:a16="http://schemas.microsoft.com/office/drawing/2014/main" id="{2ADB594C-D4E8-4A8B-8A68-A297CD30B5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82" name="Line 1064">
                <a:extLst>
                  <a:ext uri="{FF2B5EF4-FFF2-40B4-BE49-F238E27FC236}">
                    <a16:creationId xmlns:a16="http://schemas.microsoft.com/office/drawing/2014/main" id="{5366F16B-BD5F-4749-9459-A4FBF0B1FC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0" name="Group 1065">
              <a:extLst>
                <a:ext uri="{FF2B5EF4-FFF2-40B4-BE49-F238E27FC236}">
                  <a16:creationId xmlns:a16="http://schemas.microsoft.com/office/drawing/2014/main" id="{71286393-445D-4622-9E39-0A3C0C0545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36269" name="Oval 407">
                <a:extLst>
                  <a:ext uri="{FF2B5EF4-FFF2-40B4-BE49-F238E27FC236}">
                    <a16:creationId xmlns:a16="http://schemas.microsoft.com/office/drawing/2014/main" id="{7B64C4F7-E9C6-4C1E-BAA4-EDCB6419B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70" name="Rectangle 410">
                <a:extLst>
                  <a:ext uri="{FF2B5EF4-FFF2-40B4-BE49-F238E27FC236}">
                    <a16:creationId xmlns:a16="http://schemas.microsoft.com/office/drawing/2014/main" id="{6AE90283-957F-410D-9410-CB715C4C5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71" name="Oval 411">
                <a:extLst>
                  <a:ext uri="{FF2B5EF4-FFF2-40B4-BE49-F238E27FC236}">
                    <a16:creationId xmlns:a16="http://schemas.microsoft.com/office/drawing/2014/main" id="{84FAF379-512F-462C-A82E-CE2208AB5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72" name="Group 1069">
                <a:extLst>
                  <a:ext uri="{FF2B5EF4-FFF2-40B4-BE49-F238E27FC236}">
                    <a16:creationId xmlns:a16="http://schemas.microsoft.com/office/drawing/2014/main" id="{2E41AD76-7239-4B03-BDA9-A120B64A45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75" name="Freeform 1070">
                  <a:extLst>
                    <a:ext uri="{FF2B5EF4-FFF2-40B4-BE49-F238E27FC236}">
                      <a16:creationId xmlns:a16="http://schemas.microsoft.com/office/drawing/2014/main" id="{F4F2CD1D-AA1A-4FCD-AED7-DCCCB8D636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76" name="Freeform 1071">
                  <a:extLst>
                    <a:ext uri="{FF2B5EF4-FFF2-40B4-BE49-F238E27FC236}">
                      <a16:creationId xmlns:a16="http://schemas.microsoft.com/office/drawing/2014/main" id="{16FBA054-7B2F-4C84-8D78-7D0653FE9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73" name="Line 1072">
                <a:extLst>
                  <a:ext uri="{FF2B5EF4-FFF2-40B4-BE49-F238E27FC236}">
                    <a16:creationId xmlns:a16="http://schemas.microsoft.com/office/drawing/2014/main" id="{FF78AB8C-CC6E-402B-9C3F-49EDCC36F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74" name="Line 1073">
                <a:extLst>
                  <a:ext uri="{FF2B5EF4-FFF2-40B4-BE49-F238E27FC236}">
                    <a16:creationId xmlns:a16="http://schemas.microsoft.com/office/drawing/2014/main" id="{EC95B470-29BE-45D3-80FD-619D4546EE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1" name="Group 1074">
              <a:extLst>
                <a:ext uri="{FF2B5EF4-FFF2-40B4-BE49-F238E27FC236}">
                  <a16:creationId xmlns:a16="http://schemas.microsoft.com/office/drawing/2014/main" id="{14CA18E6-E50A-4418-8FCA-667A9E1796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36261" name="Oval 407">
                <a:extLst>
                  <a:ext uri="{FF2B5EF4-FFF2-40B4-BE49-F238E27FC236}">
                    <a16:creationId xmlns:a16="http://schemas.microsoft.com/office/drawing/2014/main" id="{2A90D5DF-CAE4-4E0F-9193-52FF187C6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62" name="Rectangle 410">
                <a:extLst>
                  <a:ext uri="{FF2B5EF4-FFF2-40B4-BE49-F238E27FC236}">
                    <a16:creationId xmlns:a16="http://schemas.microsoft.com/office/drawing/2014/main" id="{AA51CC52-B7C7-4086-BEC0-22682D184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63" name="Oval 411">
                <a:extLst>
                  <a:ext uri="{FF2B5EF4-FFF2-40B4-BE49-F238E27FC236}">
                    <a16:creationId xmlns:a16="http://schemas.microsoft.com/office/drawing/2014/main" id="{3BCE877F-5E51-4D39-965C-90CB5502E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64" name="Group 1078">
                <a:extLst>
                  <a:ext uri="{FF2B5EF4-FFF2-40B4-BE49-F238E27FC236}">
                    <a16:creationId xmlns:a16="http://schemas.microsoft.com/office/drawing/2014/main" id="{DD3FEB58-E411-4542-8956-59EE760CE3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67" name="Freeform 1079">
                  <a:extLst>
                    <a:ext uri="{FF2B5EF4-FFF2-40B4-BE49-F238E27FC236}">
                      <a16:creationId xmlns:a16="http://schemas.microsoft.com/office/drawing/2014/main" id="{B6C68DFC-22DE-486B-B2F0-CC089700B6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68" name="Freeform 1080">
                  <a:extLst>
                    <a:ext uri="{FF2B5EF4-FFF2-40B4-BE49-F238E27FC236}">
                      <a16:creationId xmlns:a16="http://schemas.microsoft.com/office/drawing/2014/main" id="{518CA5DF-88E0-4213-BF2B-E60C6FF49F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65" name="Line 1081">
                <a:extLst>
                  <a:ext uri="{FF2B5EF4-FFF2-40B4-BE49-F238E27FC236}">
                    <a16:creationId xmlns:a16="http://schemas.microsoft.com/office/drawing/2014/main" id="{F511BDC4-623A-4480-A357-E87F48C8D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66" name="Line 1082">
                <a:extLst>
                  <a:ext uri="{FF2B5EF4-FFF2-40B4-BE49-F238E27FC236}">
                    <a16:creationId xmlns:a16="http://schemas.microsoft.com/office/drawing/2014/main" id="{95C7841E-62C9-4753-A958-6C6A7239F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2" name="Group 1083">
              <a:extLst>
                <a:ext uri="{FF2B5EF4-FFF2-40B4-BE49-F238E27FC236}">
                  <a16:creationId xmlns:a16="http://schemas.microsoft.com/office/drawing/2014/main" id="{F81DC8B9-D75E-4C1F-B8C8-3157266122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36253" name="Oval 407">
                <a:extLst>
                  <a:ext uri="{FF2B5EF4-FFF2-40B4-BE49-F238E27FC236}">
                    <a16:creationId xmlns:a16="http://schemas.microsoft.com/office/drawing/2014/main" id="{4577D12E-21BB-4EBC-A1DB-AA8CB36D23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54" name="Rectangle 410">
                <a:extLst>
                  <a:ext uri="{FF2B5EF4-FFF2-40B4-BE49-F238E27FC236}">
                    <a16:creationId xmlns:a16="http://schemas.microsoft.com/office/drawing/2014/main" id="{BD10E6BA-4595-4082-BAB3-6F5E374FD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55" name="Oval 411">
                <a:extLst>
                  <a:ext uri="{FF2B5EF4-FFF2-40B4-BE49-F238E27FC236}">
                    <a16:creationId xmlns:a16="http://schemas.microsoft.com/office/drawing/2014/main" id="{CA3B49C3-F1EB-4348-B229-64A5AADF6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56" name="Group 1087">
                <a:extLst>
                  <a:ext uri="{FF2B5EF4-FFF2-40B4-BE49-F238E27FC236}">
                    <a16:creationId xmlns:a16="http://schemas.microsoft.com/office/drawing/2014/main" id="{89DABFB5-6C71-4B92-9057-B631293C2C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59" name="Freeform 1088">
                  <a:extLst>
                    <a:ext uri="{FF2B5EF4-FFF2-40B4-BE49-F238E27FC236}">
                      <a16:creationId xmlns:a16="http://schemas.microsoft.com/office/drawing/2014/main" id="{A23076CF-DA0E-4F83-8F0F-91A75CC391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60" name="Freeform 1089">
                  <a:extLst>
                    <a:ext uri="{FF2B5EF4-FFF2-40B4-BE49-F238E27FC236}">
                      <a16:creationId xmlns:a16="http://schemas.microsoft.com/office/drawing/2014/main" id="{834CD368-20BF-4E62-A6E0-A6219B8F3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57" name="Line 1090">
                <a:extLst>
                  <a:ext uri="{FF2B5EF4-FFF2-40B4-BE49-F238E27FC236}">
                    <a16:creationId xmlns:a16="http://schemas.microsoft.com/office/drawing/2014/main" id="{E15FFC0C-1E06-4928-B8E1-618EA2AA1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58" name="Line 1091">
                <a:extLst>
                  <a:ext uri="{FF2B5EF4-FFF2-40B4-BE49-F238E27FC236}">
                    <a16:creationId xmlns:a16="http://schemas.microsoft.com/office/drawing/2014/main" id="{F46EF8F3-198D-4ED6-96B2-8FA34F08A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3" name="Group 1092">
              <a:extLst>
                <a:ext uri="{FF2B5EF4-FFF2-40B4-BE49-F238E27FC236}">
                  <a16:creationId xmlns:a16="http://schemas.microsoft.com/office/drawing/2014/main" id="{52FB7863-78C2-4B74-8739-5C79C326D5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36245" name="Oval 407">
                <a:extLst>
                  <a:ext uri="{FF2B5EF4-FFF2-40B4-BE49-F238E27FC236}">
                    <a16:creationId xmlns:a16="http://schemas.microsoft.com/office/drawing/2014/main" id="{C8975FB1-107F-44F8-9E49-64844C0E6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46" name="Rectangle 410">
                <a:extLst>
                  <a:ext uri="{FF2B5EF4-FFF2-40B4-BE49-F238E27FC236}">
                    <a16:creationId xmlns:a16="http://schemas.microsoft.com/office/drawing/2014/main" id="{0E2B7F29-F1AF-4268-B2D9-5903A09E7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47" name="Oval 411">
                <a:extLst>
                  <a:ext uri="{FF2B5EF4-FFF2-40B4-BE49-F238E27FC236}">
                    <a16:creationId xmlns:a16="http://schemas.microsoft.com/office/drawing/2014/main" id="{C7161958-A0D3-424E-8C57-16C7DD13C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48" name="Group 1096">
                <a:extLst>
                  <a:ext uri="{FF2B5EF4-FFF2-40B4-BE49-F238E27FC236}">
                    <a16:creationId xmlns:a16="http://schemas.microsoft.com/office/drawing/2014/main" id="{FDFC2EB5-9652-4925-8FE3-E396E23290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51" name="Freeform 1097">
                  <a:extLst>
                    <a:ext uri="{FF2B5EF4-FFF2-40B4-BE49-F238E27FC236}">
                      <a16:creationId xmlns:a16="http://schemas.microsoft.com/office/drawing/2014/main" id="{2D42CCF6-17DB-4AFB-8B1D-F342CDEBEA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52" name="Freeform 1098">
                  <a:extLst>
                    <a:ext uri="{FF2B5EF4-FFF2-40B4-BE49-F238E27FC236}">
                      <a16:creationId xmlns:a16="http://schemas.microsoft.com/office/drawing/2014/main" id="{9AA32B8D-21D3-492C-BD00-C794AE543A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49" name="Line 1099">
                <a:extLst>
                  <a:ext uri="{FF2B5EF4-FFF2-40B4-BE49-F238E27FC236}">
                    <a16:creationId xmlns:a16="http://schemas.microsoft.com/office/drawing/2014/main" id="{72DAFB76-8F17-4064-A834-03879E7C2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50" name="Line 1100">
                <a:extLst>
                  <a:ext uri="{FF2B5EF4-FFF2-40B4-BE49-F238E27FC236}">
                    <a16:creationId xmlns:a16="http://schemas.microsoft.com/office/drawing/2014/main" id="{6544DF77-4A2E-4683-840E-50CC80C230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4" name="Group 1101">
              <a:extLst>
                <a:ext uri="{FF2B5EF4-FFF2-40B4-BE49-F238E27FC236}">
                  <a16:creationId xmlns:a16="http://schemas.microsoft.com/office/drawing/2014/main" id="{7E4D8A1C-BE3E-4611-8378-D92DBB1C92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36237" name="Oval 407">
                <a:extLst>
                  <a:ext uri="{FF2B5EF4-FFF2-40B4-BE49-F238E27FC236}">
                    <a16:creationId xmlns:a16="http://schemas.microsoft.com/office/drawing/2014/main" id="{20195D9D-26AA-48E1-9FA3-9C367BF66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38" name="Rectangle 410">
                <a:extLst>
                  <a:ext uri="{FF2B5EF4-FFF2-40B4-BE49-F238E27FC236}">
                    <a16:creationId xmlns:a16="http://schemas.microsoft.com/office/drawing/2014/main" id="{22CE58F3-AFAA-4217-B7C5-41ACB522A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39" name="Oval 411">
                <a:extLst>
                  <a:ext uri="{FF2B5EF4-FFF2-40B4-BE49-F238E27FC236}">
                    <a16:creationId xmlns:a16="http://schemas.microsoft.com/office/drawing/2014/main" id="{F9AE9C86-20A1-47B7-A854-5123CEF9F7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240" name="Group 1105">
                <a:extLst>
                  <a:ext uri="{FF2B5EF4-FFF2-40B4-BE49-F238E27FC236}">
                    <a16:creationId xmlns:a16="http://schemas.microsoft.com/office/drawing/2014/main" id="{50E5BD00-A23F-4FB2-AF60-1EFA831C16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36243" name="Freeform 1106">
                  <a:extLst>
                    <a:ext uri="{FF2B5EF4-FFF2-40B4-BE49-F238E27FC236}">
                      <a16:creationId xmlns:a16="http://schemas.microsoft.com/office/drawing/2014/main" id="{D2229440-0DA6-4CC4-9879-3F2FDD5D04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44" name="Freeform 1107">
                  <a:extLst>
                    <a:ext uri="{FF2B5EF4-FFF2-40B4-BE49-F238E27FC236}">
                      <a16:creationId xmlns:a16="http://schemas.microsoft.com/office/drawing/2014/main" id="{B6631962-060E-40D3-81AB-555A332E48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241" name="Line 1108">
                <a:extLst>
                  <a:ext uri="{FF2B5EF4-FFF2-40B4-BE49-F238E27FC236}">
                    <a16:creationId xmlns:a16="http://schemas.microsoft.com/office/drawing/2014/main" id="{97190117-2824-4D68-83CC-C9A3069AA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242" name="Line 1109">
                <a:extLst>
                  <a:ext uri="{FF2B5EF4-FFF2-40B4-BE49-F238E27FC236}">
                    <a16:creationId xmlns:a16="http://schemas.microsoft.com/office/drawing/2014/main" id="{8998CB65-7CFE-4CF9-A4CD-3935A9503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25" name="Group 1110">
              <a:extLst>
                <a:ext uri="{FF2B5EF4-FFF2-40B4-BE49-F238E27FC236}">
                  <a16:creationId xmlns:a16="http://schemas.microsoft.com/office/drawing/2014/main" id="{BAE33216-3079-433E-BF20-67257D26C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36223" name="Group 1111">
                <a:extLst>
                  <a:ext uri="{FF2B5EF4-FFF2-40B4-BE49-F238E27FC236}">
                    <a16:creationId xmlns:a16="http://schemas.microsoft.com/office/drawing/2014/main" id="{6B9AB172-6AB2-4D60-888C-6ED76D990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6225" name="Freeform 1112">
                  <a:extLst>
                    <a:ext uri="{FF2B5EF4-FFF2-40B4-BE49-F238E27FC236}">
                      <a16:creationId xmlns:a16="http://schemas.microsoft.com/office/drawing/2014/main" id="{3DF4C35C-CD3B-41C5-8E7E-AFFF55239A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6" name="Freeform 1113">
                  <a:extLst>
                    <a:ext uri="{FF2B5EF4-FFF2-40B4-BE49-F238E27FC236}">
                      <a16:creationId xmlns:a16="http://schemas.microsoft.com/office/drawing/2014/main" id="{E3D80BAB-AFE6-4580-A4F9-3815192D40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7" name="Freeform 1114">
                  <a:extLst>
                    <a:ext uri="{FF2B5EF4-FFF2-40B4-BE49-F238E27FC236}">
                      <a16:creationId xmlns:a16="http://schemas.microsoft.com/office/drawing/2014/main" id="{9E89BCFD-A286-4E58-8E22-007B0E7CEC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8" name="Freeform 1115">
                  <a:extLst>
                    <a:ext uri="{FF2B5EF4-FFF2-40B4-BE49-F238E27FC236}">
                      <a16:creationId xmlns:a16="http://schemas.microsoft.com/office/drawing/2014/main" id="{3B50163D-D8F2-4F20-B550-47B67050C1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9" name="Freeform 1116">
                  <a:extLst>
                    <a:ext uri="{FF2B5EF4-FFF2-40B4-BE49-F238E27FC236}">
                      <a16:creationId xmlns:a16="http://schemas.microsoft.com/office/drawing/2014/main" id="{48D2E743-67A1-4D7F-8FA0-11AB97C8F3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0" name="Freeform 1117">
                  <a:extLst>
                    <a:ext uri="{FF2B5EF4-FFF2-40B4-BE49-F238E27FC236}">
                      <a16:creationId xmlns:a16="http://schemas.microsoft.com/office/drawing/2014/main" id="{A03CD1A8-2982-40BC-95F9-2B4248ABD1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1" name="Freeform 1118">
                  <a:extLst>
                    <a:ext uri="{FF2B5EF4-FFF2-40B4-BE49-F238E27FC236}">
                      <a16:creationId xmlns:a16="http://schemas.microsoft.com/office/drawing/2014/main" id="{04159959-D4A3-479F-8376-1CB7B6C44E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2" name="Freeform 1119">
                  <a:extLst>
                    <a:ext uri="{FF2B5EF4-FFF2-40B4-BE49-F238E27FC236}">
                      <a16:creationId xmlns:a16="http://schemas.microsoft.com/office/drawing/2014/main" id="{F66BCB52-6CBA-46AE-8DF2-7F7AF810A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3" name="Freeform 1120">
                  <a:extLst>
                    <a:ext uri="{FF2B5EF4-FFF2-40B4-BE49-F238E27FC236}">
                      <a16:creationId xmlns:a16="http://schemas.microsoft.com/office/drawing/2014/main" id="{47E6ACB4-B863-4189-A0BB-ACCC05CDC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4" name="Freeform 1121">
                  <a:extLst>
                    <a:ext uri="{FF2B5EF4-FFF2-40B4-BE49-F238E27FC236}">
                      <a16:creationId xmlns:a16="http://schemas.microsoft.com/office/drawing/2014/main" id="{A9E65DEE-ABA9-460C-AEC2-5958241B9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5" name="Freeform 1122">
                  <a:extLst>
                    <a:ext uri="{FF2B5EF4-FFF2-40B4-BE49-F238E27FC236}">
                      <a16:creationId xmlns:a16="http://schemas.microsoft.com/office/drawing/2014/main" id="{DA93E891-8543-48FE-907A-34FF503B75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36" name="Freeform 1123">
                  <a:extLst>
                    <a:ext uri="{FF2B5EF4-FFF2-40B4-BE49-F238E27FC236}">
                      <a16:creationId xmlns:a16="http://schemas.microsoft.com/office/drawing/2014/main" id="{5B1CCABA-DD1A-4EF1-96F6-D0D3C670FA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36224" name="Picture 1124" descr="access_point_stylized_gray_small">
                <a:extLst>
                  <a:ext uri="{FF2B5EF4-FFF2-40B4-BE49-F238E27FC236}">
                    <a16:creationId xmlns:a16="http://schemas.microsoft.com/office/drawing/2014/main" id="{840C4B69-6F3F-4690-9F4E-A17984274E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6026" name="Group 1125">
              <a:extLst>
                <a:ext uri="{FF2B5EF4-FFF2-40B4-BE49-F238E27FC236}">
                  <a16:creationId xmlns:a16="http://schemas.microsoft.com/office/drawing/2014/main" id="{DEE50E78-3D83-4C5F-B72F-B6BCB2A6E7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36209" name="Group 1126">
                <a:extLst>
                  <a:ext uri="{FF2B5EF4-FFF2-40B4-BE49-F238E27FC236}">
                    <a16:creationId xmlns:a16="http://schemas.microsoft.com/office/drawing/2014/main" id="{A6DF98D6-6C9A-4C3B-AF4B-1C8306568C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36211" name="Freeform 1127">
                  <a:extLst>
                    <a:ext uri="{FF2B5EF4-FFF2-40B4-BE49-F238E27FC236}">
                      <a16:creationId xmlns:a16="http://schemas.microsoft.com/office/drawing/2014/main" id="{79492C1C-6E04-4C3B-AC98-2354965456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2" name="Freeform 1128">
                  <a:extLst>
                    <a:ext uri="{FF2B5EF4-FFF2-40B4-BE49-F238E27FC236}">
                      <a16:creationId xmlns:a16="http://schemas.microsoft.com/office/drawing/2014/main" id="{E9009065-869D-4604-8366-A0620F10C4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3" name="Freeform 1129">
                  <a:extLst>
                    <a:ext uri="{FF2B5EF4-FFF2-40B4-BE49-F238E27FC236}">
                      <a16:creationId xmlns:a16="http://schemas.microsoft.com/office/drawing/2014/main" id="{3F449F33-70CD-4E80-AA10-9E8D64A361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4" name="Freeform 1130">
                  <a:extLst>
                    <a:ext uri="{FF2B5EF4-FFF2-40B4-BE49-F238E27FC236}">
                      <a16:creationId xmlns:a16="http://schemas.microsoft.com/office/drawing/2014/main" id="{C16FBBD8-051A-4973-AF79-1E982F210F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5" name="Freeform 1131">
                  <a:extLst>
                    <a:ext uri="{FF2B5EF4-FFF2-40B4-BE49-F238E27FC236}">
                      <a16:creationId xmlns:a16="http://schemas.microsoft.com/office/drawing/2014/main" id="{8E839023-E82E-4848-997F-26FECB7A41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6" name="Freeform 1132">
                  <a:extLst>
                    <a:ext uri="{FF2B5EF4-FFF2-40B4-BE49-F238E27FC236}">
                      <a16:creationId xmlns:a16="http://schemas.microsoft.com/office/drawing/2014/main" id="{5B016010-CD77-48BF-87D4-2E503FC06B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7" name="Freeform 1133">
                  <a:extLst>
                    <a:ext uri="{FF2B5EF4-FFF2-40B4-BE49-F238E27FC236}">
                      <a16:creationId xmlns:a16="http://schemas.microsoft.com/office/drawing/2014/main" id="{9AC32009-F61E-4D94-9281-C68E5EFC52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8" name="Freeform 1134">
                  <a:extLst>
                    <a:ext uri="{FF2B5EF4-FFF2-40B4-BE49-F238E27FC236}">
                      <a16:creationId xmlns:a16="http://schemas.microsoft.com/office/drawing/2014/main" id="{5BB075E6-3A93-4644-843B-BEBDF6C1C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19" name="Freeform 1135">
                  <a:extLst>
                    <a:ext uri="{FF2B5EF4-FFF2-40B4-BE49-F238E27FC236}">
                      <a16:creationId xmlns:a16="http://schemas.microsoft.com/office/drawing/2014/main" id="{5BE7ABD5-C869-4822-A4A7-6EA53D9893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0" name="Freeform 1136">
                  <a:extLst>
                    <a:ext uri="{FF2B5EF4-FFF2-40B4-BE49-F238E27FC236}">
                      <a16:creationId xmlns:a16="http://schemas.microsoft.com/office/drawing/2014/main" id="{8586E1F0-89C8-4E48-82A6-854380FEEF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1" name="Freeform 1137">
                  <a:extLst>
                    <a:ext uri="{FF2B5EF4-FFF2-40B4-BE49-F238E27FC236}">
                      <a16:creationId xmlns:a16="http://schemas.microsoft.com/office/drawing/2014/main" id="{317E6256-5BCA-47E9-A81D-6CA99095EC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222" name="Freeform 1138">
                  <a:extLst>
                    <a:ext uri="{FF2B5EF4-FFF2-40B4-BE49-F238E27FC236}">
                      <a16:creationId xmlns:a16="http://schemas.microsoft.com/office/drawing/2014/main" id="{CE5F916A-3BE7-48A2-868D-745A3E7EDD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36210" name="Picture 1139" descr="access_point_stylized_gray_small">
                <a:extLst>
                  <a:ext uri="{FF2B5EF4-FFF2-40B4-BE49-F238E27FC236}">
                    <a16:creationId xmlns:a16="http://schemas.microsoft.com/office/drawing/2014/main" id="{9BC74F50-81E5-41C7-B674-17DDE18A3B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6027" name="Line 1140">
              <a:extLst>
                <a:ext uri="{FF2B5EF4-FFF2-40B4-BE49-F238E27FC236}">
                  <a16:creationId xmlns:a16="http://schemas.microsoft.com/office/drawing/2014/main" id="{53ECAADD-114B-45A5-911B-F2E73E3F18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36028" name="Group 1141">
              <a:extLst>
                <a:ext uri="{FF2B5EF4-FFF2-40B4-BE49-F238E27FC236}">
                  <a16:creationId xmlns:a16="http://schemas.microsoft.com/office/drawing/2014/main" id="{2E7F70D1-7F6D-413D-BF59-DDF3B99AE45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36207" name="Picture 1142" descr="desktop_computer_stylized_medium">
                <a:extLst>
                  <a:ext uri="{FF2B5EF4-FFF2-40B4-BE49-F238E27FC236}">
                    <a16:creationId xmlns:a16="http://schemas.microsoft.com/office/drawing/2014/main" id="{A5DC1E3C-5E49-439C-AD00-4AA5E86653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208" name="Freeform 1143">
                <a:extLst>
                  <a:ext uri="{FF2B5EF4-FFF2-40B4-BE49-F238E27FC236}">
                    <a16:creationId xmlns:a16="http://schemas.microsoft.com/office/drawing/2014/main" id="{846D009A-3F99-4300-8427-1110CB3BE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6029" name="Group 1144">
              <a:extLst>
                <a:ext uri="{FF2B5EF4-FFF2-40B4-BE49-F238E27FC236}">
                  <a16:creationId xmlns:a16="http://schemas.microsoft.com/office/drawing/2014/main" id="{8FA0F0F0-5CE6-4D38-9AFC-43D37CD4A60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36205" name="Picture 1145" descr="desktop_computer_stylized_medium">
                <a:extLst>
                  <a:ext uri="{FF2B5EF4-FFF2-40B4-BE49-F238E27FC236}">
                    <a16:creationId xmlns:a16="http://schemas.microsoft.com/office/drawing/2014/main" id="{E98479CD-6090-4D38-8267-0E53CCE6F8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206" name="Freeform 1146">
                <a:extLst>
                  <a:ext uri="{FF2B5EF4-FFF2-40B4-BE49-F238E27FC236}">
                    <a16:creationId xmlns:a16="http://schemas.microsoft.com/office/drawing/2014/main" id="{A7B977C7-5319-4ED7-9AD9-68F2240E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6030" name="Group 1147">
              <a:extLst>
                <a:ext uri="{FF2B5EF4-FFF2-40B4-BE49-F238E27FC236}">
                  <a16:creationId xmlns:a16="http://schemas.microsoft.com/office/drawing/2014/main" id="{0038C775-5578-462A-918C-2EC5C718A94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36203" name="Picture 1148" descr="desktop_computer_stylized_medium">
                <a:extLst>
                  <a:ext uri="{FF2B5EF4-FFF2-40B4-BE49-F238E27FC236}">
                    <a16:creationId xmlns:a16="http://schemas.microsoft.com/office/drawing/2014/main" id="{789EC080-6738-4B72-9718-EB1CE8F785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204" name="Freeform 1149">
                <a:extLst>
                  <a:ext uri="{FF2B5EF4-FFF2-40B4-BE49-F238E27FC236}">
                    <a16:creationId xmlns:a16="http://schemas.microsoft.com/office/drawing/2014/main" id="{28A22CFE-5DD6-4C3C-AB92-9A6F81F4B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6031" name="Group 1150">
              <a:extLst>
                <a:ext uri="{FF2B5EF4-FFF2-40B4-BE49-F238E27FC236}">
                  <a16:creationId xmlns:a16="http://schemas.microsoft.com/office/drawing/2014/main" id="{BAE1A227-D603-430F-8C95-D7F98C363E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36201" name="Picture 1151" descr="desktop_computer_stylized_medium">
                <a:extLst>
                  <a:ext uri="{FF2B5EF4-FFF2-40B4-BE49-F238E27FC236}">
                    <a16:creationId xmlns:a16="http://schemas.microsoft.com/office/drawing/2014/main" id="{D6FE1F97-8BE1-4713-BC54-2713B89842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202" name="Freeform 1152">
                <a:extLst>
                  <a:ext uri="{FF2B5EF4-FFF2-40B4-BE49-F238E27FC236}">
                    <a16:creationId xmlns:a16="http://schemas.microsoft.com/office/drawing/2014/main" id="{A193AC92-E079-4FF5-800C-4E477D068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36032" name="Picture 1153" descr="car_icon_small">
              <a:extLst>
                <a:ext uri="{FF2B5EF4-FFF2-40B4-BE49-F238E27FC236}">
                  <a16:creationId xmlns:a16="http://schemas.microsoft.com/office/drawing/2014/main" id="{C95F3480-9758-45C4-8977-00B7B8DB2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6033" name="Group 1154">
              <a:extLst>
                <a:ext uri="{FF2B5EF4-FFF2-40B4-BE49-F238E27FC236}">
                  <a16:creationId xmlns:a16="http://schemas.microsoft.com/office/drawing/2014/main" id="{99A55389-B6CA-4FF2-AAC1-F9BF13149B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36199" name="Picture 1155" descr="iphone_stylized_small">
                <a:extLst>
                  <a:ext uri="{FF2B5EF4-FFF2-40B4-BE49-F238E27FC236}">
                    <a16:creationId xmlns:a16="http://schemas.microsoft.com/office/drawing/2014/main" id="{0AFFB433-EF48-487D-A987-4D1822BAF8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200" name="Picture 1156" descr="antenna_radiation_stylized">
                <a:extLst>
                  <a:ext uri="{FF2B5EF4-FFF2-40B4-BE49-F238E27FC236}">
                    <a16:creationId xmlns:a16="http://schemas.microsoft.com/office/drawing/2014/main" id="{B67AF461-4242-4B78-86FC-D68BA5632F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6034" name="Group 1157">
              <a:extLst>
                <a:ext uri="{FF2B5EF4-FFF2-40B4-BE49-F238E27FC236}">
                  <a16:creationId xmlns:a16="http://schemas.microsoft.com/office/drawing/2014/main" id="{CD3290C5-1D71-4088-917E-47D001176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36167" name="Freeform 1158">
                <a:extLst>
                  <a:ext uri="{FF2B5EF4-FFF2-40B4-BE49-F238E27FC236}">
                    <a16:creationId xmlns:a16="http://schemas.microsoft.com/office/drawing/2014/main" id="{A5A5264F-40EF-4538-8915-BEFF895A9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68" name="Rectangle 1159">
                <a:extLst>
                  <a:ext uri="{FF2B5EF4-FFF2-40B4-BE49-F238E27FC236}">
                    <a16:creationId xmlns:a16="http://schemas.microsoft.com/office/drawing/2014/main" id="{145C912F-E7CB-4551-80B8-BEAC82A36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69" name="Freeform 1160">
                <a:extLst>
                  <a:ext uri="{FF2B5EF4-FFF2-40B4-BE49-F238E27FC236}">
                    <a16:creationId xmlns:a16="http://schemas.microsoft.com/office/drawing/2014/main" id="{03B15872-AD95-4629-BE18-565E4BC9A6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70" name="Freeform 1161">
                <a:extLst>
                  <a:ext uri="{FF2B5EF4-FFF2-40B4-BE49-F238E27FC236}">
                    <a16:creationId xmlns:a16="http://schemas.microsoft.com/office/drawing/2014/main" id="{4C8362BA-CC94-4D9D-B123-66791C3DB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71" name="Rectangle 1162">
                <a:extLst>
                  <a:ext uri="{FF2B5EF4-FFF2-40B4-BE49-F238E27FC236}">
                    <a16:creationId xmlns:a16="http://schemas.microsoft.com/office/drawing/2014/main" id="{2D941752-6AE1-433D-8CAF-BB289DA71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72" name="Group 1163">
                <a:extLst>
                  <a:ext uri="{FF2B5EF4-FFF2-40B4-BE49-F238E27FC236}">
                    <a16:creationId xmlns:a16="http://schemas.microsoft.com/office/drawing/2014/main" id="{BEE29660-FA90-4D4C-A47C-3C17CB737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197" name="AutoShape 1164">
                  <a:extLst>
                    <a:ext uri="{FF2B5EF4-FFF2-40B4-BE49-F238E27FC236}">
                      <a16:creationId xmlns:a16="http://schemas.microsoft.com/office/drawing/2014/main" id="{0B5455B7-0F5B-4B4E-B659-B91E6879BD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98" name="AutoShape 1165">
                  <a:extLst>
                    <a:ext uri="{FF2B5EF4-FFF2-40B4-BE49-F238E27FC236}">
                      <a16:creationId xmlns:a16="http://schemas.microsoft.com/office/drawing/2014/main" id="{5A2BF5FD-D498-45A0-A436-089100B85C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73" name="Rectangle 1166">
                <a:extLst>
                  <a:ext uri="{FF2B5EF4-FFF2-40B4-BE49-F238E27FC236}">
                    <a16:creationId xmlns:a16="http://schemas.microsoft.com/office/drawing/2014/main" id="{28E70E89-B5BA-4994-815D-BBFBAECBD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74" name="Group 1167">
                <a:extLst>
                  <a:ext uri="{FF2B5EF4-FFF2-40B4-BE49-F238E27FC236}">
                    <a16:creationId xmlns:a16="http://schemas.microsoft.com/office/drawing/2014/main" id="{A396A429-A4FB-47D9-9C40-1358785CAF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195" name="AutoShape 1168">
                  <a:extLst>
                    <a:ext uri="{FF2B5EF4-FFF2-40B4-BE49-F238E27FC236}">
                      <a16:creationId xmlns:a16="http://schemas.microsoft.com/office/drawing/2014/main" id="{E3241257-3150-46DC-AB63-C0754049B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96" name="AutoShape 1169">
                  <a:extLst>
                    <a:ext uri="{FF2B5EF4-FFF2-40B4-BE49-F238E27FC236}">
                      <a16:creationId xmlns:a16="http://schemas.microsoft.com/office/drawing/2014/main" id="{A9EE95B7-8302-4C2A-BBE4-ED9DF7E94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75" name="Rectangle 1170">
                <a:extLst>
                  <a:ext uri="{FF2B5EF4-FFF2-40B4-BE49-F238E27FC236}">
                    <a16:creationId xmlns:a16="http://schemas.microsoft.com/office/drawing/2014/main" id="{86119537-1A8F-4F8B-B91F-70F49C869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76" name="Rectangle 1171">
                <a:extLst>
                  <a:ext uri="{FF2B5EF4-FFF2-40B4-BE49-F238E27FC236}">
                    <a16:creationId xmlns:a16="http://schemas.microsoft.com/office/drawing/2014/main" id="{940B616F-D3AA-46DC-AD24-C12FF118C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77" name="Group 1172">
                <a:extLst>
                  <a:ext uri="{FF2B5EF4-FFF2-40B4-BE49-F238E27FC236}">
                    <a16:creationId xmlns:a16="http://schemas.microsoft.com/office/drawing/2014/main" id="{52990A5B-EA50-431C-99D5-0F9AAABA05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193" name="AutoShape 1173">
                  <a:extLst>
                    <a:ext uri="{FF2B5EF4-FFF2-40B4-BE49-F238E27FC236}">
                      <a16:creationId xmlns:a16="http://schemas.microsoft.com/office/drawing/2014/main" id="{2BB8D505-1A32-4BD4-A33E-38E3812D72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94" name="AutoShape 1174">
                  <a:extLst>
                    <a:ext uri="{FF2B5EF4-FFF2-40B4-BE49-F238E27FC236}">
                      <a16:creationId xmlns:a16="http://schemas.microsoft.com/office/drawing/2014/main" id="{0C6CE348-5F1C-4E9F-9CE2-8C68F8D545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78" name="Freeform 1175">
                <a:extLst>
                  <a:ext uri="{FF2B5EF4-FFF2-40B4-BE49-F238E27FC236}">
                    <a16:creationId xmlns:a16="http://schemas.microsoft.com/office/drawing/2014/main" id="{B44E29B5-FD37-4900-BB53-CC4E579D4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179" name="Group 1176">
                <a:extLst>
                  <a:ext uri="{FF2B5EF4-FFF2-40B4-BE49-F238E27FC236}">
                    <a16:creationId xmlns:a16="http://schemas.microsoft.com/office/drawing/2014/main" id="{59FACEB6-114F-4743-A4B1-E89D5EF339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91" name="AutoShape 1177">
                  <a:extLst>
                    <a:ext uri="{FF2B5EF4-FFF2-40B4-BE49-F238E27FC236}">
                      <a16:creationId xmlns:a16="http://schemas.microsoft.com/office/drawing/2014/main" id="{FE6167C9-7D95-42BE-928E-71C122EA7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92" name="AutoShape 1178">
                  <a:extLst>
                    <a:ext uri="{FF2B5EF4-FFF2-40B4-BE49-F238E27FC236}">
                      <a16:creationId xmlns:a16="http://schemas.microsoft.com/office/drawing/2014/main" id="{E460FFC6-6D4F-4309-BF33-3318990C33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80" name="Rectangle 1179">
                <a:extLst>
                  <a:ext uri="{FF2B5EF4-FFF2-40B4-BE49-F238E27FC236}">
                    <a16:creationId xmlns:a16="http://schemas.microsoft.com/office/drawing/2014/main" id="{1026E575-722F-4FDC-A873-0F18E7C57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81" name="Freeform 1180">
                <a:extLst>
                  <a:ext uri="{FF2B5EF4-FFF2-40B4-BE49-F238E27FC236}">
                    <a16:creationId xmlns:a16="http://schemas.microsoft.com/office/drawing/2014/main" id="{DF35244F-A416-4BA8-BE2C-59EB374C6B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82" name="Freeform 1181">
                <a:extLst>
                  <a:ext uri="{FF2B5EF4-FFF2-40B4-BE49-F238E27FC236}">
                    <a16:creationId xmlns:a16="http://schemas.microsoft.com/office/drawing/2014/main" id="{D861F6B6-B51D-4F52-8356-2D53D9B0C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83" name="Oval 1182">
                <a:extLst>
                  <a:ext uri="{FF2B5EF4-FFF2-40B4-BE49-F238E27FC236}">
                    <a16:creationId xmlns:a16="http://schemas.microsoft.com/office/drawing/2014/main" id="{5581E8E2-C085-4CFD-AFFE-D73DA900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84" name="Freeform 1183">
                <a:extLst>
                  <a:ext uri="{FF2B5EF4-FFF2-40B4-BE49-F238E27FC236}">
                    <a16:creationId xmlns:a16="http://schemas.microsoft.com/office/drawing/2014/main" id="{860DFFE1-3049-43B6-8BD3-2DD87C04C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85" name="AutoShape 1184">
                <a:extLst>
                  <a:ext uri="{FF2B5EF4-FFF2-40B4-BE49-F238E27FC236}">
                    <a16:creationId xmlns:a16="http://schemas.microsoft.com/office/drawing/2014/main" id="{730A596C-14EA-4890-872B-CF491E154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86" name="AutoShape 1185">
                <a:extLst>
                  <a:ext uri="{FF2B5EF4-FFF2-40B4-BE49-F238E27FC236}">
                    <a16:creationId xmlns:a16="http://schemas.microsoft.com/office/drawing/2014/main" id="{09F0CAF7-F5AD-4053-A0AB-25C61D935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87" name="Oval 1186">
                <a:extLst>
                  <a:ext uri="{FF2B5EF4-FFF2-40B4-BE49-F238E27FC236}">
                    <a16:creationId xmlns:a16="http://schemas.microsoft.com/office/drawing/2014/main" id="{087799B9-C173-42B0-AA14-6F89FCA36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88" name="Oval 1187">
                <a:extLst>
                  <a:ext uri="{FF2B5EF4-FFF2-40B4-BE49-F238E27FC236}">
                    <a16:creationId xmlns:a16="http://schemas.microsoft.com/office/drawing/2014/main" id="{BBAC4DC0-1B09-4647-895D-00B32E9762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189" name="Oval 1188">
                <a:extLst>
                  <a:ext uri="{FF2B5EF4-FFF2-40B4-BE49-F238E27FC236}">
                    <a16:creationId xmlns:a16="http://schemas.microsoft.com/office/drawing/2014/main" id="{7B00F4BF-B81B-4F01-B40E-A29C393F2F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90" name="Rectangle 1189">
                <a:extLst>
                  <a:ext uri="{FF2B5EF4-FFF2-40B4-BE49-F238E27FC236}">
                    <a16:creationId xmlns:a16="http://schemas.microsoft.com/office/drawing/2014/main" id="{6AFAD73F-31CE-4429-A82D-208610726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035" name="Group 1190">
              <a:extLst>
                <a:ext uri="{FF2B5EF4-FFF2-40B4-BE49-F238E27FC236}">
                  <a16:creationId xmlns:a16="http://schemas.microsoft.com/office/drawing/2014/main" id="{C4DE9170-7954-4014-8326-06B691762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36135" name="Freeform 1191">
                <a:extLst>
                  <a:ext uri="{FF2B5EF4-FFF2-40B4-BE49-F238E27FC236}">
                    <a16:creationId xmlns:a16="http://schemas.microsoft.com/office/drawing/2014/main" id="{AF96BD94-661E-444F-9849-7206D21DE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36" name="Rectangle 1192">
                <a:extLst>
                  <a:ext uri="{FF2B5EF4-FFF2-40B4-BE49-F238E27FC236}">
                    <a16:creationId xmlns:a16="http://schemas.microsoft.com/office/drawing/2014/main" id="{3D0A80B1-CDF5-4243-9365-1DDAE6A3B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37" name="Freeform 1193">
                <a:extLst>
                  <a:ext uri="{FF2B5EF4-FFF2-40B4-BE49-F238E27FC236}">
                    <a16:creationId xmlns:a16="http://schemas.microsoft.com/office/drawing/2014/main" id="{CCD5B4BB-76A8-4B54-AC0B-12175439A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38" name="Freeform 1194">
                <a:extLst>
                  <a:ext uri="{FF2B5EF4-FFF2-40B4-BE49-F238E27FC236}">
                    <a16:creationId xmlns:a16="http://schemas.microsoft.com/office/drawing/2014/main" id="{2FA27000-EF5C-47F3-852D-070C335FE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39" name="Rectangle 1195">
                <a:extLst>
                  <a:ext uri="{FF2B5EF4-FFF2-40B4-BE49-F238E27FC236}">
                    <a16:creationId xmlns:a16="http://schemas.microsoft.com/office/drawing/2014/main" id="{E5276732-CDA0-41CB-AA64-3A75E6F7E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40" name="Group 1196">
                <a:extLst>
                  <a:ext uri="{FF2B5EF4-FFF2-40B4-BE49-F238E27FC236}">
                    <a16:creationId xmlns:a16="http://schemas.microsoft.com/office/drawing/2014/main" id="{7605FB08-F059-4B31-B734-B681A12ED4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36165" name="AutoShape 1197">
                  <a:extLst>
                    <a:ext uri="{FF2B5EF4-FFF2-40B4-BE49-F238E27FC236}">
                      <a16:creationId xmlns:a16="http://schemas.microsoft.com/office/drawing/2014/main" id="{521CC479-769A-47CF-A39A-5C557B5D32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66" name="AutoShape 1198">
                  <a:extLst>
                    <a:ext uri="{FF2B5EF4-FFF2-40B4-BE49-F238E27FC236}">
                      <a16:creationId xmlns:a16="http://schemas.microsoft.com/office/drawing/2014/main" id="{170F4579-AA25-4171-8AB0-BCB4DC5563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41" name="Rectangle 1199">
                <a:extLst>
                  <a:ext uri="{FF2B5EF4-FFF2-40B4-BE49-F238E27FC236}">
                    <a16:creationId xmlns:a16="http://schemas.microsoft.com/office/drawing/2014/main" id="{A96CD329-F90E-4B3E-B77F-8104E0EF2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42" name="Group 1200">
                <a:extLst>
                  <a:ext uri="{FF2B5EF4-FFF2-40B4-BE49-F238E27FC236}">
                    <a16:creationId xmlns:a16="http://schemas.microsoft.com/office/drawing/2014/main" id="{69EA1F7A-4127-4273-9C4E-743421A2F1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36163" name="AutoShape 1201">
                  <a:extLst>
                    <a:ext uri="{FF2B5EF4-FFF2-40B4-BE49-F238E27FC236}">
                      <a16:creationId xmlns:a16="http://schemas.microsoft.com/office/drawing/2014/main" id="{4D189C4F-18E6-4651-8FB8-FB4EB1C5CF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64" name="AutoShape 1202">
                  <a:extLst>
                    <a:ext uri="{FF2B5EF4-FFF2-40B4-BE49-F238E27FC236}">
                      <a16:creationId xmlns:a16="http://schemas.microsoft.com/office/drawing/2014/main" id="{31FA83E2-562F-4C79-9536-CE2C15BB4D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43" name="Rectangle 1203">
                <a:extLst>
                  <a:ext uri="{FF2B5EF4-FFF2-40B4-BE49-F238E27FC236}">
                    <a16:creationId xmlns:a16="http://schemas.microsoft.com/office/drawing/2014/main" id="{CEFEB9C5-D8A3-4A84-AEF5-678CB2E3B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44" name="Rectangle 1204">
                <a:extLst>
                  <a:ext uri="{FF2B5EF4-FFF2-40B4-BE49-F238E27FC236}">
                    <a16:creationId xmlns:a16="http://schemas.microsoft.com/office/drawing/2014/main" id="{DBA7A10D-4AE9-45E7-BA36-B22166907D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grpSp>
            <p:nvGrpSpPr>
              <p:cNvPr id="36145" name="Group 1205">
                <a:extLst>
                  <a:ext uri="{FF2B5EF4-FFF2-40B4-BE49-F238E27FC236}">
                    <a16:creationId xmlns:a16="http://schemas.microsoft.com/office/drawing/2014/main" id="{ED07BAAB-A7D2-473B-9A08-028779B20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6161" name="AutoShape 1206">
                  <a:extLst>
                    <a:ext uri="{FF2B5EF4-FFF2-40B4-BE49-F238E27FC236}">
                      <a16:creationId xmlns:a16="http://schemas.microsoft.com/office/drawing/2014/main" id="{4D6BEDBF-3E9E-4C30-BD6A-6D28ECFA06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62" name="AutoShape 1207">
                  <a:extLst>
                    <a:ext uri="{FF2B5EF4-FFF2-40B4-BE49-F238E27FC236}">
                      <a16:creationId xmlns:a16="http://schemas.microsoft.com/office/drawing/2014/main" id="{CE2EFA37-8977-45DB-9E00-5464DBCD0E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46" name="Freeform 1208">
                <a:extLst>
                  <a:ext uri="{FF2B5EF4-FFF2-40B4-BE49-F238E27FC236}">
                    <a16:creationId xmlns:a16="http://schemas.microsoft.com/office/drawing/2014/main" id="{22C7386E-EBD1-4907-BCFC-69EB2BD623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147" name="Group 1209">
                <a:extLst>
                  <a:ext uri="{FF2B5EF4-FFF2-40B4-BE49-F238E27FC236}">
                    <a16:creationId xmlns:a16="http://schemas.microsoft.com/office/drawing/2014/main" id="{DE400B0C-B53F-4A51-BF0E-BBF9AF0650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6159" name="AutoShape 1210">
                  <a:extLst>
                    <a:ext uri="{FF2B5EF4-FFF2-40B4-BE49-F238E27FC236}">
                      <a16:creationId xmlns:a16="http://schemas.microsoft.com/office/drawing/2014/main" id="{789A1F32-9544-49DB-BC9E-DA820B603F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6160" name="AutoShape 1211">
                  <a:extLst>
                    <a:ext uri="{FF2B5EF4-FFF2-40B4-BE49-F238E27FC236}">
                      <a16:creationId xmlns:a16="http://schemas.microsoft.com/office/drawing/2014/main" id="{B4C3706B-41D5-46F5-A48F-29BF1FCD7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6148" name="Rectangle 1212">
                <a:extLst>
                  <a:ext uri="{FF2B5EF4-FFF2-40B4-BE49-F238E27FC236}">
                    <a16:creationId xmlns:a16="http://schemas.microsoft.com/office/drawing/2014/main" id="{C7A52F8C-A498-46F4-8C66-A0CE1F496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49" name="Freeform 1213">
                <a:extLst>
                  <a:ext uri="{FF2B5EF4-FFF2-40B4-BE49-F238E27FC236}">
                    <a16:creationId xmlns:a16="http://schemas.microsoft.com/office/drawing/2014/main" id="{FF45732D-0017-4580-B9E2-C5C43F232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50" name="Freeform 1214">
                <a:extLst>
                  <a:ext uri="{FF2B5EF4-FFF2-40B4-BE49-F238E27FC236}">
                    <a16:creationId xmlns:a16="http://schemas.microsoft.com/office/drawing/2014/main" id="{078AA40F-B6C3-469F-9FFF-4235412DE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51" name="Oval 1215">
                <a:extLst>
                  <a:ext uri="{FF2B5EF4-FFF2-40B4-BE49-F238E27FC236}">
                    <a16:creationId xmlns:a16="http://schemas.microsoft.com/office/drawing/2014/main" id="{952CEC25-1EF8-4A67-8B44-CB5614468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52" name="Freeform 1216">
                <a:extLst>
                  <a:ext uri="{FF2B5EF4-FFF2-40B4-BE49-F238E27FC236}">
                    <a16:creationId xmlns:a16="http://schemas.microsoft.com/office/drawing/2014/main" id="{8643D363-93D8-4B72-96E9-4C4A68D460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53" name="AutoShape 1217">
                <a:extLst>
                  <a:ext uri="{FF2B5EF4-FFF2-40B4-BE49-F238E27FC236}">
                    <a16:creationId xmlns:a16="http://schemas.microsoft.com/office/drawing/2014/main" id="{859E8118-03FB-420F-89D1-07E143662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54" name="AutoShape 1218">
                <a:extLst>
                  <a:ext uri="{FF2B5EF4-FFF2-40B4-BE49-F238E27FC236}">
                    <a16:creationId xmlns:a16="http://schemas.microsoft.com/office/drawing/2014/main" id="{5D0272CE-CF1D-4702-B3FB-F6312E937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55" name="Oval 1219">
                <a:extLst>
                  <a:ext uri="{FF2B5EF4-FFF2-40B4-BE49-F238E27FC236}">
                    <a16:creationId xmlns:a16="http://schemas.microsoft.com/office/drawing/2014/main" id="{A71965C9-CC06-4DAE-A6C3-88CDA5E716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56" name="Oval 1220">
                <a:extLst>
                  <a:ext uri="{FF2B5EF4-FFF2-40B4-BE49-F238E27FC236}">
                    <a16:creationId xmlns:a16="http://schemas.microsoft.com/office/drawing/2014/main" id="{3B01CB76-0AED-49F2-AAEE-7317C2109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157" name="Oval 1221">
                <a:extLst>
                  <a:ext uri="{FF2B5EF4-FFF2-40B4-BE49-F238E27FC236}">
                    <a16:creationId xmlns:a16="http://schemas.microsoft.com/office/drawing/2014/main" id="{BEC59011-6B4F-4186-A30A-1A588692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6158" name="Rectangle 1222">
                <a:extLst>
                  <a:ext uri="{FF2B5EF4-FFF2-40B4-BE49-F238E27FC236}">
                    <a16:creationId xmlns:a16="http://schemas.microsoft.com/office/drawing/2014/main" id="{C385CF46-F97E-4371-AC90-F1890CB8D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36036" name="Group 1223">
              <a:extLst>
                <a:ext uri="{FF2B5EF4-FFF2-40B4-BE49-F238E27FC236}">
                  <a16:creationId xmlns:a16="http://schemas.microsoft.com/office/drawing/2014/main" id="{B9743A1D-6242-4F06-81A9-E938979795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36112" name="Picture 1224" descr="antenna_stylized">
                <a:extLst>
                  <a:ext uri="{FF2B5EF4-FFF2-40B4-BE49-F238E27FC236}">
                    <a16:creationId xmlns:a16="http://schemas.microsoft.com/office/drawing/2014/main" id="{731D040D-3248-45FF-B169-39D31AE61D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113" name="Picture 1225" descr="laptop_keyboard">
                <a:extLst>
                  <a:ext uri="{FF2B5EF4-FFF2-40B4-BE49-F238E27FC236}">
                    <a16:creationId xmlns:a16="http://schemas.microsoft.com/office/drawing/2014/main" id="{F82B5C52-8CE5-48FD-B7AA-D73856CD60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114" name="Freeform 1226">
                <a:extLst>
                  <a:ext uri="{FF2B5EF4-FFF2-40B4-BE49-F238E27FC236}">
                    <a16:creationId xmlns:a16="http://schemas.microsoft.com/office/drawing/2014/main" id="{E08AF009-61A5-4347-ADD7-213C708CD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6115" name="Picture 1227" descr="screen">
                <a:extLst>
                  <a:ext uri="{FF2B5EF4-FFF2-40B4-BE49-F238E27FC236}">
                    <a16:creationId xmlns:a16="http://schemas.microsoft.com/office/drawing/2014/main" id="{96CDD9B0-A2D1-4A52-8266-3B82928C83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116" name="Freeform 1228">
                <a:extLst>
                  <a:ext uri="{FF2B5EF4-FFF2-40B4-BE49-F238E27FC236}">
                    <a16:creationId xmlns:a16="http://schemas.microsoft.com/office/drawing/2014/main" id="{E15BD58A-4288-4AA0-A322-65FFDA1C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17" name="Freeform 1229">
                <a:extLst>
                  <a:ext uri="{FF2B5EF4-FFF2-40B4-BE49-F238E27FC236}">
                    <a16:creationId xmlns:a16="http://schemas.microsoft.com/office/drawing/2014/main" id="{5A2C5B29-9B80-480F-88AA-5AB3E8E671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18" name="Freeform 1230">
                <a:extLst>
                  <a:ext uri="{FF2B5EF4-FFF2-40B4-BE49-F238E27FC236}">
                    <a16:creationId xmlns:a16="http://schemas.microsoft.com/office/drawing/2014/main" id="{2B50812F-0518-4BF7-B7E7-B96A10CF5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19" name="Freeform 1231">
                <a:extLst>
                  <a:ext uri="{FF2B5EF4-FFF2-40B4-BE49-F238E27FC236}">
                    <a16:creationId xmlns:a16="http://schemas.microsoft.com/office/drawing/2014/main" id="{02C76333-FD2D-4B7D-B5F1-486BFB09D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0" name="Freeform 1232">
                <a:extLst>
                  <a:ext uri="{FF2B5EF4-FFF2-40B4-BE49-F238E27FC236}">
                    <a16:creationId xmlns:a16="http://schemas.microsoft.com/office/drawing/2014/main" id="{2F99B15B-DD75-4DB1-8948-B50CB31A1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1" name="Freeform 1233">
                <a:extLst>
                  <a:ext uri="{FF2B5EF4-FFF2-40B4-BE49-F238E27FC236}">
                    <a16:creationId xmlns:a16="http://schemas.microsoft.com/office/drawing/2014/main" id="{5EFFB32B-B56A-4BAC-ACED-44D498EC7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122" name="Group 1234">
                <a:extLst>
                  <a:ext uri="{FF2B5EF4-FFF2-40B4-BE49-F238E27FC236}">
                    <a16:creationId xmlns:a16="http://schemas.microsoft.com/office/drawing/2014/main" id="{D8DE5962-3EF5-4C5E-8941-4FC70D8010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6129" name="Freeform 1235">
                  <a:extLst>
                    <a:ext uri="{FF2B5EF4-FFF2-40B4-BE49-F238E27FC236}">
                      <a16:creationId xmlns:a16="http://schemas.microsoft.com/office/drawing/2014/main" id="{49F08C26-66E1-4A43-B67D-F6F6EF26BB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30" name="Freeform 1236">
                  <a:extLst>
                    <a:ext uri="{FF2B5EF4-FFF2-40B4-BE49-F238E27FC236}">
                      <a16:creationId xmlns:a16="http://schemas.microsoft.com/office/drawing/2014/main" id="{D7166C91-D405-4A9A-B5D1-8EDCDCB86B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31" name="Freeform 1237">
                  <a:extLst>
                    <a:ext uri="{FF2B5EF4-FFF2-40B4-BE49-F238E27FC236}">
                      <a16:creationId xmlns:a16="http://schemas.microsoft.com/office/drawing/2014/main" id="{E98392D0-CE60-41C7-A051-773C0D3120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32" name="Freeform 1238">
                  <a:extLst>
                    <a:ext uri="{FF2B5EF4-FFF2-40B4-BE49-F238E27FC236}">
                      <a16:creationId xmlns:a16="http://schemas.microsoft.com/office/drawing/2014/main" id="{92274E44-87FB-4F0D-AD83-20D4049D7B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33" name="Freeform 1239">
                  <a:extLst>
                    <a:ext uri="{FF2B5EF4-FFF2-40B4-BE49-F238E27FC236}">
                      <a16:creationId xmlns:a16="http://schemas.microsoft.com/office/drawing/2014/main" id="{BECF6F66-31AB-4F75-AB2C-451F45863E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34" name="Freeform 1240">
                  <a:extLst>
                    <a:ext uri="{FF2B5EF4-FFF2-40B4-BE49-F238E27FC236}">
                      <a16:creationId xmlns:a16="http://schemas.microsoft.com/office/drawing/2014/main" id="{FF5D769E-6F14-4142-806A-654E599C2D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123" name="Freeform 1241">
                <a:extLst>
                  <a:ext uri="{FF2B5EF4-FFF2-40B4-BE49-F238E27FC236}">
                    <a16:creationId xmlns:a16="http://schemas.microsoft.com/office/drawing/2014/main" id="{E7B5B1FF-B884-434B-8C5A-4FED4E3006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4" name="Freeform 1242">
                <a:extLst>
                  <a:ext uri="{FF2B5EF4-FFF2-40B4-BE49-F238E27FC236}">
                    <a16:creationId xmlns:a16="http://schemas.microsoft.com/office/drawing/2014/main" id="{24B5B173-D686-4366-8278-261FC0D62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5" name="Freeform 1243">
                <a:extLst>
                  <a:ext uri="{FF2B5EF4-FFF2-40B4-BE49-F238E27FC236}">
                    <a16:creationId xmlns:a16="http://schemas.microsoft.com/office/drawing/2014/main" id="{1F5F0FE5-FE98-4D61-89EE-ED5AC0CB5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6" name="Freeform 1244">
                <a:extLst>
                  <a:ext uri="{FF2B5EF4-FFF2-40B4-BE49-F238E27FC236}">
                    <a16:creationId xmlns:a16="http://schemas.microsoft.com/office/drawing/2014/main" id="{5A81F138-B8BE-4258-A954-8CCC452B2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7" name="Freeform 1245">
                <a:extLst>
                  <a:ext uri="{FF2B5EF4-FFF2-40B4-BE49-F238E27FC236}">
                    <a16:creationId xmlns:a16="http://schemas.microsoft.com/office/drawing/2014/main" id="{D2D3E9CB-167E-447B-A8C0-B006401C63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28" name="Freeform 1246">
                <a:extLst>
                  <a:ext uri="{FF2B5EF4-FFF2-40B4-BE49-F238E27FC236}">
                    <a16:creationId xmlns:a16="http://schemas.microsoft.com/office/drawing/2014/main" id="{03BA3B63-BEDD-4BA5-A7EF-2BDB60E38A0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37" name="Group 1247">
              <a:extLst>
                <a:ext uri="{FF2B5EF4-FFF2-40B4-BE49-F238E27FC236}">
                  <a16:creationId xmlns:a16="http://schemas.microsoft.com/office/drawing/2014/main" id="{28187D31-5F47-4038-9BA3-E78204F0B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36089" name="Picture 1248" descr="antenna_stylized">
                <a:extLst>
                  <a:ext uri="{FF2B5EF4-FFF2-40B4-BE49-F238E27FC236}">
                    <a16:creationId xmlns:a16="http://schemas.microsoft.com/office/drawing/2014/main" id="{79FDC5DD-DA19-4510-9109-F6F3844B1E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90" name="Picture 1249" descr="laptop_keyboard">
                <a:extLst>
                  <a:ext uri="{FF2B5EF4-FFF2-40B4-BE49-F238E27FC236}">
                    <a16:creationId xmlns:a16="http://schemas.microsoft.com/office/drawing/2014/main" id="{900BCCCF-72DA-4697-A8D7-349F7E197A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91" name="Freeform 1250">
                <a:extLst>
                  <a:ext uri="{FF2B5EF4-FFF2-40B4-BE49-F238E27FC236}">
                    <a16:creationId xmlns:a16="http://schemas.microsoft.com/office/drawing/2014/main" id="{B1234469-0216-4390-8CA7-970732BB6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6092" name="Picture 1251" descr="screen">
                <a:extLst>
                  <a:ext uri="{FF2B5EF4-FFF2-40B4-BE49-F238E27FC236}">
                    <a16:creationId xmlns:a16="http://schemas.microsoft.com/office/drawing/2014/main" id="{83A69D99-5541-4403-B639-0672DC3186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93" name="Freeform 1252">
                <a:extLst>
                  <a:ext uri="{FF2B5EF4-FFF2-40B4-BE49-F238E27FC236}">
                    <a16:creationId xmlns:a16="http://schemas.microsoft.com/office/drawing/2014/main" id="{1ED7F414-929D-446A-8FDC-5F7CE0F6F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94" name="Freeform 1253">
                <a:extLst>
                  <a:ext uri="{FF2B5EF4-FFF2-40B4-BE49-F238E27FC236}">
                    <a16:creationId xmlns:a16="http://schemas.microsoft.com/office/drawing/2014/main" id="{9D6AD61F-4884-4861-9416-68B748835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95" name="Freeform 1254">
                <a:extLst>
                  <a:ext uri="{FF2B5EF4-FFF2-40B4-BE49-F238E27FC236}">
                    <a16:creationId xmlns:a16="http://schemas.microsoft.com/office/drawing/2014/main" id="{A429CF29-DE2C-477E-B1D4-2ABC6CD33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96" name="Freeform 1255">
                <a:extLst>
                  <a:ext uri="{FF2B5EF4-FFF2-40B4-BE49-F238E27FC236}">
                    <a16:creationId xmlns:a16="http://schemas.microsoft.com/office/drawing/2014/main" id="{D34E21B0-F187-4B3F-9220-01DC59F71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97" name="Freeform 1256">
                <a:extLst>
                  <a:ext uri="{FF2B5EF4-FFF2-40B4-BE49-F238E27FC236}">
                    <a16:creationId xmlns:a16="http://schemas.microsoft.com/office/drawing/2014/main" id="{72C25BFE-B0E3-4B6B-9C4A-1F65D501D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98" name="Freeform 1257">
                <a:extLst>
                  <a:ext uri="{FF2B5EF4-FFF2-40B4-BE49-F238E27FC236}">
                    <a16:creationId xmlns:a16="http://schemas.microsoft.com/office/drawing/2014/main" id="{89D3F2F8-02EB-4F12-9D8B-91D9EDCA8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099" name="Group 1258">
                <a:extLst>
                  <a:ext uri="{FF2B5EF4-FFF2-40B4-BE49-F238E27FC236}">
                    <a16:creationId xmlns:a16="http://schemas.microsoft.com/office/drawing/2014/main" id="{4252AB42-4AC7-477E-8A50-9D04979F3D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6106" name="Freeform 1259">
                  <a:extLst>
                    <a:ext uri="{FF2B5EF4-FFF2-40B4-BE49-F238E27FC236}">
                      <a16:creationId xmlns:a16="http://schemas.microsoft.com/office/drawing/2014/main" id="{6CC52624-DD16-41D3-80D5-4A2CDCE384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07" name="Freeform 1260">
                  <a:extLst>
                    <a:ext uri="{FF2B5EF4-FFF2-40B4-BE49-F238E27FC236}">
                      <a16:creationId xmlns:a16="http://schemas.microsoft.com/office/drawing/2014/main" id="{F54C76D9-CD99-4459-9417-D1BF5C3570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08" name="Freeform 1261">
                  <a:extLst>
                    <a:ext uri="{FF2B5EF4-FFF2-40B4-BE49-F238E27FC236}">
                      <a16:creationId xmlns:a16="http://schemas.microsoft.com/office/drawing/2014/main" id="{75718E6F-FF7A-4530-BFAF-AE707B800E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09" name="Freeform 1262">
                  <a:extLst>
                    <a:ext uri="{FF2B5EF4-FFF2-40B4-BE49-F238E27FC236}">
                      <a16:creationId xmlns:a16="http://schemas.microsoft.com/office/drawing/2014/main" id="{3349416E-A6CA-47B5-8313-600628BFC0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10" name="Freeform 1263">
                  <a:extLst>
                    <a:ext uri="{FF2B5EF4-FFF2-40B4-BE49-F238E27FC236}">
                      <a16:creationId xmlns:a16="http://schemas.microsoft.com/office/drawing/2014/main" id="{A5C1FD43-50DF-4D23-BE09-EC24710F35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111" name="Freeform 1264">
                  <a:extLst>
                    <a:ext uri="{FF2B5EF4-FFF2-40B4-BE49-F238E27FC236}">
                      <a16:creationId xmlns:a16="http://schemas.microsoft.com/office/drawing/2014/main" id="{61CEF381-7AED-4331-8488-1CEBFAC3FF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100" name="Freeform 1265">
                <a:extLst>
                  <a:ext uri="{FF2B5EF4-FFF2-40B4-BE49-F238E27FC236}">
                    <a16:creationId xmlns:a16="http://schemas.microsoft.com/office/drawing/2014/main" id="{F58004B0-D45E-4332-9CA9-A3F54EE1B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01" name="Freeform 1266">
                <a:extLst>
                  <a:ext uri="{FF2B5EF4-FFF2-40B4-BE49-F238E27FC236}">
                    <a16:creationId xmlns:a16="http://schemas.microsoft.com/office/drawing/2014/main" id="{53B3D46E-CA5B-4705-B785-ADBF768C5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02" name="Freeform 1267">
                <a:extLst>
                  <a:ext uri="{FF2B5EF4-FFF2-40B4-BE49-F238E27FC236}">
                    <a16:creationId xmlns:a16="http://schemas.microsoft.com/office/drawing/2014/main" id="{7BC07FF3-B090-4B28-86CD-D77E07613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03" name="Freeform 1268">
                <a:extLst>
                  <a:ext uri="{FF2B5EF4-FFF2-40B4-BE49-F238E27FC236}">
                    <a16:creationId xmlns:a16="http://schemas.microsoft.com/office/drawing/2014/main" id="{F801C522-8EEF-41D2-8EBE-A92AC67E2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04" name="Freeform 1269">
                <a:extLst>
                  <a:ext uri="{FF2B5EF4-FFF2-40B4-BE49-F238E27FC236}">
                    <a16:creationId xmlns:a16="http://schemas.microsoft.com/office/drawing/2014/main" id="{33BB592C-B60C-4EC8-937D-62CB74569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105" name="Freeform 1270">
                <a:extLst>
                  <a:ext uri="{FF2B5EF4-FFF2-40B4-BE49-F238E27FC236}">
                    <a16:creationId xmlns:a16="http://schemas.microsoft.com/office/drawing/2014/main" id="{3B06430C-4F66-4D45-9320-F9712139CA1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38" name="Group 1271">
              <a:extLst>
                <a:ext uri="{FF2B5EF4-FFF2-40B4-BE49-F238E27FC236}">
                  <a16:creationId xmlns:a16="http://schemas.microsoft.com/office/drawing/2014/main" id="{29053DD9-C7E2-4474-B65A-8FACFF51B5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36066" name="Picture 1272" descr="antenna_stylized">
                <a:extLst>
                  <a:ext uri="{FF2B5EF4-FFF2-40B4-BE49-F238E27FC236}">
                    <a16:creationId xmlns:a16="http://schemas.microsoft.com/office/drawing/2014/main" id="{A643C058-5A56-4D1A-9CD6-C0854E0AE9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67" name="Picture 1273" descr="laptop_keyboard">
                <a:extLst>
                  <a:ext uri="{FF2B5EF4-FFF2-40B4-BE49-F238E27FC236}">
                    <a16:creationId xmlns:a16="http://schemas.microsoft.com/office/drawing/2014/main" id="{7E96CC17-A641-4B92-8CD2-B196C431D9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68" name="Freeform 1274">
                <a:extLst>
                  <a:ext uri="{FF2B5EF4-FFF2-40B4-BE49-F238E27FC236}">
                    <a16:creationId xmlns:a16="http://schemas.microsoft.com/office/drawing/2014/main" id="{DA5D9B19-9CA5-4219-B934-FB6AB375F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6069" name="Picture 1275" descr="screen">
                <a:extLst>
                  <a:ext uri="{FF2B5EF4-FFF2-40B4-BE49-F238E27FC236}">
                    <a16:creationId xmlns:a16="http://schemas.microsoft.com/office/drawing/2014/main" id="{A164B16C-88AD-4A43-87F6-50CC782859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70" name="Freeform 1276">
                <a:extLst>
                  <a:ext uri="{FF2B5EF4-FFF2-40B4-BE49-F238E27FC236}">
                    <a16:creationId xmlns:a16="http://schemas.microsoft.com/office/drawing/2014/main" id="{37E225AC-39D6-4B36-920B-FB8E05E88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1" name="Freeform 1277">
                <a:extLst>
                  <a:ext uri="{FF2B5EF4-FFF2-40B4-BE49-F238E27FC236}">
                    <a16:creationId xmlns:a16="http://schemas.microsoft.com/office/drawing/2014/main" id="{5B3F82C1-D483-43EA-A053-6BF9EA0D2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2" name="Freeform 1278">
                <a:extLst>
                  <a:ext uri="{FF2B5EF4-FFF2-40B4-BE49-F238E27FC236}">
                    <a16:creationId xmlns:a16="http://schemas.microsoft.com/office/drawing/2014/main" id="{009DB555-7400-4B96-A88F-9CAB639C8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3" name="Freeform 1279">
                <a:extLst>
                  <a:ext uri="{FF2B5EF4-FFF2-40B4-BE49-F238E27FC236}">
                    <a16:creationId xmlns:a16="http://schemas.microsoft.com/office/drawing/2014/main" id="{E9DD2A58-F33C-4D94-805E-4BD0D202F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4" name="Freeform 1280">
                <a:extLst>
                  <a:ext uri="{FF2B5EF4-FFF2-40B4-BE49-F238E27FC236}">
                    <a16:creationId xmlns:a16="http://schemas.microsoft.com/office/drawing/2014/main" id="{D5B778B5-DC94-4922-806E-9C195076C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5" name="Freeform 1281">
                <a:extLst>
                  <a:ext uri="{FF2B5EF4-FFF2-40B4-BE49-F238E27FC236}">
                    <a16:creationId xmlns:a16="http://schemas.microsoft.com/office/drawing/2014/main" id="{0085F08D-CC4E-4CAE-8CB7-69913297A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076" name="Group 1282">
                <a:extLst>
                  <a:ext uri="{FF2B5EF4-FFF2-40B4-BE49-F238E27FC236}">
                    <a16:creationId xmlns:a16="http://schemas.microsoft.com/office/drawing/2014/main" id="{0FB23AC2-3F15-4F39-9A9C-7D6356AFBC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6083" name="Freeform 1283">
                  <a:extLst>
                    <a:ext uri="{FF2B5EF4-FFF2-40B4-BE49-F238E27FC236}">
                      <a16:creationId xmlns:a16="http://schemas.microsoft.com/office/drawing/2014/main" id="{0BA66550-3E06-4A2C-9014-E7D43D9F2F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84" name="Freeform 1284">
                  <a:extLst>
                    <a:ext uri="{FF2B5EF4-FFF2-40B4-BE49-F238E27FC236}">
                      <a16:creationId xmlns:a16="http://schemas.microsoft.com/office/drawing/2014/main" id="{4A68B1D9-CB62-4076-92B8-97039F0CC7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85" name="Freeform 1285">
                  <a:extLst>
                    <a:ext uri="{FF2B5EF4-FFF2-40B4-BE49-F238E27FC236}">
                      <a16:creationId xmlns:a16="http://schemas.microsoft.com/office/drawing/2014/main" id="{1318253F-5A22-4DC7-B4BB-B5D273F23B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86" name="Freeform 1286">
                  <a:extLst>
                    <a:ext uri="{FF2B5EF4-FFF2-40B4-BE49-F238E27FC236}">
                      <a16:creationId xmlns:a16="http://schemas.microsoft.com/office/drawing/2014/main" id="{A4F483E6-D6C4-4C69-895A-F4F8100547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87" name="Freeform 1287">
                  <a:extLst>
                    <a:ext uri="{FF2B5EF4-FFF2-40B4-BE49-F238E27FC236}">
                      <a16:creationId xmlns:a16="http://schemas.microsoft.com/office/drawing/2014/main" id="{3501458B-CCC6-4DED-BDDF-D0023CCA38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88" name="Freeform 1288">
                  <a:extLst>
                    <a:ext uri="{FF2B5EF4-FFF2-40B4-BE49-F238E27FC236}">
                      <a16:creationId xmlns:a16="http://schemas.microsoft.com/office/drawing/2014/main" id="{64B27808-B06C-40C0-BF4C-A6AE0892B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077" name="Freeform 1289">
                <a:extLst>
                  <a:ext uri="{FF2B5EF4-FFF2-40B4-BE49-F238E27FC236}">
                    <a16:creationId xmlns:a16="http://schemas.microsoft.com/office/drawing/2014/main" id="{0B23D299-5419-4DC5-9E9C-219A14297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8" name="Freeform 1290">
                <a:extLst>
                  <a:ext uri="{FF2B5EF4-FFF2-40B4-BE49-F238E27FC236}">
                    <a16:creationId xmlns:a16="http://schemas.microsoft.com/office/drawing/2014/main" id="{476E1499-B76E-43B6-9FD9-6FD6FFAA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79" name="Freeform 1291">
                <a:extLst>
                  <a:ext uri="{FF2B5EF4-FFF2-40B4-BE49-F238E27FC236}">
                    <a16:creationId xmlns:a16="http://schemas.microsoft.com/office/drawing/2014/main" id="{CEB6F9D1-CF48-416E-9628-78A8442BA9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80" name="Freeform 1292">
                <a:extLst>
                  <a:ext uri="{FF2B5EF4-FFF2-40B4-BE49-F238E27FC236}">
                    <a16:creationId xmlns:a16="http://schemas.microsoft.com/office/drawing/2014/main" id="{A91559D9-AC84-4850-A3AA-39B86C1FC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81" name="Freeform 1293">
                <a:extLst>
                  <a:ext uri="{FF2B5EF4-FFF2-40B4-BE49-F238E27FC236}">
                    <a16:creationId xmlns:a16="http://schemas.microsoft.com/office/drawing/2014/main" id="{45F85C34-A82A-4334-A8A5-949D5BC5C4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82" name="Freeform 1294">
                <a:extLst>
                  <a:ext uri="{FF2B5EF4-FFF2-40B4-BE49-F238E27FC236}">
                    <a16:creationId xmlns:a16="http://schemas.microsoft.com/office/drawing/2014/main" id="{3D5F7F67-E57F-42F9-BC9E-7305E15A6FE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36039" name="Group 1295">
              <a:extLst>
                <a:ext uri="{FF2B5EF4-FFF2-40B4-BE49-F238E27FC236}">
                  <a16:creationId xmlns:a16="http://schemas.microsoft.com/office/drawing/2014/main" id="{5494820C-C31F-4E06-9716-ECBD7EA2ABE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36064" name="Picture 1296" descr="desktop_computer_stylized_medium">
                <a:extLst>
                  <a:ext uri="{FF2B5EF4-FFF2-40B4-BE49-F238E27FC236}">
                    <a16:creationId xmlns:a16="http://schemas.microsoft.com/office/drawing/2014/main" id="{8C41799B-0456-4CA8-9884-C0A16278D1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65" name="Freeform 1297">
                <a:extLst>
                  <a:ext uri="{FF2B5EF4-FFF2-40B4-BE49-F238E27FC236}">
                    <a16:creationId xmlns:a16="http://schemas.microsoft.com/office/drawing/2014/main" id="{680B0BAA-C03D-4A64-9C21-F244B5609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36040" name="Group 1298">
              <a:extLst>
                <a:ext uri="{FF2B5EF4-FFF2-40B4-BE49-F238E27FC236}">
                  <a16:creationId xmlns:a16="http://schemas.microsoft.com/office/drawing/2014/main" id="{6694C071-B501-48E7-A325-FC1037F968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36041" name="Picture 1299" descr="antenna_stylized">
                <a:extLst>
                  <a:ext uri="{FF2B5EF4-FFF2-40B4-BE49-F238E27FC236}">
                    <a16:creationId xmlns:a16="http://schemas.microsoft.com/office/drawing/2014/main" id="{9265E4B7-1B76-4CD2-9B63-BBFAE383B4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42" name="Picture 1300" descr="laptop_keyboard">
                <a:extLst>
                  <a:ext uri="{FF2B5EF4-FFF2-40B4-BE49-F238E27FC236}">
                    <a16:creationId xmlns:a16="http://schemas.microsoft.com/office/drawing/2014/main" id="{A4EB04CE-3C32-474E-B30F-C45B3E86A5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43" name="Freeform 1301">
                <a:extLst>
                  <a:ext uri="{FF2B5EF4-FFF2-40B4-BE49-F238E27FC236}">
                    <a16:creationId xmlns:a16="http://schemas.microsoft.com/office/drawing/2014/main" id="{8C20BB0E-9AF7-4405-BDD9-667CC27EC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36044" name="Picture 1302" descr="screen">
                <a:extLst>
                  <a:ext uri="{FF2B5EF4-FFF2-40B4-BE49-F238E27FC236}">
                    <a16:creationId xmlns:a16="http://schemas.microsoft.com/office/drawing/2014/main" id="{2BB6C4C0-5402-4C28-9B39-92C463DCB1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45" name="Freeform 1303">
                <a:extLst>
                  <a:ext uri="{FF2B5EF4-FFF2-40B4-BE49-F238E27FC236}">
                    <a16:creationId xmlns:a16="http://schemas.microsoft.com/office/drawing/2014/main" id="{F0EB27A5-CEC1-40EA-80B1-E7B89E4768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46" name="Freeform 1304">
                <a:extLst>
                  <a:ext uri="{FF2B5EF4-FFF2-40B4-BE49-F238E27FC236}">
                    <a16:creationId xmlns:a16="http://schemas.microsoft.com/office/drawing/2014/main" id="{C23840A8-3DF8-4B7A-B6FE-504CE99E1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47" name="Freeform 1305">
                <a:extLst>
                  <a:ext uri="{FF2B5EF4-FFF2-40B4-BE49-F238E27FC236}">
                    <a16:creationId xmlns:a16="http://schemas.microsoft.com/office/drawing/2014/main" id="{621F3F4D-3052-47D6-8BD9-49B7978E3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48" name="Freeform 1306">
                <a:extLst>
                  <a:ext uri="{FF2B5EF4-FFF2-40B4-BE49-F238E27FC236}">
                    <a16:creationId xmlns:a16="http://schemas.microsoft.com/office/drawing/2014/main" id="{59FE7C97-5F80-4DD8-A0BF-57E087322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49" name="Freeform 1307">
                <a:extLst>
                  <a:ext uri="{FF2B5EF4-FFF2-40B4-BE49-F238E27FC236}">
                    <a16:creationId xmlns:a16="http://schemas.microsoft.com/office/drawing/2014/main" id="{D2A895B7-EED2-439F-BC61-3F4B9F0BE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0" name="Freeform 1308">
                <a:extLst>
                  <a:ext uri="{FF2B5EF4-FFF2-40B4-BE49-F238E27FC236}">
                    <a16:creationId xmlns:a16="http://schemas.microsoft.com/office/drawing/2014/main" id="{A976847B-97C1-4336-B941-200258133D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36051" name="Group 1309">
                <a:extLst>
                  <a:ext uri="{FF2B5EF4-FFF2-40B4-BE49-F238E27FC236}">
                    <a16:creationId xmlns:a16="http://schemas.microsoft.com/office/drawing/2014/main" id="{F02FC210-7329-4695-91B3-4C3662B1C6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36058" name="Freeform 1310">
                  <a:extLst>
                    <a:ext uri="{FF2B5EF4-FFF2-40B4-BE49-F238E27FC236}">
                      <a16:creationId xmlns:a16="http://schemas.microsoft.com/office/drawing/2014/main" id="{D1D53E86-2BA8-4E70-9885-D8EC076197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59" name="Freeform 1311">
                  <a:extLst>
                    <a:ext uri="{FF2B5EF4-FFF2-40B4-BE49-F238E27FC236}">
                      <a16:creationId xmlns:a16="http://schemas.microsoft.com/office/drawing/2014/main" id="{0DB12F0E-0B8B-4E96-9AD9-C0138C5EF8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60" name="Freeform 1312">
                  <a:extLst>
                    <a:ext uri="{FF2B5EF4-FFF2-40B4-BE49-F238E27FC236}">
                      <a16:creationId xmlns:a16="http://schemas.microsoft.com/office/drawing/2014/main" id="{B38FD01D-2F06-40C1-A64D-182D8735EE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61" name="Freeform 1313">
                  <a:extLst>
                    <a:ext uri="{FF2B5EF4-FFF2-40B4-BE49-F238E27FC236}">
                      <a16:creationId xmlns:a16="http://schemas.microsoft.com/office/drawing/2014/main" id="{AECE1F17-2E8C-411C-B26C-9541F09F4D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62" name="Freeform 1314">
                  <a:extLst>
                    <a:ext uri="{FF2B5EF4-FFF2-40B4-BE49-F238E27FC236}">
                      <a16:creationId xmlns:a16="http://schemas.microsoft.com/office/drawing/2014/main" id="{CBA61AA2-9305-4A36-B99B-A70CF47438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36063" name="Freeform 1315">
                  <a:extLst>
                    <a:ext uri="{FF2B5EF4-FFF2-40B4-BE49-F238E27FC236}">
                      <a16:creationId xmlns:a16="http://schemas.microsoft.com/office/drawing/2014/main" id="{24A1EEFC-2F2E-4B1E-8910-A5B0ED4523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36052" name="Freeform 1316">
                <a:extLst>
                  <a:ext uri="{FF2B5EF4-FFF2-40B4-BE49-F238E27FC236}">
                    <a16:creationId xmlns:a16="http://schemas.microsoft.com/office/drawing/2014/main" id="{800C9134-00A5-4FA8-A09D-CD4051CB1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3" name="Freeform 1317">
                <a:extLst>
                  <a:ext uri="{FF2B5EF4-FFF2-40B4-BE49-F238E27FC236}">
                    <a16:creationId xmlns:a16="http://schemas.microsoft.com/office/drawing/2014/main" id="{E7232EFF-FB28-4D62-B9C6-D432A41B1B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4" name="Freeform 1318">
                <a:extLst>
                  <a:ext uri="{FF2B5EF4-FFF2-40B4-BE49-F238E27FC236}">
                    <a16:creationId xmlns:a16="http://schemas.microsoft.com/office/drawing/2014/main" id="{5BF4B1CF-CC81-4238-8407-7E08D0937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5" name="Freeform 1319">
                <a:extLst>
                  <a:ext uri="{FF2B5EF4-FFF2-40B4-BE49-F238E27FC236}">
                    <a16:creationId xmlns:a16="http://schemas.microsoft.com/office/drawing/2014/main" id="{ED101D9A-C4A1-459E-B731-52BB1FF66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6" name="Freeform 1320">
                <a:extLst>
                  <a:ext uri="{FF2B5EF4-FFF2-40B4-BE49-F238E27FC236}">
                    <a16:creationId xmlns:a16="http://schemas.microsoft.com/office/drawing/2014/main" id="{D5C09AF6-109F-4D27-93DA-27BD7BBA7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6057" name="Freeform 1321">
                <a:extLst>
                  <a:ext uri="{FF2B5EF4-FFF2-40B4-BE49-F238E27FC236}">
                    <a16:creationId xmlns:a16="http://schemas.microsoft.com/office/drawing/2014/main" id="{8BE4EA1D-9B9E-402B-A40D-F2963D7EF5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pic>
        <p:nvPicPr>
          <p:cNvPr id="35845" name="Picture 939" descr="underline_base">
            <a:extLst>
              <a:ext uri="{FF2B5EF4-FFF2-40B4-BE49-F238E27FC236}">
                <a16:creationId xmlns:a16="http://schemas.microsoft.com/office/drawing/2014/main" id="{FEA00DB0-4275-4DFB-903D-FA90F73AD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93662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Rectangle 2">
            <a:extLst>
              <a:ext uri="{FF2B5EF4-FFF2-40B4-BE49-F238E27FC236}">
                <a16:creationId xmlns:a16="http://schemas.microsoft.com/office/drawing/2014/main" id="{12C03DBA-0F6A-4678-B227-4BB51D65E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9400" y="122238"/>
            <a:ext cx="856615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Internet transport-layer protocols</a:t>
            </a:r>
          </a:p>
        </p:txBody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BD7782CA-5922-4FCD-963F-E848A168C34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8150" y="1400175"/>
            <a:ext cx="3971925" cy="5114925"/>
          </a:xfrm>
        </p:spPr>
        <p:txBody>
          <a:bodyPr/>
          <a:lstStyle/>
          <a:p>
            <a:r>
              <a:rPr lang="en-US" altLang="zh-TW" dirty="0">
                <a:solidFill>
                  <a:srgbClr val="0070C0"/>
                </a:solidFill>
              </a:rPr>
              <a:t>reliable, in-order delivery (TCP)</a:t>
            </a:r>
          </a:p>
          <a:p>
            <a:pPr lvl="1"/>
            <a:r>
              <a:rPr lang="en-US" altLang="zh-TW" dirty="0"/>
              <a:t>congestion control </a:t>
            </a:r>
          </a:p>
          <a:p>
            <a:pPr lvl="1"/>
            <a:r>
              <a:rPr lang="en-US" altLang="zh-TW" dirty="0"/>
              <a:t>flow control</a:t>
            </a:r>
          </a:p>
          <a:p>
            <a:pPr lvl="1"/>
            <a:r>
              <a:rPr lang="en-US" altLang="zh-TW" dirty="0"/>
              <a:t>connection setup</a:t>
            </a:r>
            <a:endParaRPr lang="en-US" altLang="zh-TW" sz="2800" dirty="0"/>
          </a:p>
          <a:p>
            <a:r>
              <a:rPr lang="en-US" altLang="zh-TW" dirty="0">
                <a:solidFill>
                  <a:srgbClr val="0070C0"/>
                </a:solidFill>
              </a:rPr>
              <a:t>unreliable, unordered delivery: UDP</a:t>
            </a:r>
          </a:p>
          <a:p>
            <a:pPr lvl="1"/>
            <a:r>
              <a:rPr lang="en-US" altLang="zh-TW" dirty="0"/>
              <a:t>no-frills extension of </a:t>
            </a:r>
            <a:r>
              <a:rPr lang="ja-JP" altLang="en-US" dirty="0"/>
              <a:t>“</a:t>
            </a:r>
            <a:r>
              <a:rPr lang="en-US" altLang="ja-JP" dirty="0"/>
              <a:t>best-effort</a:t>
            </a:r>
            <a:r>
              <a:rPr lang="ja-JP" altLang="en-US" dirty="0"/>
              <a:t>”</a:t>
            </a:r>
            <a:r>
              <a:rPr lang="en-US" altLang="ja-JP" dirty="0"/>
              <a:t> IP</a:t>
            </a:r>
          </a:p>
          <a:p>
            <a:r>
              <a:rPr lang="en-US" altLang="zh-TW" dirty="0"/>
              <a:t>services not available: </a:t>
            </a:r>
          </a:p>
          <a:p>
            <a:pPr lvl="1"/>
            <a:r>
              <a:rPr lang="en-US" altLang="zh-TW" dirty="0"/>
              <a:t>delay guarantees</a:t>
            </a:r>
          </a:p>
          <a:p>
            <a:pPr lvl="1"/>
            <a:r>
              <a:rPr lang="en-US" altLang="zh-TW" dirty="0"/>
              <a:t>bandwidth guarantees</a:t>
            </a:r>
          </a:p>
        </p:txBody>
      </p:sp>
      <p:sp>
        <p:nvSpPr>
          <p:cNvPr id="35848" name="Line 677">
            <a:extLst>
              <a:ext uri="{FF2B5EF4-FFF2-40B4-BE49-F238E27FC236}">
                <a16:creationId xmlns:a16="http://schemas.microsoft.com/office/drawing/2014/main" id="{938661C1-76B6-4EB9-B00D-0254A5DA0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6363" y="2490788"/>
            <a:ext cx="509587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49" name="Line 683">
            <a:extLst>
              <a:ext uri="{FF2B5EF4-FFF2-40B4-BE49-F238E27FC236}">
                <a16:creationId xmlns:a16="http://schemas.microsoft.com/office/drawing/2014/main" id="{1A603C41-86B6-4BF8-9E68-880AB9923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1363" y="4600575"/>
            <a:ext cx="390525" cy="1841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50" name="Line 684">
            <a:extLst>
              <a:ext uri="{FF2B5EF4-FFF2-40B4-BE49-F238E27FC236}">
                <a16:creationId xmlns:a16="http://schemas.microsoft.com/office/drawing/2014/main" id="{F08F2B39-2329-43A7-A6A5-C08227E602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0650" y="4587875"/>
            <a:ext cx="322263" cy="1984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5851" name="Line 704">
            <a:extLst>
              <a:ext uri="{FF2B5EF4-FFF2-40B4-BE49-F238E27FC236}">
                <a16:creationId xmlns:a16="http://schemas.microsoft.com/office/drawing/2014/main" id="{EF433382-B774-428C-ABE6-06E7B2A68F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29450" y="2836863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5852" name="Group 737">
            <a:extLst>
              <a:ext uri="{FF2B5EF4-FFF2-40B4-BE49-F238E27FC236}">
                <a16:creationId xmlns:a16="http://schemas.microsoft.com/office/drawing/2014/main" id="{C47810AC-3A57-4848-BED7-382DA21001DA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2416175"/>
            <a:ext cx="382588" cy="171450"/>
            <a:chOff x="3855" y="1486"/>
            <a:chExt cx="241" cy="108"/>
          </a:xfrm>
        </p:grpSpPr>
        <p:sp>
          <p:nvSpPr>
            <p:cNvPr id="35966" name="Oval 407">
              <a:extLst>
                <a:ext uri="{FF2B5EF4-FFF2-40B4-BE49-F238E27FC236}">
                  <a16:creationId xmlns:a16="http://schemas.microsoft.com/office/drawing/2014/main" id="{EEBA284A-89D1-46AC-935B-CD7D4E4BC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67" name="Rectangle 410">
              <a:extLst>
                <a:ext uri="{FF2B5EF4-FFF2-40B4-BE49-F238E27FC236}">
                  <a16:creationId xmlns:a16="http://schemas.microsoft.com/office/drawing/2014/main" id="{11D52044-0138-4D6F-A571-FDE792EE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68" name="Oval 411">
              <a:extLst>
                <a:ext uri="{FF2B5EF4-FFF2-40B4-BE49-F238E27FC236}">
                  <a16:creationId xmlns:a16="http://schemas.microsoft.com/office/drawing/2014/main" id="{7AC30685-B131-4D7F-BA3E-0A1B420B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69" name="Group 741">
              <a:extLst>
                <a:ext uri="{FF2B5EF4-FFF2-40B4-BE49-F238E27FC236}">
                  <a16:creationId xmlns:a16="http://schemas.microsoft.com/office/drawing/2014/main" id="{85DFE905-A6B7-43A5-866C-1044DE97F2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72" name="Freeform 742">
                <a:extLst>
                  <a:ext uri="{FF2B5EF4-FFF2-40B4-BE49-F238E27FC236}">
                    <a16:creationId xmlns:a16="http://schemas.microsoft.com/office/drawing/2014/main" id="{98B7F031-9D5F-402C-8C4B-B04E6DDB1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73" name="Freeform 743">
                <a:extLst>
                  <a:ext uri="{FF2B5EF4-FFF2-40B4-BE49-F238E27FC236}">
                    <a16:creationId xmlns:a16="http://schemas.microsoft.com/office/drawing/2014/main" id="{425C727E-E0DD-48B6-B1B2-21CE99770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70" name="Line 744">
              <a:extLst>
                <a:ext uri="{FF2B5EF4-FFF2-40B4-BE49-F238E27FC236}">
                  <a16:creationId xmlns:a16="http://schemas.microsoft.com/office/drawing/2014/main" id="{394E5E29-932D-452F-B689-E46E84CE9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71" name="Line 745">
              <a:extLst>
                <a:ext uri="{FF2B5EF4-FFF2-40B4-BE49-F238E27FC236}">
                  <a16:creationId xmlns:a16="http://schemas.microsoft.com/office/drawing/2014/main" id="{9F37F49D-857B-4A51-BC4E-4150ECF035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53" name="Group 746">
            <a:extLst>
              <a:ext uri="{FF2B5EF4-FFF2-40B4-BE49-F238E27FC236}">
                <a16:creationId xmlns:a16="http://schemas.microsoft.com/office/drawing/2014/main" id="{F18D1187-705D-4306-B6D7-7DB19F091A6A}"/>
              </a:ext>
            </a:extLst>
          </p:cNvPr>
          <p:cNvGrpSpPr>
            <a:grpSpLocks/>
          </p:cNvGrpSpPr>
          <p:nvPr/>
        </p:nvGrpSpPr>
        <p:grpSpPr bwMode="auto">
          <a:xfrm>
            <a:off x="6969125" y="2660650"/>
            <a:ext cx="382588" cy="171450"/>
            <a:chOff x="3855" y="1486"/>
            <a:chExt cx="241" cy="108"/>
          </a:xfrm>
        </p:grpSpPr>
        <p:sp>
          <p:nvSpPr>
            <p:cNvPr id="35958" name="Oval 407">
              <a:extLst>
                <a:ext uri="{FF2B5EF4-FFF2-40B4-BE49-F238E27FC236}">
                  <a16:creationId xmlns:a16="http://schemas.microsoft.com/office/drawing/2014/main" id="{C6D8BFDF-941A-4FC5-ACF3-BEF7DDE10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59" name="Rectangle 410">
              <a:extLst>
                <a:ext uri="{FF2B5EF4-FFF2-40B4-BE49-F238E27FC236}">
                  <a16:creationId xmlns:a16="http://schemas.microsoft.com/office/drawing/2014/main" id="{1CB6D43F-C855-4106-80E5-01A5115A9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60" name="Oval 411">
              <a:extLst>
                <a:ext uri="{FF2B5EF4-FFF2-40B4-BE49-F238E27FC236}">
                  <a16:creationId xmlns:a16="http://schemas.microsoft.com/office/drawing/2014/main" id="{1FE6E4CD-EB8C-4D4A-9156-84B3BE879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61" name="Group 750">
              <a:extLst>
                <a:ext uri="{FF2B5EF4-FFF2-40B4-BE49-F238E27FC236}">
                  <a16:creationId xmlns:a16="http://schemas.microsoft.com/office/drawing/2014/main" id="{195CD8C8-E851-44A3-84E6-DDF2519E0F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64" name="Freeform 751">
                <a:extLst>
                  <a:ext uri="{FF2B5EF4-FFF2-40B4-BE49-F238E27FC236}">
                    <a16:creationId xmlns:a16="http://schemas.microsoft.com/office/drawing/2014/main" id="{182C1E4B-2879-487A-A9A4-844CEC0D4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65" name="Freeform 752">
                <a:extLst>
                  <a:ext uri="{FF2B5EF4-FFF2-40B4-BE49-F238E27FC236}">
                    <a16:creationId xmlns:a16="http://schemas.microsoft.com/office/drawing/2014/main" id="{2B781AB2-E959-46B9-988F-5CE3F6155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62" name="Line 753">
              <a:extLst>
                <a:ext uri="{FF2B5EF4-FFF2-40B4-BE49-F238E27FC236}">
                  <a16:creationId xmlns:a16="http://schemas.microsoft.com/office/drawing/2014/main" id="{657995C1-0C75-4B89-B31E-746A13F35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63" name="Line 754">
              <a:extLst>
                <a:ext uri="{FF2B5EF4-FFF2-40B4-BE49-F238E27FC236}">
                  <a16:creationId xmlns:a16="http://schemas.microsoft.com/office/drawing/2014/main" id="{DC0B77EA-C9DB-4827-830E-5D9198EA4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54" name="Group 782">
            <a:extLst>
              <a:ext uri="{FF2B5EF4-FFF2-40B4-BE49-F238E27FC236}">
                <a16:creationId xmlns:a16="http://schemas.microsoft.com/office/drawing/2014/main" id="{F22C4D2A-169F-4597-B4AF-83EA6669CF66}"/>
              </a:ext>
            </a:extLst>
          </p:cNvPr>
          <p:cNvGrpSpPr>
            <a:grpSpLocks/>
          </p:cNvGrpSpPr>
          <p:nvPr/>
        </p:nvGrpSpPr>
        <p:grpSpPr bwMode="auto">
          <a:xfrm>
            <a:off x="6824663" y="3557588"/>
            <a:ext cx="427037" cy="177800"/>
            <a:chOff x="3855" y="1486"/>
            <a:chExt cx="241" cy="108"/>
          </a:xfrm>
        </p:grpSpPr>
        <p:sp>
          <p:nvSpPr>
            <p:cNvPr id="35950" name="Oval 407">
              <a:extLst>
                <a:ext uri="{FF2B5EF4-FFF2-40B4-BE49-F238E27FC236}">
                  <a16:creationId xmlns:a16="http://schemas.microsoft.com/office/drawing/2014/main" id="{3A7A3AAD-354B-4969-BA14-625B74D24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51" name="Rectangle 410">
              <a:extLst>
                <a:ext uri="{FF2B5EF4-FFF2-40B4-BE49-F238E27FC236}">
                  <a16:creationId xmlns:a16="http://schemas.microsoft.com/office/drawing/2014/main" id="{457005D2-4C67-4A2A-9D6F-083197BCA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52" name="Oval 411">
              <a:extLst>
                <a:ext uri="{FF2B5EF4-FFF2-40B4-BE49-F238E27FC236}">
                  <a16:creationId xmlns:a16="http://schemas.microsoft.com/office/drawing/2014/main" id="{E41BA09B-C575-4C8B-838C-6FF10CAD0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53" name="Group 786">
              <a:extLst>
                <a:ext uri="{FF2B5EF4-FFF2-40B4-BE49-F238E27FC236}">
                  <a16:creationId xmlns:a16="http://schemas.microsoft.com/office/drawing/2014/main" id="{969F7C0C-606A-4860-BDF0-2B8F74F4E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56" name="Freeform 787">
                <a:extLst>
                  <a:ext uri="{FF2B5EF4-FFF2-40B4-BE49-F238E27FC236}">
                    <a16:creationId xmlns:a16="http://schemas.microsoft.com/office/drawing/2014/main" id="{6B645142-5757-48CE-869C-F44AD015A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57" name="Freeform 788">
                <a:extLst>
                  <a:ext uri="{FF2B5EF4-FFF2-40B4-BE49-F238E27FC236}">
                    <a16:creationId xmlns:a16="http://schemas.microsoft.com/office/drawing/2014/main" id="{542673FE-72AB-4C6C-A60A-7B61BF9E8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54" name="Line 789">
              <a:extLst>
                <a:ext uri="{FF2B5EF4-FFF2-40B4-BE49-F238E27FC236}">
                  <a16:creationId xmlns:a16="http://schemas.microsoft.com/office/drawing/2014/main" id="{47F9C4D4-9BDC-4103-890F-07F737776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55" name="Line 790">
              <a:extLst>
                <a:ext uri="{FF2B5EF4-FFF2-40B4-BE49-F238E27FC236}">
                  <a16:creationId xmlns:a16="http://schemas.microsoft.com/office/drawing/2014/main" id="{4333FDE0-5D9B-4075-97AA-31654FAFB6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55" name="Group 791">
            <a:extLst>
              <a:ext uri="{FF2B5EF4-FFF2-40B4-BE49-F238E27FC236}">
                <a16:creationId xmlns:a16="http://schemas.microsoft.com/office/drawing/2014/main" id="{0D8E0DB5-9C4D-4AF2-8439-0B1241B96CE6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3805238"/>
            <a:ext cx="484187" cy="196850"/>
            <a:chOff x="3855" y="1486"/>
            <a:chExt cx="241" cy="108"/>
          </a:xfrm>
        </p:grpSpPr>
        <p:sp>
          <p:nvSpPr>
            <p:cNvPr id="35942" name="Oval 407">
              <a:extLst>
                <a:ext uri="{FF2B5EF4-FFF2-40B4-BE49-F238E27FC236}">
                  <a16:creationId xmlns:a16="http://schemas.microsoft.com/office/drawing/2014/main" id="{0F82063D-72DB-4932-A517-EFA3423DA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43" name="Rectangle 410">
              <a:extLst>
                <a:ext uri="{FF2B5EF4-FFF2-40B4-BE49-F238E27FC236}">
                  <a16:creationId xmlns:a16="http://schemas.microsoft.com/office/drawing/2014/main" id="{D6070CA8-848F-4BDA-B96E-87F58C23B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44" name="Oval 411">
              <a:extLst>
                <a:ext uri="{FF2B5EF4-FFF2-40B4-BE49-F238E27FC236}">
                  <a16:creationId xmlns:a16="http://schemas.microsoft.com/office/drawing/2014/main" id="{6E9530FE-4EB2-4E01-B4A2-0055933F5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45" name="Group 795">
              <a:extLst>
                <a:ext uri="{FF2B5EF4-FFF2-40B4-BE49-F238E27FC236}">
                  <a16:creationId xmlns:a16="http://schemas.microsoft.com/office/drawing/2014/main" id="{75070CBD-147F-4413-85FB-3BBE1D4CF0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48" name="Freeform 796">
                <a:extLst>
                  <a:ext uri="{FF2B5EF4-FFF2-40B4-BE49-F238E27FC236}">
                    <a16:creationId xmlns:a16="http://schemas.microsoft.com/office/drawing/2014/main" id="{885C023F-BDFC-48D0-87AA-EEBC5E217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49" name="Freeform 797">
                <a:extLst>
                  <a:ext uri="{FF2B5EF4-FFF2-40B4-BE49-F238E27FC236}">
                    <a16:creationId xmlns:a16="http://schemas.microsoft.com/office/drawing/2014/main" id="{B9D4390D-9C60-4410-A11A-50892ABCD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46" name="Line 798">
              <a:extLst>
                <a:ext uri="{FF2B5EF4-FFF2-40B4-BE49-F238E27FC236}">
                  <a16:creationId xmlns:a16="http://schemas.microsoft.com/office/drawing/2014/main" id="{4F99712D-5E48-4ABE-85C2-F3628FA9DA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47" name="Line 799">
              <a:extLst>
                <a:ext uri="{FF2B5EF4-FFF2-40B4-BE49-F238E27FC236}">
                  <a16:creationId xmlns:a16="http://schemas.microsoft.com/office/drawing/2014/main" id="{9DF7615F-1D9B-4AC3-817B-91E6FA036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5856" name="Line 813">
            <a:extLst>
              <a:ext uri="{FF2B5EF4-FFF2-40B4-BE49-F238E27FC236}">
                <a16:creationId xmlns:a16="http://schemas.microsoft.com/office/drawing/2014/main" id="{64687B36-0365-443D-AB5C-AEC03C0AE2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5638" y="3978275"/>
            <a:ext cx="227012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35857" name="Group 814">
            <a:extLst>
              <a:ext uri="{FF2B5EF4-FFF2-40B4-BE49-F238E27FC236}">
                <a16:creationId xmlns:a16="http://schemas.microsoft.com/office/drawing/2014/main" id="{9215E272-CEE2-4BA3-AEC2-3BD615A83E3C}"/>
              </a:ext>
            </a:extLst>
          </p:cNvPr>
          <p:cNvGrpSpPr>
            <a:grpSpLocks/>
          </p:cNvGrpSpPr>
          <p:nvPr/>
        </p:nvGrpSpPr>
        <p:grpSpPr bwMode="auto">
          <a:xfrm>
            <a:off x="6653213" y="4414838"/>
            <a:ext cx="617537" cy="241300"/>
            <a:chOff x="3855" y="1486"/>
            <a:chExt cx="241" cy="108"/>
          </a:xfrm>
        </p:grpSpPr>
        <p:sp>
          <p:nvSpPr>
            <p:cNvPr id="35934" name="Oval 407">
              <a:extLst>
                <a:ext uri="{FF2B5EF4-FFF2-40B4-BE49-F238E27FC236}">
                  <a16:creationId xmlns:a16="http://schemas.microsoft.com/office/drawing/2014/main" id="{12ECB611-F496-486A-A481-1B58740C0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35" name="Rectangle 410">
              <a:extLst>
                <a:ext uri="{FF2B5EF4-FFF2-40B4-BE49-F238E27FC236}">
                  <a16:creationId xmlns:a16="http://schemas.microsoft.com/office/drawing/2014/main" id="{E3F2977A-2BD2-413F-8266-6C32E1112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36" name="Oval 411">
              <a:extLst>
                <a:ext uri="{FF2B5EF4-FFF2-40B4-BE49-F238E27FC236}">
                  <a16:creationId xmlns:a16="http://schemas.microsoft.com/office/drawing/2014/main" id="{6E3CC9F6-0408-4F6C-A715-F1120AAEA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37" name="Group 818">
              <a:extLst>
                <a:ext uri="{FF2B5EF4-FFF2-40B4-BE49-F238E27FC236}">
                  <a16:creationId xmlns:a16="http://schemas.microsoft.com/office/drawing/2014/main" id="{FD52EF22-4AEE-4A1A-B644-50BBB9F271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40" name="Freeform 819">
                <a:extLst>
                  <a:ext uri="{FF2B5EF4-FFF2-40B4-BE49-F238E27FC236}">
                    <a16:creationId xmlns:a16="http://schemas.microsoft.com/office/drawing/2014/main" id="{1A33B31E-F677-48E8-94CD-C3429DE66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41" name="Freeform 820">
                <a:extLst>
                  <a:ext uri="{FF2B5EF4-FFF2-40B4-BE49-F238E27FC236}">
                    <a16:creationId xmlns:a16="http://schemas.microsoft.com/office/drawing/2014/main" id="{CBBA25D4-1E9C-46E1-969C-5B1A7835A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38" name="Line 821">
              <a:extLst>
                <a:ext uri="{FF2B5EF4-FFF2-40B4-BE49-F238E27FC236}">
                  <a16:creationId xmlns:a16="http://schemas.microsoft.com/office/drawing/2014/main" id="{F0315C60-41F1-4E6C-9585-D6AE65E52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39" name="Line 822">
              <a:extLst>
                <a:ext uri="{FF2B5EF4-FFF2-40B4-BE49-F238E27FC236}">
                  <a16:creationId xmlns:a16="http://schemas.microsoft.com/office/drawing/2014/main" id="{BE5FF755-1D29-40C2-AEB9-83BC52D5B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58" name="Group 823">
            <a:extLst>
              <a:ext uri="{FF2B5EF4-FFF2-40B4-BE49-F238E27FC236}">
                <a16:creationId xmlns:a16="http://schemas.microsoft.com/office/drawing/2014/main" id="{9F09CFCD-349A-4F7F-943D-842E48F02193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4751388"/>
            <a:ext cx="617537" cy="241300"/>
            <a:chOff x="3855" y="1486"/>
            <a:chExt cx="241" cy="108"/>
          </a:xfrm>
        </p:grpSpPr>
        <p:sp>
          <p:nvSpPr>
            <p:cNvPr id="35926" name="Oval 407">
              <a:extLst>
                <a:ext uri="{FF2B5EF4-FFF2-40B4-BE49-F238E27FC236}">
                  <a16:creationId xmlns:a16="http://schemas.microsoft.com/office/drawing/2014/main" id="{2C748391-523E-4A99-9B7A-8536459A3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533"/>
              <a:ext cx="240" cy="6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27" name="Rectangle 410">
              <a:extLst>
                <a:ext uri="{FF2B5EF4-FFF2-40B4-BE49-F238E27FC236}">
                  <a16:creationId xmlns:a16="http://schemas.microsoft.com/office/drawing/2014/main" id="{AA274AF4-6128-4F90-BCE3-C5A9BF3A4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" y="1527"/>
              <a:ext cx="241" cy="3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5928" name="Oval 411">
              <a:extLst>
                <a:ext uri="{FF2B5EF4-FFF2-40B4-BE49-F238E27FC236}">
                  <a16:creationId xmlns:a16="http://schemas.microsoft.com/office/drawing/2014/main" id="{11DF6A71-B912-4EC8-8E20-F4DCE886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1486"/>
              <a:ext cx="240" cy="71"/>
            </a:xfrm>
            <a:prstGeom prst="ellipse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35929" name="Group 827">
              <a:extLst>
                <a:ext uri="{FF2B5EF4-FFF2-40B4-BE49-F238E27FC236}">
                  <a16:creationId xmlns:a16="http://schemas.microsoft.com/office/drawing/2014/main" id="{E9A60CC2-6A7D-48EE-A4F5-1B055415E8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5" y="1504"/>
              <a:ext cx="134" cy="33"/>
              <a:chOff x="2468" y="1332"/>
              <a:chExt cx="310" cy="60"/>
            </a:xfrm>
          </p:grpSpPr>
          <p:sp>
            <p:nvSpPr>
              <p:cNvPr id="35932" name="Freeform 828">
                <a:extLst>
                  <a:ext uri="{FF2B5EF4-FFF2-40B4-BE49-F238E27FC236}">
                    <a16:creationId xmlns:a16="http://schemas.microsoft.com/office/drawing/2014/main" id="{9C0B73A4-99FF-4B65-B330-37F2B177DC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10"/>
                  <a:gd name="T13" fmla="*/ 0 h 60"/>
                  <a:gd name="T14" fmla="*/ 310 w 310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35933" name="Freeform 829">
                <a:extLst>
                  <a:ext uri="{FF2B5EF4-FFF2-40B4-BE49-F238E27FC236}">
                    <a16:creationId xmlns:a16="http://schemas.microsoft.com/office/drawing/2014/main" id="{8A329D57-9EBA-4365-B0BE-E2EA7ADA8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2"/>
                  <a:gd name="T13" fmla="*/ 0 h 60"/>
                  <a:gd name="T14" fmla="*/ 282 w 282"/>
                  <a:gd name="T15" fmla="*/ 60 h 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2700" cmpd="sng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35930" name="Line 830">
              <a:extLst>
                <a:ext uri="{FF2B5EF4-FFF2-40B4-BE49-F238E27FC236}">
                  <a16:creationId xmlns:a16="http://schemas.microsoft.com/office/drawing/2014/main" id="{65D4244B-0C54-4393-83CB-465A52211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6" y="1520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5931" name="Line 831">
              <a:extLst>
                <a:ext uri="{FF2B5EF4-FFF2-40B4-BE49-F238E27FC236}">
                  <a16:creationId xmlns:a16="http://schemas.microsoft.com/office/drawing/2014/main" id="{D027B149-8679-46CE-ADB0-7EBD0D046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1521"/>
              <a:ext cx="0" cy="4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59" name="Group 876">
            <a:extLst>
              <a:ext uri="{FF2B5EF4-FFF2-40B4-BE49-F238E27FC236}">
                <a16:creationId xmlns:a16="http://schemas.microsoft.com/office/drawing/2014/main" id="{628E7A49-ACB0-4BC0-889D-87074A9D73B4}"/>
              </a:ext>
            </a:extLst>
          </p:cNvPr>
          <p:cNvGrpSpPr>
            <a:grpSpLocks/>
          </p:cNvGrpSpPr>
          <p:nvPr/>
        </p:nvGrpSpPr>
        <p:grpSpPr bwMode="auto">
          <a:xfrm>
            <a:off x="5359400" y="1330325"/>
            <a:ext cx="1057275" cy="957263"/>
            <a:chOff x="-153" y="1680"/>
            <a:chExt cx="666" cy="603"/>
          </a:xfrm>
        </p:grpSpPr>
        <p:grpSp>
          <p:nvGrpSpPr>
            <p:cNvPr id="35917" name="Group 877">
              <a:extLst>
                <a:ext uri="{FF2B5EF4-FFF2-40B4-BE49-F238E27FC236}">
                  <a16:creationId xmlns:a16="http://schemas.microsoft.com/office/drawing/2014/main" id="{72D33BA2-8BB7-4983-8087-9E9C52858C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35919" name="Rectangle 878">
                <a:extLst>
                  <a:ext uri="{FF2B5EF4-FFF2-40B4-BE49-F238E27FC236}">
                    <a16:creationId xmlns:a16="http://schemas.microsoft.com/office/drawing/2014/main" id="{B2C62643-C95E-4A76-8582-6953425DC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20" name="Rectangle 879">
                <a:extLst>
                  <a:ext uri="{FF2B5EF4-FFF2-40B4-BE49-F238E27FC236}">
                    <a16:creationId xmlns:a16="http://schemas.microsoft.com/office/drawing/2014/main" id="{92B5F0AC-595F-44BF-AFC7-2E157D17F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21" name="Rectangle 880">
                <a:extLst>
                  <a:ext uri="{FF2B5EF4-FFF2-40B4-BE49-F238E27FC236}">
                    <a16:creationId xmlns:a16="http://schemas.microsoft.com/office/drawing/2014/main" id="{A81852B0-C8CA-4488-B9BD-EE4EA78189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22" name="Text Box 881">
                <a:extLst>
                  <a:ext uri="{FF2B5EF4-FFF2-40B4-BE49-F238E27FC236}">
                    <a16:creationId xmlns:a16="http://schemas.microsoft.com/office/drawing/2014/main" id="{E2159FAD-1E08-443C-98EA-7D2F12A13E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application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solidFill>
                      <a:schemeClr val="bg1"/>
                    </a:solidFill>
                    <a:latin typeface="Tahoma" panose="020B0604030504040204" pitchFamily="34" charset="0"/>
                  </a:rPr>
                  <a:t>transport</a:t>
                </a:r>
                <a:endParaRPr lang="en-US" altLang="zh-TW" sz="1000">
                  <a:latin typeface="Tahoma" panose="020B060403050404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network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data link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physical</a:t>
                </a:r>
                <a:endParaRPr lang="en-US" altLang="zh-TW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23" name="Line 882">
                <a:extLst>
                  <a:ext uri="{FF2B5EF4-FFF2-40B4-BE49-F238E27FC236}">
                    <a16:creationId xmlns:a16="http://schemas.microsoft.com/office/drawing/2014/main" id="{16421430-AE8D-4560-B4B7-CF50E997C7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5924" name="Line 883">
                <a:extLst>
                  <a:ext uri="{FF2B5EF4-FFF2-40B4-BE49-F238E27FC236}">
                    <a16:creationId xmlns:a16="http://schemas.microsoft.com/office/drawing/2014/main" id="{B0D12E07-D7BB-47CC-BBF5-5D9977A5D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5925" name="Line 884">
                <a:extLst>
                  <a:ext uri="{FF2B5EF4-FFF2-40B4-BE49-F238E27FC236}">
                    <a16:creationId xmlns:a16="http://schemas.microsoft.com/office/drawing/2014/main" id="{D4FAAA6D-34CF-40ED-B531-A7402CBB3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35918" name="Freeform 885">
              <a:extLst>
                <a:ext uri="{FF2B5EF4-FFF2-40B4-BE49-F238E27FC236}">
                  <a16:creationId xmlns:a16="http://schemas.microsoft.com/office/drawing/2014/main" id="{4322536D-20EA-4E79-AE30-8691C77C2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60" name="Group 886">
            <a:extLst>
              <a:ext uri="{FF2B5EF4-FFF2-40B4-BE49-F238E27FC236}">
                <a16:creationId xmlns:a16="http://schemas.microsoft.com/office/drawing/2014/main" id="{D67FDDA7-F7D9-4CD4-AFD8-18F52070AA4A}"/>
              </a:ext>
            </a:extLst>
          </p:cNvPr>
          <p:cNvGrpSpPr>
            <a:grpSpLocks/>
          </p:cNvGrpSpPr>
          <p:nvPr/>
        </p:nvGrpSpPr>
        <p:grpSpPr bwMode="auto">
          <a:xfrm>
            <a:off x="7869238" y="4343400"/>
            <a:ext cx="1057275" cy="957263"/>
            <a:chOff x="-153" y="1680"/>
            <a:chExt cx="666" cy="603"/>
          </a:xfrm>
        </p:grpSpPr>
        <p:grpSp>
          <p:nvGrpSpPr>
            <p:cNvPr id="35908" name="Group 887">
              <a:extLst>
                <a:ext uri="{FF2B5EF4-FFF2-40B4-BE49-F238E27FC236}">
                  <a16:creationId xmlns:a16="http://schemas.microsoft.com/office/drawing/2014/main" id="{CFC2115A-8BF7-4857-8E87-1C3CEC3CE3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35910" name="Rectangle 888">
                <a:extLst>
                  <a:ext uri="{FF2B5EF4-FFF2-40B4-BE49-F238E27FC236}">
                    <a16:creationId xmlns:a16="http://schemas.microsoft.com/office/drawing/2014/main" id="{45982121-7DFE-4827-9437-9C01D47AB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11" name="Rectangle 889">
                <a:extLst>
                  <a:ext uri="{FF2B5EF4-FFF2-40B4-BE49-F238E27FC236}">
                    <a16:creationId xmlns:a16="http://schemas.microsoft.com/office/drawing/2014/main" id="{08FF27B7-37B7-43BC-B2C7-4C7DFD28B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12" name="Rectangle 890">
                <a:extLst>
                  <a:ext uri="{FF2B5EF4-FFF2-40B4-BE49-F238E27FC236}">
                    <a16:creationId xmlns:a16="http://schemas.microsoft.com/office/drawing/2014/main" id="{604BE77A-E215-4B2E-8928-7522CA33D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5913" name="Text Box 891">
                <a:extLst>
                  <a:ext uri="{FF2B5EF4-FFF2-40B4-BE49-F238E27FC236}">
                    <a16:creationId xmlns:a16="http://schemas.microsoft.com/office/drawing/2014/main" id="{78F47F7D-29AD-4C88-A8D0-92B7232F7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application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solidFill>
                      <a:schemeClr val="bg1"/>
                    </a:solidFill>
                    <a:latin typeface="Tahoma" panose="020B0604030504040204" pitchFamily="34" charset="0"/>
                  </a:rPr>
                  <a:t>transport</a:t>
                </a:r>
                <a:endParaRPr lang="en-US" altLang="zh-TW" sz="1000">
                  <a:latin typeface="Tahoma" panose="020B0604030504040204" pitchFamily="34" charset="0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network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data link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Tahoma" panose="020B0604030504040204" pitchFamily="34" charset="0"/>
                  </a:rPr>
                  <a:t>physical</a:t>
                </a:r>
                <a:endParaRPr lang="en-US" altLang="zh-TW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5914" name="Line 892">
                <a:extLst>
                  <a:ext uri="{FF2B5EF4-FFF2-40B4-BE49-F238E27FC236}">
                    <a16:creationId xmlns:a16="http://schemas.microsoft.com/office/drawing/2014/main" id="{113D98F9-0641-4934-9342-4B6C03863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5915" name="Line 893">
                <a:extLst>
                  <a:ext uri="{FF2B5EF4-FFF2-40B4-BE49-F238E27FC236}">
                    <a16:creationId xmlns:a16="http://schemas.microsoft.com/office/drawing/2014/main" id="{F187CE38-7345-46B5-8B7C-F2C96DFE5B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35916" name="Line 894">
                <a:extLst>
                  <a:ext uri="{FF2B5EF4-FFF2-40B4-BE49-F238E27FC236}">
                    <a16:creationId xmlns:a16="http://schemas.microsoft.com/office/drawing/2014/main" id="{9588C985-DA85-4531-B615-9C7227860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</p:grpSp>
        <p:sp>
          <p:nvSpPr>
            <p:cNvPr id="35909" name="Freeform 895">
              <a:extLst>
                <a:ext uri="{FF2B5EF4-FFF2-40B4-BE49-F238E27FC236}">
                  <a16:creationId xmlns:a16="http://schemas.microsoft.com/office/drawing/2014/main" id="{7D3E5FB4-2B96-4C8A-91D1-A12AAD545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35861" name="Group 661">
            <a:extLst>
              <a:ext uri="{FF2B5EF4-FFF2-40B4-BE49-F238E27FC236}">
                <a16:creationId xmlns:a16="http://schemas.microsoft.com/office/drawing/2014/main" id="{DB71A392-C543-4566-B5C2-467004CB834E}"/>
              </a:ext>
            </a:extLst>
          </p:cNvPr>
          <p:cNvGrpSpPr>
            <a:grpSpLocks/>
          </p:cNvGrpSpPr>
          <p:nvPr/>
        </p:nvGrpSpPr>
        <p:grpSpPr bwMode="auto">
          <a:xfrm>
            <a:off x="5913438" y="2057400"/>
            <a:ext cx="814387" cy="701675"/>
            <a:chOff x="2923" y="3345"/>
            <a:chExt cx="513" cy="442"/>
          </a:xfrm>
        </p:grpSpPr>
        <p:sp>
          <p:nvSpPr>
            <p:cNvPr id="35903" name="Rectangle 662">
              <a:extLst>
                <a:ext uri="{FF2B5EF4-FFF2-40B4-BE49-F238E27FC236}">
                  <a16:creationId xmlns:a16="http://schemas.microsoft.com/office/drawing/2014/main" id="{ECEF9B92-2B72-430B-8F03-1248413D9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904" name="Rectangle 663">
              <a:extLst>
                <a:ext uri="{FF2B5EF4-FFF2-40B4-BE49-F238E27FC236}">
                  <a16:creationId xmlns:a16="http://schemas.microsoft.com/office/drawing/2014/main" id="{7349455F-C94C-4AD3-8F1A-36A29BF4C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905" name="Text Box 664">
              <a:extLst>
                <a:ext uri="{FF2B5EF4-FFF2-40B4-BE49-F238E27FC236}">
                  <a16:creationId xmlns:a16="http://schemas.microsoft.com/office/drawing/2014/main" id="{1A53E98D-3A10-4933-AF87-26A4192BF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906" name="Line 665">
              <a:extLst>
                <a:ext uri="{FF2B5EF4-FFF2-40B4-BE49-F238E27FC236}">
                  <a16:creationId xmlns:a16="http://schemas.microsoft.com/office/drawing/2014/main" id="{C0EB4771-0624-4AC4-87EF-72045915C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907" name="Line 666">
              <a:extLst>
                <a:ext uri="{FF2B5EF4-FFF2-40B4-BE49-F238E27FC236}">
                  <a16:creationId xmlns:a16="http://schemas.microsoft.com/office/drawing/2014/main" id="{02B509BE-924A-43ED-9836-BAC2CC1AE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2" name="Group 901">
            <a:extLst>
              <a:ext uri="{FF2B5EF4-FFF2-40B4-BE49-F238E27FC236}">
                <a16:creationId xmlns:a16="http://schemas.microsoft.com/office/drawing/2014/main" id="{8BB5AA92-04D7-400D-B4F0-1EB8CCC3CEB3}"/>
              </a:ext>
            </a:extLst>
          </p:cNvPr>
          <p:cNvGrpSpPr>
            <a:grpSpLocks/>
          </p:cNvGrpSpPr>
          <p:nvPr/>
        </p:nvGrpSpPr>
        <p:grpSpPr bwMode="auto">
          <a:xfrm>
            <a:off x="6729413" y="2479675"/>
            <a:ext cx="814387" cy="701675"/>
            <a:chOff x="2923" y="3345"/>
            <a:chExt cx="513" cy="442"/>
          </a:xfrm>
        </p:grpSpPr>
        <p:sp>
          <p:nvSpPr>
            <p:cNvPr id="35898" name="Rectangle 902">
              <a:extLst>
                <a:ext uri="{FF2B5EF4-FFF2-40B4-BE49-F238E27FC236}">
                  <a16:creationId xmlns:a16="http://schemas.microsoft.com/office/drawing/2014/main" id="{BAF2AC5D-B17B-4907-805E-3D377B2A1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99" name="Rectangle 903">
              <a:extLst>
                <a:ext uri="{FF2B5EF4-FFF2-40B4-BE49-F238E27FC236}">
                  <a16:creationId xmlns:a16="http://schemas.microsoft.com/office/drawing/2014/main" id="{AD1A1494-044D-4D62-A8A1-4416C149C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900" name="Text Box 904">
              <a:extLst>
                <a:ext uri="{FF2B5EF4-FFF2-40B4-BE49-F238E27FC236}">
                  <a16:creationId xmlns:a16="http://schemas.microsoft.com/office/drawing/2014/main" id="{52B408B6-5A9A-44CD-A35A-9029F7123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901" name="Line 905">
              <a:extLst>
                <a:ext uri="{FF2B5EF4-FFF2-40B4-BE49-F238E27FC236}">
                  <a16:creationId xmlns:a16="http://schemas.microsoft.com/office/drawing/2014/main" id="{1DFC8B20-CE9D-4D4C-94B6-6E2E1B25A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902" name="Line 906">
              <a:extLst>
                <a:ext uri="{FF2B5EF4-FFF2-40B4-BE49-F238E27FC236}">
                  <a16:creationId xmlns:a16="http://schemas.microsoft.com/office/drawing/2014/main" id="{501E9DF2-6FA2-48BD-90AD-57E739751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3" name="Group 907">
            <a:extLst>
              <a:ext uri="{FF2B5EF4-FFF2-40B4-BE49-F238E27FC236}">
                <a16:creationId xmlns:a16="http://schemas.microsoft.com/office/drawing/2014/main" id="{876900B9-78C9-44AF-8DF2-3C1E438CF877}"/>
              </a:ext>
            </a:extLst>
          </p:cNvPr>
          <p:cNvGrpSpPr>
            <a:grpSpLocks/>
          </p:cNvGrpSpPr>
          <p:nvPr/>
        </p:nvGrpSpPr>
        <p:grpSpPr bwMode="auto">
          <a:xfrm>
            <a:off x="6738938" y="1901825"/>
            <a:ext cx="814387" cy="701675"/>
            <a:chOff x="2923" y="3345"/>
            <a:chExt cx="513" cy="442"/>
          </a:xfrm>
        </p:grpSpPr>
        <p:sp>
          <p:nvSpPr>
            <p:cNvPr id="35893" name="Rectangle 908">
              <a:extLst>
                <a:ext uri="{FF2B5EF4-FFF2-40B4-BE49-F238E27FC236}">
                  <a16:creationId xmlns:a16="http://schemas.microsoft.com/office/drawing/2014/main" id="{F0F32BF8-7060-40A2-9ABC-E3121D497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94" name="Rectangle 909">
              <a:extLst>
                <a:ext uri="{FF2B5EF4-FFF2-40B4-BE49-F238E27FC236}">
                  <a16:creationId xmlns:a16="http://schemas.microsoft.com/office/drawing/2014/main" id="{62F86C71-A3E6-461D-90DB-DFBA3D120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95" name="Text Box 910">
              <a:extLst>
                <a:ext uri="{FF2B5EF4-FFF2-40B4-BE49-F238E27FC236}">
                  <a16:creationId xmlns:a16="http://schemas.microsoft.com/office/drawing/2014/main" id="{A24A46C5-B76A-4C75-803E-BE1CBC762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896" name="Line 911">
              <a:extLst>
                <a:ext uri="{FF2B5EF4-FFF2-40B4-BE49-F238E27FC236}">
                  <a16:creationId xmlns:a16="http://schemas.microsoft.com/office/drawing/2014/main" id="{FFD2987C-5419-44C0-BE62-E0ED52593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97" name="Line 912">
              <a:extLst>
                <a:ext uri="{FF2B5EF4-FFF2-40B4-BE49-F238E27FC236}">
                  <a16:creationId xmlns:a16="http://schemas.microsoft.com/office/drawing/2014/main" id="{9547675D-F506-41BA-AE36-5567198EC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4" name="Group 913">
            <a:extLst>
              <a:ext uri="{FF2B5EF4-FFF2-40B4-BE49-F238E27FC236}">
                <a16:creationId xmlns:a16="http://schemas.microsoft.com/office/drawing/2014/main" id="{CB33057F-ABE3-4B72-A1FF-83E85C70CF5B}"/>
              </a:ext>
            </a:extLst>
          </p:cNvPr>
          <p:cNvGrpSpPr>
            <a:grpSpLocks/>
          </p:cNvGrpSpPr>
          <p:nvPr/>
        </p:nvGrpSpPr>
        <p:grpSpPr bwMode="auto">
          <a:xfrm>
            <a:off x="6513513" y="3089275"/>
            <a:ext cx="814387" cy="701675"/>
            <a:chOff x="2923" y="3345"/>
            <a:chExt cx="513" cy="442"/>
          </a:xfrm>
        </p:grpSpPr>
        <p:sp>
          <p:nvSpPr>
            <p:cNvPr id="35888" name="Rectangle 914">
              <a:extLst>
                <a:ext uri="{FF2B5EF4-FFF2-40B4-BE49-F238E27FC236}">
                  <a16:creationId xmlns:a16="http://schemas.microsoft.com/office/drawing/2014/main" id="{7D0ED684-3136-4F32-BDD7-6EE804D71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89" name="Rectangle 915">
              <a:extLst>
                <a:ext uri="{FF2B5EF4-FFF2-40B4-BE49-F238E27FC236}">
                  <a16:creationId xmlns:a16="http://schemas.microsoft.com/office/drawing/2014/main" id="{7F533F4B-DE23-43EE-B371-4D48BA856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90" name="Text Box 916">
              <a:extLst>
                <a:ext uri="{FF2B5EF4-FFF2-40B4-BE49-F238E27FC236}">
                  <a16:creationId xmlns:a16="http://schemas.microsoft.com/office/drawing/2014/main" id="{404A5342-F9A9-4A2A-8D1D-437C890AF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891" name="Line 917">
              <a:extLst>
                <a:ext uri="{FF2B5EF4-FFF2-40B4-BE49-F238E27FC236}">
                  <a16:creationId xmlns:a16="http://schemas.microsoft.com/office/drawing/2014/main" id="{424D9D58-DD0D-4100-BB05-246A950A7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92" name="Line 918">
              <a:extLst>
                <a:ext uri="{FF2B5EF4-FFF2-40B4-BE49-F238E27FC236}">
                  <a16:creationId xmlns:a16="http://schemas.microsoft.com/office/drawing/2014/main" id="{FA25B3D2-0E1E-4FAB-980D-5E55C238A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5" name="Group 919">
            <a:extLst>
              <a:ext uri="{FF2B5EF4-FFF2-40B4-BE49-F238E27FC236}">
                <a16:creationId xmlns:a16="http://schemas.microsoft.com/office/drawing/2014/main" id="{41C4E4A2-5E54-473F-9B78-A2CF5DDD0E57}"/>
              </a:ext>
            </a:extLst>
          </p:cNvPr>
          <p:cNvGrpSpPr>
            <a:grpSpLocks/>
          </p:cNvGrpSpPr>
          <p:nvPr/>
        </p:nvGrpSpPr>
        <p:grpSpPr bwMode="auto">
          <a:xfrm>
            <a:off x="7100888" y="3594100"/>
            <a:ext cx="814387" cy="701675"/>
            <a:chOff x="2923" y="3345"/>
            <a:chExt cx="513" cy="442"/>
          </a:xfrm>
        </p:grpSpPr>
        <p:sp>
          <p:nvSpPr>
            <p:cNvPr id="35883" name="Rectangle 920">
              <a:extLst>
                <a:ext uri="{FF2B5EF4-FFF2-40B4-BE49-F238E27FC236}">
                  <a16:creationId xmlns:a16="http://schemas.microsoft.com/office/drawing/2014/main" id="{88AAC28C-AEC8-48CC-95E9-1DCF31317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84" name="Rectangle 921">
              <a:extLst>
                <a:ext uri="{FF2B5EF4-FFF2-40B4-BE49-F238E27FC236}">
                  <a16:creationId xmlns:a16="http://schemas.microsoft.com/office/drawing/2014/main" id="{F7F70D0F-BF1A-483A-8D7F-DFC456BD4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85" name="Text Box 922">
              <a:extLst>
                <a:ext uri="{FF2B5EF4-FFF2-40B4-BE49-F238E27FC236}">
                  <a16:creationId xmlns:a16="http://schemas.microsoft.com/office/drawing/2014/main" id="{645E7D94-7035-47D7-BDC9-1D2308B4F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886" name="Line 923">
              <a:extLst>
                <a:ext uri="{FF2B5EF4-FFF2-40B4-BE49-F238E27FC236}">
                  <a16:creationId xmlns:a16="http://schemas.microsoft.com/office/drawing/2014/main" id="{39EDAA15-D1FE-4E8C-958E-165FEE4E0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87" name="Line 924">
              <a:extLst>
                <a:ext uri="{FF2B5EF4-FFF2-40B4-BE49-F238E27FC236}">
                  <a16:creationId xmlns:a16="http://schemas.microsoft.com/office/drawing/2014/main" id="{3CC76015-0202-4D61-BA67-DE4901B28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6" name="Group 925">
            <a:extLst>
              <a:ext uri="{FF2B5EF4-FFF2-40B4-BE49-F238E27FC236}">
                <a16:creationId xmlns:a16="http://schemas.microsoft.com/office/drawing/2014/main" id="{8B2D1A36-ABE3-41DB-A4A7-BDD7E668952D}"/>
              </a:ext>
            </a:extLst>
          </p:cNvPr>
          <p:cNvGrpSpPr>
            <a:grpSpLocks/>
          </p:cNvGrpSpPr>
          <p:nvPr/>
        </p:nvGrpSpPr>
        <p:grpSpPr bwMode="auto">
          <a:xfrm>
            <a:off x="6589713" y="4003675"/>
            <a:ext cx="814387" cy="701675"/>
            <a:chOff x="2923" y="3345"/>
            <a:chExt cx="513" cy="442"/>
          </a:xfrm>
        </p:grpSpPr>
        <p:sp>
          <p:nvSpPr>
            <p:cNvPr id="35878" name="Rectangle 926">
              <a:extLst>
                <a:ext uri="{FF2B5EF4-FFF2-40B4-BE49-F238E27FC236}">
                  <a16:creationId xmlns:a16="http://schemas.microsoft.com/office/drawing/2014/main" id="{F3B3BA7D-E0EF-47F4-9B20-645AB76CF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79" name="Rectangle 927">
              <a:extLst>
                <a:ext uri="{FF2B5EF4-FFF2-40B4-BE49-F238E27FC236}">
                  <a16:creationId xmlns:a16="http://schemas.microsoft.com/office/drawing/2014/main" id="{D47B628F-4C37-430F-8493-390DC4399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80" name="Text Box 928">
              <a:extLst>
                <a:ext uri="{FF2B5EF4-FFF2-40B4-BE49-F238E27FC236}">
                  <a16:creationId xmlns:a16="http://schemas.microsoft.com/office/drawing/2014/main" id="{BE260EC4-B1E3-4175-868B-7C5D38FC6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881" name="Line 929">
              <a:extLst>
                <a:ext uri="{FF2B5EF4-FFF2-40B4-BE49-F238E27FC236}">
                  <a16:creationId xmlns:a16="http://schemas.microsoft.com/office/drawing/2014/main" id="{C63D8745-F9FD-4626-825C-CA7950C15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82" name="Line 930">
              <a:extLst>
                <a:ext uri="{FF2B5EF4-FFF2-40B4-BE49-F238E27FC236}">
                  <a16:creationId xmlns:a16="http://schemas.microsoft.com/office/drawing/2014/main" id="{B98AE9DD-D4BA-4401-AF85-39CC8ED10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7" name="Group 931">
            <a:extLst>
              <a:ext uri="{FF2B5EF4-FFF2-40B4-BE49-F238E27FC236}">
                <a16:creationId xmlns:a16="http://schemas.microsoft.com/office/drawing/2014/main" id="{D90A5349-8228-4590-B261-1C9E89533E3E}"/>
              </a:ext>
            </a:extLst>
          </p:cNvPr>
          <p:cNvGrpSpPr>
            <a:grpSpLocks/>
          </p:cNvGrpSpPr>
          <p:nvPr/>
        </p:nvGrpSpPr>
        <p:grpSpPr bwMode="auto">
          <a:xfrm>
            <a:off x="7237413" y="4400550"/>
            <a:ext cx="814387" cy="701675"/>
            <a:chOff x="2923" y="3345"/>
            <a:chExt cx="513" cy="442"/>
          </a:xfrm>
        </p:grpSpPr>
        <p:sp>
          <p:nvSpPr>
            <p:cNvPr id="35873" name="Rectangle 932">
              <a:extLst>
                <a:ext uri="{FF2B5EF4-FFF2-40B4-BE49-F238E27FC236}">
                  <a16:creationId xmlns:a16="http://schemas.microsoft.com/office/drawing/2014/main" id="{5C05251F-B771-4202-99BA-F3649DB39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444"/>
              <a:ext cx="426" cy="30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74" name="Rectangle 933">
              <a:extLst>
                <a:ext uri="{FF2B5EF4-FFF2-40B4-BE49-F238E27FC236}">
                  <a16:creationId xmlns:a16="http://schemas.microsoft.com/office/drawing/2014/main" id="{B325FCFC-E9BA-46D6-B7C8-DB0DA4D27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1" y="3465"/>
              <a:ext cx="435" cy="3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75" name="Text Box 934">
              <a:extLst>
                <a:ext uri="{FF2B5EF4-FFF2-40B4-BE49-F238E27FC236}">
                  <a16:creationId xmlns:a16="http://schemas.microsoft.com/office/drawing/2014/main" id="{085CD31A-D081-4378-9BAD-9B501B0A80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3" y="3345"/>
              <a:ext cx="51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000">
                <a:latin typeface="Comic Sans MS" panose="030F0702030302020204" pitchFamily="66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network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data link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000">
                  <a:latin typeface="Tahoma" panose="020B0604030504040204" pitchFamily="34" charset="0"/>
                </a:rPr>
                <a:t>physical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5876" name="Line 935">
              <a:extLst>
                <a:ext uri="{FF2B5EF4-FFF2-40B4-BE49-F238E27FC236}">
                  <a16:creationId xmlns:a16="http://schemas.microsoft.com/office/drawing/2014/main" id="{5E1640F8-629F-4914-BC07-9FA35D5B3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8" y="3657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77" name="Line 936">
              <a:extLst>
                <a:ext uri="{FF2B5EF4-FFF2-40B4-BE49-F238E27FC236}">
                  <a16:creationId xmlns:a16="http://schemas.microsoft.com/office/drawing/2014/main" id="{2A4526B6-15E4-4F1A-8F87-FB7B42B8B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4" y="356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35868" name="Group 896">
            <a:extLst>
              <a:ext uri="{FF2B5EF4-FFF2-40B4-BE49-F238E27FC236}">
                <a16:creationId xmlns:a16="http://schemas.microsoft.com/office/drawing/2014/main" id="{33849D1F-7F4B-4001-AB18-8D8FA3DC3326}"/>
              </a:ext>
            </a:extLst>
          </p:cNvPr>
          <p:cNvGrpSpPr>
            <a:grpSpLocks/>
          </p:cNvGrpSpPr>
          <p:nvPr/>
        </p:nvGrpSpPr>
        <p:grpSpPr bwMode="auto">
          <a:xfrm rot="2937887">
            <a:off x="5389563" y="2911475"/>
            <a:ext cx="3781425" cy="434975"/>
            <a:chOff x="2937" y="3579"/>
            <a:chExt cx="2382" cy="274"/>
          </a:xfrm>
        </p:grpSpPr>
        <p:sp>
          <p:nvSpPr>
            <p:cNvPr id="35869" name="Rectangle 897">
              <a:extLst>
                <a:ext uri="{FF2B5EF4-FFF2-40B4-BE49-F238E27FC236}">
                  <a16:creationId xmlns:a16="http://schemas.microsoft.com/office/drawing/2014/main" id="{0D6FF01E-939B-4E4D-BE43-7D626ED11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3631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70" name="Text Box 898">
              <a:extLst>
                <a:ext uri="{FF2B5EF4-FFF2-40B4-BE49-F238E27FC236}">
                  <a16:creationId xmlns:a16="http://schemas.microsoft.com/office/drawing/2014/main" id="{2EBDC821-29D7-4D53-A3CA-95F979328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" y="3612"/>
              <a:ext cx="15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chemeClr val="bg1"/>
                  </a:solidFill>
                  <a:latin typeface="Tahoma" panose="020B0604030504040204" pitchFamily="34" charset="0"/>
                </a:rPr>
                <a:t>logical end-end transport</a:t>
              </a:r>
              <a:endParaRPr lang="en-US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5871" name="Freeform 899">
              <a:extLst>
                <a:ext uri="{FF2B5EF4-FFF2-40B4-BE49-F238E27FC236}">
                  <a16:creationId xmlns:a16="http://schemas.microsoft.com/office/drawing/2014/main" id="{353CE951-D267-46F2-8D2D-DFE3EFD16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5872" name="Freeform 900">
              <a:extLst>
                <a:ext uri="{FF2B5EF4-FFF2-40B4-BE49-F238E27FC236}">
                  <a16:creationId xmlns:a16="http://schemas.microsoft.com/office/drawing/2014/main" id="{2F98E39B-B114-46FA-87D9-8784712BE2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5">
            <a:extLst>
              <a:ext uri="{FF2B5EF4-FFF2-40B4-BE49-F238E27FC236}">
                <a16:creationId xmlns:a16="http://schemas.microsoft.com/office/drawing/2014/main" id="{BE6633B2-3DF9-4046-A685-5ABF39904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6867" name="Slide Number Placeholder 6">
            <a:extLst>
              <a:ext uri="{FF2B5EF4-FFF2-40B4-BE49-F238E27FC236}">
                <a16:creationId xmlns:a16="http://schemas.microsoft.com/office/drawing/2014/main" id="{E4AA0935-41C7-4F88-842A-9A0F65816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2F3859DD-4950-47B3-998C-A3F896DED9B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781C9309-D120-400E-A1A3-834198956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428BAF39-80EC-4479-BFE9-740F0461EB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7174" name="Rectangle 5">
            <a:extLst>
              <a:ext uri="{FF2B5EF4-FFF2-40B4-BE49-F238E27FC236}">
                <a16:creationId xmlns:a16="http://schemas.microsoft.com/office/drawing/2014/main" id="{4BEAEC43-3865-4BA8-83DB-076A95F0717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251325" cy="4648200"/>
          </a:xfrm>
        </p:spPr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36871" name="Picture 6" descr="underline_base">
            <a:extLst>
              <a:ext uri="{FF2B5EF4-FFF2-40B4-BE49-F238E27FC236}">
                <a16:creationId xmlns:a16="http://schemas.microsoft.com/office/drawing/2014/main" id="{05A9744A-2375-48CE-AB9E-973ADA0ED5F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17588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5">
            <a:extLst>
              <a:ext uri="{FF2B5EF4-FFF2-40B4-BE49-F238E27FC236}">
                <a16:creationId xmlns:a16="http://schemas.microsoft.com/office/drawing/2014/main" id="{8AB0628A-AC9C-4F14-892B-A8DFDF04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7891" name="Slide Number Placeholder 6">
            <a:extLst>
              <a:ext uri="{FF2B5EF4-FFF2-40B4-BE49-F238E27FC236}">
                <a16:creationId xmlns:a16="http://schemas.microsoft.com/office/drawing/2014/main" id="{D39BED28-AA7E-411A-B9E6-312F0C5E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F9945BCE-A4CB-45A9-A7D3-3959C9F096A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7892" name="Picture 175" descr="underline_base">
            <a:extLst>
              <a:ext uri="{FF2B5EF4-FFF2-40B4-BE49-F238E27FC236}">
                <a16:creationId xmlns:a16="http://schemas.microsoft.com/office/drawing/2014/main" id="{B77FC95A-A966-4E02-91E3-F07F2C2C280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936625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Freeform 157">
            <a:extLst>
              <a:ext uri="{FF2B5EF4-FFF2-40B4-BE49-F238E27FC236}">
                <a16:creationId xmlns:a16="http://schemas.microsoft.com/office/drawing/2014/main" id="{F7C963BA-8BDE-4372-B901-0BD5F38FEFC5}"/>
              </a:ext>
            </a:extLst>
          </p:cNvPr>
          <p:cNvSpPr>
            <a:spLocks/>
          </p:cNvSpPr>
          <p:nvPr/>
        </p:nvSpPr>
        <p:spPr bwMode="auto">
          <a:xfrm>
            <a:off x="2767013" y="3143250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198" name="Rectangle 2">
            <a:extLst>
              <a:ext uri="{FF2B5EF4-FFF2-40B4-BE49-F238E27FC236}">
                <a16:creationId xmlns:a16="http://schemas.microsoft.com/office/drawing/2014/main" id="{C69A1EC4-26B6-40B5-9894-35083BEB1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3688" y="142875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Multiplexing/demultiplexing</a:t>
            </a:r>
          </a:p>
        </p:txBody>
      </p:sp>
      <p:sp>
        <p:nvSpPr>
          <p:cNvPr id="37895" name="Text Box 37">
            <a:extLst>
              <a:ext uri="{FF2B5EF4-FFF2-40B4-BE49-F238E27FC236}">
                <a16:creationId xmlns:a16="http://schemas.microsoft.com/office/drawing/2014/main" id="{CF5AB296-5247-4110-BCF8-17EB521A8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7350" y="4068763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process</a:t>
            </a:r>
          </a:p>
        </p:txBody>
      </p:sp>
      <p:sp>
        <p:nvSpPr>
          <p:cNvPr id="37896" name="Text Box 38">
            <a:extLst>
              <a:ext uri="{FF2B5EF4-FFF2-40B4-BE49-F238E27FC236}">
                <a16:creationId xmlns:a16="http://schemas.microsoft.com/office/drawing/2014/main" id="{B2B8EBFB-A4B3-4060-86EA-1A60F8EDE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3667125"/>
            <a:ext cx="755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Tahoma" panose="020B0604030504040204" pitchFamily="34" charset="0"/>
              </a:rPr>
              <a:t>socket</a:t>
            </a:r>
          </a:p>
        </p:txBody>
      </p:sp>
      <p:grpSp>
        <p:nvGrpSpPr>
          <p:cNvPr id="2" name="Group 177">
            <a:extLst>
              <a:ext uri="{FF2B5EF4-FFF2-40B4-BE49-F238E27FC236}">
                <a16:creationId xmlns:a16="http://schemas.microsoft.com/office/drawing/2014/main" id="{F12C097D-9533-4B6D-900A-F596127C8175}"/>
              </a:ext>
            </a:extLst>
          </p:cNvPr>
          <p:cNvGrpSpPr>
            <a:grpSpLocks/>
          </p:cNvGrpSpPr>
          <p:nvPr/>
        </p:nvGrpSpPr>
        <p:grpSpPr bwMode="auto">
          <a:xfrm>
            <a:off x="4908550" y="1571625"/>
            <a:ext cx="3808413" cy="1468438"/>
            <a:chOff x="3092" y="990"/>
            <a:chExt cx="2399" cy="925"/>
          </a:xfrm>
        </p:grpSpPr>
        <p:sp>
          <p:nvSpPr>
            <p:cNvPr id="38019" name="Rectangle 41">
              <a:extLst>
                <a:ext uri="{FF2B5EF4-FFF2-40B4-BE49-F238E27FC236}">
                  <a16:creationId xmlns:a16="http://schemas.microsoft.com/office/drawing/2014/main" id="{0A81E054-472F-438E-A69F-2EE4C47E3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" y="1163"/>
              <a:ext cx="2399" cy="752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dirty="0"/>
                <a:t>use </a:t>
              </a:r>
              <a:r>
                <a:rPr lang="en-US" altLang="zh-TW" sz="2400" dirty="0">
                  <a:solidFill>
                    <a:srgbClr val="00B050"/>
                  </a:solidFill>
                </a:rPr>
                <a:t>header</a:t>
              </a:r>
              <a:r>
                <a:rPr lang="en-US" altLang="zh-TW" sz="2400" dirty="0"/>
                <a:t> info to deliver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dirty="0"/>
                <a:t>received segments to correct 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dirty="0"/>
                <a:t>socket</a:t>
              </a:r>
            </a:p>
          </p:txBody>
        </p:sp>
        <p:grpSp>
          <p:nvGrpSpPr>
            <p:cNvPr id="38020" name="Group 42">
              <a:extLst>
                <a:ext uri="{FF2B5EF4-FFF2-40B4-BE49-F238E27FC236}">
                  <a16:creationId xmlns:a16="http://schemas.microsoft.com/office/drawing/2014/main" id="{DF37E5DE-A3D1-4B60-B692-18AC73BF4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6" y="990"/>
              <a:ext cx="2016" cy="291"/>
              <a:chOff x="1127" y="3681"/>
              <a:chExt cx="1618" cy="291"/>
            </a:xfrm>
          </p:grpSpPr>
          <p:sp>
            <p:nvSpPr>
              <p:cNvPr id="38021" name="Rectangle 43">
                <a:extLst>
                  <a:ext uri="{FF2B5EF4-FFF2-40B4-BE49-F238E27FC236}">
                    <a16:creationId xmlns:a16="http://schemas.microsoft.com/office/drawing/2014/main" id="{1D54D831-5955-43F5-8C45-BB5FF70A1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2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8022" name="Text Box 44">
                <a:extLst>
                  <a:ext uri="{FF2B5EF4-FFF2-40B4-BE49-F238E27FC236}">
                    <a16:creationId xmlns:a16="http://schemas.microsoft.com/office/drawing/2014/main" id="{76C3187E-98EB-4E9D-9A54-36A675FB8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" y="3681"/>
                <a:ext cx="1618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solidFill>
                      <a:srgbClr val="CC0000"/>
                    </a:solidFill>
                  </a:rPr>
                  <a:t>demultiplexing </a:t>
                </a:r>
                <a:r>
                  <a:rPr lang="en-US" altLang="zh-TW" sz="2400" i="1">
                    <a:solidFill>
                      <a:srgbClr val="0070C0"/>
                    </a:solidFill>
                  </a:rPr>
                  <a:t>at receiver:</a:t>
                </a:r>
              </a:p>
            </p:txBody>
          </p:sp>
        </p:grpSp>
      </p:grpSp>
      <p:grpSp>
        <p:nvGrpSpPr>
          <p:cNvPr id="4" name="Group 176">
            <a:extLst>
              <a:ext uri="{FF2B5EF4-FFF2-40B4-BE49-F238E27FC236}">
                <a16:creationId xmlns:a16="http://schemas.microsoft.com/office/drawing/2014/main" id="{E5840405-90D6-418A-9086-21F2ED24E034}"/>
              </a:ext>
            </a:extLst>
          </p:cNvPr>
          <p:cNvGrpSpPr>
            <a:grpSpLocks/>
          </p:cNvGrpSpPr>
          <p:nvPr/>
        </p:nvGrpSpPr>
        <p:grpSpPr bwMode="auto">
          <a:xfrm>
            <a:off x="411163" y="1335088"/>
            <a:ext cx="4029075" cy="1466850"/>
            <a:chOff x="259" y="841"/>
            <a:chExt cx="2538" cy="924"/>
          </a:xfrm>
        </p:grpSpPr>
        <p:sp>
          <p:nvSpPr>
            <p:cNvPr id="38014" name="Text Box 45">
              <a:extLst>
                <a:ext uri="{FF2B5EF4-FFF2-40B4-BE49-F238E27FC236}">
                  <a16:creationId xmlns:a16="http://schemas.microsoft.com/office/drawing/2014/main" id="{EFCE204B-8C75-4625-80E1-0780AC855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" y="1068"/>
              <a:ext cx="2533" cy="6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dirty="0"/>
                <a:t>handle data from multiple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dirty="0"/>
                <a:t>sockets, add </a:t>
              </a:r>
              <a:r>
                <a:rPr lang="en-US" altLang="zh-TW" sz="2400" dirty="0">
                  <a:solidFill>
                    <a:srgbClr val="00B050"/>
                  </a:solidFill>
                </a:rPr>
                <a:t>transport header</a:t>
              </a:r>
              <a:r>
                <a:rPr lang="en-US" altLang="zh-TW" sz="2400" dirty="0"/>
                <a:t>, pass segment to network layer</a:t>
              </a:r>
            </a:p>
          </p:txBody>
        </p:sp>
        <p:sp>
          <p:nvSpPr>
            <p:cNvPr id="38015" name="Rectangle 46">
              <a:extLst>
                <a:ext uri="{FF2B5EF4-FFF2-40B4-BE49-F238E27FC236}">
                  <a16:creationId xmlns:a16="http://schemas.microsoft.com/office/drawing/2014/main" id="{537C1E98-B74E-46EA-8718-7AA33A84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" y="1009"/>
              <a:ext cx="2479" cy="756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38016" name="Group 47">
              <a:extLst>
                <a:ext uri="{FF2B5EF4-FFF2-40B4-BE49-F238E27FC236}">
                  <a16:creationId xmlns:a16="http://schemas.microsoft.com/office/drawing/2014/main" id="{8946210A-A62D-4016-87ED-B9D6C5F92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" y="841"/>
              <a:ext cx="1764" cy="291"/>
              <a:chOff x="1090" y="3681"/>
              <a:chExt cx="1694" cy="291"/>
            </a:xfrm>
          </p:grpSpPr>
          <p:sp>
            <p:nvSpPr>
              <p:cNvPr id="38017" name="Rectangle 48">
                <a:extLst>
                  <a:ext uri="{FF2B5EF4-FFF2-40B4-BE49-F238E27FC236}">
                    <a16:creationId xmlns:a16="http://schemas.microsoft.com/office/drawing/2014/main" id="{8F519EF7-4744-4314-ADA0-C158A76C8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8018" name="Text Box 49">
                <a:extLst>
                  <a:ext uri="{FF2B5EF4-FFF2-40B4-BE49-F238E27FC236}">
                    <a16:creationId xmlns:a16="http://schemas.microsoft.com/office/drawing/2014/main" id="{FA5E2846-25A6-4BB3-82E8-068FC02FB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" y="3681"/>
                <a:ext cx="1694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400" i="1">
                    <a:solidFill>
                      <a:srgbClr val="CC0000"/>
                    </a:solidFill>
                  </a:rPr>
                  <a:t>multiplexing </a:t>
                </a:r>
                <a:r>
                  <a:rPr lang="en-US" altLang="zh-TW" sz="2400" i="1">
                    <a:solidFill>
                      <a:srgbClr val="0070C0"/>
                    </a:solidFill>
                  </a:rPr>
                  <a:t>at sender:</a:t>
                </a:r>
              </a:p>
            </p:txBody>
          </p:sp>
        </p:grpSp>
      </p:grpSp>
      <p:grpSp>
        <p:nvGrpSpPr>
          <p:cNvPr id="37899" name="Group 57">
            <a:extLst>
              <a:ext uri="{FF2B5EF4-FFF2-40B4-BE49-F238E27FC236}">
                <a16:creationId xmlns:a16="http://schemas.microsoft.com/office/drawing/2014/main" id="{CD757556-3A47-4585-A6B1-CC2B17A14E8B}"/>
              </a:ext>
            </a:extLst>
          </p:cNvPr>
          <p:cNvGrpSpPr>
            <a:grpSpLocks/>
          </p:cNvGrpSpPr>
          <p:nvPr/>
        </p:nvGrpSpPr>
        <p:grpSpPr bwMode="auto">
          <a:xfrm>
            <a:off x="7481888" y="3741738"/>
            <a:ext cx="533400" cy="206375"/>
            <a:chOff x="344" y="1846"/>
            <a:chExt cx="336" cy="130"/>
          </a:xfrm>
        </p:grpSpPr>
        <p:sp>
          <p:nvSpPr>
            <p:cNvPr id="38010" name="Rectangle 35">
              <a:extLst>
                <a:ext uri="{FF2B5EF4-FFF2-40B4-BE49-F238E27FC236}">
                  <a16:creationId xmlns:a16="http://schemas.microsoft.com/office/drawing/2014/main" id="{1DD8A5EB-E9F1-4453-8ED3-F046A4105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11" name="Rectangle 54">
              <a:extLst>
                <a:ext uri="{FF2B5EF4-FFF2-40B4-BE49-F238E27FC236}">
                  <a16:creationId xmlns:a16="http://schemas.microsoft.com/office/drawing/2014/main" id="{14534AE2-7495-4EE5-A292-5548A024E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12" name="Rectangle 55">
              <a:extLst>
                <a:ext uri="{FF2B5EF4-FFF2-40B4-BE49-F238E27FC236}">
                  <a16:creationId xmlns:a16="http://schemas.microsoft.com/office/drawing/2014/main" id="{E2D01E32-2A47-4257-B912-CF01043F6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13" name="Rectangle 56">
              <a:extLst>
                <a:ext uri="{FF2B5EF4-FFF2-40B4-BE49-F238E27FC236}">
                  <a16:creationId xmlns:a16="http://schemas.microsoft.com/office/drawing/2014/main" id="{829DC4F2-59B8-4A0C-9FC8-0FD2AA0E9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37900" name="Rectangle 23">
            <a:extLst>
              <a:ext uri="{FF2B5EF4-FFF2-40B4-BE49-F238E27FC236}">
                <a16:creationId xmlns:a16="http://schemas.microsoft.com/office/drawing/2014/main" id="{B7F6B8E5-ED9D-452E-8E85-F269A887F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194050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01" name="Rectangle 24">
            <a:extLst>
              <a:ext uri="{FF2B5EF4-FFF2-40B4-BE49-F238E27FC236}">
                <a16:creationId xmlns:a16="http://schemas.microsoft.com/office/drawing/2014/main" id="{01BE3719-11DE-4F1C-A81C-0FB3A60D5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775" y="3248025"/>
            <a:ext cx="1473200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02" name="Line 25">
            <a:extLst>
              <a:ext uri="{FF2B5EF4-FFF2-40B4-BE49-F238E27FC236}">
                <a16:creationId xmlns:a16="http://schemas.microsoft.com/office/drawing/2014/main" id="{78132188-C7AB-4269-98C5-300A219229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5" y="4017963"/>
            <a:ext cx="14605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03" name="Text Box 26">
            <a:extLst>
              <a:ext uri="{FF2B5EF4-FFF2-40B4-BE49-F238E27FC236}">
                <a16:creationId xmlns:a16="http://schemas.microsoft.com/office/drawing/2014/main" id="{A23F03C0-3AC2-4F90-9A83-17FFC5C5F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0005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37904" name="Line 27">
            <a:extLst>
              <a:ext uri="{FF2B5EF4-FFF2-40B4-BE49-F238E27FC236}">
                <a16:creationId xmlns:a16="http://schemas.microsoft.com/office/drawing/2014/main" id="{62739DAB-61DD-405C-89EA-FFCC649EB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433546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05" name="Text Box 26">
            <a:extLst>
              <a:ext uri="{FF2B5EF4-FFF2-40B4-BE49-F238E27FC236}">
                <a16:creationId xmlns:a16="http://schemas.microsoft.com/office/drawing/2014/main" id="{E37B1E7F-2CFA-4B8A-A7C0-3E7D0B4F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388" y="32146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37906" name="Text Box 26">
            <a:extLst>
              <a:ext uri="{FF2B5EF4-FFF2-40B4-BE49-F238E27FC236}">
                <a16:creationId xmlns:a16="http://schemas.microsoft.com/office/drawing/2014/main" id="{9F33FA22-0C30-438F-B747-5C8516E02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9053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37907" name="Text Box 26">
            <a:extLst>
              <a:ext uri="{FF2B5EF4-FFF2-40B4-BE49-F238E27FC236}">
                <a16:creationId xmlns:a16="http://schemas.microsoft.com/office/drawing/2014/main" id="{AC25C21A-C393-48B9-912F-9752E5255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6196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37908" name="Text Box 26">
            <a:extLst>
              <a:ext uri="{FF2B5EF4-FFF2-40B4-BE49-F238E27FC236}">
                <a16:creationId xmlns:a16="http://schemas.microsoft.com/office/drawing/2014/main" id="{D87E784F-50E8-472E-B3E9-2DCC0F7AC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213" y="43211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37909" name="Oval 120">
            <a:extLst>
              <a:ext uri="{FF2B5EF4-FFF2-40B4-BE49-F238E27FC236}">
                <a16:creationId xmlns:a16="http://schemas.microsoft.com/office/drawing/2014/main" id="{AAA54282-A585-45C7-8D66-2ACE3266F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Comic Sans MS" panose="030F0702030302020204" pitchFamily="66" charset="0"/>
              </a:rPr>
              <a:t>P2</a:t>
            </a:r>
          </a:p>
        </p:txBody>
      </p:sp>
      <p:sp>
        <p:nvSpPr>
          <p:cNvPr id="37910" name="Line 27">
            <a:extLst>
              <a:ext uri="{FF2B5EF4-FFF2-40B4-BE49-F238E27FC236}">
                <a16:creationId xmlns:a16="http://schemas.microsoft.com/office/drawing/2014/main" id="{6D709CD4-DEBE-45AF-A4CD-44E6A79B1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4538" y="464661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11" name="Line 27">
            <a:extLst>
              <a:ext uri="{FF2B5EF4-FFF2-40B4-BE49-F238E27FC236}">
                <a16:creationId xmlns:a16="http://schemas.microsoft.com/office/drawing/2014/main" id="{8E159DE0-C7BE-45C8-A138-1C53E50AA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363" y="4945063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12" name="Oval 128">
            <a:extLst>
              <a:ext uri="{FF2B5EF4-FFF2-40B4-BE49-F238E27FC236}">
                <a16:creationId xmlns:a16="http://schemas.microsoft.com/office/drawing/2014/main" id="{E96B634A-B7C0-42CC-A134-831D6C93E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35893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Comic Sans MS" panose="030F0702030302020204" pitchFamily="66" charset="0"/>
              </a:rPr>
              <a:t>P1</a:t>
            </a:r>
          </a:p>
        </p:txBody>
      </p:sp>
      <p:grpSp>
        <p:nvGrpSpPr>
          <p:cNvPr id="37913" name="Group 134">
            <a:extLst>
              <a:ext uri="{FF2B5EF4-FFF2-40B4-BE49-F238E27FC236}">
                <a16:creationId xmlns:a16="http://schemas.microsoft.com/office/drawing/2014/main" id="{107D15B2-91E3-4833-8041-4BB40FFAB2F7}"/>
              </a:ext>
            </a:extLst>
          </p:cNvPr>
          <p:cNvGrpSpPr>
            <a:grpSpLocks/>
          </p:cNvGrpSpPr>
          <p:nvPr/>
        </p:nvGrpSpPr>
        <p:grpSpPr bwMode="auto">
          <a:xfrm>
            <a:off x="4127500" y="3948113"/>
            <a:ext cx="412750" cy="158750"/>
            <a:chOff x="1383" y="2620"/>
            <a:chExt cx="260" cy="100"/>
          </a:xfrm>
        </p:grpSpPr>
        <p:sp>
          <p:nvSpPr>
            <p:cNvPr id="38006" name="Rectangle 130">
              <a:extLst>
                <a:ext uri="{FF2B5EF4-FFF2-40B4-BE49-F238E27FC236}">
                  <a16:creationId xmlns:a16="http://schemas.microsoft.com/office/drawing/2014/main" id="{97BD1A48-F063-482D-8176-C09A2A5BA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7" name="Rectangle 131">
              <a:extLst>
                <a:ext uri="{FF2B5EF4-FFF2-40B4-BE49-F238E27FC236}">
                  <a16:creationId xmlns:a16="http://schemas.microsoft.com/office/drawing/2014/main" id="{5C5122D8-65D2-4E76-9B57-CE7563F69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8" name="Rectangle 132">
              <a:extLst>
                <a:ext uri="{FF2B5EF4-FFF2-40B4-BE49-F238E27FC236}">
                  <a16:creationId xmlns:a16="http://schemas.microsoft.com/office/drawing/2014/main" id="{39466D48-9D92-41AA-A2D4-226991180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9" name="Rectangle 133">
              <a:extLst>
                <a:ext uri="{FF2B5EF4-FFF2-40B4-BE49-F238E27FC236}">
                  <a16:creationId xmlns:a16="http://schemas.microsoft.com/office/drawing/2014/main" id="{9ACBE4A8-1219-4F17-9A59-E81120D58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7914" name="Group 135">
            <a:extLst>
              <a:ext uri="{FF2B5EF4-FFF2-40B4-BE49-F238E27FC236}">
                <a16:creationId xmlns:a16="http://schemas.microsoft.com/office/drawing/2014/main" id="{25BB6B2E-24A8-419A-A37B-C1C6D849AEE1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3940175"/>
            <a:ext cx="412750" cy="158750"/>
            <a:chOff x="1383" y="2620"/>
            <a:chExt cx="260" cy="100"/>
          </a:xfrm>
        </p:grpSpPr>
        <p:sp>
          <p:nvSpPr>
            <p:cNvPr id="38002" name="Rectangle 136">
              <a:extLst>
                <a:ext uri="{FF2B5EF4-FFF2-40B4-BE49-F238E27FC236}">
                  <a16:creationId xmlns:a16="http://schemas.microsoft.com/office/drawing/2014/main" id="{F55A7C9E-E29F-4E23-8CA7-C87E1BFE7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3" name="Rectangle 137">
              <a:extLst>
                <a:ext uri="{FF2B5EF4-FFF2-40B4-BE49-F238E27FC236}">
                  <a16:creationId xmlns:a16="http://schemas.microsoft.com/office/drawing/2014/main" id="{DC527215-817A-45F7-975C-0E10100F4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4" name="Rectangle 138">
              <a:extLst>
                <a:ext uri="{FF2B5EF4-FFF2-40B4-BE49-F238E27FC236}">
                  <a16:creationId xmlns:a16="http://schemas.microsoft.com/office/drawing/2014/main" id="{ED763B15-C6B0-4BDB-B910-58B55993D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5" name="Rectangle 139">
              <a:extLst>
                <a:ext uri="{FF2B5EF4-FFF2-40B4-BE49-F238E27FC236}">
                  <a16:creationId xmlns:a16="http://schemas.microsoft.com/office/drawing/2014/main" id="{90CA9048-B449-4CB0-BC82-C5AB415C7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37915" name="Freeform 141">
            <a:extLst>
              <a:ext uri="{FF2B5EF4-FFF2-40B4-BE49-F238E27FC236}">
                <a16:creationId xmlns:a16="http://schemas.microsoft.com/office/drawing/2014/main" id="{C560572F-5EC3-438E-AB0A-C43371486430}"/>
              </a:ext>
            </a:extLst>
          </p:cNvPr>
          <p:cNvSpPr>
            <a:spLocks/>
          </p:cNvSpPr>
          <p:nvPr/>
        </p:nvSpPr>
        <p:spPr bwMode="auto">
          <a:xfrm>
            <a:off x="1793875" y="4003675"/>
            <a:ext cx="2160588" cy="1989138"/>
          </a:xfrm>
          <a:custGeom>
            <a:avLst/>
            <a:gdLst>
              <a:gd name="T0" fmla="*/ 0 w 1361"/>
              <a:gd name="T1" fmla="*/ 2147483646 h 1253"/>
              <a:gd name="T2" fmla="*/ 2147483646 w 1361"/>
              <a:gd name="T3" fmla="*/ 2147483646 h 1253"/>
              <a:gd name="T4" fmla="*/ 2147483646 w 1361"/>
              <a:gd name="T5" fmla="*/ 2147483646 h 1253"/>
              <a:gd name="T6" fmla="*/ 2147483646 w 1361"/>
              <a:gd name="T7" fmla="*/ 2147483646 h 1253"/>
              <a:gd name="T8" fmla="*/ 2147483646 w 1361"/>
              <a:gd name="T9" fmla="*/ 2147483646 h 1253"/>
              <a:gd name="T10" fmla="*/ 2147483646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61"/>
              <a:gd name="T19" fmla="*/ 0 h 1253"/>
              <a:gd name="T20" fmla="*/ 1361 w 1361"/>
              <a:gd name="T21" fmla="*/ 1253 h 12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7916" name="Freeform 142">
            <a:extLst>
              <a:ext uri="{FF2B5EF4-FFF2-40B4-BE49-F238E27FC236}">
                <a16:creationId xmlns:a16="http://schemas.microsoft.com/office/drawing/2014/main" id="{54A791FB-F4DB-4AAC-B617-02047726FEFF}"/>
              </a:ext>
            </a:extLst>
          </p:cNvPr>
          <p:cNvSpPr>
            <a:spLocks/>
          </p:cNvSpPr>
          <p:nvPr/>
        </p:nvSpPr>
        <p:spPr bwMode="auto">
          <a:xfrm>
            <a:off x="1857375" y="4029075"/>
            <a:ext cx="1962150" cy="1897063"/>
          </a:xfrm>
          <a:custGeom>
            <a:avLst/>
            <a:gdLst>
              <a:gd name="T0" fmla="*/ 0 w 1236"/>
              <a:gd name="T1" fmla="*/ 2147483646 h 1195"/>
              <a:gd name="T2" fmla="*/ 2147483646 w 1236"/>
              <a:gd name="T3" fmla="*/ 2147483646 h 1195"/>
              <a:gd name="T4" fmla="*/ 2147483646 w 1236"/>
              <a:gd name="T5" fmla="*/ 2147483646 h 1195"/>
              <a:gd name="T6" fmla="*/ 2147483646 w 1236"/>
              <a:gd name="T7" fmla="*/ 2147483646 h 1195"/>
              <a:gd name="T8" fmla="*/ 2147483646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36"/>
              <a:gd name="T16" fmla="*/ 0 h 1195"/>
              <a:gd name="T17" fmla="*/ 1236 w 1236"/>
              <a:gd name="T18" fmla="*/ 1195 h 11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7917" name="Rectangle 23">
            <a:extLst>
              <a:ext uri="{FF2B5EF4-FFF2-40B4-BE49-F238E27FC236}">
                <a16:creationId xmlns:a16="http://schemas.microsoft.com/office/drawing/2014/main" id="{348B89B4-BBC9-4A19-93DB-E34C4FD47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888" y="3563938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18" name="Rectangle 24">
            <a:extLst>
              <a:ext uri="{FF2B5EF4-FFF2-40B4-BE49-F238E27FC236}">
                <a16:creationId xmlns:a16="http://schemas.microsoft.com/office/drawing/2014/main" id="{A3C3059C-A126-4818-88A2-7B63E58F3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3617913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19" name="Line 25">
            <a:extLst>
              <a:ext uri="{FF2B5EF4-FFF2-40B4-BE49-F238E27FC236}">
                <a16:creationId xmlns:a16="http://schemas.microsoft.com/office/drawing/2014/main" id="{410566BC-4886-4595-8449-2A2B0979FB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8313" y="43783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20" name="Text Box 26">
            <a:extLst>
              <a:ext uri="{FF2B5EF4-FFF2-40B4-BE49-F238E27FC236}">
                <a16:creationId xmlns:a16="http://schemas.microsoft.com/office/drawing/2014/main" id="{419F7278-FB12-4CDA-B3CD-C27D508D6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43608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37921" name="Line 27">
            <a:extLst>
              <a:ext uri="{FF2B5EF4-FFF2-40B4-BE49-F238E27FC236}">
                <a16:creationId xmlns:a16="http://schemas.microsoft.com/office/drawing/2014/main" id="{9D8B1D8A-6A5C-465C-A877-C5AADB4B46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46990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22" name="Line 28">
            <a:extLst>
              <a:ext uri="{FF2B5EF4-FFF2-40B4-BE49-F238E27FC236}">
                <a16:creationId xmlns:a16="http://schemas.microsoft.com/office/drawing/2014/main" id="{F89F908D-D64B-4CA2-A0A3-18F404985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3" y="50085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23" name="Line 29">
            <a:extLst>
              <a:ext uri="{FF2B5EF4-FFF2-40B4-BE49-F238E27FC236}">
                <a16:creationId xmlns:a16="http://schemas.microsoft.com/office/drawing/2014/main" id="{99304704-C25E-49A5-8852-2494930F1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1963" y="52943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24" name="Text Box 26">
            <a:extLst>
              <a:ext uri="{FF2B5EF4-FFF2-40B4-BE49-F238E27FC236}">
                <a16:creationId xmlns:a16="http://schemas.microsoft.com/office/drawing/2014/main" id="{328558EF-4E32-4198-86E1-098AFB2FF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75" y="36083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37925" name="Text Box 26">
            <a:extLst>
              <a:ext uri="{FF2B5EF4-FFF2-40B4-BE49-F238E27FC236}">
                <a16:creationId xmlns:a16="http://schemas.microsoft.com/office/drawing/2014/main" id="{623C9D59-AD30-4499-B022-CE2BC6FD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925" y="52657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37926" name="Text Box 26">
            <a:extLst>
              <a:ext uri="{FF2B5EF4-FFF2-40B4-BE49-F238E27FC236}">
                <a16:creationId xmlns:a16="http://schemas.microsoft.com/office/drawing/2014/main" id="{EE912364-AAB6-4D92-9625-438F932CB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975" y="49799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37927" name="Text Box 26">
            <a:extLst>
              <a:ext uri="{FF2B5EF4-FFF2-40B4-BE49-F238E27FC236}">
                <a16:creationId xmlns:a16="http://schemas.microsoft.com/office/drawing/2014/main" id="{D33FFA59-9823-4FE6-BD36-CC1300811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46847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37928" name="Oval 101">
            <a:extLst>
              <a:ext uri="{FF2B5EF4-FFF2-40B4-BE49-F238E27FC236}">
                <a16:creationId xmlns:a16="http://schemas.microsoft.com/office/drawing/2014/main" id="{E743EA1F-998D-48C9-8080-754B713A0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338" y="394970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Comic Sans MS" panose="030F0702030302020204" pitchFamily="66" charset="0"/>
              </a:rPr>
              <a:t>P4</a:t>
            </a:r>
          </a:p>
        </p:txBody>
      </p:sp>
      <p:sp>
        <p:nvSpPr>
          <p:cNvPr id="37929" name="Freeform 103">
            <a:extLst>
              <a:ext uri="{FF2B5EF4-FFF2-40B4-BE49-F238E27FC236}">
                <a16:creationId xmlns:a16="http://schemas.microsoft.com/office/drawing/2014/main" id="{791985BA-1BB7-42E5-BFAF-550BEDE33423}"/>
              </a:ext>
            </a:extLst>
          </p:cNvPr>
          <p:cNvSpPr>
            <a:spLocks/>
          </p:cNvSpPr>
          <p:nvPr/>
        </p:nvSpPr>
        <p:spPr bwMode="auto">
          <a:xfrm>
            <a:off x="6824663" y="3595688"/>
            <a:ext cx="581025" cy="2038350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7930" name="Freeform 70">
            <a:extLst>
              <a:ext uri="{FF2B5EF4-FFF2-40B4-BE49-F238E27FC236}">
                <a16:creationId xmlns:a16="http://schemas.microsoft.com/office/drawing/2014/main" id="{9BF38481-1CD5-4EB7-903A-C78E49858EAB}"/>
              </a:ext>
            </a:extLst>
          </p:cNvPr>
          <p:cNvSpPr>
            <a:spLocks/>
          </p:cNvSpPr>
          <p:nvPr/>
        </p:nvSpPr>
        <p:spPr bwMode="auto">
          <a:xfrm>
            <a:off x="635000" y="3616325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7931" name="Rectangle 23">
            <a:extLst>
              <a:ext uri="{FF2B5EF4-FFF2-40B4-BE49-F238E27FC236}">
                <a16:creationId xmlns:a16="http://schemas.microsoft.com/office/drawing/2014/main" id="{9ABC5ED8-940F-450D-BE09-56D784845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3571875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32" name="Rectangle 24">
            <a:extLst>
              <a:ext uri="{FF2B5EF4-FFF2-40B4-BE49-F238E27FC236}">
                <a16:creationId xmlns:a16="http://schemas.microsoft.com/office/drawing/2014/main" id="{A32D0A54-1274-4121-BFAE-C0189EC37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800" y="3625850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37933" name="Line 25">
            <a:extLst>
              <a:ext uri="{FF2B5EF4-FFF2-40B4-BE49-F238E27FC236}">
                <a16:creationId xmlns:a16="http://schemas.microsoft.com/office/drawing/2014/main" id="{2CAC8467-5B59-4342-9F42-1610E4C18C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3325" y="438626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34" name="Text Box 26">
            <a:extLst>
              <a:ext uri="{FF2B5EF4-FFF2-40B4-BE49-F238E27FC236}">
                <a16:creationId xmlns:a16="http://schemas.microsoft.com/office/drawing/2014/main" id="{C1DDBE0D-B7EA-4DC2-B0AD-0D6C31E96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43688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37935" name="Line 27">
            <a:extLst>
              <a:ext uri="{FF2B5EF4-FFF2-40B4-BE49-F238E27FC236}">
                <a16:creationId xmlns:a16="http://schemas.microsoft.com/office/drawing/2014/main" id="{22C8CF66-139E-468B-881F-5E9DE89F7F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1263" y="47069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36" name="Line 28">
            <a:extLst>
              <a:ext uri="{FF2B5EF4-FFF2-40B4-BE49-F238E27FC236}">
                <a16:creationId xmlns:a16="http://schemas.microsoft.com/office/drawing/2014/main" id="{7695097E-4786-47CD-A735-8AE71CE58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6975" y="50165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37" name="Line 29">
            <a:extLst>
              <a:ext uri="{FF2B5EF4-FFF2-40B4-BE49-F238E27FC236}">
                <a16:creationId xmlns:a16="http://schemas.microsoft.com/office/drawing/2014/main" id="{B1AF9F5E-E230-43AC-8E8A-317C9A59F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6975" y="530225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37938" name="Text Box 26">
            <a:extLst>
              <a:ext uri="{FF2B5EF4-FFF2-40B4-BE49-F238E27FC236}">
                <a16:creationId xmlns:a16="http://schemas.microsoft.com/office/drawing/2014/main" id="{7EA35711-871C-4DD8-87A2-60D5AE6F6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5388" y="36163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37939" name="Text Box 26">
            <a:extLst>
              <a:ext uri="{FF2B5EF4-FFF2-40B4-BE49-F238E27FC236}">
                <a16:creationId xmlns:a16="http://schemas.microsoft.com/office/drawing/2014/main" id="{4243FB6D-F537-4620-87FC-CEBF69C1A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52736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37940" name="Text Box 26">
            <a:extLst>
              <a:ext uri="{FF2B5EF4-FFF2-40B4-BE49-F238E27FC236}">
                <a16:creationId xmlns:a16="http://schemas.microsoft.com/office/drawing/2014/main" id="{9C90E2C3-677D-4DD6-9618-D5718B784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49879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37941" name="Text Box 26">
            <a:extLst>
              <a:ext uri="{FF2B5EF4-FFF2-40B4-BE49-F238E27FC236}">
                <a16:creationId xmlns:a16="http://schemas.microsoft.com/office/drawing/2014/main" id="{C1B8E5C2-CDEE-490D-A416-23122D8F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463" y="46926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37942" name="Oval 23">
            <a:extLst>
              <a:ext uri="{FF2B5EF4-FFF2-40B4-BE49-F238E27FC236}">
                <a16:creationId xmlns:a16="http://schemas.microsoft.com/office/drawing/2014/main" id="{B5E7FACA-4E7F-4234-9EA9-14202F8B0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39576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Comic Sans MS" panose="030F0702030302020204" pitchFamily="66" charset="0"/>
              </a:rPr>
              <a:t>P3</a:t>
            </a:r>
          </a:p>
        </p:txBody>
      </p:sp>
      <p:grpSp>
        <p:nvGrpSpPr>
          <p:cNvPr id="37943" name="Group 149">
            <a:extLst>
              <a:ext uri="{FF2B5EF4-FFF2-40B4-BE49-F238E27FC236}">
                <a16:creationId xmlns:a16="http://schemas.microsoft.com/office/drawing/2014/main" id="{EEA75C54-F51D-4D6A-A434-7215E06A5C1E}"/>
              </a:ext>
            </a:extLst>
          </p:cNvPr>
          <p:cNvGrpSpPr>
            <a:grpSpLocks/>
          </p:cNvGrpSpPr>
          <p:nvPr/>
        </p:nvGrpSpPr>
        <p:grpSpPr bwMode="auto">
          <a:xfrm>
            <a:off x="1620838" y="4295775"/>
            <a:ext cx="412750" cy="158750"/>
            <a:chOff x="1287" y="2524"/>
            <a:chExt cx="260" cy="100"/>
          </a:xfrm>
        </p:grpSpPr>
        <p:sp>
          <p:nvSpPr>
            <p:cNvPr id="37998" name="Rectangle 73">
              <a:extLst>
                <a:ext uri="{FF2B5EF4-FFF2-40B4-BE49-F238E27FC236}">
                  <a16:creationId xmlns:a16="http://schemas.microsoft.com/office/drawing/2014/main" id="{54A8CC8F-37FD-46A0-9C42-C71C831F5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9" name="Rectangle 74">
              <a:extLst>
                <a:ext uri="{FF2B5EF4-FFF2-40B4-BE49-F238E27FC236}">
                  <a16:creationId xmlns:a16="http://schemas.microsoft.com/office/drawing/2014/main" id="{1C19DF24-3B80-47B1-9AAB-58DA75302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0" name="Rectangle 75">
              <a:extLst>
                <a:ext uri="{FF2B5EF4-FFF2-40B4-BE49-F238E27FC236}">
                  <a16:creationId xmlns:a16="http://schemas.microsoft.com/office/drawing/2014/main" id="{16ACCAC0-B071-4870-AADF-A6E9450D6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8001" name="Rectangle 129">
              <a:extLst>
                <a:ext uri="{FF2B5EF4-FFF2-40B4-BE49-F238E27FC236}">
                  <a16:creationId xmlns:a16="http://schemas.microsoft.com/office/drawing/2014/main" id="{2ECDC888-FBFB-4491-98C4-B248F0E69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7944" name="Group 150">
            <a:extLst>
              <a:ext uri="{FF2B5EF4-FFF2-40B4-BE49-F238E27FC236}">
                <a16:creationId xmlns:a16="http://schemas.microsoft.com/office/drawing/2014/main" id="{57D2B555-9B8B-4626-8022-F549BCB78314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4294188"/>
            <a:ext cx="412750" cy="158750"/>
            <a:chOff x="1287" y="2524"/>
            <a:chExt cx="260" cy="100"/>
          </a:xfrm>
        </p:grpSpPr>
        <p:sp>
          <p:nvSpPr>
            <p:cNvPr id="37994" name="Rectangle 151">
              <a:extLst>
                <a:ext uri="{FF2B5EF4-FFF2-40B4-BE49-F238E27FC236}">
                  <a16:creationId xmlns:a16="http://schemas.microsoft.com/office/drawing/2014/main" id="{5791ECFA-4711-4751-AF88-B48E3E5B3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5" name="Rectangle 152">
              <a:extLst>
                <a:ext uri="{FF2B5EF4-FFF2-40B4-BE49-F238E27FC236}">
                  <a16:creationId xmlns:a16="http://schemas.microsoft.com/office/drawing/2014/main" id="{C04BF5FB-67DE-428F-8FA9-E713BDCC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6" name="Rectangle 153">
              <a:extLst>
                <a:ext uri="{FF2B5EF4-FFF2-40B4-BE49-F238E27FC236}">
                  <a16:creationId xmlns:a16="http://schemas.microsoft.com/office/drawing/2014/main" id="{CF1156F3-91BF-4733-A1BF-FF3703C33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7" name="Rectangle 154">
              <a:extLst>
                <a:ext uri="{FF2B5EF4-FFF2-40B4-BE49-F238E27FC236}">
                  <a16:creationId xmlns:a16="http://schemas.microsoft.com/office/drawing/2014/main" id="{215AE83E-4A84-4C3F-A821-78B3BA4A4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37945" name="Freeform 146">
            <a:extLst>
              <a:ext uri="{FF2B5EF4-FFF2-40B4-BE49-F238E27FC236}">
                <a16:creationId xmlns:a16="http://schemas.microsoft.com/office/drawing/2014/main" id="{65C9263B-6175-43DC-A69B-15B75723234C}"/>
              </a:ext>
            </a:extLst>
          </p:cNvPr>
          <p:cNvSpPr>
            <a:spLocks/>
          </p:cNvSpPr>
          <p:nvPr/>
        </p:nvSpPr>
        <p:spPr bwMode="auto">
          <a:xfrm>
            <a:off x="4008438" y="3995738"/>
            <a:ext cx="2173287" cy="1989137"/>
          </a:xfrm>
          <a:custGeom>
            <a:avLst/>
            <a:gdLst>
              <a:gd name="T0" fmla="*/ 2147483646 w 1369"/>
              <a:gd name="T1" fmla="*/ 2147483646 h 1253"/>
              <a:gd name="T2" fmla="*/ 2147483646 w 1369"/>
              <a:gd name="T3" fmla="*/ 2147483646 h 1253"/>
              <a:gd name="T4" fmla="*/ 2147483646 w 1369"/>
              <a:gd name="T5" fmla="*/ 2147483646 h 1253"/>
              <a:gd name="T6" fmla="*/ 0 w 1369"/>
              <a:gd name="T7" fmla="*/ 2147483646 h 1253"/>
              <a:gd name="T8" fmla="*/ 2147483646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9"/>
              <a:gd name="T16" fmla="*/ 0 h 1253"/>
              <a:gd name="T17" fmla="*/ 1369 w 1369"/>
              <a:gd name="T18" fmla="*/ 1253 h 12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7946" name="Freeform 147">
            <a:extLst>
              <a:ext uri="{FF2B5EF4-FFF2-40B4-BE49-F238E27FC236}">
                <a16:creationId xmlns:a16="http://schemas.microsoft.com/office/drawing/2014/main" id="{02D582CE-B8D3-4D09-9C62-08EDC56AA606}"/>
              </a:ext>
            </a:extLst>
          </p:cNvPr>
          <p:cNvSpPr>
            <a:spLocks/>
          </p:cNvSpPr>
          <p:nvPr/>
        </p:nvSpPr>
        <p:spPr bwMode="auto">
          <a:xfrm>
            <a:off x="4127500" y="4027488"/>
            <a:ext cx="1984375" cy="1876425"/>
          </a:xfrm>
          <a:custGeom>
            <a:avLst/>
            <a:gdLst>
              <a:gd name="T0" fmla="*/ 2147483646 w 1250"/>
              <a:gd name="T1" fmla="*/ 2147483646 h 1182"/>
              <a:gd name="T2" fmla="*/ 2147483646 w 1250"/>
              <a:gd name="T3" fmla="*/ 2147483646 h 1182"/>
              <a:gd name="T4" fmla="*/ 2147483646 w 1250"/>
              <a:gd name="T5" fmla="*/ 2147483646 h 1182"/>
              <a:gd name="T6" fmla="*/ 0 w 1250"/>
              <a:gd name="T7" fmla="*/ 2147483646 h 1182"/>
              <a:gd name="T8" fmla="*/ 2147483646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50"/>
              <a:gd name="T16" fmla="*/ 0 h 1182"/>
              <a:gd name="T17" fmla="*/ 1250 w 1250"/>
              <a:gd name="T18" fmla="*/ 1182 h 11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37947" name="Oval 36">
            <a:extLst>
              <a:ext uri="{FF2B5EF4-FFF2-40B4-BE49-F238E27FC236}">
                <a16:creationId xmlns:a16="http://schemas.microsoft.com/office/drawing/2014/main" id="{A4C11742-795E-4158-A4D1-52F4E19D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410686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Comic Sans MS" panose="030F0702030302020204" pitchFamily="66" charset="0"/>
            </a:endParaRPr>
          </a:p>
        </p:txBody>
      </p:sp>
      <p:grpSp>
        <p:nvGrpSpPr>
          <p:cNvPr id="11" name="Group 169">
            <a:extLst>
              <a:ext uri="{FF2B5EF4-FFF2-40B4-BE49-F238E27FC236}">
                <a16:creationId xmlns:a16="http://schemas.microsoft.com/office/drawing/2014/main" id="{A41B3489-B70F-469C-AE0E-7F5F545D07C5}"/>
              </a:ext>
            </a:extLst>
          </p:cNvPr>
          <p:cNvGrpSpPr>
            <a:grpSpLocks/>
          </p:cNvGrpSpPr>
          <p:nvPr/>
        </p:nvGrpSpPr>
        <p:grpSpPr bwMode="auto">
          <a:xfrm>
            <a:off x="2962275" y="2854325"/>
            <a:ext cx="1292225" cy="1454150"/>
            <a:chOff x="1868" y="1796"/>
            <a:chExt cx="814" cy="916"/>
          </a:xfrm>
        </p:grpSpPr>
        <p:sp>
          <p:nvSpPr>
            <p:cNvPr id="37991" name="Oval 166">
              <a:extLst>
                <a:ext uri="{FF2B5EF4-FFF2-40B4-BE49-F238E27FC236}">
                  <a16:creationId xmlns:a16="http://schemas.microsoft.com/office/drawing/2014/main" id="{213B78DC-5E5D-4204-840D-54C826F03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2" name="Oval 167">
              <a:extLst>
                <a:ext uri="{FF2B5EF4-FFF2-40B4-BE49-F238E27FC236}">
                  <a16:creationId xmlns:a16="http://schemas.microsoft.com/office/drawing/2014/main" id="{837C89E4-86E9-44CB-97D1-4F7EF301F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2668"/>
              <a:ext cx="124" cy="44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3" name="Freeform 168">
              <a:extLst>
                <a:ext uri="{FF2B5EF4-FFF2-40B4-BE49-F238E27FC236}">
                  <a16:creationId xmlns:a16="http://schemas.microsoft.com/office/drawing/2014/main" id="{1A7AC500-F773-4141-BAF4-FAAA2AA72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96"/>
              <a:ext cx="434" cy="904"/>
            </a:xfrm>
            <a:custGeom>
              <a:avLst/>
              <a:gdLst>
                <a:gd name="T0" fmla="*/ 434 w 434"/>
                <a:gd name="T1" fmla="*/ 904 h 904"/>
                <a:gd name="T2" fmla="*/ 2 w 434"/>
                <a:gd name="T3" fmla="*/ 902 h 904"/>
                <a:gd name="T4" fmla="*/ 0 w 434"/>
                <a:gd name="T5" fmla="*/ 0 h 904"/>
                <a:gd name="T6" fmla="*/ 0 60000 65536"/>
                <a:gd name="T7" fmla="*/ 0 60000 65536"/>
                <a:gd name="T8" fmla="*/ 0 60000 65536"/>
                <a:gd name="T9" fmla="*/ 0 w 434"/>
                <a:gd name="T10" fmla="*/ 0 h 904"/>
                <a:gd name="T11" fmla="*/ 434 w 434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4" h="904">
                  <a:moveTo>
                    <a:pt x="434" y="904"/>
                  </a:moveTo>
                  <a:lnTo>
                    <a:pt x="2" y="902"/>
                  </a:ln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2" name="Group 172">
            <a:extLst>
              <a:ext uri="{FF2B5EF4-FFF2-40B4-BE49-F238E27FC236}">
                <a16:creationId xmlns:a16="http://schemas.microsoft.com/office/drawing/2014/main" id="{E8F5E95C-59A6-4742-8C0B-3421A10F0417}"/>
              </a:ext>
            </a:extLst>
          </p:cNvPr>
          <p:cNvGrpSpPr>
            <a:grpSpLocks/>
          </p:cNvGrpSpPr>
          <p:nvPr/>
        </p:nvGrpSpPr>
        <p:grpSpPr bwMode="auto">
          <a:xfrm>
            <a:off x="3870325" y="2809875"/>
            <a:ext cx="1047750" cy="1441450"/>
            <a:chOff x="2432" y="1758"/>
            <a:chExt cx="660" cy="908"/>
          </a:xfrm>
        </p:grpSpPr>
        <p:sp>
          <p:nvSpPr>
            <p:cNvPr id="37989" name="Oval 170">
              <a:extLst>
                <a:ext uri="{FF2B5EF4-FFF2-40B4-BE49-F238E27FC236}">
                  <a16:creationId xmlns:a16="http://schemas.microsoft.com/office/drawing/2014/main" id="{84970FE8-C451-449C-8F00-752645446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90" name="Freeform 171">
              <a:extLst>
                <a:ext uri="{FF2B5EF4-FFF2-40B4-BE49-F238E27FC236}">
                  <a16:creationId xmlns:a16="http://schemas.microsoft.com/office/drawing/2014/main" id="{4B3AB826-F2EA-45CC-88E3-8BE2E90AA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6"/>
                <a:gd name="T13" fmla="*/ 0 h 810"/>
                <a:gd name="T14" fmla="*/ 586 w 586"/>
                <a:gd name="T15" fmla="*/ 810 h 8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7950" name="Group 179">
            <a:extLst>
              <a:ext uri="{FF2B5EF4-FFF2-40B4-BE49-F238E27FC236}">
                <a16:creationId xmlns:a16="http://schemas.microsoft.com/office/drawing/2014/main" id="{21418B17-A71D-48E9-987E-07B53E66F3C5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5126038"/>
            <a:ext cx="800100" cy="828675"/>
            <a:chOff x="-44" y="1473"/>
            <a:chExt cx="981" cy="1105"/>
          </a:xfrm>
        </p:grpSpPr>
        <p:pic>
          <p:nvPicPr>
            <p:cNvPr id="37987" name="Picture 180" descr="desktop_computer_stylized_medium">
              <a:extLst>
                <a:ext uri="{FF2B5EF4-FFF2-40B4-BE49-F238E27FC236}">
                  <a16:creationId xmlns:a16="http://schemas.microsoft.com/office/drawing/2014/main" id="{3423F044-F2C6-423A-971E-6EA8AB956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88" name="Freeform 181">
              <a:extLst>
                <a:ext uri="{FF2B5EF4-FFF2-40B4-BE49-F238E27FC236}">
                  <a16:creationId xmlns:a16="http://schemas.microsoft.com/office/drawing/2014/main" id="{4DF144B0-8A0A-4D69-B964-1A887554246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7951" name="Group 182">
            <a:extLst>
              <a:ext uri="{FF2B5EF4-FFF2-40B4-BE49-F238E27FC236}">
                <a16:creationId xmlns:a16="http://schemas.microsoft.com/office/drawing/2014/main" id="{F7B6137F-8B71-4B29-82E3-2200CE10430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51688" y="5040313"/>
            <a:ext cx="788987" cy="782637"/>
            <a:chOff x="-44" y="1473"/>
            <a:chExt cx="981" cy="1105"/>
          </a:xfrm>
        </p:grpSpPr>
        <p:pic>
          <p:nvPicPr>
            <p:cNvPr id="37985" name="Picture 183" descr="desktop_computer_stylized_medium">
              <a:extLst>
                <a:ext uri="{FF2B5EF4-FFF2-40B4-BE49-F238E27FC236}">
                  <a16:creationId xmlns:a16="http://schemas.microsoft.com/office/drawing/2014/main" id="{52F0B34A-352A-42A9-AB1A-93B07BACE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986" name="Freeform 184">
              <a:extLst>
                <a:ext uri="{FF2B5EF4-FFF2-40B4-BE49-F238E27FC236}">
                  <a16:creationId xmlns:a16="http://schemas.microsoft.com/office/drawing/2014/main" id="{FB43E7FD-9AC7-4CDA-A04B-4770A0D8F97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37952" name="Group 185">
            <a:extLst>
              <a:ext uri="{FF2B5EF4-FFF2-40B4-BE49-F238E27FC236}">
                <a16:creationId xmlns:a16="http://schemas.microsoft.com/office/drawing/2014/main" id="{B204F388-7B04-49F3-BE99-26D505680DF6}"/>
              </a:ext>
            </a:extLst>
          </p:cNvPr>
          <p:cNvGrpSpPr>
            <a:grpSpLocks/>
          </p:cNvGrpSpPr>
          <p:nvPr/>
        </p:nvGrpSpPr>
        <p:grpSpPr bwMode="auto">
          <a:xfrm>
            <a:off x="2741613" y="4625975"/>
            <a:ext cx="358775" cy="704850"/>
            <a:chOff x="4140" y="429"/>
            <a:chExt cx="1425" cy="2396"/>
          </a:xfrm>
        </p:grpSpPr>
        <p:sp>
          <p:nvSpPr>
            <p:cNvPr id="37953" name="Freeform 186">
              <a:extLst>
                <a:ext uri="{FF2B5EF4-FFF2-40B4-BE49-F238E27FC236}">
                  <a16:creationId xmlns:a16="http://schemas.microsoft.com/office/drawing/2014/main" id="{689DCE91-B901-4E2E-B4E9-DB7F06818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54" name="Rectangle 187">
              <a:extLst>
                <a:ext uri="{FF2B5EF4-FFF2-40B4-BE49-F238E27FC236}">
                  <a16:creationId xmlns:a16="http://schemas.microsoft.com/office/drawing/2014/main" id="{F4ABF885-6AAA-48C5-910E-2DEB8871A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55" name="Freeform 188">
              <a:extLst>
                <a:ext uri="{FF2B5EF4-FFF2-40B4-BE49-F238E27FC236}">
                  <a16:creationId xmlns:a16="http://schemas.microsoft.com/office/drawing/2014/main" id="{ADEA4F10-74DC-4238-9D20-A03AB060C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56" name="Freeform 189">
              <a:extLst>
                <a:ext uri="{FF2B5EF4-FFF2-40B4-BE49-F238E27FC236}">
                  <a16:creationId xmlns:a16="http://schemas.microsoft.com/office/drawing/2014/main" id="{43272735-F345-49CA-9358-62A02703D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57" name="Rectangle 190">
              <a:extLst>
                <a:ext uri="{FF2B5EF4-FFF2-40B4-BE49-F238E27FC236}">
                  <a16:creationId xmlns:a16="http://schemas.microsoft.com/office/drawing/2014/main" id="{EA7197EC-9E5D-4C28-8BCF-26BB804F8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37958" name="Group 191">
              <a:extLst>
                <a:ext uri="{FF2B5EF4-FFF2-40B4-BE49-F238E27FC236}">
                  <a16:creationId xmlns:a16="http://schemas.microsoft.com/office/drawing/2014/main" id="{E302862B-DD85-47A8-9FD8-551BA68D38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7983" name="AutoShape 192">
                <a:extLst>
                  <a:ext uri="{FF2B5EF4-FFF2-40B4-BE49-F238E27FC236}">
                    <a16:creationId xmlns:a16="http://schemas.microsoft.com/office/drawing/2014/main" id="{28D16930-0269-4705-8243-4F0B38DF2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7984" name="AutoShape 193">
                <a:extLst>
                  <a:ext uri="{FF2B5EF4-FFF2-40B4-BE49-F238E27FC236}">
                    <a16:creationId xmlns:a16="http://schemas.microsoft.com/office/drawing/2014/main" id="{97FA7B00-90B5-484D-9DCE-C71831588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59" name="Rectangle 194">
              <a:extLst>
                <a:ext uri="{FF2B5EF4-FFF2-40B4-BE49-F238E27FC236}">
                  <a16:creationId xmlns:a16="http://schemas.microsoft.com/office/drawing/2014/main" id="{DAB260A4-05B4-4CBA-AAFE-A16EF0946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37960" name="Group 195">
              <a:extLst>
                <a:ext uri="{FF2B5EF4-FFF2-40B4-BE49-F238E27FC236}">
                  <a16:creationId xmlns:a16="http://schemas.microsoft.com/office/drawing/2014/main" id="{1CBA3EE3-C7EF-4201-8F76-8E3EDB0E2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7981" name="AutoShape 196">
                <a:extLst>
                  <a:ext uri="{FF2B5EF4-FFF2-40B4-BE49-F238E27FC236}">
                    <a16:creationId xmlns:a16="http://schemas.microsoft.com/office/drawing/2014/main" id="{E26B414D-10ED-486D-B77A-6C4A977F7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5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7982" name="AutoShape 197">
                <a:extLst>
                  <a:ext uri="{FF2B5EF4-FFF2-40B4-BE49-F238E27FC236}">
                    <a16:creationId xmlns:a16="http://schemas.microsoft.com/office/drawing/2014/main" id="{F0E8EE9B-9FAD-42D4-B81B-B50547265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61" name="Rectangle 198">
              <a:extLst>
                <a:ext uri="{FF2B5EF4-FFF2-40B4-BE49-F238E27FC236}">
                  <a16:creationId xmlns:a16="http://schemas.microsoft.com/office/drawing/2014/main" id="{A53E9552-F45B-440F-AFA3-2774CF826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62" name="Rectangle 199">
              <a:extLst>
                <a:ext uri="{FF2B5EF4-FFF2-40B4-BE49-F238E27FC236}">
                  <a16:creationId xmlns:a16="http://schemas.microsoft.com/office/drawing/2014/main" id="{E253E633-F554-4D3F-888A-D4B4C15F3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37963" name="Group 200">
              <a:extLst>
                <a:ext uri="{FF2B5EF4-FFF2-40B4-BE49-F238E27FC236}">
                  <a16:creationId xmlns:a16="http://schemas.microsoft.com/office/drawing/2014/main" id="{9072DA48-00EC-438D-9E4E-1B4B81784E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7979" name="AutoShape 201">
                <a:extLst>
                  <a:ext uri="{FF2B5EF4-FFF2-40B4-BE49-F238E27FC236}">
                    <a16:creationId xmlns:a16="http://schemas.microsoft.com/office/drawing/2014/main" id="{809D5FBA-A783-4077-8449-3E5DC8F989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7980" name="AutoShape 202">
                <a:extLst>
                  <a:ext uri="{FF2B5EF4-FFF2-40B4-BE49-F238E27FC236}">
                    <a16:creationId xmlns:a16="http://schemas.microsoft.com/office/drawing/2014/main" id="{FB953AC0-5337-422F-9DC3-4EC81E424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64" name="Freeform 203">
              <a:extLst>
                <a:ext uri="{FF2B5EF4-FFF2-40B4-BE49-F238E27FC236}">
                  <a16:creationId xmlns:a16="http://schemas.microsoft.com/office/drawing/2014/main" id="{4B5C1398-BF56-4F88-AB1C-939964A1E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37965" name="Group 204">
              <a:extLst>
                <a:ext uri="{FF2B5EF4-FFF2-40B4-BE49-F238E27FC236}">
                  <a16:creationId xmlns:a16="http://schemas.microsoft.com/office/drawing/2014/main" id="{C337A99C-BB79-4093-9A70-8B5F4FE63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7977" name="AutoShape 205">
                <a:extLst>
                  <a:ext uri="{FF2B5EF4-FFF2-40B4-BE49-F238E27FC236}">
                    <a16:creationId xmlns:a16="http://schemas.microsoft.com/office/drawing/2014/main" id="{D1093788-7C09-4121-9350-2B0327E44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7978" name="AutoShape 206">
                <a:extLst>
                  <a:ext uri="{FF2B5EF4-FFF2-40B4-BE49-F238E27FC236}">
                    <a16:creationId xmlns:a16="http://schemas.microsoft.com/office/drawing/2014/main" id="{D0BA572B-9FFD-4C5F-BAD2-66C37E598D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7966" name="Rectangle 207">
              <a:extLst>
                <a:ext uri="{FF2B5EF4-FFF2-40B4-BE49-F238E27FC236}">
                  <a16:creationId xmlns:a16="http://schemas.microsoft.com/office/drawing/2014/main" id="{8B8E1DC1-20C3-4861-A4DD-5011B7932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67" name="Freeform 208">
              <a:extLst>
                <a:ext uri="{FF2B5EF4-FFF2-40B4-BE49-F238E27FC236}">
                  <a16:creationId xmlns:a16="http://schemas.microsoft.com/office/drawing/2014/main" id="{6232E018-B791-41FA-AA4A-2609F17C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68" name="Freeform 209">
              <a:extLst>
                <a:ext uri="{FF2B5EF4-FFF2-40B4-BE49-F238E27FC236}">
                  <a16:creationId xmlns:a16="http://schemas.microsoft.com/office/drawing/2014/main" id="{0135587E-4D74-46C5-93AD-54E071EFC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69" name="Oval 210">
              <a:extLst>
                <a:ext uri="{FF2B5EF4-FFF2-40B4-BE49-F238E27FC236}">
                  <a16:creationId xmlns:a16="http://schemas.microsoft.com/office/drawing/2014/main" id="{545C18C7-F3A3-47E4-936D-55299399D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70" name="Freeform 211">
              <a:extLst>
                <a:ext uri="{FF2B5EF4-FFF2-40B4-BE49-F238E27FC236}">
                  <a16:creationId xmlns:a16="http://schemas.microsoft.com/office/drawing/2014/main" id="{CE77816B-BEB9-4E6A-B605-59152CE92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37971" name="AutoShape 212">
              <a:extLst>
                <a:ext uri="{FF2B5EF4-FFF2-40B4-BE49-F238E27FC236}">
                  <a16:creationId xmlns:a16="http://schemas.microsoft.com/office/drawing/2014/main" id="{42EB139C-3F4D-433B-81C3-9FAB39A0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72" name="AutoShape 213">
              <a:extLst>
                <a:ext uri="{FF2B5EF4-FFF2-40B4-BE49-F238E27FC236}">
                  <a16:creationId xmlns:a16="http://schemas.microsoft.com/office/drawing/2014/main" id="{99C9DD19-4735-44AF-B7FA-50F54692A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73" name="Oval 214">
              <a:extLst>
                <a:ext uri="{FF2B5EF4-FFF2-40B4-BE49-F238E27FC236}">
                  <a16:creationId xmlns:a16="http://schemas.microsoft.com/office/drawing/2014/main" id="{4D36423C-3A55-4110-B9EB-98FE1423B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74" name="Oval 215">
              <a:extLst>
                <a:ext uri="{FF2B5EF4-FFF2-40B4-BE49-F238E27FC236}">
                  <a16:creationId xmlns:a16="http://schemas.microsoft.com/office/drawing/2014/main" id="{48FC0231-15D3-4D2F-878E-8095A3C30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75" name="Oval 216">
              <a:extLst>
                <a:ext uri="{FF2B5EF4-FFF2-40B4-BE49-F238E27FC236}">
                  <a16:creationId xmlns:a16="http://schemas.microsoft.com/office/drawing/2014/main" id="{AD84D441-0A7F-46FA-993E-F4BBFC59E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7976" name="Rectangle 217">
              <a:extLst>
                <a:ext uri="{FF2B5EF4-FFF2-40B4-BE49-F238E27FC236}">
                  <a16:creationId xmlns:a16="http://schemas.microsoft.com/office/drawing/2014/main" id="{FDD28DDC-BB03-4B50-AA83-799F95736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5">
            <a:extLst>
              <a:ext uri="{FF2B5EF4-FFF2-40B4-BE49-F238E27FC236}">
                <a16:creationId xmlns:a16="http://schemas.microsoft.com/office/drawing/2014/main" id="{7E0659E9-1850-4D67-83BD-CAA084CD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39939" name="Slide Number Placeholder 6">
            <a:extLst>
              <a:ext uri="{FF2B5EF4-FFF2-40B4-BE49-F238E27FC236}">
                <a16:creationId xmlns:a16="http://schemas.microsoft.com/office/drawing/2014/main" id="{509E129B-FFB7-451F-8EE4-C875B1F6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75E50A59-37A0-4E56-A6F5-A2BB34C4E72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39940" name="Picture 82" descr="underline_base">
            <a:extLst>
              <a:ext uri="{FF2B5EF4-FFF2-40B4-BE49-F238E27FC236}">
                <a16:creationId xmlns:a16="http://schemas.microsoft.com/office/drawing/2014/main" id="{A246F062-D6BE-4675-9A27-B0E7B310D4A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022350"/>
            <a:ext cx="5942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3" name="Rectangle 22">
            <a:extLst>
              <a:ext uri="{FF2B5EF4-FFF2-40B4-BE49-F238E27FC236}">
                <a16:creationId xmlns:a16="http://schemas.microsoft.com/office/drawing/2014/main" id="{96BD5B39-97AD-4ABC-A21D-902007D52F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/>
              <a:t>How demultiplexing works</a:t>
            </a:r>
            <a:endParaRPr lang="en-US" altLang="zh-TW" dirty="0"/>
          </a:p>
        </p:txBody>
      </p:sp>
      <p:sp>
        <p:nvSpPr>
          <p:cNvPr id="9224" name="Rectangle 23">
            <a:extLst>
              <a:ext uri="{FF2B5EF4-FFF2-40B4-BE49-F238E27FC236}">
                <a16:creationId xmlns:a16="http://schemas.microsoft.com/office/drawing/2014/main" id="{81937420-AB27-4F33-828A-6E8551A083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5775" y="1595438"/>
            <a:ext cx="4438650" cy="27908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host receives IP datagrams</a:t>
            </a:r>
          </a:p>
          <a:p>
            <a:pPr lvl="1">
              <a:buFont typeface="Wingdings" charset="0"/>
              <a:buChar char="v"/>
              <a:defRPr/>
            </a:pPr>
            <a:r>
              <a:rPr lang="en-US" altLang="zh-HK" dirty="0">
                <a:ea typeface="ＭＳ Ｐゴシック" charset="0"/>
              </a:rPr>
              <a:t>each </a:t>
            </a:r>
            <a:r>
              <a:rPr lang="en-US" altLang="zh-HK" dirty="0">
                <a:solidFill>
                  <a:srgbClr val="7030A0"/>
                </a:solidFill>
                <a:ea typeface="ＭＳ Ｐゴシック" charset="0"/>
              </a:rPr>
              <a:t>datagram</a:t>
            </a:r>
            <a:r>
              <a:rPr lang="en-US" altLang="zh-HK" dirty="0">
                <a:ea typeface="ＭＳ Ｐゴシック" charset="0"/>
              </a:rPr>
              <a:t> has </a:t>
            </a:r>
            <a:r>
              <a:rPr lang="en-US" altLang="zh-HK" dirty="0">
                <a:solidFill>
                  <a:srgbClr val="7030A0"/>
                </a:solidFill>
                <a:ea typeface="ＭＳ Ｐゴシック" charset="0"/>
              </a:rPr>
              <a:t>source IP address, destination IP address</a:t>
            </a:r>
            <a:endParaRPr lang="en-US" altLang="zh-HK" dirty="0">
              <a:ea typeface="ＭＳ Ｐゴシック" charset="0"/>
            </a:endParaRPr>
          </a:p>
          <a:p>
            <a:pPr>
              <a:buFont typeface="Wingdings" charset="0"/>
              <a:buChar char="v"/>
              <a:defRPr/>
            </a:pPr>
            <a:r>
              <a:rPr lang="en-US" altLang="zh-HK" dirty="0">
                <a:ea typeface="ＭＳ Ｐゴシック" charset="0"/>
              </a:rPr>
              <a:t>each datagram carries one transport-layer segment</a:t>
            </a:r>
          </a:p>
          <a:p>
            <a:pPr lvl="1"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</a:rPr>
              <a:t>each </a:t>
            </a:r>
            <a:r>
              <a:rPr lang="en-US" dirty="0">
                <a:solidFill>
                  <a:srgbClr val="C00000"/>
                </a:solidFill>
                <a:ea typeface="ＭＳ Ｐゴシック" charset="0"/>
              </a:rPr>
              <a:t>segment</a:t>
            </a:r>
            <a:r>
              <a:rPr lang="en-US" dirty="0">
                <a:ea typeface="ＭＳ Ｐゴシック" charset="0"/>
              </a:rPr>
              <a:t> has </a:t>
            </a:r>
            <a:r>
              <a:rPr lang="en-US" dirty="0">
                <a:solidFill>
                  <a:srgbClr val="C00000"/>
                </a:solidFill>
                <a:ea typeface="ＭＳ Ｐゴシック" charset="0"/>
              </a:rPr>
              <a:t>source, destination port number 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host uses </a:t>
            </a:r>
            <a:r>
              <a:rPr lang="en-US" i="1" dirty="0">
                <a:solidFill>
                  <a:srgbClr val="7030A0"/>
                </a:solidFill>
                <a:ea typeface="ＭＳ Ｐゴシック" charset="0"/>
                <a:cs typeface="+mn-cs"/>
              </a:rPr>
              <a:t>IP addresses </a:t>
            </a:r>
            <a:r>
              <a:rPr lang="en-US" i="1" dirty="0">
                <a:ea typeface="ＭＳ Ｐゴシック" charset="0"/>
                <a:cs typeface="+mn-cs"/>
              </a:rPr>
              <a:t>&amp;</a:t>
            </a:r>
            <a:r>
              <a:rPr lang="en-US" i="1" dirty="0">
                <a:solidFill>
                  <a:srgbClr val="CC0000"/>
                </a:solidFill>
                <a:ea typeface="ＭＳ Ｐゴシック" charset="0"/>
                <a:cs typeface="+mn-cs"/>
              </a:rPr>
              <a:t> port numbers</a:t>
            </a:r>
            <a:r>
              <a:rPr lang="en-US" dirty="0">
                <a:ea typeface="ＭＳ Ｐゴシック" charset="0"/>
                <a:cs typeface="+mn-cs"/>
              </a:rPr>
              <a:t> to direct segment to appropriate socket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B3F62567-E058-228B-91B3-B155F4EB046F}"/>
              </a:ext>
            </a:extLst>
          </p:cNvPr>
          <p:cNvGrpSpPr/>
          <p:nvPr/>
        </p:nvGrpSpPr>
        <p:grpSpPr>
          <a:xfrm>
            <a:off x="5253038" y="1655763"/>
            <a:ext cx="3446462" cy="4124325"/>
            <a:chOff x="5253038" y="1655763"/>
            <a:chExt cx="3446462" cy="4124325"/>
          </a:xfrm>
        </p:grpSpPr>
        <p:sp>
          <p:nvSpPr>
            <p:cNvPr id="39941" name="Rectangle 75">
              <a:extLst>
                <a:ext uri="{FF2B5EF4-FFF2-40B4-BE49-F238E27FC236}">
                  <a16:creationId xmlns:a16="http://schemas.microsoft.com/office/drawing/2014/main" id="{986A3CD3-7AC5-4814-B379-BA207267A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5" y="2000250"/>
              <a:ext cx="3324225" cy="32004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9942" name="Rectangle 65">
              <a:extLst>
                <a:ext uri="{FF2B5EF4-FFF2-40B4-BE49-F238E27FC236}">
                  <a16:creationId xmlns:a16="http://schemas.microsoft.com/office/drawing/2014/main" id="{FE38ABD0-4BB5-4AE1-AA3C-604B11EF3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325" y="2095500"/>
              <a:ext cx="3324225" cy="32004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39945" name="Text Box 63">
              <a:extLst>
                <a:ext uri="{FF2B5EF4-FFF2-40B4-BE49-F238E27FC236}">
                  <a16:creationId xmlns:a16="http://schemas.microsoft.com/office/drawing/2014/main" id="{88EA4CF6-E526-4ABE-AF9A-1D76CEA1F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7013" y="2108200"/>
              <a:ext cx="1563687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Tahoma" panose="020B0604030504040204" pitchFamily="34" charset="0"/>
                </a:rPr>
                <a:t>source port #</a:t>
              </a:r>
              <a:endParaRPr lang="en-US" altLang="zh-TW" sz="240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46" name="Text Box 64">
              <a:extLst>
                <a:ext uri="{FF2B5EF4-FFF2-40B4-BE49-F238E27FC236}">
                  <a16:creationId xmlns:a16="http://schemas.microsoft.com/office/drawing/2014/main" id="{8768B803-FBB3-4C9F-B261-AE7414E08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2950" y="2108200"/>
              <a:ext cx="132873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Tahoma" panose="020B0604030504040204" pitchFamily="34" charset="0"/>
                </a:rPr>
                <a:t>dest port #</a:t>
              </a:r>
              <a:endParaRPr lang="en-US" altLang="zh-TW" sz="240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47" name="Line 66">
              <a:extLst>
                <a:ext uri="{FF2B5EF4-FFF2-40B4-BE49-F238E27FC236}">
                  <a16:creationId xmlns:a16="http://schemas.microsoft.com/office/drawing/2014/main" id="{8E431EF8-608A-4261-8CA8-CDD3B88F7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57800" y="2495550"/>
              <a:ext cx="33289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9948" name="Line 68">
              <a:extLst>
                <a:ext uri="{FF2B5EF4-FFF2-40B4-BE49-F238E27FC236}">
                  <a16:creationId xmlns:a16="http://schemas.microsoft.com/office/drawing/2014/main" id="{CBAA5805-0BB2-41EE-93C7-043777693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7325" y="3486150"/>
              <a:ext cx="3324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9949" name="Line 69">
              <a:extLst>
                <a:ext uri="{FF2B5EF4-FFF2-40B4-BE49-F238E27FC236}">
                  <a16:creationId xmlns:a16="http://schemas.microsoft.com/office/drawing/2014/main" id="{7A3D880F-B04F-4E5F-9C75-31F140D56F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05625" y="2095500"/>
              <a:ext cx="0" cy="395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9950" name="Text Box 70">
              <a:extLst>
                <a:ext uri="{FF2B5EF4-FFF2-40B4-BE49-F238E27FC236}">
                  <a16:creationId xmlns:a16="http://schemas.microsoft.com/office/drawing/2014/main" id="{FBB8DCC6-C922-4EB9-94D8-664E6D046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0013" y="1655763"/>
              <a:ext cx="863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latin typeface="Tahoma" panose="020B0604030504040204" pitchFamily="34" charset="0"/>
                </a:rPr>
                <a:t>32 bits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9951" name="Line 71">
              <a:extLst>
                <a:ext uri="{FF2B5EF4-FFF2-40B4-BE49-F238E27FC236}">
                  <a16:creationId xmlns:a16="http://schemas.microsoft.com/office/drawing/2014/main" id="{CBCC7D4F-8B45-4E08-87A7-CD1A872DA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62825" y="1862138"/>
              <a:ext cx="1200150" cy="4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9952" name="Line 72">
              <a:extLst>
                <a:ext uri="{FF2B5EF4-FFF2-40B4-BE49-F238E27FC236}">
                  <a16:creationId xmlns:a16="http://schemas.microsoft.com/office/drawing/2014/main" id="{47CB33C1-FD32-407F-B0B6-C3AD55261BE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5253038" y="1871663"/>
              <a:ext cx="11287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39953" name="Text Box 73">
              <a:extLst>
                <a:ext uri="{FF2B5EF4-FFF2-40B4-BE49-F238E27FC236}">
                  <a16:creationId xmlns:a16="http://schemas.microsoft.com/office/drawing/2014/main" id="{A12CCBA2-EA46-4E70-B0E3-4CDAB4797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1088" y="3816350"/>
              <a:ext cx="1389062" cy="100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Tahoma" panose="020B0604030504040204" pitchFamily="34" charset="0"/>
                </a:rPr>
                <a:t>application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Tahoma" panose="020B0604030504040204" pitchFamily="34" charset="0"/>
                </a:rPr>
                <a:t>data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Tahoma" panose="020B0604030504040204" pitchFamily="34" charset="0"/>
                </a:rPr>
                <a:t>(payload)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9954" name="Text Box 74">
              <a:extLst>
                <a:ext uri="{FF2B5EF4-FFF2-40B4-BE49-F238E27FC236}">
                  <a16:creationId xmlns:a16="http://schemas.microsoft.com/office/drawing/2014/main" id="{7A5BD8E9-9671-4AD0-887C-62F6A1A00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6913" y="2849563"/>
              <a:ext cx="229076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latin typeface="Tahoma" panose="020B0604030504040204" pitchFamily="34" charset="0"/>
                </a:rPr>
                <a:t>other header fields</a:t>
              </a:r>
              <a:endParaRPr lang="en-US" altLang="zh-TW" sz="2400">
                <a:latin typeface="Tahoma" panose="020B0604030504040204" pitchFamily="34" charset="0"/>
              </a:endParaRPr>
            </a:p>
          </p:txBody>
        </p:sp>
        <p:sp>
          <p:nvSpPr>
            <p:cNvPr id="39955" name="Text Box 76">
              <a:extLst>
                <a:ext uri="{FF2B5EF4-FFF2-40B4-BE49-F238E27FC236}">
                  <a16:creationId xmlns:a16="http://schemas.microsoft.com/office/drawing/2014/main" id="{6A9EC029-F251-4C8A-9D2E-18BD41C99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1300" y="5380038"/>
              <a:ext cx="3378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dirty="0">
                  <a:solidFill>
                    <a:srgbClr val="C00000"/>
                  </a:solidFill>
                  <a:latin typeface="Tahoma" panose="020B0604030504040204" pitchFamily="34" charset="0"/>
                </a:rPr>
                <a:t>TCP or UDP segment format</a:t>
              </a:r>
              <a:endParaRPr lang="en-US" altLang="zh-TW" sz="2400" dirty="0">
                <a:solidFill>
                  <a:srgbClr val="C00000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5">
            <a:extLst>
              <a:ext uri="{FF2B5EF4-FFF2-40B4-BE49-F238E27FC236}">
                <a16:creationId xmlns:a16="http://schemas.microsoft.com/office/drawing/2014/main" id="{AD4A13D0-A9B5-4A27-82A2-F64C22F5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41987" name="Slide Number Placeholder 6">
            <a:extLst>
              <a:ext uri="{FF2B5EF4-FFF2-40B4-BE49-F238E27FC236}">
                <a16:creationId xmlns:a16="http://schemas.microsoft.com/office/drawing/2014/main" id="{E58658E4-4CD3-4B15-8D21-66E6D9D4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BEA33E21-E3CE-4711-A122-4A427142CC8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41988" name="Picture 110" descr="underline_base">
            <a:extLst>
              <a:ext uri="{FF2B5EF4-FFF2-40B4-BE49-F238E27FC236}">
                <a16:creationId xmlns:a16="http://schemas.microsoft.com/office/drawing/2014/main" id="{73C02A33-147E-4BFC-BB22-2FC924EA5F7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935038"/>
            <a:ext cx="7313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2">
            <a:extLst>
              <a:ext uri="{FF2B5EF4-FFF2-40B4-BE49-F238E27FC236}">
                <a16:creationId xmlns:a16="http://schemas.microsoft.com/office/drawing/2014/main" id="{AE086412-3B80-4D6B-8EC5-16600317E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6550" y="1460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UDP Connectionless demultiplexing</a:t>
            </a:r>
          </a:p>
        </p:txBody>
      </p:sp>
      <p:sp>
        <p:nvSpPr>
          <p:cNvPr id="41990" name="Rectangle 3">
            <a:extLst>
              <a:ext uri="{FF2B5EF4-FFF2-40B4-BE49-F238E27FC236}">
                <a16:creationId xmlns:a16="http://schemas.microsoft.com/office/drawing/2014/main" id="{D98AC1E5-D797-4B93-BF5D-C80E5B7657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7000" y="1495425"/>
            <a:ext cx="8662988" cy="4286250"/>
          </a:xfrm>
        </p:spPr>
        <p:txBody>
          <a:bodyPr/>
          <a:lstStyle/>
          <a:p>
            <a:pPr marL="347663" marR="0" lvl="0" indent="-29051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/>
                <a:ea typeface="ＭＳ Ｐゴシック" pitchFamily="34" charset="-128"/>
              </a:rPr>
              <a:t>created socket has host-local port #:</a:t>
            </a:r>
          </a:p>
          <a:p>
            <a:pPr marL="347663" marR="0" lvl="0" indent="-29051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  </a:t>
            </a:r>
            <a:r>
              <a:rPr kumimoji="0" lang="en-US" altLang="zh-TW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DatagramSocket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 mySocket1 = new </a:t>
            </a:r>
            <a:r>
              <a:rPr kumimoji="0" lang="en-US" altLang="zh-TW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DatagramSocket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(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12534</a:t>
            </a:r>
            <a:r>
              <a:rPr kumimoji="0" lang="en-US" altLang="zh-TW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itchFamily="34" charset="-128"/>
              </a:rPr>
              <a:t>);</a:t>
            </a:r>
            <a:endParaRPr lang="en-US" altLang="zh-TW" dirty="0"/>
          </a:p>
          <a:p>
            <a:pPr marL="347663" indent="-290513"/>
            <a:r>
              <a:rPr lang="en-US" altLang="zh-TW" dirty="0"/>
              <a:t>UDP socket is </a:t>
            </a:r>
            <a:r>
              <a:rPr lang="en-US" altLang="zh-TW" dirty="0">
                <a:solidFill>
                  <a:srgbClr val="0070C0"/>
                </a:solidFill>
              </a:rPr>
              <a:t>fully identified by</a:t>
            </a:r>
            <a:r>
              <a:rPr lang="en-US" altLang="zh-TW" dirty="0"/>
              <a:t> a two-tuple consisting of a </a:t>
            </a:r>
            <a:r>
              <a:rPr lang="en-US" altLang="zh-TW" dirty="0">
                <a:solidFill>
                  <a:srgbClr val="C00000"/>
                </a:solidFill>
              </a:rPr>
              <a:t>destination IP address and a destination port number</a:t>
            </a:r>
            <a:r>
              <a:rPr lang="en-US" altLang="zh-TW" dirty="0"/>
              <a:t>. </a:t>
            </a:r>
          </a:p>
          <a:p>
            <a:pPr marL="347663" indent="-290513"/>
            <a:r>
              <a:rPr lang="en-US" altLang="zh-TW" dirty="0"/>
              <a:t>If two UDP segments have:</a:t>
            </a:r>
          </a:p>
          <a:p>
            <a:pPr marL="693738" lvl="1" indent="-290513"/>
            <a:r>
              <a:rPr lang="en-US" altLang="zh-TW" i="1" dirty="0"/>
              <a:t>different</a:t>
            </a:r>
            <a:r>
              <a:rPr lang="en-US" altLang="zh-TW" dirty="0"/>
              <a:t> source IP addresses and/or source port numbers, </a:t>
            </a:r>
          </a:p>
          <a:p>
            <a:pPr marL="693738" lvl="1" indent="-290513"/>
            <a:r>
              <a:rPr lang="en-US" altLang="zh-TW" i="1" dirty="0">
                <a:solidFill>
                  <a:srgbClr val="C00000"/>
                </a:solidFill>
              </a:rPr>
              <a:t>same</a:t>
            </a:r>
            <a:r>
              <a:rPr lang="en-US" altLang="zh-TW" dirty="0">
                <a:solidFill>
                  <a:srgbClr val="C00000"/>
                </a:solidFill>
              </a:rPr>
              <a:t> destination IP address and destination port number</a:t>
            </a:r>
          </a:p>
          <a:p>
            <a:pPr marL="693738" lvl="1" indent="-290513"/>
            <a:r>
              <a:rPr lang="en-US" altLang="zh-TW" dirty="0"/>
              <a:t>=&gt; the two segments will be directed to the same destination process via the </a:t>
            </a:r>
            <a:r>
              <a:rPr lang="en-US" altLang="zh-TW" i="1" dirty="0">
                <a:solidFill>
                  <a:srgbClr val="C00000"/>
                </a:solidFill>
              </a:rPr>
              <a:t>same</a:t>
            </a:r>
            <a:r>
              <a:rPr lang="en-US" altLang="zh-TW" dirty="0">
                <a:solidFill>
                  <a:srgbClr val="C00000"/>
                </a:solidFill>
              </a:rPr>
              <a:t> destination socket</a:t>
            </a:r>
            <a:r>
              <a:rPr lang="en-US" altLang="zh-TW" dirty="0"/>
              <a:t>.</a:t>
            </a:r>
          </a:p>
          <a:p>
            <a:pPr marL="850900" lvl="1"/>
            <a:endParaRPr lang="en-US" altLang="zh-TW" dirty="0"/>
          </a:p>
          <a:p>
            <a:pPr marL="347663" indent="-290513">
              <a:buFont typeface="Wingdings" panose="05000000000000000000" pitchFamily="2" charset="2"/>
              <a:buNone/>
            </a:pPr>
            <a:endParaRPr lang="en-US" altLang="zh-TW" sz="2000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>
            <a:extLst>
              <a:ext uri="{FF2B5EF4-FFF2-40B4-BE49-F238E27FC236}">
                <a16:creationId xmlns:a16="http://schemas.microsoft.com/office/drawing/2014/main" id="{23C631AE-64BB-44B9-9992-B33015FC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44035" name="Slide Number Placeholder 5">
            <a:extLst>
              <a:ext uri="{FF2B5EF4-FFF2-40B4-BE49-F238E27FC236}">
                <a16:creationId xmlns:a16="http://schemas.microsoft.com/office/drawing/2014/main" id="{07A88B8B-B6EB-4335-AE5A-4E0A5B2E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3F2806AC-F538-419C-9D9E-284CE663885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44036" name="Picture 213" descr="underline_base">
            <a:extLst>
              <a:ext uri="{FF2B5EF4-FFF2-40B4-BE49-F238E27FC236}">
                <a16:creationId xmlns:a16="http://schemas.microsoft.com/office/drawing/2014/main" id="{93CB8BFE-92C0-4959-8123-29B3B2926CF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8858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Rectangle 2">
            <a:extLst>
              <a:ext uri="{FF2B5EF4-FFF2-40B4-BE49-F238E27FC236}">
                <a16:creationId xmlns:a16="http://schemas.microsoft.com/office/drawing/2014/main" id="{29005ECA-F15A-452D-A904-CBA56E8A3B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7772400" cy="935038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Connectionless demux: example</a:t>
            </a:r>
          </a:p>
        </p:txBody>
      </p:sp>
      <p:sp>
        <p:nvSpPr>
          <p:cNvPr id="241708" name="Rectangle 44">
            <a:extLst>
              <a:ext uri="{FF2B5EF4-FFF2-40B4-BE49-F238E27FC236}">
                <a16:creationId xmlns:a16="http://schemas.microsoft.com/office/drawing/2014/main" id="{7EF7E857-8280-484D-87E3-1FDEAD8C61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0200" y="1320800"/>
            <a:ext cx="3211513" cy="725488"/>
          </a:xfrm>
        </p:spPr>
        <p:txBody>
          <a:bodyPr/>
          <a:lstStyle/>
          <a:p>
            <a:pPr marL="173038" indent="-173038">
              <a:buFont typeface="Wingdings" panose="05000000000000000000" pitchFamily="2" charset="2"/>
              <a:buNone/>
            </a:pPr>
            <a:r>
              <a:rPr lang="en-US" altLang="zh-TW" sz="2000" b="1">
                <a:latin typeface="Courier New" panose="02070309020205020404" pitchFamily="49" charset="0"/>
              </a:rPr>
              <a:t>DatagramSocket serverSocket = new DatagramSocket</a:t>
            </a:r>
          </a:p>
          <a:p>
            <a:pPr marL="173038" indent="-173038">
              <a:buFont typeface="Wingdings" panose="05000000000000000000" pitchFamily="2" charset="2"/>
              <a:buNone/>
            </a:pPr>
            <a:r>
              <a:rPr lang="en-US" altLang="zh-TW" sz="2000" b="1">
                <a:latin typeface="Courier New" panose="02070309020205020404" pitchFamily="49" charset="0"/>
              </a:rPr>
              <a:t> (</a:t>
            </a:r>
            <a:r>
              <a:rPr lang="en-US" altLang="zh-TW" sz="2000" b="1">
                <a:solidFill>
                  <a:srgbClr val="CC0000"/>
                </a:solidFill>
                <a:latin typeface="Courier New" panose="02070309020205020404" pitchFamily="49" charset="0"/>
              </a:rPr>
              <a:t>6428</a:t>
            </a:r>
            <a:r>
              <a:rPr lang="en-US" altLang="zh-TW" sz="2000" b="1">
                <a:latin typeface="Courier New" panose="02070309020205020404" pitchFamily="49" charset="0"/>
              </a:rPr>
              <a:t>);</a:t>
            </a:r>
          </a:p>
          <a:p>
            <a:pPr marL="173038" indent="-173038"/>
            <a:endParaRPr lang="en-US" altLang="zh-TW" sz="4000"/>
          </a:p>
        </p:txBody>
      </p:sp>
      <p:sp>
        <p:nvSpPr>
          <p:cNvPr id="44039" name="Freeform 89">
            <a:extLst>
              <a:ext uri="{FF2B5EF4-FFF2-40B4-BE49-F238E27FC236}">
                <a16:creationId xmlns:a16="http://schemas.microsoft.com/office/drawing/2014/main" id="{131F0B78-150D-4F94-A16F-AEE994E121DA}"/>
              </a:ext>
            </a:extLst>
          </p:cNvPr>
          <p:cNvSpPr>
            <a:spLocks/>
          </p:cNvSpPr>
          <p:nvPr/>
        </p:nvSpPr>
        <p:spPr bwMode="auto">
          <a:xfrm>
            <a:off x="3189288" y="2478088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4040" name="Freeform 97">
            <a:extLst>
              <a:ext uri="{FF2B5EF4-FFF2-40B4-BE49-F238E27FC236}">
                <a16:creationId xmlns:a16="http://schemas.microsoft.com/office/drawing/2014/main" id="{31C0E2D8-6D02-4E3A-85AD-82D79C4E3668}"/>
              </a:ext>
            </a:extLst>
          </p:cNvPr>
          <p:cNvSpPr>
            <a:spLocks/>
          </p:cNvSpPr>
          <p:nvPr/>
        </p:nvSpPr>
        <p:spPr bwMode="auto">
          <a:xfrm>
            <a:off x="404813" y="2782888"/>
            <a:ext cx="460375" cy="2193925"/>
          </a:xfrm>
          <a:custGeom>
            <a:avLst/>
            <a:gdLst>
              <a:gd name="T0" fmla="*/ 2147483646 w 290"/>
              <a:gd name="T1" fmla="*/ 2147483646 h 1382"/>
              <a:gd name="T2" fmla="*/ 0 w 290"/>
              <a:gd name="T3" fmla="*/ 2147483646 h 1382"/>
              <a:gd name="T4" fmla="*/ 2147483646 w 290"/>
              <a:gd name="T5" fmla="*/ 0 h 1382"/>
              <a:gd name="T6" fmla="*/ 2147483646 w 290"/>
              <a:gd name="T7" fmla="*/ 2147483646 h 1382"/>
              <a:gd name="T8" fmla="*/ 2147483646 w 290"/>
              <a:gd name="T9" fmla="*/ 2147483646 h 1382"/>
              <a:gd name="T10" fmla="*/ 2147483646 w 290"/>
              <a:gd name="T11" fmla="*/ 2147483646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"/>
              <a:gd name="T19" fmla="*/ 0 h 1382"/>
              <a:gd name="T20" fmla="*/ 290 w 290"/>
              <a:gd name="T21" fmla="*/ 1382 h 138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4041" name="Rectangle 23">
            <a:extLst>
              <a:ext uri="{FF2B5EF4-FFF2-40B4-BE49-F238E27FC236}">
                <a16:creationId xmlns:a16="http://schemas.microsoft.com/office/drawing/2014/main" id="{935CDABE-A510-4AC3-B2DB-456350244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638" y="274955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42" name="Rectangle 24">
            <a:extLst>
              <a:ext uri="{FF2B5EF4-FFF2-40B4-BE49-F238E27FC236}">
                <a16:creationId xmlns:a16="http://schemas.microsoft.com/office/drawing/2014/main" id="{AEAC4474-F4B1-4114-8056-C910DBC16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38" y="2803525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43" name="Line 25">
            <a:extLst>
              <a:ext uri="{FF2B5EF4-FFF2-40B4-BE49-F238E27FC236}">
                <a16:creationId xmlns:a16="http://schemas.microsoft.com/office/drawing/2014/main" id="{CF5FF0B4-5F2E-4F81-8050-39C188ED4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063" y="35639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44" name="Text Box 26">
            <a:extLst>
              <a:ext uri="{FF2B5EF4-FFF2-40B4-BE49-F238E27FC236}">
                <a16:creationId xmlns:a16="http://schemas.microsoft.com/office/drawing/2014/main" id="{30B84CDA-282E-4722-A7F5-FCCB71A14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5464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4045" name="Line 27">
            <a:extLst>
              <a:ext uri="{FF2B5EF4-FFF2-40B4-BE49-F238E27FC236}">
                <a16:creationId xmlns:a16="http://schemas.microsoft.com/office/drawing/2014/main" id="{06B3EDDA-56AF-42A8-BDB9-BAD1D35E1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000" y="38846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46" name="Line 28">
            <a:extLst>
              <a:ext uri="{FF2B5EF4-FFF2-40B4-BE49-F238E27FC236}">
                <a16:creationId xmlns:a16="http://schemas.microsoft.com/office/drawing/2014/main" id="{413665DB-75D7-44FD-BB70-5F1472C9C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713" y="41941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47" name="Line 29">
            <a:extLst>
              <a:ext uri="{FF2B5EF4-FFF2-40B4-BE49-F238E27FC236}">
                <a16:creationId xmlns:a16="http://schemas.microsoft.com/office/drawing/2014/main" id="{D341DC27-9DFF-435D-AD2A-610F904C3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713" y="44799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48" name="Text Box 26">
            <a:extLst>
              <a:ext uri="{FF2B5EF4-FFF2-40B4-BE49-F238E27FC236}">
                <a16:creationId xmlns:a16="http://schemas.microsoft.com/office/drawing/2014/main" id="{0F071641-C237-4088-9C2F-7E161203C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27940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4049" name="Text Box 26">
            <a:extLst>
              <a:ext uri="{FF2B5EF4-FFF2-40B4-BE49-F238E27FC236}">
                <a16:creationId xmlns:a16="http://schemas.microsoft.com/office/drawing/2014/main" id="{2C7968BC-9AFF-45D5-88AC-171BF5F7C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44513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4050" name="Text Box 26">
            <a:extLst>
              <a:ext uri="{FF2B5EF4-FFF2-40B4-BE49-F238E27FC236}">
                <a16:creationId xmlns:a16="http://schemas.microsoft.com/office/drawing/2014/main" id="{7108DCB4-E6D9-4780-8C86-BBD4438C4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41656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4051" name="Text Box 26">
            <a:extLst>
              <a:ext uri="{FF2B5EF4-FFF2-40B4-BE49-F238E27FC236}">
                <a16:creationId xmlns:a16="http://schemas.microsoft.com/office/drawing/2014/main" id="{EC70BF0F-4D14-41E0-8DA3-428DD7F84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703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4052" name="Oval 110">
            <a:extLst>
              <a:ext uri="{FF2B5EF4-FFF2-40B4-BE49-F238E27FC236}">
                <a16:creationId xmlns:a16="http://schemas.microsoft.com/office/drawing/2014/main" id="{E860F4E3-4E22-4B17-B4CF-E175CB7E1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307975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P3</a:t>
            </a:r>
          </a:p>
        </p:txBody>
      </p:sp>
      <p:grpSp>
        <p:nvGrpSpPr>
          <p:cNvPr id="2" name="Group 111">
            <a:extLst>
              <a:ext uri="{FF2B5EF4-FFF2-40B4-BE49-F238E27FC236}">
                <a16:creationId xmlns:a16="http://schemas.microsoft.com/office/drawing/2014/main" id="{BE67CD81-3D3A-402E-9B79-EBFCCFE1807E}"/>
              </a:ext>
            </a:extLst>
          </p:cNvPr>
          <p:cNvGrpSpPr>
            <a:grpSpLocks/>
          </p:cNvGrpSpPr>
          <p:nvPr/>
        </p:nvGrpSpPr>
        <p:grpSpPr bwMode="auto">
          <a:xfrm>
            <a:off x="1176338" y="3403600"/>
            <a:ext cx="620712" cy="228600"/>
            <a:chOff x="1287" y="2524"/>
            <a:chExt cx="260" cy="100"/>
          </a:xfrm>
        </p:grpSpPr>
        <p:sp>
          <p:nvSpPr>
            <p:cNvPr id="44158" name="Rectangle 112">
              <a:extLst>
                <a:ext uri="{FF2B5EF4-FFF2-40B4-BE49-F238E27FC236}">
                  <a16:creationId xmlns:a16="http://schemas.microsoft.com/office/drawing/2014/main" id="{90466327-7DF1-4A63-A215-259722AE5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9" name="Rectangle 113">
              <a:extLst>
                <a:ext uri="{FF2B5EF4-FFF2-40B4-BE49-F238E27FC236}">
                  <a16:creationId xmlns:a16="http://schemas.microsoft.com/office/drawing/2014/main" id="{9C697643-EF35-415B-B3DC-5BBED3BE7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60" name="Rectangle 114">
              <a:extLst>
                <a:ext uri="{FF2B5EF4-FFF2-40B4-BE49-F238E27FC236}">
                  <a16:creationId xmlns:a16="http://schemas.microsoft.com/office/drawing/2014/main" id="{8C305BC0-3257-44C6-A1AB-B00EB3A13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61" name="Rectangle 115">
              <a:extLst>
                <a:ext uri="{FF2B5EF4-FFF2-40B4-BE49-F238E27FC236}">
                  <a16:creationId xmlns:a16="http://schemas.microsoft.com/office/drawing/2014/main" id="{297175E9-672B-4166-A9E1-CE1336A50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44054" name="Rectangle 23">
            <a:extLst>
              <a:ext uri="{FF2B5EF4-FFF2-40B4-BE49-F238E27FC236}">
                <a16:creationId xmlns:a16="http://schemas.microsoft.com/office/drawing/2014/main" id="{00C782EA-BBD0-4C8F-ABF0-1A53FE721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975" y="2516188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55" name="Rectangle 24">
            <a:extLst>
              <a:ext uri="{FF2B5EF4-FFF2-40B4-BE49-F238E27FC236}">
                <a16:creationId xmlns:a16="http://schemas.microsoft.com/office/drawing/2014/main" id="{2B1145B7-75AD-4B7D-A76B-45B4D419D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2570163"/>
            <a:ext cx="1473200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56" name="Line 25">
            <a:extLst>
              <a:ext uri="{FF2B5EF4-FFF2-40B4-BE49-F238E27FC236}">
                <a16:creationId xmlns:a16="http://schemas.microsoft.com/office/drawing/2014/main" id="{5AB96FE2-0F26-41D9-BCB6-C5568AE6F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8400" y="3340100"/>
            <a:ext cx="14605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57" name="Text Box 26">
            <a:extLst>
              <a:ext uri="{FF2B5EF4-FFF2-40B4-BE49-F238E27FC236}">
                <a16:creationId xmlns:a16="http://schemas.microsoft.com/office/drawing/2014/main" id="{30BEE89B-3DA7-43E4-924D-35C44F18F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33226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4058" name="Line 27">
            <a:extLst>
              <a:ext uri="{FF2B5EF4-FFF2-40B4-BE49-F238E27FC236}">
                <a16:creationId xmlns:a16="http://schemas.microsoft.com/office/drawing/2014/main" id="{484F920F-684F-4F94-B5A4-57D9B03985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9988" y="3657600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59" name="Text Box 26">
            <a:extLst>
              <a:ext uri="{FF2B5EF4-FFF2-40B4-BE49-F238E27FC236}">
                <a16:creationId xmlns:a16="http://schemas.microsoft.com/office/drawing/2014/main" id="{BD317EAA-5D3F-4434-B7C0-BE299A4E1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6663" y="25368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4060" name="Text Box 26">
            <a:extLst>
              <a:ext uri="{FF2B5EF4-FFF2-40B4-BE49-F238E27FC236}">
                <a16:creationId xmlns:a16="http://schemas.microsoft.com/office/drawing/2014/main" id="{5EEBA2B0-1C3C-43EF-82BD-00A34AF21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42275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4061" name="Text Box 26">
            <a:extLst>
              <a:ext uri="{FF2B5EF4-FFF2-40B4-BE49-F238E27FC236}">
                <a16:creationId xmlns:a16="http://schemas.microsoft.com/office/drawing/2014/main" id="{969C662D-55AF-48B0-B6E5-DDFEC9957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39417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4062" name="Text Box 26">
            <a:extLst>
              <a:ext uri="{FF2B5EF4-FFF2-40B4-BE49-F238E27FC236}">
                <a16:creationId xmlns:a16="http://schemas.microsoft.com/office/drawing/2014/main" id="{A1D043DF-C4DD-4D66-85C7-B1D65C0E4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36433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4063" name="Line 27">
            <a:extLst>
              <a:ext uri="{FF2B5EF4-FFF2-40B4-BE49-F238E27FC236}">
                <a16:creationId xmlns:a16="http://schemas.microsoft.com/office/drawing/2014/main" id="{0E3D1C17-FFA2-478C-9631-9C4333298B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6813" y="3968750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64" name="Line 27">
            <a:extLst>
              <a:ext uri="{FF2B5EF4-FFF2-40B4-BE49-F238E27FC236}">
                <a16:creationId xmlns:a16="http://schemas.microsoft.com/office/drawing/2014/main" id="{DF54018C-21C0-4B80-AA75-2BE9ECD1F8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3638" y="4267200"/>
            <a:ext cx="1457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65" name="Oval 128">
            <a:extLst>
              <a:ext uri="{FF2B5EF4-FFF2-40B4-BE49-F238E27FC236}">
                <a16:creationId xmlns:a16="http://schemas.microsoft.com/office/drawing/2014/main" id="{E4FE1473-B395-40BF-9049-262AC182F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2876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P1</a:t>
            </a:r>
          </a:p>
        </p:txBody>
      </p:sp>
      <p:grpSp>
        <p:nvGrpSpPr>
          <p:cNvPr id="3" name="Group 134">
            <a:extLst>
              <a:ext uri="{FF2B5EF4-FFF2-40B4-BE49-F238E27FC236}">
                <a16:creationId xmlns:a16="http://schemas.microsoft.com/office/drawing/2014/main" id="{095A4E75-EC06-4035-9BE3-AA37003322FA}"/>
              </a:ext>
            </a:extLst>
          </p:cNvPr>
          <p:cNvGrpSpPr>
            <a:grpSpLocks/>
          </p:cNvGrpSpPr>
          <p:nvPr/>
        </p:nvGrpSpPr>
        <p:grpSpPr bwMode="auto">
          <a:xfrm>
            <a:off x="3992563" y="3192463"/>
            <a:ext cx="887412" cy="228600"/>
            <a:chOff x="1383" y="2620"/>
            <a:chExt cx="260" cy="100"/>
          </a:xfrm>
        </p:grpSpPr>
        <p:sp>
          <p:nvSpPr>
            <p:cNvPr id="44154" name="Rectangle 135">
              <a:extLst>
                <a:ext uri="{FF2B5EF4-FFF2-40B4-BE49-F238E27FC236}">
                  <a16:creationId xmlns:a16="http://schemas.microsoft.com/office/drawing/2014/main" id="{C9EAC396-8E61-4307-8730-6F60B2B76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5" name="Rectangle 136">
              <a:extLst>
                <a:ext uri="{FF2B5EF4-FFF2-40B4-BE49-F238E27FC236}">
                  <a16:creationId xmlns:a16="http://schemas.microsoft.com/office/drawing/2014/main" id="{267CBCF4-4BC9-4101-ADED-2EC2D409C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6" name="Rectangle 137">
              <a:extLst>
                <a:ext uri="{FF2B5EF4-FFF2-40B4-BE49-F238E27FC236}">
                  <a16:creationId xmlns:a16="http://schemas.microsoft.com/office/drawing/2014/main" id="{8B231A52-E345-4D46-B2C7-41B63327B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7" name="Rectangle 138">
              <a:extLst>
                <a:ext uri="{FF2B5EF4-FFF2-40B4-BE49-F238E27FC236}">
                  <a16:creationId xmlns:a16="http://schemas.microsoft.com/office/drawing/2014/main" id="{3A5ECDD1-34DC-4E0E-A2C9-0C6A4DBE6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44067" name="Rectangle 23">
            <a:extLst>
              <a:ext uri="{FF2B5EF4-FFF2-40B4-BE49-F238E27FC236}">
                <a16:creationId xmlns:a16="http://schemas.microsoft.com/office/drawing/2014/main" id="{2B65F4FC-AE93-4C60-95BB-3E0B0B923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2741613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68" name="Rectangle 24">
            <a:extLst>
              <a:ext uri="{FF2B5EF4-FFF2-40B4-BE49-F238E27FC236}">
                <a16:creationId xmlns:a16="http://schemas.microsoft.com/office/drawing/2014/main" id="{BF943E6B-D1C8-457B-B994-FCCBA057D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795588"/>
            <a:ext cx="1273175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4069" name="Line 25">
            <a:extLst>
              <a:ext uri="{FF2B5EF4-FFF2-40B4-BE49-F238E27FC236}">
                <a16:creationId xmlns:a16="http://schemas.microsoft.com/office/drawing/2014/main" id="{A26C6033-7483-49ED-A31D-260C17D74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5125" y="3556000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70" name="Text Box 26">
            <a:extLst>
              <a:ext uri="{FF2B5EF4-FFF2-40B4-BE49-F238E27FC236}">
                <a16:creationId xmlns:a16="http://schemas.microsoft.com/office/drawing/2014/main" id="{8CD0051E-E968-41FE-B38B-9E0B01181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5385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4071" name="Line 27">
            <a:extLst>
              <a:ext uri="{FF2B5EF4-FFF2-40B4-BE49-F238E27FC236}">
                <a16:creationId xmlns:a16="http://schemas.microsoft.com/office/drawing/2014/main" id="{E1063BC6-DC35-4DEE-8366-3005A3A29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3063" y="38766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72" name="Line 28">
            <a:extLst>
              <a:ext uri="{FF2B5EF4-FFF2-40B4-BE49-F238E27FC236}">
                <a16:creationId xmlns:a16="http://schemas.microsoft.com/office/drawing/2014/main" id="{A9C31D6E-B92F-492D-9613-528DD782B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8775" y="41862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73" name="Line 29">
            <a:extLst>
              <a:ext uri="{FF2B5EF4-FFF2-40B4-BE49-F238E27FC236}">
                <a16:creationId xmlns:a16="http://schemas.microsoft.com/office/drawing/2014/main" id="{0F80A97D-C0FD-4F66-974A-BF80B782A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8775" y="447198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4074" name="Text Box 26">
            <a:extLst>
              <a:ext uri="{FF2B5EF4-FFF2-40B4-BE49-F238E27FC236}">
                <a16:creationId xmlns:a16="http://schemas.microsoft.com/office/drawing/2014/main" id="{52743445-99A5-446B-A7CD-0868A0BE0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188" y="27860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4075" name="Text Box 26">
            <a:extLst>
              <a:ext uri="{FF2B5EF4-FFF2-40B4-BE49-F238E27FC236}">
                <a16:creationId xmlns:a16="http://schemas.microsoft.com/office/drawing/2014/main" id="{B54589EC-215F-4E7C-94E6-1878BF11B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738" y="44434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4076" name="Text Box 26">
            <a:extLst>
              <a:ext uri="{FF2B5EF4-FFF2-40B4-BE49-F238E27FC236}">
                <a16:creationId xmlns:a16="http://schemas.microsoft.com/office/drawing/2014/main" id="{C6581728-A4CF-44B6-A797-C634112A2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8" y="41576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4077" name="Text Box 26">
            <a:extLst>
              <a:ext uri="{FF2B5EF4-FFF2-40B4-BE49-F238E27FC236}">
                <a16:creationId xmlns:a16="http://schemas.microsoft.com/office/drawing/2014/main" id="{2F01C41B-876E-4239-B524-974776D9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38623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4078" name="Oval 153">
            <a:extLst>
              <a:ext uri="{FF2B5EF4-FFF2-40B4-BE49-F238E27FC236}">
                <a16:creationId xmlns:a16="http://schemas.microsoft.com/office/drawing/2014/main" id="{7E28600A-A58C-4D8C-8E60-4756EA34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2150" y="309403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P4</a:t>
            </a:r>
          </a:p>
        </p:txBody>
      </p:sp>
      <p:sp>
        <p:nvSpPr>
          <p:cNvPr id="44079" name="Freeform 154">
            <a:extLst>
              <a:ext uri="{FF2B5EF4-FFF2-40B4-BE49-F238E27FC236}">
                <a16:creationId xmlns:a16="http://schemas.microsoft.com/office/drawing/2014/main" id="{5C34EF75-ADE2-4AD4-8E7E-5F94F91C081B}"/>
              </a:ext>
            </a:extLst>
          </p:cNvPr>
          <p:cNvSpPr>
            <a:spLocks/>
          </p:cNvSpPr>
          <p:nvPr/>
        </p:nvSpPr>
        <p:spPr bwMode="auto">
          <a:xfrm>
            <a:off x="8002588" y="2762250"/>
            <a:ext cx="504825" cy="2133600"/>
          </a:xfrm>
          <a:custGeom>
            <a:avLst/>
            <a:gdLst>
              <a:gd name="T0" fmla="*/ 2147483646 w 318"/>
              <a:gd name="T1" fmla="*/ 2147483646 h 1344"/>
              <a:gd name="T2" fmla="*/ 2147483646 w 318"/>
              <a:gd name="T3" fmla="*/ 0 h 1344"/>
              <a:gd name="T4" fmla="*/ 0 w 318"/>
              <a:gd name="T5" fmla="*/ 2147483646 h 1344"/>
              <a:gd name="T6" fmla="*/ 2147483646 w 318"/>
              <a:gd name="T7" fmla="*/ 2147483646 h 1344"/>
              <a:gd name="T8" fmla="*/ 2147483646 w 318"/>
              <a:gd name="T9" fmla="*/ 2147483646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1344"/>
              <a:gd name="T17" fmla="*/ 318 w 318"/>
              <a:gd name="T18" fmla="*/ 1344 h 13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grpSp>
        <p:nvGrpSpPr>
          <p:cNvPr id="4" name="Group 156">
            <a:extLst>
              <a:ext uri="{FF2B5EF4-FFF2-40B4-BE49-F238E27FC236}">
                <a16:creationId xmlns:a16="http://schemas.microsoft.com/office/drawing/2014/main" id="{3B14BDCD-CEB8-41A5-9E3C-E3C4AB1B84A1}"/>
              </a:ext>
            </a:extLst>
          </p:cNvPr>
          <p:cNvGrpSpPr>
            <a:grpSpLocks/>
          </p:cNvGrpSpPr>
          <p:nvPr/>
        </p:nvGrpSpPr>
        <p:grpSpPr bwMode="auto">
          <a:xfrm>
            <a:off x="7035800" y="3425825"/>
            <a:ext cx="620713" cy="204788"/>
            <a:chOff x="1287" y="2524"/>
            <a:chExt cx="260" cy="100"/>
          </a:xfrm>
        </p:grpSpPr>
        <p:sp>
          <p:nvSpPr>
            <p:cNvPr id="44150" name="Rectangle 157">
              <a:extLst>
                <a:ext uri="{FF2B5EF4-FFF2-40B4-BE49-F238E27FC236}">
                  <a16:creationId xmlns:a16="http://schemas.microsoft.com/office/drawing/2014/main" id="{C6ADA412-5C05-4F0C-BA5F-D9AE082D7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1" name="Rectangle 158">
              <a:extLst>
                <a:ext uri="{FF2B5EF4-FFF2-40B4-BE49-F238E27FC236}">
                  <a16:creationId xmlns:a16="http://schemas.microsoft.com/office/drawing/2014/main" id="{720E431F-B9AE-4EE7-B76B-CAD90B987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2" name="Rectangle 159">
              <a:extLst>
                <a:ext uri="{FF2B5EF4-FFF2-40B4-BE49-F238E27FC236}">
                  <a16:creationId xmlns:a16="http://schemas.microsoft.com/office/drawing/2014/main" id="{E1F6B73A-DFBF-42FB-BE5E-2D72D6ED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53" name="Rectangle 160">
              <a:extLst>
                <a:ext uri="{FF2B5EF4-FFF2-40B4-BE49-F238E27FC236}">
                  <a16:creationId xmlns:a16="http://schemas.microsoft.com/office/drawing/2014/main" id="{47800CFF-22DC-409C-9156-ACBC65ABE5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241837" name="Rectangle 173">
            <a:extLst>
              <a:ext uri="{FF2B5EF4-FFF2-40B4-BE49-F238E27FC236}">
                <a16:creationId xmlns:a16="http://schemas.microsoft.com/office/drawing/2014/main" id="{637D6293-F913-4911-B400-798EE2FFB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5" y="1752600"/>
            <a:ext cx="2659063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15888" indent="-1158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sz="1800" b="1">
                <a:latin typeface="Courier New" panose="02070309020205020404" pitchFamily="49" charset="0"/>
              </a:rPr>
              <a:t>DatagramSocket mySocket1 = new DatagramSocket (</a:t>
            </a:r>
            <a:r>
              <a:rPr lang="en-US" altLang="zh-TW" sz="1800" b="1">
                <a:solidFill>
                  <a:srgbClr val="CC0000"/>
                </a:solidFill>
                <a:latin typeface="Courier New" panose="02070309020205020404" pitchFamily="49" charset="0"/>
              </a:rPr>
              <a:t>5775</a:t>
            </a:r>
            <a:r>
              <a:rPr lang="en-US" altLang="zh-TW" sz="1800" b="1">
                <a:latin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1800">
              <a:latin typeface="Courier New" panose="02070309020205020404" pitchFamily="49" charset="0"/>
            </a:endParaRPr>
          </a:p>
        </p:txBody>
      </p:sp>
      <p:sp>
        <p:nvSpPr>
          <p:cNvPr id="241838" name="Rectangle 174">
            <a:extLst>
              <a:ext uri="{FF2B5EF4-FFF2-40B4-BE49-F238E27FC236}">
                <a16:creationId xmlns:a16="http://schemas.microsoft.com/office/drawing/2014/main" id="{CCE22DB8-32E6-4A45-8821-2B5157D07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1703388"/>
            <a:ext cx="261302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115888" indent="-1158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sz="1800" b="1">
                <a:latin typeface="Courier New" panose="02070309020205020404" pitchFamily="49" charset="0"/>
              </a:rPr>
              <a:t>DatagramSocket mySocket2 = new DatagramSocket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1800" b="1">
                <a:latin typeface="Courier New" panose="02070309020205020404" pitchFamily="49" charset="0"/>
              </a:rPr>
              <a:t> (</a:t>
            </a:r>
            <a:r>
              <a:rPr lang="en-US" altLang="zh-TW" sz="1800" b="1">
                <a:solidFill>
                  <a:srgbClr val="CC0000"/>
                </a:solidFill>
                <a:latin typeface="Courier New" panose="02070309020205020404" pitchFamily="49" charset="0"/>
              </a:rPr>
              <a:t>9157</a:t>
            </a:r>
            <a:r>
              <a:rPr lang="en-US" altLang="zh-TW" sz="1800" b="1">
                <a:latin typeface="Courier New" panose="02070309020205020404" pitchFamily="49" charset="0"/>
              </a:rPr>
              <a:t>);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000">
              <a:latin typeface="Courier New" panose="02070309020205020404" pitchFamily="49" charset="0"/>
            </a:endParaRPr>
          </a:p>
        </p:txBody>
      </p:sp>
      <p:sp>
        <p:nvSpPr>
          <p:cNvPr id="241841" name="Line 177">
            <a:extLst>
              <a:ext uri="{FF2B5EF4-FFF2-40B4-BE49-F238E27FC236}">
                <a16:creationId xmlns:a16="http://schemas.microsoft.com/office/drawing/2014/main" id="{8055A391-0925-49E0-90DB-6C2B003F3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875" y="3506788"/>
            <a:ext cx="0" cy="217646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2" name="Line 178">
            <a:extLst>
              <a:ext uri="{FF2B5EF4-FFF2-40B4-BE49-F238E27FC236}">
                <a16:creationId xmlns:a16="http://schemas.microsoft.com/office/drawing/2014/main" id="{17CA05B6-DE62-4CA6-B0E9-E3B0F7ABBB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265488"/>
            <a:ext cx="12700" cy="24082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4" name="Line 180">
            <a:extLst>
              <a:ext uri="{FF2B5EF4-FFF2-40B4-BE49-F238E27FC236}">
                <a16:creationId xmlns:a16="http://schemas.microsoft.com/office/drawing/2014/main" id="{37D39A2C-2D05-492E-BC31-036FD7B9AC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2875" y="5665788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5" name="Line 181">
            <a:extLst>
              <a:ext uri="{FF2B5EF4-FFF2-40B4-BE49-F238E27FC236}">
                <a16:creationId xmlns:a16="http://schemas.microsoft.com/office/drawing/2014/main" id="{6E26CBBA-40DE-41AA-912B-BC5AF41A5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9575" y="3278188"/>
            <a:ext cx="0" cy="22463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6" name="Line 182">
            <a:extLst>
              <a:ext uri="{FF2B5EF4-FFF2-40B4-BE49-F238E27FC236}">
                <a16:creationId xmlns:a16="http://schemas.microsoft.com/office/drawing/2014/main" id="{01F610A7-309E-4936-BCE3-8901AD56B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5" y="5507038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7" name="Line 183">
            <a:extLst>
              <a:ext uri="{FF2B5EF4-FFF2-40B4-BE49-F238E27FC236}">
                <a16:creationId xmlns:a16="http://schemas.microsoft.com/office/drawing/2014/main" id="{2703F0A1-4F55-4A19-981D-72E826D17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4475" y="3494088"/>
            <a:ext cx="12700" cy="20177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8" name="Line 184">
            <a:extLst>
              <a:ext uri="{FF2B5EF4-FFF2-40B4-BE49-F238E27FC236}">
                <a16:creationId xmlns:a16="http://schemas.microsoft.com/office/drawing/2014/main" id="{7B0C9983-9253-471A-ADFD-53AD533D7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3150" y="3544888"/>
            <a:ext cx="0" cy="217646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49" name="Line 185">
            <a:extLst>
              <a:ext uri="{FF2B5EF4-FFF2-40B4-BE49-F238E27FC236}">
                <a16:creationId xmlns:a16="http://schemas.microsoft.com/office/drawing/2014/main" id="{C0215038-A188-4683-960A-C98FCBA2C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5675" y="3513138"/>
            <a:ext cx="12700" cy="20177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50" name="Line 186">
            <a:extLst>
              <a:ext uri="{FF2B5EF4-FFF2-40B4-BE49-F238E27FC236}">
                <a16:creationId xmlns:a16="http://schemas.microsoft.com/office/drawing/2014/main" id="{DA4ADC89-CDD1-49E2-B2A0-574891676A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5" y="3284538"/>
            <a:ext cx="12700" cy="2408237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51" name="Line 187">
            <a:extLst>
              <a:ext uri="{FF2B5EF4-FFF2-40B4-BE49-F238E27FC236}">
                <a16:creationId xmlns:a16="http://schemas.microsoft.com/office/drawing/2014/main" id="{CD4356CB-EE6B-43F2-B264-A2086FBEC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5" y="3297238"/>
            <a:ext cx="0" cy="2246312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52" name="Line 188">
            <a:extLst>
              <a:ext uri="{FF2B5EF4-FFF2-40B4-BE49-F238E27FC236}">
                <a16:creationId xmlns:a16="http://schemas.microsoft.com/office/drawing/2014/main" id="{A9D9AF29-365C-4B85-859A-1E018F8A19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5684838"/>
            <a:ext cx="29368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241853" name="Line 189">
            <a:extLst>
              <a:ext uri="{FF2B5EF4-FFF2-40B4-BE49-F238E27FC236}">
                <a16:creationId xmlns:a16="http://schemas.microsoft.com/office/drawing/2014/main" id="{75A8EEAD-1921-47AD-84F5-EB26FCF940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4225" y="5516563"/>
            <a:ext cx="274002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5" name="Group 196">
            <a:extLst>
              <a:ext uri="{FF2B5EF4-FFF2-40B4-BE49-F238E27FC236}">
                <a16:creationId xmlns:a16="http://schemas.microsoft.com/office/drawing/2014/main" id="{39E826C1-AAEB-45AC-B1BE-DBB1971DD29F}"/>
              </a:ext>
            </a:extLst>
          </p:cNvPr>
          <p:cNvGrpSpPr>
            <a:grpSpLocks/>
          </p:cNvGrpSpPr>
          <p:nvPr/>
        </p:nvGrpSpPr>
        <p:grpSpPr bwMode="auto">
          <a:xfrm>
            <a:off x="1130300" y="5765800"/>
            <a:ext cx="1644650" cy="652463"/>
            <a:chOff x="1318" y="3697"/>
            <a:chExt cx="1036" cy="411"/>
          </a:xfrm>
        </p:grpSpPr>
        <p:sp>
          <p:nvSpPr>
            <p:cNvPr id="44147" name="Rectangle 193">
              <a:extLst>
                <a:ext uri="{FF2B5EF4-FFF2-40B4-BE49-F238E27FC236}">
                  <a16:creationId xmlns:a16="http://schemas.microsoft.com/office/drawing/2014/main" id="{D022E5A4-DC3D-4AE0-BD06-6CEFE8D07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48" name="Line 194">
              <a:extLst>
                <a:ext uri="{FF2B5EF4-FFF2-40B4-BE49-F238E27FC236}">
                  <a16:creationId xmlns:a16="http://schemas.microsoft.com/office/drawing/2014/main" id="{7EC8B320-3F75-4BA4-82A1-3B342DF43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4149" name="Text Box 195">
              <a:extLst>
                <a:ext uri="{FF2B5EF4-FFF2-40B4-BE49-F238E27FC236}">
                  <a16:creationId xmlns:a16="http://schemas.microsoft.com/office/drawing/2014/main" id="{91AA729E-BCB8-49EC-8F24-669552A66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8" y="3822"/>
              <a:ext cx="99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port: 9157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port: 6428</a:t>
              </a:r>
            </a:p>
          </p:txBody>
        </p:sp>
      </p:grpSp>
      <p:grpSp>
        <p:nvGrpSpPr>
          <p:cNvPr id="6" name="Group 201">
            <a:extLst>
              <a:ext uri="{FF2B5EF4-FFF2-40B4-BE49-F238E27FC236}">
                <a16:creationId xmlns:a16="http://schemas.microsoft.com/office/drawing/2014/main" id="{68CA831F-7746-4B21-A3C8-5639E1DF8A86}"/>
              </a:ext>
            </a:extLst>
          </p:cNvPr>
          <p:cNvGrpSpPr>
            <a:grpSpLocks/>
          </p:cNvGrpSpPr>
          <p:nvPr/>
        </p:nvGrpSpPr>
        <p:grpSpPr bwMode="auto">
          <a:xfrm>
            <a:off x="2428875" y="4889500"/>
            <a:ext cx="1692275" cy="652463"/>
            <a:chOff x="2741" y="3750"/>
            <a:chExt cx="1066" cy="411"/>
          </a:xfrm>
        </p:grpSpPr>
        <p:sp>
          <p:nvSpPr>
            <p:cNvPr id="44144" name="Rectangle 198">
              <a:extLst>
                <a:ext uri="{FF2B5EF4-FFF2-40B4-BE49-F238E27FC236}">
                  <a16:creationId xmlns:a16="http://schemas.microsoft.com/office/drawing/2014/main" id="{2362684F-F6FA-4E5C-96F6-E270B6F39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45" name="Line 199">
              <a:extLst>
                <a:ext uri="{FF2B5EF4-FFF2-40B4-BE49-F238E27FC236}">
                  <a16:creationId xmlns:a16="http://schemas.microsoft.com/office/drawing/2014/main" id="{C5B9431F-DC83-4729-BBA2-805A527C9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4146" name="Text Box 200">
              <a:extLst>
                <a:ext uri="{FF2B5EF4-FFF2-40B4-BE49-F238E27FC236}">
                  <a16:creationId xmlns:a16="http://schemas.microsoft.com/office/drawing/2014/main" id="{862F1297-38E7-42C0-A3FE-D03F2642E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99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port: 6428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port: 9157</a:t>
              </a:r>
            </a:p>
          </p:txBody>
        </p:sp>
      </p:grpSp>
      <p:grpSp>
        <p:nvGrpSpPr>
          <p:cNvPr id="7" name="Group 202">
            <a:extLst>
              <a:ext uri="{FF2B5EF4-FFF2-40B4-BE49-F238E27FC236}">
                <a16:creationId xmlns:a16="http://schemas.microsoft.com/office/drawing/2014/main" id="{CD96C755-5490-48F5-BD38-D7FFED991B84}"/>
              </a:ext>
            </a:extLst>
          </p:cNvPr>
          <p:cNvGrpSpPr>
            <a:grpSpLocks/>
          </p:cNvGrpSpPr>
          <p:nvPr/>
        </p:nvGrpSpPr>
        <p:grpSpPr bwMode="auto">
          <a:xfrm>
            <a:off x="5137150" y="4889500"/>
            <a:ext cx="1657350" cy="657225"/>
            <a:chOff x="1310" y="3697"/>
            <a:chExt cx="1044" cy="414"/>
          </a:xfrm>
        </p:grpSpPr>
        <p:sp>
          <p:nvSpPr>
            <p:cNvPr id="44141" name="Rectangle 203">
              <a:extLst>
                <a:ext uri="{FF2B5EF4-FFF2-40B4-BE49-F238E27FC236}">
                  <a16:creationId xmlns:a16="http://schemas.microsoft.com/office/drawing/2014/main" id="{A906A195-D4CF-4B5B-ACF3-C1A50F69F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42" name="Line 204">
              <a:extLst>
                <a:ext uri="{FF2B5EF4-FFF2-40B4-BE49-F238E27FC236}">
                  <a16:creationId xmlns:a16="http://schemas.microsoft.com/office/drawing/2014/main" id="{E052A52C-0235-4CEA-9697-B167807BFF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4143" name="Text Box 205">
              <a:extLst>
                <a:ext uri="{FF2B5EF4-FFF2-40B4-BE49-F238E27FC236}">
                  <a16:creationId xmlns:a16="http://schemas.microsoft.com/office/drawing/2014/main" id="{177FAB82-1E88-4758-A4E9-FAEE684C2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" y="3822"/>
              <a:ext cx="100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port: 6428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port: 5775</a:t>
              </a:r>
            </a:p>
          </p:txBody>
        </p:sp>
      </p:grpSp>
      <p:grpSp>
        <p:nvGrpSpPr>
          <p:cNvPr id="8" name="Group 206">
            <a:extLst>
              <a:ext uri="{FF2B5EF4-FFF2-40B4-BE49-F238E27FC236}">
                <a16:creationId xmlns:a16="http://schemas.microsoft.com/office/drawing/2014/main" id="{C4EA77CF-EF57-4713-8646-24296FFB7918}"/>
              </a:ext>
            </a:extLst>
          </p:cNvPr>
          <p:cNvGrpSpPr>
            <a:grpSpLocks/>
          </p:cNvGrpSpPr>
          <p:nvPr/>
        </p:nvGrpSpPr>
        <p:grpSpPr bwMode="auto">
          <a:xfrm>
            <a:off x="4694238" y="5743575"/>
            <a:ext cx="1704975" cy="657225"/>
            <a:chOff x="2741" y="3750"/>
            <a:chExt cx="1074" cy="414"/>
          </a:xfrm>
        </p:grpSpPr>
        <p:sp>
          <p:nvSpPr>
            <p:cNvPr id="44138" name="Rectangle 207">
              <a:extLst>
                <a:ext uri="{FF2B5EF4-FFF2-40B4-BE49-F238E27FC236}">
                  <a16:creationId xmlns:a16="http://schemas.microsoft.com/office/drawing/2014/main" id="{E24D7023-7310-4939-8076-7F2A271B7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39" name="Line 208">
              <a:extLst>
                <a:ext uri="{FF2B5EF4-FFF2-40B4-BE49-F238E27FC236}">
                  <a16:creationId xmlns:a16="http://schemas.microsoft.com/office/drawing/2014/main" id="{F45BD634-D152-4C94-A257-7D296DDE9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4140" name="Text Box 209">
              <a:extLst>
                <a:ext uri="{FF2B5EF4-FFF2-40B4-BE49-F238E27FC236}">
                  <a16:creationId xmlns:a16="http://schemas.microsoft.com/office/drawing/2014/main" id="{53246C48-86F8-4D62-B17A-803572332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00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port: 5775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port: 6428</a:t>
              </a:r>
            </a:p>
          </p:txBody>
        </p:sp>
      </p:grpSp>
      <p:grpSp>
        <p:nvGrpSpPr>
          <p:cNvPr id="44099" name="Group 214">
            <a:extLst>
              <a:ext uri="{FF2B5EF4-FFF2-40B4-BE49-F238E27FC236}">
                <a16:creationId xmlns:a16="http://schemas.microsoft.com/office/drawing/2014/main" id="{2CA819D6-902E-449C-9A2F-FCDA845CC9FA}"/>
              </a:ext>
            </a:extLst>
          </p:cNvPr>
          <p:cNvGrpSpPr>
            <a:grpSpLocks/>
          </p:cNvGrpSpPr>
          <p:nvPr/>
        </p:nvGrpSpPr>
        <p:grpSpPr bwMode="auto">
          <a:xfrm>
            <a:off x="0" y="4381500"/>
            <a:ext cx="711200" cy="669925"/>
            <a:chOff x="-44" y="1473"/>
            <a:chExt cx="981" cy="1105"/>
          </a:xfrm>
        </p:grpSpPr>
        <p:pic>
          <p:nvPicPr>
            <p:cNvPr id="44136" name="Picture 215" descr="desktop_computer_stylized_medium">
              <a:extLst>
                <a:ext uri="{FF2B5EF4-FFF2-40B4-BE49-F238E27FC236}">
                  <a16:creationId xmlns:a16="http://schemas.microsoft.com/office/drawing/2014/main" id="{4142D113-3664-4E23-942D-508D0D7AC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137" name="Freeform 216">
              <a:extLst>
                <a:ext uri="{FF2B5EF4-FFF2-40B4-BE49-F238E27FC236}">
                  <a16:creationId xmlns:a16="http://schemas.microsoft.com/office/drawing/2014/main" id="{A2BC9A46-F354-4121-BACF-F6880FA5DF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4100" name="Group 217">
            <a:extLst>
              <a:ext uri="{FF2B5EF4-FFF2-40B4-BE49-F238E27FC236}">
                <a16:creationId xmlns:a16="http://schemas.microsoft.com/office/drawing/2014/main" id="{2CDF1D45-C712-4AE7-9E79-96EA6B5449F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69288" y="4505325"/>
            <a:ext cx="711200" cy="669925"/>
            <a:chOff x="-44" y="1473"/>
            <a:chExt cx="981" cy="1105"/>
          </a:xfrm>
        </p:grpSpPr>
        <p:pic>
          <p:nvPicPr>
            <p:cNvPr id="44134" name="Picture 218" descr="desktop_computer_stylized_medium">
              <a:extLst>
                <a:ext uri="{FF2B5EF4-FFF2-40B4-BE49-F238E27FC236}">
                  <a16:creationId xmlns:a16="http://schemas.microsoft.com/office/drawing/2014/main" id="{E0FB2327-6620-4223-AA6A-CE61010ACD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135" name="Freeform 219">
              <a:extLst>
                <a:ext uri="{FF2B5EF4-FFF2-40B4-BE49-F238E27FC236}">
                  <a16:creationId xmlns:a16="http://schemas.microsoft.com/office/drawing/2014/main" id="{D2CD284A-0A1B-48EB-AFA9-97015864512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4101" name="Group 220">
            <a:extLst>
              <a:ext uri="{FF2B5EF4-FFF2-40B4-BE49-F238E27FC236}">
                <a16:creationId xmlns:a16="http://schemas.microsoft.com/office/drawing/2014/main" id="{F1B06582-2732-48A5-A559-62866AD93EF7}"/>
              </a:ext>
            </a:extLst>
          </p:cNvPr>
          <p:cNvGrpSpPr>
            <a:grpSpLocks/>
          </p:cNvGrpSpPr>
          <p:nvPr/>
        </p:nvGrpSpPr>
        <p:grpSpPr bwMode="auto">
          <a:xfrm>
            <a:off x="3092450" y="3903663"/>
            <a:ext cx="358775" cy="704850"/>
            <a:chOff x="4140" y="429"/>
            <a:chExt cx="1425" cy="2396"/>
          </a:xfrm>
        </p:grpSpPr>
        <p:sp>
          <p:nvSpPr>
            <p:cNvPr id="44102" name="Freeform 221">
              <a:extLst>
                <a:ext uri="{FF2B5EF4-FFF2-40B4-BE49-F238E27FC236}">
                  <a16:creationId xmlns:a16="http://schemas.microsoft.com/office/drawing/2014/main" id="{D3B185F5-046E-49A9-A724-8A4FE4741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03" name="Rectangle 222">
              <a:extLst>
                <a:ext uri="{FF2B5EF4-FFF2-40B4-BE49-F238E27FC236}">
                  <a16:creationId xmlns:a16="http://schemas.microsoft.com/office/drawing/2014/main" id="{95CF05C3-DA82-4D98-8356-AE012D8B4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04" name="Freeform 223">
              <a:extLst>
                <a:ext uri="{FF2B5EF4-FFF2-40B4-BE49-F238E27FC236}">
                  <a16:creationId xmlns:a16="http://schemas.microsoft.com/office/drawing/2014/main" id="{C298CDAC-31AC-4F06-856C-E8CA9D7C8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05" name="Freeform 224">
              <a:extLst>
                <a:ext uri="{FF2B5EF4-FFF2-40B4-BE49-F238E27FC236}">
                  <a16:creationId xmlns:a16="http://schemas.microsoft.com/office/drawing/2014/main" id="{7F056C87-E351-425A-85A3-FE0C9A2D5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06" name="Rectangle 225">
              <a:extLst>
                <a:ext uri="{FF2B5EF4-FFF2-40B4-BE49-F238E27FC236}">
                  <a16:creationId xmlns:a16="http://schemas.microsoft.com/office/drawing/2014/main" id="{FACDA5D7-2078-4809-87AF-5283A2FD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4107" name="Group 226">
              <a:extLst>
                <a:ext uri="{FF2B5EF4-FFF2-40B4-BE49-F238E27FC236}">
                  <a16:creationId xmlns:a16="http://schemas.microsoft.com/office/drawing/2014/main" id="{533DA026-C2A3-4013-89B2-0A9B485DF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132" name="AutoShape 227">
                <a:extLst>
                  <a:ext uri="{FF2B5EF4-FFF2-40B4-BE49-F238E27FC236}">
                    <a16:creationId xmlns:a16="http://schemas.microsoft.com/office/drawing/2014/main" id="{D300DC9C-26B5-4735-891E-ED43011D1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133" name="AutoShape 228">
                <a:extLst>
                  <a:ext uri="{FF2B5EF4-FFF2-40B4-BE49-F238E27FC236}">
                    <a16:creationId xmlns:a16="http://schemas.microsoft.com/office/drawing/2014/main" id="{7FEB90D9-0311-451B-930D-4D3F531736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108" name="Rectangle 229">
              <a:extLst>
                <a:ext uri="{FF2B5EF4-FFF2-40B4-BE49-F238E27FC236}">
                  <a16:creationId xmlns:a16="http://schemas.microsoft.com/office/drawing/2014/main" id="{91445F35-ED4A-47B3-B842-25D892091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4109" name="Group 230">
              <a:extLst>
                <a:ext uri="{FF2B5EF4-FFF2-40B4-BE49-F238E27FC236}">
                  <a16:creationId xmlns:a16="http://schemas.microsoft.com/office/drawing/2014/main" id="{09AB815D-6DF6-4102-B9ED-DA3375C2E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4130" name="AutoShape 231">
                <a:extLst>
                  <a:ext uri="{FF2B5EF4-FFF2-40B4-BE49-F238E27FC236}">
                    <a16:creationId xmlns:a16="http://schemas.microsoft.com/office/drawing/2014/main" id="{1888D2B7-580D-46C6-A74F-62EB0D8D4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5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131" name="AutoShape 232">
                <a:extLst>
                  <a:ext uri="{FF2B5EF4-FFF2-40B4-BE49-F238E27FC236}">
                    <a16:creationId xmlns:a16="http://schemas.microsoft.com/office/drawing/2014/main" id="{EF805BC4-5FC0-49E9-957E-2DE201134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110" name="Rectangle 233">
              <a:extLst>
                <a:ext uri="{FF2B5EF4-FFF2-40B4-BE49-F238E27FC236}">
                  <a16:creationId xmlns:a16="http://schemas.microsoft.com/office/drawing/2014/main" id="{4885D52E-FCB1-472E-ADCC-A1D709160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11" name="Rectangle 234">
              <a:extLst>
                <a:ext uri="{FF2B5EF4-FFF2-40B4-BE49-F238E27FC236}">
                  <a16:creationId xmlns:a16="http://schemas.microsoft.com/office/drawing/2014/main" id="{6F299631-477A-4067-B978-1AAB2BD99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4112" name="Group 235">
              <a:extLst>
                <a:ext uri="{FF2B5EF4-FFF2-40B4-BE49-F238E27FC236}">
                  <a16:creationId xmlns:a16="http://schemas.microsoft.com/office/drawing/2014/main" id="{B9CFC478-4BFF-4CB1-8238-01E64178A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4128" name="AutoShape 236">
                <a:extLst>
                  <a:ext uri="{FF2B5EF4-FFF2-40B4-BE49-F238E27FC236}">
                    <a16:creationId xmlns:a16="http://schemas.microsoft.com/office/drawing/2014/main" id="{68C2F321-C5D7-439E-A063-942A80BDB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129" name="AutoShape 237">
                <a:extLst>
                  <a:ext uri="{FF2B5EF4-FFF2-40B4-BE49-F238E27FC236}">
                    <a16:creationId xmlns:a16="http://schemas.microsoft.com/office/drawing/2014/main" id="{26C964A7-9E47-483F-B5A1-745A69D76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113" name="Freeform 238">
              <a:extLst>
                <a:ext uri="{FF2B5EF4-FFF2-40B4-BE49-F238E27FC236}">
                  <a16:creationId xmlns:a16="http://schemas.microsoft.com/office/drawing/2014/main" id="{53F46E31-0308-432C-813C-AC0E0DB70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4114" name="Group 239">
              <a:extLst>
                <a:ext uri="{FF2B5EF4-FFF2-40B4-BE49-F238E27FC236}">
                  <a16:creationId xmlns:a16="http://schemas.microsoft.com/office/drawing/2014/main" id="{4FD363BB-5A51-4ADA-83A4-A0522CE284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126" name="AutoShape 240">
                <a:extLst>
                  <a:ext uri="{FF2B5EF4-FFF2-40B4-BE49-F238E27FC236}">
                    <a16:creationId xmlns:a16="http://schemas.microsoft.com/office/drawing/2014/main" id="{A9263117-977A-4B2A-9FC2-221DF064B4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127" name="AutoShape 241">
                <a:extLst>
                  <a:ext uri="{FF2B5EF4-FFF2-40B4-BE49-F238E27FC236}">
                    <a16:creationId xmlns:a16="http://schemas.microsoft.com/office/drawing/2014/main" id="{DDD25DE3-83AB-413B-AF8A-17B3D485D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115" name="Rectangle 242">
              <a:extLst>
                <a:ext uri="{FF2B5EF4-FFF2-40B4-BE49-F238E27FC236}">
                  <a16:creationId xmlns:a16="http://schemas.microsoft.com/office/drawing/2014/main" id="{B0833734-FF48-41D6-9A4A-9BD293975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16" name="Freeform 243">
              <a:extLst>
                <a:ext uri="{FF2B5EF4-FFF2-40B4-BE49-F238E27FC236}">
                  <a16:creationId xmlns:a16="http://schemas.microsoft.com/office/drawing/2014/main" id="{AD37BAB8-E155-485B-9237-6A4CE3397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17" name="Freeform 244">
              <a:extLst>
                <a:ext uri="{FF2B5EF4-FFF2-40B4-BE49-F238E27FC236}">
                  <a16:creationId xmlns:a16="http://schemas.microsoft.com/office/drawing/2014/main" id="{56913E23-5C8F-4158-95FB-4F98FC381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18" name="Oval 245">
              <a:extLst>
                <a:ext uri="{FF2B5EF4-FFF2-40B4-BE49-F238E27FC236}">
                  <a16:creationId xmlns:a16="http://schemas.microsoft.com/office/drawing/2014/main" id="{7AD20891-2E0B-48B2-B29B-A5610428B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19" name="Freeform 246">
              <a:extLst>
                <a:ext uri="{FF2B5EF4-FFF2-40B4-BE49-F238E27FC236}">
                  <a16:creationId xmlns:a16="http://schemas.microsoft.com/office/drawing/2014/main" id="{2A8ADDE8-1F86-4756-A0B4-DF66E114E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4120" name="AutoShape 247">
              <a:extLst>
                <a:ext uri="{FF2B5EF4-FFF2-40B4-BE49-F238E27FC236}">
                  <a16:creationId xmlns:a16="http://schemas.microsoft.com/office/drawing/2014/main" id="{E850BBDC-58CE-4830-9D22-454CC6676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21" name="AutoShape 248">
              <a:extLst>
                <a:ext uri="{FF2B5EF4-FFF2-40B4-BE49-F238E27FC236}">
                  <a16:creationId xmlns:a16="http://schemas.microsoft.com/office/drawing/2014/main" id="{8406B088-CB02-439D-A3C9-835BDA3E2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22" name="Oval 249">
              <a:extLst>
                <a:ext uri="{FF2B5EF4-FFF2-40B4-BE49-F238E27FC236}">
                  <a16:creationId xmlns:a16="http://schemas.microsoft.com/office/drawing/2014/main" id="{66C32548-47F1-4162-AEC9-8B1A36DC4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23" name="Oval 250">
              <a:extLst>
                <a:ext uri="{FF2B5EF4-FFF2-40B4-BE49-F238E27FC236}">
                  <a16:creationId xmlns:a16="http://schemas.microsoft.com/office/drawing/2014/main" id="{E8D4949B-DD5A-4145-B6E0-4B4802492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24" name="Oval 251">
              <a:extLst>
                <a:ext uri="{FF2B5EF4-FFF2-40B4-BE49-F238E27FC236}">
                  <a16:creationId xmlns:a16="http://schemas.microsoft.com/office/drawing/2014/main" id="{EFC1E012-355E-4910-97CD-6A635B7A7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4125" name="Rectangle 252">
              <a:extLst>
                <a:ext uri="{FF2B5EF4-FFF2-40B4-BE49-F238E27FC236}">
                  <a16:creationId xmlns:a16="http://schemas.microsoft.com/office/drawing/2014/main" id="{559AD385-82FF-4E92-B9FB-A2E7D5C8B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41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41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41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1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1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1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41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4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4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4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08" grpId="0" build="p"/>
      <p:bldP spid="2418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5">
            <a:extLst>
              <a:ext uri="{FF2B5EF4-FFF2-40B4-BE49-F238E27FC236}">
                <a16:creationId xmlns:a16="http://schemas.microsoft.com/office/drawing/2014/main" id="{6B0087FA-86BB-40DD-A75C-01D94AB1A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45059" name="Slide Number Placeholder 6">
            <a:extLst>
              <a:ext uri="{FF2B5EF4-FFF2-40B4-BE49-F238E27FC236}">
                <a16:creationId xmlns:a16="http://schemas.microsoft.com/office/drawing/2014/main" id="{D8C49F2F-D7FF-4BB2-BA19-4F6800A4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1078FEAE-F60C-4A05-AB52-4FD5C6EC97D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2C73F51F-8AD2-44B7-8387-ED56868E9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TCP Connection-oriented demux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22AD8AD5-AC32-4B52-85E6-6427C66B49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39624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TCP socket identified by 4-tuple: 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</a:rPr>
              <a:t>source IP address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</a:rPr>
              <a:t>source port number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</a:rPr>
              <a:t>dest IP address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</a:rPr>
              <a:t>dest port number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demux: receiver uses all four values to direct segment to appropriate socket</a:t>
            </a: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4C98294E-A31F-4F8C-BCDC-5AA5F7F8E66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08500" y="1587500"/>
            <a:ext cx="4114800" cy="4648200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server host may support many </a:t>
            </a:r>
            <a:r>
              <a:rPr lang="en-US" dirty="0">
                <a:solidFill>
                  <a:srgbClr val="0070C0"/>
                </a:solidFill>
                <a:ea typeface="ＭＳ Ｐゴシック" charset="0"/>
                <a:cs typeface="+mn-cs"/>
              </a:rPr>
              <a:t>simultaneous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>
                <a:solidFill>
                  <a:srgbClr val="0070C0"/>
                </a:solidFill>
                <a:ea typeface="ＭＳ Ｐゴシック" charset="0"/>
                <a:cs typeface="+mn-cs"/>
              </a:rPr>
              <a:t>TCP sockets</a:t>
            </a:r>
            <a:r>
              <a:rPr lang="en-US" dirty="0">
                <a:ea typeface="ＭＳ Ｐゴシック" charset="0"/>
                <a:cs typeface="+mn-cs"/>
              </a:rPr>
              <a:t>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each socket identified by its own 4-tuple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  <a:cs typeface="+mn-cs"/>
              </a:rPr>
              <a:t>web servers have different sockets for each connecting client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non-persistent HTTP </a:t>
            </a:r>
            <a:r>
              <a:rPr lang="en-US" dirty="0">
                <a:ea typeface="ＭＳ Ｐゴシック" charset="0"/>
              </a:rPr>
              <a:t>will have different socket for each request</a:t>
            </a:r>
          </a:p>
        </p:txBody>
      </p:sp>
      <p:pic>
        <p:nvPicPr>
          <p:cNvPr id="45063" name="Picture 7" descr="underline_base">
            <a:extLst>
              <a:ext uri="{FF2B5EF4-FFF2-40B4-BE49-F238E27FC236}">
                <a16:creationId xmlns:a16="http://schemas.microsoft.com/office/drawing/2014/main" id="{8805E654-55F8-45FD-A464-D3A57FE6AD2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05727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>
            <a:extLst>
              <a:ext uri="{FF2B5EF4-FFF2-40B4-BE49-F238E27FC236}">
                <a16:creationId xmlns:a16="http://schemas.microsoft.com/office/drawing/2014/main" id="{7A140AD2-AC55-4597-A93B-6C8F5A2B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200"/>
              <a:t>Transport</a:t>
            </a:r>
            <a:r>
              <a:rPr lang="en-US" altLang="zh-TW" sz="1400"/>
              <a:t> </a:t>
            </a:r>
            <a:r>
              <a:rPr lang="en-US" altLang="zh-TW" sz="1200"/>
              <a:t>Layer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890C30F4-4414-4FCC-984C-8E2CF7C1B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1200"/>
              <a:t>3-</a:t>
            </a:r>
            <a:fld id="{60A3965E-79D1-4123-BCC6-6570A53FEFEF}" type="slidenum">
              <a:rPr lang="en-US" altLang="zh-TW" sz="1200"/>
              <a:pPr/>
              <a:t>14</a:t>
            </a:fld>
            <a:endParaRPr lang="en-US" altLang="zh-TW" sz="1200"/>
          </a:p>
        </p:txBody>
      </p:sp>
      <p:pic>
        <p:nvPicPr>
          <p:cNvPr id="43012" name="Picture 159" descr="underline_base">
            <a:extLst>
              <a:ext uri="{FF2B5EF4-FFF2-40B4-BE49-F238E27FC236}">
                <a16:creationId xmlns:a16="http://schemas.microsoft.com/office/drawing/2014/main" id="{8994F597-483E-4781-81A2-E1FD4B524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81063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3">
            <a:extLst>
              <a:ext uri="{FF2B5EF4-FFF2-40B4-BE49-F238E27FC236}">
                <a16:creationId xmlns:a16="http://schemas.microsoft.com/office/drawing/2014/main" id="{1B52A9A5-F004-4C68-B530-B1C33C6CC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8085138" cy="935038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Connection-oriented demux: example</a:t>
            </a:r>
          </a:p>
        </p:txBody>
      </p:sp>
      <p:sp>
        <p:nvSpPr>
          <p:cNvPr id="43014" name="Freeform 5">
            <a:extLst>
              <a:ext uri="{FF2B5EF4-FFF2-40B4-BE49-F238E27FC236}">
                <a16:creationId xmlns:a16="http://schemas.microsoft.com/office/drawing/2014/main" id="{ABE5D06D-B605-4CE4-B632-CB53201AC3E6}"/>
              </a:ext>
            </a:extLst>
          </p:cNvPr>
          <p:cNvSpPr>
            <a:spLocks/>
          </p:cNvSpPr>
          <p:nvPr/>
        </p:nvSpPr>
        <p:spPr bwMode="auto">
          <a:xfrm>
            <a:off x="2819400" y="1765300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3015" name="Freeform 6">
            <a:extLst>
              <a:ext uri="{FF2B5EF4-FFF2-40B4-BE49-F238E27FC236}">
                <a16:creationId xmlns:a16="http://schemas.microsoft.com/office/drawing/2014/main" id="{AE5DD49F-2258-470F-81E5-0566CFA3B1EE}"/>
              </a:ext>
            </a:extLst>
          </p:cNvPr>
          <p:cNvSpPr>
            <a:spLocks/>
          </p:cNvSpPr>
          <p:nvPr/>
        </p:nvSpPr>
        <p:spPr bwMode="auto">
          <a:xfrm>
            <a:off x="417513" y="1944688"/>
            <a:ext cx="460375" cy="2193925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"/>
              <a:gd name="T19" fmla="*/ 0 h 1382"/>
              <a:gd name="T20" fmla="*/ 290 w 290"/>
              <a:gd name="T21" fmla="*/ 1382 h 138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3016" name="Rectangle 23">
            <a:extLst>
              <a:ext uri="{FF2B5EF4-FFF2-40B4-BE49-F238E27FC236}">
                <a16:creationId xmlns:a16="http://schemas.microsoft.com/office/drawing/2014/main" id="{212E6D5F-C7D7-418C-B603-B5228FB70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1911350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17" name="Rectangle 24">
            <a:extLst>
              <a:ext uri="{FF2B5EF4-FFF2-40B4-BE49-F238E27FC236}">
                <a16:creationId xmlns:a16="http://schemas.microsoft.com/office/drawing/2014/main" id="{0C047184-CF5F-44C8-9F8D-3CD5F90DC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1965325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18" name="Line 25">
            <a:extLst>
              <a:ext uri="{FF2B5EF4-FFF2-40B4-BE49-F238E27FC236}">
                <a16:creationId xmlns:a16="http://schemas.microsoft.com/office/drawing/2014/main" id="{26CCC9E3-347E-4325-A079-29A73A096F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875" y="27257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3019" name="Text Box 26">
            <a:extLst>
              <a:ext uri="{FF2B5EF4-FFF2-40B4-BE49-F238E27FC236}">
                <a16:creationId xmlns:a16="http://schemas.microsoft.com/office/drawing/2014/main" id="{520F6EEF-7BBD-4C6C-A5B9-D5840B2CC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7082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transport</a:t>
            </a:r>
          </a:p>
        </p:txBody>
      </p:sp>
      <p:sp>
        <p:nvSpPr>
          <p:cNvPr id="43020" name="Line 27">
            <a:extLst>
              <a:ext uri="{FF2B5EF4-FFF2-40B4-BE49-F238E27FC236}">
                <a16:creationId xmlns:a16="http://schemas.microsoft.com/office/drawing/2014/main" id="{B75079CD-C522-41C5-82C6-F47F48BD6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813" y="30464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3021" name="Line 28">
            <a:extLst>
              <a:ext uri="{FF2B5EF4-FFF2-40B4-BE49-F238E27FC236}">
                <a16:creationId xmlns:a16="http://schemas.microsoft.com/office/drawing/2014/main" id="{2B1C4F0A-8D64-4F20-B4A8-3DD107DE9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3559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3022" name="Line 29">
            <a:extLst>
              <a:ext uri="{FF2B5EF4-FFF2-40B4-BE49-F238E27FC236}">
                <a16:creationId xmlns:a16="http://schemas.microsoft.com/office/drawing/2014/main" id="{B2DB9C5F-0808-4440-8239-BD6D91746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641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3023" name="Text Box 26">
            <a:extLst>
              <a:ext uri="{FF2B5EF4-FFF2-40B4-BE49-F238E27FC236}">
                <a16:creationId xmlns:a16="http://schemas.microsoft.com/office/drawing/2014/main" id="{FDAC193D-7994-4019-9E95-669C35363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19558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application</a:t>
            </a:r>
          </a:p>
        </p:txBody>
      </p:sp>
      <p:sp>
        <p:nvSpPr>
          <p:cNvPr id="43024" name="Text Box 26">
            <a:extLst>
              <a:ext uri="{FF2B5EF4-FFF2-40B4-BE49-F238E27FC236}">
                <a16:creationId xmlns:a16="http://schemas.microsoft.com/office/drawing/2014/main" id="{9797A5E3-FD65-465F-825F-BA2B5A408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6131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physical</a:t>
            </a:r>
          </a:p>
        </p:txBody>
      </p:sp>
      <p:sp>
        <p:nvSpPr>
          <p:cNvPr id="43025" name="Text Box 26">
            <a:extLst>
              <a:ext uri="{FF2B5EF4-FFF2-40B4-BE49-F238E27FC236}">
                <a16:creationId xmlns:a16="http://schemas.microsoft.com/office/drawing/2014/main" id="{08F9B452-F0F6-47B6-AE1D-BD7897566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3274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link</a:t>
            </a:r>
          </a:p>
        </p:txBody>
      </p:sp>
      <p:sp>
        <p:nvSpPr>
          <p:cNvPr id="43026" name="Text Box 26">
            <a:extLst>
              <a:ext uri="{FF2B5EF4-FFF2-40B4-BE49-F238E27FC236}">
                <a16:creationId xmlns:a16="http://schemas.microsoft.com/office/drawing/2014/main" id="{B465CDB0-D57D-4E73-A390-2EF79326E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30321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network</a:t>
            </a:r>
          </a:p>
        </p:txBody>
      </p:sp>
      <p:sp>
        <p:nvSpPr>
          <p:cNvPr id="43027" name="Oval 19">
            <a:extLst>
              <a:ext uri="{FF2B5EF4-FFF2-40B4-BE49-F238E27FC236}">
                <a16:creationId xmlns:a16="http://schemas.microsoft.com/office/drawing/2014/main" id="{B178FBC7-5FC6-4A2C-B1A6-AE9D02C0E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P3</a:t>
            </a:r>
          </a:p>
        </p:txBody>
      </p:sp>
      <p:grpSp>
        <p:nvGrpSpPr>
          <p:cNvPr id="43028" name="Group 20">
            <a:extLst>
              <a:ext uri="{FF2B5EF4-FFF2-40B4-BE49-F238E27FC236}">
                <a16:creationId xmlns:a16="http://schemas.microsoft.com/office/drawing/2014/main" id="{66BC1E66-8B19-4246-AF58-82A136880720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2565400"/>
            <a:ext cx="620713" cy="228600"/>
            <a:chOff x="1287" y="2524"/>
            <a:chExt cx="260" cy="100"/>
          </a:xfrm>
        </p:grpSpPr>
        <p:sp>
          <p:nvSpPr>
            <p:cNvPr id="43147" name="Rectangle 21">
              <a:extLst>
                <a:ext uri="{FF2B5EF4-FFF2-40B4-BE49-F238E27FC236}">
                  <a16:creationId xmlns:a16="http://schemas.microsoft.com/office/drawing/2014/main" id="{AB0B788B-4EC5-4314-BC17-3FAAD95AE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48" name="Rectangle 22">
              <a:extLst>
                <a:ext uri="{FF2B5EF4-FFF2-40B4-BE49-F238E27FC236}">
                  <a16:creationId xmlns:a16="http://schemas.microsoft.com/office/drawing/2014/main" id="{940853B8-0E2A-4272-9AE6-18DA26619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49" name="Rectangle 23">
              <a:extLst>
                <a:ext uri="{FF2B5EF4-FFF2-40B4-BE49-F238E27FC236}">
                  <a16:creationId xmlns:a16="http://schemas.microsoft.com/office/drawing/2014/main" id="{41B576C7-2CC4-450F-8CDA-9EB52E514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50" name="Rectangle 24">
              <a:extLst>
                <a:ext uri="{FF2B5EF4-FFF2-40B4-BE49-F238E27FC236}">
                  <a16:creationId xmlns:a16="http://schemas.microsoft.com/office/drawing/2014/main" id="{1F90A047-439C-4E0B-9D83-300230782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sp>
        <p:nvSpPr>
          <p:cNvPr id="43029" name="Rectangle 23">
            <a:extLst>
              <a:ext uri="{FF2B5EF4-FFF2-40B4-BE49-F238E27FC236}">
                <a16:creationId xmlns:a16="http://schemas.microsoft.com/office/drawing/2014/main" id="{BA119666-B1F7-410D-9988-BFA64029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1677988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30" name="Rectangle 24">
            <a:extLst>
              <a:ext uri="{FF2B5EF4-FFF2-40B4-BE49-F238E27FC236}">
                <a16:creationId xmlns:a16="http://schemas.microsoft.com/office/drawing/2014/main" id="{755F22AD-FA06-4C5A-A5A4-C89C3FF9D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1755775"/>
            <a:ext cx="22256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31" name="Text Box 26">
            <a:extLst>
              <a:ext uri="{FF2B5EF4-FFF2-40B4-BE49-F238E27FC236}">
                <a16:creationId xmlns:a16="http://schemas.microsoft.com/office/drawing/2014/main" id="{408A2FEA-6254-454E-AA7C-9EAA00D1E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24844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transport</a:t>
            </a:r>
          </a:p>
        </p:txBody>
      </p:sp>
      <p:sp>
        <p:nvSpPr>
          <p:cNvPr id="43032" name="Text Box 26">
            <a:extLst>
              <a:ext uri="{FF2B5EF4-FFF2-40B4-BE49-F238E27FC236}">
                <a16:creationId xmlns:a16="http://schemas.microsoft.com/office/drawing/2014/main" id="{C77DC400-DE53-4A4E-9F1B-4599B31AC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17081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application</a:t>
            </a:r>
          </a:p>
        </p:txBody>
      </p:sp>
      <p:sp>
        <p:nvSpPr>
          <p:cNvPr id="43033" name="Text Box 26">
            <a:extLst>
              <a:ext uri="{FF2B5EF4-FFF2-40B4-BE49-F238E27FC236}">
                <a16:creationId xmlns:a16="http://schemas.microsoft.com/office/drawing/2014/main" id="{4B6C6B08-873F-4DE9-A9E2-B72484903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33893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physical</a:t>
            </a:r>
          </a:p>
        </p:txBody>
      </p:sp>
      <p:sp>
        <p:nvSpPr>
          <p:cNvPr id="43034" name="Text Box 26">
            <a:extLst>
              <a:ext uri="{FF2B5EF4-FFF2-40B4-BE49-F238E27FC236}">
                <a16:creationId xmlns:a16="http://schemas.microsoft.com/office/drawing/2014/main" id="{10CDE74F-10DD-49F6-B1B5-B0334C82F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31035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link</a:t>
            </a:r>
          </a:p>
        </p:txBody>
      </p:sp>
      <p:sp>
        <p:nvSpPr>
          <p:cNvPr id="43035" name="Oval 36">
            <a:extLst>
              <a:ext uri="{FF2B5EF4-FFF2-40B4-BE49-F238E27FC236}">
                <a16:creationId xmlns:a16="http://schemas.microsoft.com/office/drawing/2014/main" id="{7ADE4A7D-BB98-477B-B27E-48211D68A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2014538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P4</a:t>
            </a:r>
          </a:p>
        </p:txBody>
      </p:sp>
      <p:sp>
        <p:nvSpPr>
          <p:cNvPr id="43036" name="Rectangle 23">
            <a:extLst>
              <a:ext uri="{FF2B5EF4-FFF2-40B4-BE49-F238E27FC236}">
                <a16:creationId xmlns:a16="http://schemas.microsoft.com/office/drawing/2014/main" id="{15DE0816-5D3B-4206-9043-E91EC36DF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190341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37" name="Rectangle 24">
            <a:extLst>
              <a:ext uri="{FF2B5EF4-FFF2-40B4-BE49-F238E27FC236}">
                <a16:creationId xmlns:a16="http://schemas.microsoft.com/office/drawing/2014/main" id="{66FEB3CF-859D-46D7-9BC7-82AB484F3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1944688"/>
            <a:ext cx="1631950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l"/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3038" name="Text Box 26">
            <a:extLst>
              <a:ext uri="{FF2B5EF4-FFF2-40B4-BE49-F238E27FC236}">
                <a16:creationId xmlns:a16="http://schemas.microsoft.com/office/drawing/2014/main" id="{C1DF2FDD-6608-49A7-91BA-27076614F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27003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transport</a:t>
            </a:r>
          </a:p>
        </p:txBody>
      </p:sp>
      <p:sp>
        <p:nvSpPr>
          <p:cNvPr id="43039" name="Text Box 26">
            <a:extLst>
              <a:ext uri="{FF2B5EF4-FFF2-40B4-BE49-F238E27FC236}">
                <a16:creationId xmlns:a16="http://schemas.microsoft.com/office/drawing/2014/main" id="{F3FFD461-5CB2-4A8A-B309-07582A6FB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9478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application</a:t>
            </a:r>
          </a:p>
        </p:txBody>
      </p:sp>
      <p:sp>
        <p:nvSpPr>
          <p:cNvPr id="43040" name="Text Box 26">
            <a:extLst>
              <a:ext uri="{FF2B5EF4-FFF2-40B4-BE49-F238E27FC236}">
                <a16:creationId xmlns:a16="http://schemas.microsoft.com/office/drawing/2014/main" id="{D677F098-7509-4550-9DD8-1FBA09A1F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36052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physical</a:t>
            </a:r>
          </a:p>
        </p:txBody>
      </p:sp>
      <p:sp>
        <p:nvSpPr>
          <p:cNvPr id="43041" name="Text Box 26">
            <a:extLst>
              <a:ext uri="{FF2B5EF4-FFF2-40B4-BE49-F238E27FC236}">
                <a16:creationId xmlns:a16="http://schemas.microsoft.com/office/drawing/2014/main" id="{4A4644F9-D793-458E-ABB2-4C475AA1A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5575" y="33194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link</a:t>
            </a:r>
          </a:p>
        </p:txBody>
      </p:sp>
      <p:sp>
        <p:nvSpPr>
          <p:cNvPr id="43042" name="Text Box 26">
            <a:extLst>
              <a:ext uri="{FF2B5EF4-FFF2-40B4-BE49-F238E27FC236}">
                <a16:creationId xmlns:a16="http://schemas.microsoft.com/office/drawing/2014/main" id="{099CBEFC-EEF7-4DF4-80DE-C9D64271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30241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network</a:t>
            </a:r>
          </a:p>
        </p:txBody>
      </p:sp>
      <p:sp>
        <p:nvSpPr>
          <p:cNvPr id="43043" name="Oval 53">
            <a:extLst>
              <a:ext uri="{FF2B5EF4-FFF2-40B4-BE49-F238E27FC236}">
                <a16:creationId xmlns:a16="http://schemas.microsoft.com/office/drawing/2014/main" id="{A8C51342-D857-4900-9F89-17AE1B499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6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P2</a:t>
            </a:r>
          </a:p>
        </p:txBody>
      </p:sp>
      <p:sp>
        <p:nvSpPr>
          <p:cNvPr id="43044" name="Freeform 54">
            <a:extLst>
              <a:ext uri="{FF2B5EF4-FFF2-40B4-BE49-F238E27FC236}">
                <a16:creationId xmlns:a16="http://schemas.microsoft.com/office/drawing/2014/main" id="{F6D68F61-17CC-4B13-80E3-12D488CD72CE}"/>
              </a:ext>
            </a:extLst>
          </p:cNvPr>
          <p:cNvSpPr>
            <a:spLocks/>
          </p:cNvSpPr>
          <p:nvPr/>
        </p:nvSpPr>
        <p:spPr bwMode="auto">
          <a:xfrm>
            <a:off x="8026400" y="1924050"/>
            <a:ext cx="504825" cy="21336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1344"/>
              <a:gd name="T17" fmla="*/ 318 w 318"/>
              <a:gd name="T18" fmla="*/ 1344 h 13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grpSp>
        <p:nvGrpSpPr>
          <p:cNvPr id="43045" name="Group 76">
            <a:extLst>
              <a:ext uri="{FF2B5EF4-FFF2-40B4-BE49-F238E27FC236}">
                <a16:creationId xmlns:a16="http://schemas.microsoft.com/office/drawing/2014/main" id="{B05E3547-664F-4361-AEDC-12EF298AD0BB}"/>
              </a:ext>
            </a:extLst>
          </p:cNvPr>
          <p:cNvGrpSpPr>
            <a:grpSpLocks/>
          </p:cNvGrpSpPr>
          <p:nvPr/>
        </p:nvGrpSpPr>
        <p:grpSpPr bwMode="auto">
          <a:xfrm>
            <a:off x="1824037" y="5170484"/>
            <a:ext cx="2016125" cy="657224"/>
            <a:chOff x="1084" y="3697"/>
            <a:chExt cx="1270" cy="414"/>
          </a:xfrm>
        </p:grpSpPr>
        <p:sp>
          <p:nvSpPr>
            <p:cNvPr id="43144" name="Rectangle 77">
              <a:extLst>
                <a:ext uri="{FF2B5EF4-FFF2-40B4-BE49-F238E27FC236}">
                  <a16:creationId xmlns:a16="http://schemas.microsoft.com/office/drawing/2014/main" id="{EA230CCF-705C-435F-9A08-384845BE4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45" name="Line 78">
              <a:extLst>
                <a:ext uri="{FF2B5EF4-FFF2-40B4-BE49-F238E27FC236}">
                  <a16:creationId xmlns:a16="http://schemas.microsoft.com/office/drawing/2014/main" id="{3DDA30CB-2BF1-4EDE-81B5-917AAD135F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3146" name="Text Box 79">
              <a:extLst>
                <a:ext uri="{FF2B5EF4-FFF2-40B4-BE49-F238E27FC236}">
                  <a16:creationId xmlns:a16="http://schemas.microsoft.com/office/drawing/2014/main" id="{9B3ECFB0-E6BD-41F9-A775-6B08CEAC8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4" y="3822"/>
              <a:ext cx="122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85000"/>
                </a:lnSpc>
              </a:pPr>
              <a:r>
                <a:rPr lang="en-US" altLang="zh-TW" sz="1400" dirty="0">
                  <a:solidFill>
                    <a:srgbClr val="7030A0"/>
                  </a:solidFill>
                </a:rPr>
                <a:t>source </a:t>
              </a:r>
              <a:r>
                <a:rPr lang="en-US" altLang="zh-TW" sz="1400" dirty="0" err="1">
                  <a:solidFill>
                    <a:srgbClr val="7030A0"/>
                  </a:solidFill>
                </a:rPr>
                <a:t>IP,port</a:t>
              </a:r>
              <a:r>
                <a:rPr lang="en-US" altLang="zh-TW" sz="1400" dirty="0">
                  <a:solidFill>
                    <a:srgbClr val="7030A0"/>
                  </a:solidFill>
                </a:rPr>
                <a:t>: A,9157</a:t>
              </a:r>
            </a:p>
            <a:p>
              <a:pPr algn="r">
                <a:lnSpc>
                  <a:spcPct val="85000"/>
                </a:lnSpc>
              </a:pPr>
              <a:r>
                <a:rPr lang="en-US" altLang="zh-TW" sz="1400" dirty="0" err="1">
                  <a:solidFill>
                    <a:srgbClr val="0070C0"/>
                  </a:solidFill>
                </a:rPr>
                <a:t>dest</a:t>
              </a:r>
              <a:r>
                <a:rPr lang="en-US" altLang="zh-TW" sz="1400" dirty="0">
                  <a:solidFill>
                    <a:srgbClr val="0070C0"/>
                  </a:solidFill>
                </a:rPr>
                <a:t> IP, port: B,80</a:t>
              </a:r>
            </a:p>
          </p:txBody>
        </p:sp>
      </p:grpSp>
      <p:grpSp>
        <p:nvGrpSpPr>
          <p:cNvPr id="43046" name="Group 80">
            <a:extLst>
              <a:ext uri="{FF2B5EF4-FFF2-40B4-BE49-F238E27FC236}">
                <a16:creationId xmlns:a16="http://schemas.microsoft.com/office/drawing/2014/main" id="{EB139241-7A59-408A-A68E-C7351D2D3A52}"/>
              </a:ext>
            </a:extLst>
          </p:cNvPr>
          <p:cNvGrpSpPr>
            <a:grpSpLocks/>
          </p:cNvGrpSpPr>
          <p:nvPr/>
        </p:nvGrpSpPr>
        <p:grpSpPr bwMode="auto">
          <a:xfrm>
            <a:off x="1666875" y="4479925"/>
            <a:ext cx="1887538" cy="652463"/>
            <a:chOff x="2741" y="3750"/>
            <a:chExt cx="1189" cy="411"/>
          </a:xfrm>
        </p:grpSpPr>
        <p:sp>
          <p:nvSpPr>
            <p:cNvPr id="43141" name="Rectangle 81">
              <a:extLst>
                <a:ext uri="{FF2B5EF4-FFF2-40B4-BE49-F238E27FC236}">
                  <a16:creationId xmlns:a16="http://schemas.microsoft.com/office/drawing/2014/main" id="{7AD1DB26-B1A7-4CDC-9463-1958CD79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42" name="Line 82">
              <a:extLst>
                <a:ext uri="{FF2B5EF4-FFF2-40B4-BE49-F238E27FC236}">
                  <a16:creationId xmlns:a16="http://schemas.microsoft.com/office/drawing/2014/main" id="{BB86838D-CFE7-46E0-8A0C-ED82A2444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3143" name="Text Box 83">
              <a:extLst>
                <a:ext uri="{FF2B5EF4-FFF2-40B4-BE49-F238E27FC236}">
                  <a16:creationId xmlns:a16="http://schemas.microsoft.com/office/drawing/2014/main" id="{2F7E425E-5E2D-4959-85BD-DB934070C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11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85000"/>
                </a:lnSpc>
              </a:pPr>
              <a:r>
                <a:rPr lang="en-US" altLang="zh-TW" sz="1400"/>
                <a:t>source IP,port: B,80</a:t>
              </a:r>
            </a:p>
            <a:p>
              <a:pPr algn="l">
                <a:lnSpc>
                  <a:spcPct val="85000"/>
                </a:lnSpc>
              </a:pPr>
              <a:r>
                <a:rPr lang="en-US" altLang="zh-TW" sz="1400"/>
                <a:t>dest IP,port: A,9157</a:t>
              </a:r>
            </a:p>
          </p:txBody>
        </p:sp>
      </p:grpSp>
      <p:sp>
        <p:nvSpPr>
          <p:cNvPr id="43047" name="Text Box 93">
            <a:extLst>
              <a:ext uri="{FF2B5EF4-FFF2-40B4-BE49-F238E27FC236}">
                <a16:creationId xmlns:a16="http://schemas.microsoft.com/office/drawing/2014/main" id="{5984A4B7-E88F-41FD-9ED2-2A3CA15BF58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8900" y="4705350"/>
            <a:ext cx="11477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1800">
                <a:latin typeface="Gill Sans MT" panose="020B0502020104020203" pitchFamily="34" charset="0"/>
              </a:rPr>
              <a:t>host: IP address A</a:t>
            </a:r>
          </a:p>
        </p:txBody>
      </p:sp>
      <p:sp>
        <p:nvSpPr>
          <p:cNvPr id="43048" name="Text Box 94">
            <a:extLst>
              <a:ext uri="{FF2B5EF4-FFF2-40B4-BE49-F238E27FC236}">
                <a16:creationId xmlns:a16="http://schemas.microsoft.com/office/drawing/2014/main" id="{0D89EA0E-6E96-4F8D-8031-7E802B3139E6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845425" y="4602163"/>
            <a:ext cx="11477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1800">
                <a:latin typeface="Gill Sans MT" panose="020B0502020104020203" pitchFamily="34" charset="0"/>
              </a:rPr>
              <a:t>host: IP address C</a:t>
            </a:r>
          </a:p>
        </p:txBody>
      </p:sp>
      <p:sp>
        <p:nvSpPr>
          <p:cNvPr id="43049" name="Line 96">
            <a:extLst>
              <a:ext uri="{FF2B5EF4-FFF2-40B4-BE49-F238E27FC236}">
                <a16:creationId xmlns:a16="http://schemas.microsoft.com/office/drawing/2014/main" id="{D326183C-CDF9-4B61-92AA-7DDF69F29E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4388" y="3432175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50" name="Line 97">
            <a:extLst>
              <a:ext uri="{FF2B5EF4-FFF2-40B4-BE49-F238E27FC236}">
                <a16:creationId xmlns:a16="http://schemas.microsoft.com/office/drawing/2014/main" id="{4505F44F-8149-40AB-B88C-625008397F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263" y="3130550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51" name="Text Box 26">
            <a:extLst>
              <a:ext uri="{FF2B5EF4-FFF2-40B4-BE49-F238E27FC236}">
                <a16:creationId xmlns:a16="http://schemas.microsoft.com/office/drawing/2014/main" id="{92676A51-846B-41A8-AE67-4A6357F7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27955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1400"/>
              <a:t>network</a:t>
            </a:r>
          </a:p>
        </p:txBody>
      </p:sp>
      <p:sp>
        <p:nvSpPr>
          <p:cNvPr id="43052" name="Line 99">
            <a:extLst>
              <a:ext uri="{FF2B5EF4-FFF2-40B4-BE49-F238E27FC236}">
                <a16:creationId xmlns:a16="http://schemas.microsoft.com/office/drawing/2014/main" id="{D73A18EB-6643-477E-B4AC-732983B867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438" y="2808288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53" name="Line 100">
            <a:extLst>
              <a:ext uri="{FF2B5EF4-FFF2-40B4-BE49-F238E27FC236}">
                <a16:creationId xmlns:a16="http://schemas.microsoft.com/office/drawing/2014/main" id="{F617341D-2517-4DBF-BCD4-56643ED22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6613" y="2486025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3054" name="Group 101">
            <a:extLst>
              <a:ext uri="{FF2B5EF4-FFF2-40B4-BE49-F238E27FC236}">
                <a16:creationId xmlns:a16="http://schemas.microsoft.com/office/drawing/2014/main" id="{E2E78955-A860-40AD-95B6-92F228A294AE}"/>
              </a:ext>
            </a:extLst>
          </p:cNvPr>
          <p:cNvGrpSpPr>
            <a:grpSpLocks/>
          </p:cNvGrpSpPr>
          <p:nvPr/>
        </p:nvGrpSpPr>
        <p:grpSpPr bwMode="auto">
          <a:xfrm>
            <a:off x="3552825" y="2347913"/>
            <a:ext cx="473075" cy="228600"/>
            <a:chOff x="1287" y="2524"/>
            <a:chExt cx="260" cy="100"/>
          </a:xfrm>
        </p:grpSpPr>
        <p:sp>
          <p:nvSpPr>
            <p:cNvPr id="43137" name="Rectangle 102">
              <a:extLst>
                <a:ext uri="{FF2B5EF4-FFF2-40B4-BE49-F238E27FC236}">
                  <a16:creationId xmlns:a16="http://schemas.microsoft.com/office/drawing/2014/main" id="{ECA38523-B100-46EF-8FCF-AAB5061C8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8" name="Rectangle 103">
              <a:extLst>
                <a:ext uri="{FF2B5EF4-FFF2-40B4-BE49-F238E27FC236}">
                  <a16:creationId xmlns:a16="http://schemas.microsoft.com/office/drawing/2014/main" id="{A1CD0767-F25F-4987-8557-7D0BD44A7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9" name="Rectangle 104">
              <a:extLst>
                <a:ext uri="{FF2B5EF4-FFF2-40B4-BE49-F238E27FC236}">
                  <a16:creationId xmlns:a16="http://schemas.microsoft.com/office/drawing/2014/main" id="{15FA7942-EED7-4366-9BAF-9F8675254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40" name="Rectangle 105">
              <a:extLst>
                <a:ext uri="{FF2B5EF4-FFF2-40B4-BE49-F238E27FC236}">
                  <a16:creationId xmlns:a16="http://schemas.microsoft.com/office/drawing/2014/main" id="{92C32974-8C72-42F7-ADEB-4AA24BC3C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sp>
        <p:nvSpPr>
          <p:cNvPr id="43055" name="Oval 106">
            <a:extLst>
              <a:ext uri="{FF2B5EF4-FFF2-40B4-BE49-F238E27FC236}">
                <a16:creationId xmlns:a16="http://schemas.microsoft.com/office/drawing/2014/main" id="{6EF7C5BD-A1B1-4F20-BDA1-EB10F1F69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20193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P6</a:t>
            </a:r>
          </a:p>
        </p:txBody>
      </p:sp>
      <p:sp>
        <p:nvSpPr>
          <p:cNvPr id="43056" name="Oval 112">
            <a:extLst>
              <a:ext uri="{FF2B5EF4-FFF2-40B4-BE49-F238E27FC236}">
                <a16:creationId xmlns:a16="http://schemas.microsoft.com/office/drawing/2014/main" id="{4CFA442B-C1D9-444D-96FC-68AB48EE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588" y="2017713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P5</a:t>
            </a:r>
          </a:p>
        </p:txBody>
      </p:sp>
      <p:grpSp>
        <p:nvGrpSpPr>
          <p:cNvPr id="43057" name="Group 118">
            <a:extLst>
              <a:ext uri="{FF2B5EF4-FFF2-40B4-BE49-F238E27FC236}">
                <a16:creationId xmlns:a16="http://schemas.microsoft.com/office/drawing/2014/main" id="{566669CF-A89B-4EB1-8734-284C589AC0CF}"/>
              </a:ext>
            </a:extLst>
          </p:cNvPr>
          <p:cNvGrpSpPr>
            <a:grpSpLocks/>
          </p:cNvGrpSpPr>
          <p:nvPr/>
        </p:nvGrpSpPr>
        <p:grpSpPr bwMode="auto">
          <a:xfrm>
            <a:off x="4257675" y="2352675"/>
            <a:ext cx="473075" cy="228600"/>
            <a:chOff x="1287" y="2524"/>
            <a:chExt cx="260" cy="100"/>
          </a:xfrm>
        </p:grpSpPr>
        <p:sp>
          <p:nvSpPr>
            <p:cNvPr id="43133" name="Rectangle 119">
              <a:extLst>
                <a:ext uri="{FF2B5EF4-FFF2-40B4-BE49-F238E27FC236}">
                  <a16:creationId xmlns:a16="http://schemas.microsoft.com/office/drawing/2014/main" id="{13297A99-2105-4535-B4C5-3514CC671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4" name="Rectangle 120">
              <a:extLst>
                <a:ext uri="{FF2B5EF4-FFF2-40B4-BE49-F238E27FC236}">
                  <a16:creationId xmlns:a16="http://schemas.microsoft.com/office/drawing/2014/main" id="{336E512E-06FF-42FF-A924-AE802FE71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5" name="Rectangle 121">
              <a:extLst>
                <a:ext uri="{FF2B5EF4-FFF2-40B4-BE49-F238E27FC236}">
                  <a16:creationId xmlns:a16="http://schemas.microsoft.com/office/drawing/2014/main" id="{5B39AE91-181B-4891-B542-431312A4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6" name="Rectangle 122">
              <a:extLst>
                <a:ext uri="{FF2B5EF4-FFF2-40B4-BE49-F238E27FC236}">
                  <a16:creationId xmlns:a16="http://schemas.microsoft.com/office/drawing/2014/main" id="{C065F6EA-E054-4B62-91F0-45CA9C92D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grpSp>
        <p:nvGrpSpPr>
          <p:cNvPr id="43058" name="Group 123">
            <a:extLst>
              <a:ext uri="{FF2B5EF4-FFF2-40B4-BE49-F238E27FC236}">
                <a16:creationId xmlns:a16="http://schemas.microsoft.com/office/drawing/2014/main" id="{7ACE7327-73DB-474D-97AB-5BC54961420C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2357438"/>
            <a:ext cx="473075" cy="228600"/>
            <a:chOff x="1287" y="2524"/>
            <a:chExt cx="260" cy="100"/>
          </a:xfrm>
        </p:grpSpPr>
        <p:sp>
          <p:nvSpPr>
            <p:cNvPr id="43129" name="Rectangle 124">
              <a:extLst>
                <a:ext uri="{FF2B5EF4-FFF2-40B4-BE49-F238E27FC236}">
                  <a16:creationId xmlns:a16="http://schemas.microsoft.com/office/drawing/2014/main" id="{84D2D29B-1966-4B29-AAE2-51272BB1A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0" name="Rectangle 125">
              <a:extLst>
                <a:ext uri="{FF2B5EF4-FFF2-40B4-BE49-F238E27FC236}">
                  <a16:creationId xmlns:a16="http://schemas.microsoft.com/office/drawing/2014/main" id="{D0A42CFA-D1F4-4C28-AB1B-37103338F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1" name="Rectangle 126">
              <a:extLst>
                <a:ext uri="{FF2B5EF4-FFF2-40B4-BE49-F238E27FC236}">
                  <a16:creationId xmlns:a16="http://schemas.microsoft.com/office/drawing/2014/main" id="{10CD277B-BE8F-4A44-8861-D882C9364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32" name="Rectangle 127">
              <a:extLst>
                <a:ext uri="{FF2B5EF4-FFF2-40B4-BE49-F238E27FC236}">
                  <a16:creationId xmlns:a16="http://schemas.microsoft.com/office/drawing/2014/main" id="{BD44EBF2-A057-4A29-A599-BB80D4C06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sp>
        <p:nvSpPr>
          <p:cNvPr id="43059" name="Line 133">
            <a:extLst>
              <a:ext uri="{FF2B5EF4-FFF2-40B4-BE49-F238E27FC236}">
                <a16:creationId xmlns:a16="http://schemas.microsoft.com/office/drawing/2014/main" id="{9A9E5C08-BC9E-49C5-B537-68C6A90DEFB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0" y="364807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60" name="Line 134">
            <a:extLst>
              <a:ext uri="{FF2B5EF4-FFF2-40B4-BE49-F238E27FC236}">
                <a16:creationId xmlns:a16="http://schemas.microsoft.com/office/drawing/2014/main" id="{F9A7B2C9-570A-4748-B554-E89BD53B60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3352800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61" name="Line 135">
            <a:extLst>
              <a:ext uri="{FF2B5EF4-FFF2-40B4-BE49-F238E27FC236}">
                <a16:creationId xmlns:a16="http://schemas.microsoft.com/office/drawing/2014/main" id="{65D6E504-C314-4FB0-9EF1-AEA6DE936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30575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62" name="Line 136">
            <a:extLst>
              <a:ext uri="{FF2B5EF4-FFF2-40B4-BE49-F238E27FC236}">
                <a16:creationId xmlns:a16="http://schemas.microsoft.com/office/drawing/2014/main" id="{B3327F5A-858C-42B2-9A16-00E121742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27527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3063" name="Group 128">
            <a:extLst>
              <a:ext uri="{FF2B5EF4-FFF2-40B4-BE49-F238E27FC236}">
                <a16:creationId xmlns:a16="http://schemas.microsoft.com/office/drawing/2014/main" id="{07D98020-B139-41FD-B19A-8427B24601E3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2579688"/>
            <a:ext cx="473075" cy="228600"/>
            <a:chOff x="1287" y="2524"/>
            <a:chExt cx="260" cy="100"/>
          </a:xfrm>
        </p:grpSpPr>
        <p:sp>
          <p:nvSpPr>
            <p:cNvPr id="43125" name="Rectangle 129">
              <a:extLst>
                <a:ext uri="{FF2B5EF4-FFF2-40B4-BE49-F238E27FC236}">
                  <a16:creationId xmlns:a16="http://schemas.microsoft.com/office/drawing/2014/main" id="{BFAB2F70-FC86-4E2E-8B41-DFBB34408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6" name="Rectangle 130">
              <a:extLst>
                <a:ext uri="{FF2B5EF4-FFF2-40B4-BE49-F238E27FC236}">
                  <a16:creationId xmlns:a16="http://schemas.microsoft.com/office/drawing/2014/main" id="{43939C36-4B20-4DF6-AA55-387745838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7" name="Rectangle 131">
              <a:extLst>
                <a:ext uri="{FF2B5EF4-FFF2-40B4-BE49-F238E27FC236}">
                  <a16:creationId xmlns:a16="http://schemas.microsoft.com/office/drawing/2014/main" id="{860B96CB-44DE-4906-8920-4E4FAF007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8" name="Rectangle 132">
              <a:extLst>
                <a:ext uri="{FF2B5EF4-FFF2-40B4-BE49-F238E27FC236}">
                  <a16:creationId xmlns:a16="http://schemas.microsoft.com/office/drawing/2014/main" id="{98957005-9014-4C2D-A7D8-FA7D9D107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grpSp>
        <p:nvGrpSpPr>
          <p:cNvPr id="43064" name="Group 137">
            <a:extLst>
              <a:ext uri="{FF2B5EF4-FFF2-40B4-BE49-F238E27FC236}">
                <a16:creationId xmlns:a16="http://schemas.microsoft.com/office/drawing/2014/main" id="{D64B6689-74F4-41B4-96DD-5B27A4DB0C77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2570163"/>
            <a:ext cx="473075" cy="228600"/>
            <a:chOff x="1287" y="2524"/>
            <a:chExt cx="260" cy="100"/>
          </a:xfrm>
        </p:grpSpPr>
        <p:sp>
          <p:nvSpPr>
            <p:cNvPr id="43121" name="Rectangle 138">
              <a:extLst>
                <a:ext uri="{FF2B5EF4-FFF2-40B4-BE49-F238E27FC236}">
                  <a16:creationId xmlns:a16="http://schemas.microsoft.com/office/drawing/2014/main" id="{56206FA9-4822-48D4-BC00-31A77EAD9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2" name="Rectangle 139">
              <a:extLst>
                <a:ext uri="{FF2B5EF4-FFF2-40B4-BE49-F238E27FC236}">
                  <a16:creationId xmlns:a16="http://schemas.microsoft.com/office/drawing/2014/main" id="{8D5F3080-6271-4944-ADD0-02BA70E26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3" name="Rectangle 140">
              <a:extLst>
                <a:ext uri="{FF2B5EF4-FFF2-40B4-BE49-F238E27FC236}">
                  <a16:creationId xmlns:a16="http://schemas.microsoft.com/office/drawing/2014/main" id="{9044C571-2D1B-4FBC-974F-A426424A3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24" name="Rectangle 141">
              <a:extLst>
                <a:ext uri="{FF2B5EF4-FFF2-40B4-BE49-F238E27FC236}">
                  <a16:creationId xmlns:a16="http://schemas.microsoft.com/office/drawing/2014/main" id="{12B9A7F6-70FA-4572-A04E-29D4357A0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sp>
        <p:nvSpPr>
          <p:cNvPr id="43065" name="Oval 143">
            <a:extLst>
              <a:ext uri="{FF2B5EF4-FFF2-40B4-BE49-F238E27FC236}">
                <a16:creationId xmlns:a16="http://schemas.microsoft.com/office/drawing/2014/main" id="{F7FD81AB-AD9C-427F-8838-B67EDD2F7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22367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>
                <a:latin typeface="Arial" panose="020B0604020202020204" pitchFamily="34" charset="0"/>
              </a:rPr>
              <a:t>P3</a:t>
            </a:r>
          </a:p>
        </p:txBody>
      </p:sp>
      <p:sp>
        <p:nvSpPr>
          <p:cNvPr id="43066" name="Freeform 144">
            <a:extLst>
              <a:ext uri="{FF2B5EF4-FFF2-40B4-BE49-F238E27FC236}">
                <a16:creationId xmlns:a16="http://schemas.microsoft.com/office/drawing/2014/main" id="{03C83206-7A21-4CC1-96F4-35810F4A0424}"/>
              </a:ext>
            </a:extLst>
          </p:cNvPr>
          <p:cNvSpPr>
            <a:spLocks/>
          </p:cNvSpPr>
          <p:nvPr/>
        </p:nvSpPr>
        <p:spPr bwMode="auto">
          <a:xfrm>
            <a:off x="1493838" y="2439988"/>
            <a:ext cx="2695575" cy="2695575"/>
          </a:xfrm>
          <a:custGeom>
            <a:avLst/>
            <a:gdLst>
              <a:gd name="T0" fmla="*/ 0 w 1698"/>
              <a:gd name="T1" fmla="*/ 2147483647 h 1698"/>
              <a:gd name="T2" fmla="*/ 0 w 1698"/>
              <a:gd name="T3" fmla="*/ 2147483647 h 1698"/>
              <a:gd name="T4" fmla="*/ 2147483647 w 1698"/>
              <a:gd name="T5" fmla="*/ 2147483647 h 1698"/>
              <a:gd name="T6" fmla="*/ 2147483647 w 1698"/>
              <a:gd name="T7" fmla="*/ 2147483647 h 1698"/>
              <a:gd name="T8" fmla="*/ 2147483647 w 1698"/>
              <a:gd name="T9" fmla="*/ 0 h 16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8"/>
              <a:gd name="T16" fmla="*/ 0 h 1698"/>
              <a:gd name="T17" fmla="*/ 1698 w 1698"/>
              <a:gd name="T18" fmla="*/ 1698 h 16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67" name="Freeform 145">
            <a:extLst>
              <a:ext uri="{FF2B5EF4-FFF2-40B4-BE49-F238E27FC236}">
                <a16:creationId xmlns:a16="http://schemas.microsoft.com/office/drawing/2014/main" id="{10BE549E-B413-4C0D-9108-358CFB5802A6}"/>
              </a:ext>
            </a:extLst>
          </p:cNvPr>
          <p:cNvSpPr>
            <a:spLocks/>
          </p:cNvSpPr>
          <p:nvPr/>
        </p:nvSpPr>
        <p:spPr bwMode="auto">
          <a:xfrm>
            <a:off x="4479925" y="2471738"/>
            <a:ext cx="3089275" cy="3252787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  <a:gd name="T12" fmla="*/ 0 w 1946"/>
              <a:gd name="T13" fmla="*/ 0 h 1801"/>
              <a:gd name="T14" fmla="*/ 1946 w 1946"/>
              <a:gd name="T15" fmla="*/ 1801 h 18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3068" name="Freeform 146">
            <a:extLst>
              <a:ext uri="{FF2B5EF4-FFF2-40B4-BE49-F238E27FC236}">
                <a16:creationId xmlns:a16="http://schemas.microsoft.com/office/drawing/2014/main" id="{71498DBD-766A-48D3-BD6E-14AEA0C1021C}"/>
              </a:ext>
            </a:extLst>
          </p:cNvPr>
          <p:cNvSpPr>
            <a:spLocks/>
          </p:cNvSpPr>
          <p:nvPr/>
        </p:nvSpPr>
        <p:spPr bwMode="auto">
          <a:xfrm>
            <a:off x="5138738" y="2460625"/>
            <a:ext cx="1609725" cy="2465388"/>
          </a:xfrm>
          <a:custGeom>
            <a:avLst/>
            <a:gdLst>
              <a:gd name="T0" fmla="*/ 0 w 1014"/>
              <a:gd name="T1" fmla="*/ 0 h 1480"/>
              <a:gd name="T2" fmla="*/ 0 w 1014"/>
              <a:gd name="T3" fmla="*/ 2147483647 h 1480"/>
              <a:gd name="T4" fmla="*/ 2147483647 w 1014"/>
              <a:gd name="T5" fmla="*/ 2147483647 h 1480"/>
              <a:gd name="T6" fmla="*/ 2147483647 w 1014"/>
              <a:gd name="T7" fmla="*/ 2147483647 h 1480"/>
              <a:gd name="T8" fmla="*/ 0 60000 65536"/>
              <a:gd name="T9" fmla="*/ 0 60000 65536"/>
              <a:gd name="T10" fmla="*/ 0 60000 65536"/>
              <a:gd name="T11" fmla="*/ 0 60000 65536"/>
              <a:gd name="T12" fmla="*/ 0 w 1014"/>
              <a:gd name="T13" fmla="*/ 0 h 1480"/>
              <a:gd name="T14" fmla="*/ 1014 w 1014"/>
              <a:gd name="T15" fmla="*/ 1480 h 1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3069" name="Group 147">
            <a:extLst>
              <a:ext uri="{FF2B5EF4-FFF2-40B4-BE49-F238E27FC236}">
                <a16:creationId xmlns:a16="http://schemas.microsoft.com/office/drawing/2014/main" id="{6C7787C2-C4FA-49C6-8887-58BAF2B490C9}"/>
              </a:ext>
            </a:extLst>
          </p:cNvPr>
          <p:cNvGrpSpPr>
            <a:grpSpLocks/>
          </p:cNvGrpSpPr>
          <p:nvPr/>
        </p:nvGrpSpPr>
        <p:grpSpPr bwMode="auto">
          <a:xfrm>
            <a:off x="5237164" y="4684709"/>
            <a:ext cx="2063750" cy="657224"/>
            <a:chOff x="2741" y="3750"/>
            <a:chExt cx="1300" cy="414"/>
          </a:xfrm>
        </p:grpSpPr>
        <p:sp>
          <p:nvSpPr>
            <p:cNvPr id="43118" name="Rectangle 148">
              <a:extLst>
                <a:ext uri="{FF2B5EF4-FFF2-40B4-BE49-F238E27FC236}">
                  <a16:creationId xmlns:a16="http://schemas.microsoft.com/office/drawing/2014/main" id="{FB559859-AF2E-4E3E-B444-947E9349B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19" name="Line 149">
              <a:extLst>
                <a:ext uri="{FF2B5EF4-FFF2-40B4-BE49-F238E27FC236}">
                  <a16:creationId xmlns:a16="http://schemas.microsoft.com/office/drawing/2014/main" id="{F3AE3001-A1F0-4FF0-9998-167584F92E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3120" name="Text Box 150">
              <a:extLst>
                <a:ext uri="{FF2B5EF4-FFF2-40B4-BE49-F238E27FC236}">
                  <a16:creationId xmlns:a16="http://schemas.microsoft.com/office/drawing/2014/main" id="{7BF3685D-F72F-4BCB-BB64-DE4BBBD0D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85000"/>
                </a:lnSpc>
              </a:pPr>
              <a:r>
                <a:rPr lang="en-US" altLang="zh-TW" sz="1400" dirty="0">
                  <a:solidFill>
                    <a:srgbClr val="7030A0"/>
                  </a:solidFill>
                </a:rPr>
                <a:t>source </a:t>
              </a:r>
              <a:r>
                <a:rPr lang="en-US" altLang="zh-TW" sz="1400" dirty="0" err="1">
                  <a:solidFill>
                    <a:srgbClr val="7030A0"/>
                  </a:solidFill>
                </a:rPr>
                <a:t>IP,port</a:t>
              </a:r>
              <a:r>
                <a:rPr lang="en-US" altLang="zh-TW" sz="1400" dirty="0">
                  <a:solidFill>
                    <a:srgbClr val="7030A0"/>
                  </a:solidFill>
                </a:rPr>
                <a:t>: C,5775</a:t>
              </a:r>
            </a:p>
            <a:p>
              <a:pPr algn="l">
                <a:lnSpc>
                  <a:spcPct val="85000"/>
                </a:lnSpc>
              </a:pPr>
              <a:r>
                <a:rPr lang="en-US" altLang="zh-TW" sz="1400" dirty="0" err="1">
                  <a:solidFill>
                    <a:srgbClr val="0070C0"/>
                  </a:solidFill>
                </a:rPr>
                <a:t>dest</a:t>
              </a:r>
              <a:r>
                <a:rPr lang="en-US" altLang="zh-TW" sz="1400" dirty="0">
                  <a:solidFill>
                    <a:srgbClr val="0070C0"/>
                  </a:solidFill>
                </a:rPr>
                <a:t> </a:t>
              </a:r>
              <a:r>
                <a:rPr lang="en-US" altLang="zh-TW" sz="1400" dirty="0" err="1">
                  <a:solidFill>
                    <a:srgbClr val="0070C0"/>
                  </a:solidFill>
                </a:rPr>
                <a:t>IP,port</a:t>
              </a:r>
              <a:r>
                <a:rPr lang="en-US" altLang="zh-TW" sz="1400" dirty="0">
                  <a:solidFill>
                    <a:srgbClr val="0070C0"/>
                  </a:solidFill>
                </a:rPr>
                <a:t>: B,80</a:t>
              </a:r>
            </a:p>
          </p:txBody>
        </p:sp>
      </p:grpSp>
      <p:grpSp>
        <p:nvGrpSpPr>
          <p:cNvPr id="43070" name="Group 151">
            <a:extLst>
              <a:ext uri="{FF2B5EF4-FFF2-40B4-BE49-F238E27FC236}">
                <a16:creationId xmlns:a16="http://schemas.microsoft.com/office/drawing/2014/main" id="{F7BD488F-38FA-4958-B35E-B466A6D51492}"/>
              </a:ext>
            </a:extLst>
          </p:cNvPr>
          <p:cNvGrpSpPr>
            <a:grpSpLocks/>
          </p:cNvGrpSpPr>
          <p:nvPr/>
        </p:nvGrpSpPr>
        <p:grpSpPr bwMode="auto">
          <a:xfrm>
            <a:off x="5307013" y="5473700"/>
            <a:ext cx="2063750" cy="661988"/>
            <a:chOff x="2741" y="3750"/>
            <a:chExt cx="1300" cy="417"/>
          </a:xfrm>
        </p:grpSpPr>
        <p:sp>
          <p:nvSpPr>
            <p:cNvPr id="43115" name="Rectangle 152">
              <a:extLst>
                <a:ext uri="{FF2B5EF4-FFF2-40B4-BE49-F238E27FC236}">
                  <a16:creationId xmlns:a16="http://schemas.microsoft.com/office/drawing/2014/main" id="{A98CA4C9-F59A-414D-A8C9-5803FB305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16" name="Line 153">
              <a:extLst>
                <a:ext uri="{FF2B5EF4-FFF2-40B4-BE49-F238E27FC236}">
                  <a16:creationId xmlns:a16="http://schemas.microsoft.com/office/drawing/2014/main" id="{41FB7CCB-3EE9-4C66-90D5-957DE313A5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3117" name="Text Box 154">
              <a:extLst>
                <a:ext uri="{FF2B5EF4-FFF2-40B4-BE49-F238E27FC236}">
                  <a16:creationId xmlns:a16="http://schemas.microsoft.com/office/drawing/2014/main" id="{1811FE38-1EA6-45B6-B12C-26BC74DA8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85000"/>
                </a:lnSpc>
              </a:pPr>
              <a:r>
                <a:rPr lang="en-US" altLang="zh-TW" sz="1400" dirty="0">
                  <a:solidFill>
                    <a:srgbClr val="7030A0"/>
                  </a:solidFill>
                </a:rPr>
                <a:t>source </a:t>
              </a:r>
              <a:r>
                <a:rPr lang="en-US" altLang="zh-TW" sz="1400" dirty="0" err="1">
                  <a:solidFill>
                    <a:srgbClr val="7030A0"/>
                  </a:solidFill>
                </a:rPr>
                <a:t>IP,port</a:t>
              </a:r>
              <a:r>
                <a:rPr lang="en-US" altLang="zh-TW" sz="1400" dirty="0">
                  <a:solidFill>
                    <a:srgbClr val="7030A0"/>
                  </a:solidFill>
                </a:rPr>
                <a:t>: C,9157</a:t>
              </a:r>
            </a:p>
            <a:p>
              <a:pPr algn="l">
                <a:lnSpc>
                  <a:spcPct val="85000"/>
                </a:lnSpc>
              </a:pPr>
              <a:r>
                <a:rPr lang="en-US" altLang="zh-TW" sz="1400" dirty="0" err="1">
                  <a:solidFill>
                    <a:srgbClr val="0070C0"/>
                  </a:solidFill>
                </a:rPr>
                <a:t>dest</a:t>
              </a:r>
              <a:r>
                <a:rPr lang="en-US" altLang="zh-TW" sz="1400" dirty="0">
                  <a:solidFill>
                    <a:srgbClr val="0070C0"/>
                  </a:solidFill>
                </a:rPr>
                <a:t> </a:t>
              </a:r>
              <a:r>
                <a:rPr lang="en-US" altLang="zh-TW" sz="1400" dirty="0" err="1">
                  <a:solidFill>
                    <a:srgbClr val="0070C0"/>
                  </a:solidFill>
                </a:rPr>
                <a:t>IP,port</a:t>
              </a:r>
              <a:r>
                <a:rPr lang="en-US" altLang="zh-TW" sz="1400" dirty="0">
                  <a:solidFill>
                    <a:srgbClr val="0070C0"/>
                  </a:solidFill>
                </a:rPr>
                <a:t>: B,80</a:t>
              </a:r>
            </a:p>
          </p:txBody>
        </p:sp>
      </p:grpSp>
      <p:sp>
        <p:nvSpPr>
          <p:cNvPr id="364699" name="Text Box 155">
            <a:extLst>
              <a:ext uri="{FF2B5EF4-FFF2-40B4-BE49-F238E27FC236}">
                <a16:creationId xmlns:a16="http://schemas.microsoft.com/office/drawing/2014/main" id="{83017026-5532-4B8C-B7A0-5BF5457EC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6081713"/>
            <a:ext cx="485933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dirty="0">
                <a:solidFill>
                  <a:srgbClr val="0070C0"/>
                </a:solidFill>
              </a:rPr>
              <a:t>three segments, all destined to IP address: B,</a:t>
            </a:r>
          </a:p>
          <a:p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 err="1">
                <a:solidFill>
                  <a:srgbClr val="0070C0"/>
                </a:solidFill>
              </a:rPr>
              <a:t>dest</a:t>
            </a:r>
            <a:r>
              <a:rPr lang="en-US" altLang="zh-TW" dirty="0">
                <a:solidFill>
                  <a:srgbClr val="0070C0"/>
                </a:solidFill>
              </a:rPr>
              <a:t> port: 80 </a:t>
            </a:r>
            <a:r>
              <a:rPr lang="en-US" altLang="zh-TW" dirty="0">
                <a:solidFill>
                  <a:srgbClr val="7030A0"/>
                </a:solidFill>
              </a:rPr>
              <a:t>are demultiplexed to </a:t>
            </a:r>
            <a:r>
              <a:rPr lang="en-US" altLang="zh-TW" i="1" dirty="0">
                <a:solidFill>
                  <a:srgbClr val="7030A0"/>
                </a:solidFill>
              </a:rPr>
              <a:t>different </a:t>
            </a:r>
            <a:r>
              <a:rPr lang="en-US" altLang="zh-TW" dirty="0">
                <a:solidFill>
                  <a:srgbClr val="7030A0"/>
                </a:solidFill>
              </a:rPr>
              <a:t>sockets</a:t>
            </a:r>
          </a:p>
        </p:txBody>
      </p:sp>
      <p:sp>
        <p:nvSpPr>
          <p:cNvPr id="43075" name="Text Box 160">
            <a:extLst>
              <a:ext uri="{FF2B5EF4-FFF2-40B4-BE49-F238E27FC236}">
                <a16:creationId xmlns:a16="http://schemas.microsoft.com/office/drawing/2014/main" id="{079139D3-0093-44AE-9082-EFB0D1DB738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192295" y="2515371"/>
            <a:ext cx="11477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TW" sz="1800">
                <a:latin typeface="Gill Sans MT" panose="020B0502020104020203" pitchFamily="34" charset="0"/>
              </a:rPr>
              <a:t>server: IP address B</a:t>
            </a:r>
          </a:p>
        </p:txBody>
      </p:sp>
      <p:grpSp>
        <p:nvGrpSpPr>
          <p:cNvPr id="43076" name="Group 161">
            <a:extLst>
              <a:ext uri="{FF2B5EF4-FFF2-40B4-BE49-F238E27FC236}">
                <a16:creationId xmlns:a16="http://schemas.microsoft.com/office/drawing/2014/main" id="{80B57742-6B37-4A12-A26A-8D45FEBB636D}"/>
              </a:ext>
            </a:extLst>
          </p:cNvPr>
          <p:cNvGrpSpPr>
            <a:grpSpLocks/>
          </p:cNvGrpSpPr>
          <p:nvPr/>
        </p:nvGrpSpPr>
        <p:grpSpPr bwMode="auto">
          <a:xfrm>
            <a:off x="2820988" y="3192463"/>
            <a:ext cx="358775" cy="704850"/>
            <a:chOff x="4140" y="429"/>
            <a:chExt cx="1425" cy="2396"/>
          </a:xfrm>
        </p:grpSpPr>
        <p:sp>
          <p:nvSpPr>
            <p:cNvPr id="43083" name="Freeform 162">
              <a:extLst>
                <a:ext uri="{FF2B5EF4-FFF2-40B4-BE49-F238E27FC236}">
                  <a16:creationId xmlns:a16="http://schemas.microsoft.com/office/drawing/2014/main" id="{6462E2CF-2BB6-49A7-A479-EA1E18108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9 h 2742"/>
                <a:gd name="T6" fmla="*/ 0 w 354"/>
                <a:gd name="T7" fmla="*/ 10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84" name="Rectangle 163">
              <a:extLst>
                <a:ext uri="{FF2B5EF4-FFF2-40B4-BE49-F238E27FC236}">
                  <a16:creationId xmlns:a16="http://schemas.microsoft.com/office/drawing/2014/main" id="{41FBCA9B-8884-4BC7-AF10-A121CFD05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085" name="Freeform 164">
              <a:extLst>
                <a:ext uri="{FF2B5EF4-FFF2-40B4-BE49-F238E27FC236}">
                  <a16:creationId xmlns:a16="http://schemas.microsoft.com/office/drawing/2014/main" id="{ABFDBEFB-4B67-419E-A31D-D57FE451E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86" name="Freeform 165">
              <a:extLst>
                <a:ext uri="{FF2B5EF4-FFF2-40B4-BE49-F238E27FC236}">
                  <a16:creationId xmlns:a16="http://schemas.microsoft.com/office/drawing/2014/main" id="{37074070-A42A-4383-8BD9-67034821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87" name="Rectangle 166">
              <a:extLst>
                <a:ext uri="{FF2B5EF4-FFF2-40B4-BE49-F238E27FC236}">
                  <a16:creationId xmlns:a16="http://schemas.microsoft.com/office/drawing/2014/main" id="{A96FFCC5-272A-486E-9FCD-CA0AF8F40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grpSp>
          <p:nvGrpSpPr>
            <p:cNvPr id="43088" name="Group 167">
              <a:extLst>
                <a:ext uri="{FF2B5EF4-FFF2-40B4-BE49-F238E27FC236}">
                  <a16:creationId xmlns:a16="http://schemas.microsoft.com/office/drawing/2014/main" id="{CE693872-2F28-4DEC-9BB5-EA265B4A20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113" name="AutoShape 168">
                <a:extLst>
                  <a:ext uri="{FF2B5EF4-FFF2-40B4-BE49-F238E27FC236}">
                    <a16:creationId xmlns:a16="http://schemas.microsoft.com/office/drawing/2014/main" id="{77DDB75D-A42B-4589-BEE9-24BC3048F9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  <p:sp>
            <p:nvSpPr>
              <p:cNvPr id="43114" name="AutoShape 169">
                <a:extLst>
                  <a:ext uri="{FF2B5EF4-FFF2-40B4-BE49-F238E27FC236}">
                    <a16:creationId xmlns:a16="http://schemas.microsoft.com/office/drawing/2014/main" id="{4759E56D-A4FB-428C-A736-04699B7B8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</p:grpSp>
        <p:sp>
          <p:nvSpPr>
            <p:cNvPr id="43089" name="Rectangle 170">
              <a:extLst>
                <a:ext uri="{FF2B5EF4-FFF2-40B4-BE49-F238E27FC236}">
                  <a16:creationId xmlns:a16="http://schemas.microsoft.com/office/drawing/2014/main" id="{E0A1FB40-1B29-4FE1-9BCC-BC86044B6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grpSp>
          <p:nvGrpSpPr>
            <p:cNvPr id="43090" name="Group 171">
              <a:extLst>
                <a:ext uri="{FF2B5EF4-FFF2-40B4-BE49-F238E27FC236}">
                  <a16:creationId xmlns:a16="http://schemas.microsoft.com/office/drawing/2014/main" id="{0078DB02-F9FC-423B-9EBD-66CF60146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111" name="AutoShape 172">
                <a:extLst>
                  <a:ext uri="{FF2B5EF4-FFF2-40B4-BE49-F238E27FC236}">
                    <a16:creationId xmlns:a16="http://schemas.microsoft.com/office/drawing/2014/main" id="{18A26539-A3D8-4B7D-8249-71B3372CE6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5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  <p:sp>
            <p:nvSpPr>
              <p:cNvPr id="43112" name="AutoShape 173">
                <a:extLst>
                  <a:ext uri="{FF2B5EF4-FFF2-40B4-BE49-F238E27FC236}">
                    <a16:creationId xmlns:a16="http://schemas.microsoft.com/office/drawing/2014/main" id="{02D88512-B7F9-49BD-91C8-337A34184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</p:grpSp>
        <p:sp>
          <p:nvSpPr>
            <p:cNvPr id="43091" name="Rectangle 174">
              <a:extLst>
                <a:ext uri="{FF2B5EF4-FFF2-40B4-BE49-F238E27FC236}">
                  <a16:creationId xmlns:a16="http://schemas.microsoft.com/office/drawing/2014/main" id="{42C44874-48D5-486D-880E-F3FD6A042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092" name="Rectangle 175">
              <a:extLst>
                <a:ext uri="{FF2B5EF4-FFF2-40B4-BE49-F238E27FC236}">
                  <a16:creationId xmlns:a16="http://schemas.microsoft.com/office/drawing/2014/main" id="{B01AD8A6-1BE7-4605-A2A4-746280EBB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grpSp>
          <p:nvGrpSpPr>
            <p:cNvPr id="43093" name="Group 176">
              <a:extLst>
                <a:ext uri="{FF2B5EF4-FFF2-40B4-BE49-F238E27FC236}">
                  <a16:creationId xmlns:a16="http://schemas.microsoft.com/office/drawing/2014/main" id="{24252EC6-6A2C-48CD-AD3A-766B5F5BC4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109" name="AutoShape 177">
                <a:extLst>
                  <a:ext uri="{FF2B5EF4-FFF2-40B4-BE49-F238E27FC236}">
                    <a16:creationId xmlns:a16="http://schemas.microsoft.com/office/drawing/2014/main" id="{681BDB40-BB7A-4CCE-9BA2-D0D4074C0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  <p:sp>
            <p:nvSpPr>
              <p:cNvPr id="43110" name="AutoShape 178">
                <a:extLst>
                  <a:ext uri="{FF2B5EF4-FFF2-40B4-BE49-F238E27FC236}">
                    <a16:creationId xmlns:a16="http://schemas.microsoft.com/office/drawing/2014/main" id="{ACF219F7-6CC8-4F0A-B66E-8EA913A5E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</p:grpSp>
        <p:sp>
          <p:nvSpPr>
            <p:cNvPr id="43094" name="Freeform 179">
              <a:extLst>
                <a:ext uri="{FF2B5EF4-FFF2-40B4-BE49-F238E27FC236}">
                  <a16:creationId xmlns:a16="http://schemas.microsoft.com/office/drawing/2014/main" id="{8A11D2DC-180A-4FC6-BE6E-E59C839AD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3095" name="Group 180">
              <a:extLst>
                <a:ext uri="{FF2B5EF4-FFF2-40B4-BE49-F238E27FC236}">
                  <a16:creationId xmlns:a16="http://schemas.microsoft.com/office/drawing/2014/main" id="{93FFF61E-8915-4487-8159-9CF9D70FE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107" name="AutoShape 181">
                <a:extLst>
                  <a:ext uri="{FF2B5EF4-FFF2-40B4-BE49-F238E27FC236}">
                    <a16:creationId xmlns:a16="http://schemas.microsoft.com/office/drawing/2014/main" id="{B03B26D7-861E-4B47-82F8-FFE85D63E3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  <p:sp>
            <p:nvSpPr>
              <p:cNvPr id="43108" name="AutoShape 182">
                <a:extLst>
                  <a:ext uri="{FF2B5EF4-FFF2-40B4-BE49-F238E27FC236}">
                    <a16:creationId xmlns:a16="http://schemas.microsoft.com/office/drawing/2014/main" id="{DE1162AA-3705-42B1-9CA7-6E10BEEC4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zh-TW" altLang="zh-TW"/>
              </a:p>
            </p:txBody>
          </p:sp>
        </p:grpSp>
        <p:sp>
          <p:nvSpPr>
            <p:cNvPr id="43096" name="Rectangle 183">
              <a:extLst>
                <a:ext uri="{FF2B5EF4-FFF2-40B4-BE49-F238E27FC236}">
                  <a16:creationId xmlns:a16="http://schemas.microsoft.com/office/drawing/2014/main" id="{2272B212-11F8-4437-ACDF-9368AD25F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097" name="Freeform 184">
              <a:extLst>
                <a:ext uri="{FF2B5EF4-FFF2-40B4-BE49-F238E27FC236}">
                  <a16:creationId xmlns:a16="http://schemas.microsoft.com/office/drawing/2014/main" id="{BAA93F68-550E-4963-A4DA-C516237A4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98" name="Freeform 185">
              <a:extLst>
                <a:ext uri="{FF2B5EF4-FFF2-40B4-BE49-F238E27FC236}">
                  <a16:creationId xmlns:a16="http://schemas.microsoft.com/office/drawing/2014/main" id="{62CCD04A-2B0D-4F45-8C06-7322A3D49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099" name="Oval 186">
              <a:extLst>
                <a:ext uri="{FF2B5EF4-FFF2-40B4-BE49-F238E27FC236}">
                  <a16:creationId xmlns:a16="http://schemas.microsoft.com/office/drawing/2014/main" id="{07E10F4E-D720-44B8-93E4-52278F689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00" name="Freeform 187">
              <a:extLst>
                <a:ext uri="{FF2B5EF4-FFF2-40B4-BE49-F238E27FC236}">
                  <a16:creationId xmlns:a16="http://schemas.microsoft.com/office/drawing/2014/main" id="{0ECAC79A-3ECA-4960-9774-DBC39278A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3101" name="AutoShape 188">
              <a:extLst>
                <a:ext uri="{FF2B5EF4-FFF2-40B4-BE49-F238E27FC236}">
                  <a16:creationId xmlns:a16="http://schemas.microsoft.com/office/drawing/2014/main" id="{1ED4F6F2-64B1-4F8B-95B4-CC98A6E37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02" name="AutoShape 189">
              <a:extLst>
                <a:ext uri="{FF2B5EF4-FFF2-40B4-BE49-F238E27FC236}">
                  <a16:creationId xmlns:a16="http://schemas.microsoft.com/office/drawing/2014/main" id="{C9A5E9FB-2395-41BE-AF14-4C88ECD32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03" name="Oval 190">
              <a:extLst>
                <a:ext uri="{FF2B5EF4-FFF2-40B4-BE49-F238E27FC236}">
                  <a16:creationId xmlns:a16="http://schemas.microsoft.com/office/drawing/2014/main" id="{5E274B4B-4F58-498A-B19F-A8DA75CC2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04" name="Oval 191">
              <a:extLst>
                <a:ext uri="{FF2B5EF4-FFF2-40B4-BE49-F238E27FC236}">
                  <a16:creationId xmlns:a16="http://schemas.microsoft.com/office/drawing/2014/main" id="{99067FC1-1916-4322-B4AA-EEDD1A93E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05" name="Oval 192">
              <a:extLst>
                <a:ext uri="{FF2B5EF4-FFF2-40B4-BE49-F238E27FC236}">
                  <a16:creationId xmlns:a16="http://schemas.microsoft.com/office/drawing/2014/main" id="{1F194B0E-ECBC-438C-9D79-FEFF328AE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  <p:sp>
          <p:nvSpPr>
            <p:cNvPr id="43106" name="Rectangle 193">
              <a:extLst>
                <a:ext uri="{FF2B5EF4-FFF2-40B4-BE49-F238E27FC236}">
                  <a16:creationId xmlns:a16="http://schemas.microsoft.com/office/drawing/2014/main" id="{783E1009-6458-4FEB-8CB5-A282BCEA2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zh-TW" altLang="zh-TW"/>
            </a:p>
          </p:txBody>
        </p:sp>
      </p:grpSp>
      <p:grpSp>
        <p:nvGrpSpPr>
          <p:cNvPr id="43077" name="Group 194">
            <a:extLst>
              <a:ext uri="{FF2B5EF4-FFF2-40B4-BE49-F238E27FC236}">
                <a16:creationId xmlns:a16="http://schemas.microsoft.com/office/drawing/2014/main" id="{FC1C34DD-077D-4A4E-8C3A-A2E9F2A2BB5C}"/>
              </a:ext>
            </a:extLst>
          </p:cNvPr>
          <p:cNvGrpSpPr>
            <a:grpSpLocks/>
          </p:cNvGrpSpPr>
          <p:nvPr/>
        </p:nvGrpSpPr>
        <p:grpSpPr bwMode="auto">
          <a:xfrm>
            <a:off x="-44450" y="3613150"/>
            <a:ext cx="711200" cy="669925"/>
            <a:chOff x="-44" y="1473"/>
            <a:chExt cx="981" cy="1105"/>
          </a:xfrm>
        </p:grpSpPr>
        <p:pic>
          <p:nvPicPr>
            <p:cNvPr id="43081" name="Picture 195" descr="desktop_computer_stylized_medium">
              <a:extLst>
                <a:ext uri="{FF2B5EF4-FFF2-40B4-BE49-F238E27FC236}">
                  <a16:creationId xmlns:a16="http://schemas.microsoft.com/office/drawing/2014/main" id="{12115F53-5412-4F7D-A511-5281F90508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82" name="Freeform 196">
              <a:extLst>
                <a:ext uri="{FF2B5EF4-FFF2-40B4-BE49-F238E27FC236}">
                  <a16:creationId xmlns:a16="http://schemas.microsoft.com/office/drawing/2014/main" id="{B187B7C6-59F0-44B1-8C4C-934A720E7B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839 h 368"/>
                <a:gd name="T4" fmla="*/ 3093554 w 356"/>
                <a:gd name="T5" fmla="*/ 5706967 h 368"/>
                <a:gd name="T6" fmla="*/ 681775 w 356"/>
                <a:gd name="T7" fmla="*/ 713718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3078" name="Group 197">
            <a:extLst>
              <a:ext uri="{FF2B5EF4-FFF2-40B4-BE49-F238E27FC236}">
                <a16:creationId xmlns:a16="http://schemas.microsoft.com/office/drawing/2014/main" id="{5473AAC3-0582-4CE7-82FA-98CFBFCA672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58175" y="3529013"/>
            <a:ext cx="711200" cy="669925"/>
            <a:chOff x="-44" y="1473"/>
            <a:chExt cx="981" cy="1105"/>
          </a:xfrm>
        </p:grpSpPr>
        <p:pic>
          <p:nvPicPr>
            <p:cNvPr id="43079" name="Picture 198" descr="desktop_computer_stylized_medium">
              <a:extLst>
                <a:ext uri="{FF2B5EF4-FFF2-40B4-BE49-F238E27FC236}">
                  <a16:creationId xmlns:a16="http://schemas.microsoft.com/office/drawing/2014/main" id="{999FB55E-1948-4AC3-87DF-45A8A7989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80" name="Freeform 199">
              <a:extLst>
                <a:ext uri="{FF2B5EF4-FFF2-40B4-BE49-F238E27FC236}">
                  <a16:creationId xmlns:a16="http://schemas.microsoft.com/office/drawing/2014/main" id="{E8F48DB3-2DE2-4352-87FE-09E1958B05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607767 w 356"/>
                <a:gd name="T3" fmla="*/ 273839 h 368"/>
                <a:gd name="T4" fmla="*/ 3093554 w 356"/>
                <a:gd name="T5" fmla="*/ 5706967 h 368"/>
                <a:gd name="T6" fmla="*/ 681775 w 356"/>
                <a:gd name="T7" fmla="*/ 713718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4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6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>
            <a:extLst>
              <a:ext uri="{FF2B5EF4-FFF2-40B4-BE49-F238E27FC236}">
                <a16:creationId xmlns:a16="http://schemas.microsoft.com/office/drawing/2014/main" id="{E85D0580-FFA4-4E2C-AEC9-28DCF413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6AF5CDEA-E7C0-47D0-B971-2E088441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EB3018E-5CA7-4756-912C-58B39886435B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10676D6D-B12D-4F39-B9FE-F9A84B4B2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475" y="200025"/>
            <a:ext cx="8085138" cy="935038"/>
          </a:xfrm>
        </p:spPr>
        <p:txBody>
          <a:bodyPr/>
          <a:lstStyle/>
          <a:p>
            <a:pPr>
              <a:defRPr/>
            </a:pPr>
            <a:r>
              <a:rPr lang="en-US" sz="4000" dirty="0">
                <a:ea typeface="ＭＳ Ｐゴシック" charset="0"/>
                <a:cs typeface="+mj-cs"/>
              </a:rPr>
              <a:t>Connection-oriented demux: example</a:t>
            </a:r>
          </a:p>
        </p:txBody>
      </p:sp>
      <p:sp>
        <p:nvSpPr>
          <p:cNvPr id="48133" name="Freeform 4">
            <a:extLst>
              <a:ext uri="{FF2B5EF4-FFF2-40B4-BE49-F238E27FC236}">
                <a16:creationId xmlns:a16="http://schemas.microsoft.com/office/drawing/2014/main" id="{91B61C40-705F-47C6-8325-C5F6EAE502CA}"/>
              </a:ext>
            </a:extLst>
          </p:cNvPr>
          <p:cNvSpPr>
            <a:spLocks/>
          </p:cNvSpPr>
          <p:nvPr/>
        </p:nvSpPr>
        <p:spPr bwMode="auto">
          <a:xfrm>
            <a:off x="2830513" y="1754188"/>
            <a:ext cx="552450" cy="2082800"/>
          </a:xfrm>
          <a:custGeom>
            <a:avLst/>
            <a:gdLst>
              <a:gd name="T0" fmla="*/ 0 w 348"/>
              <a:gd name="T1" fmla="*/ 2147483646 h 1312"/>
              <a:gd name="T2" fmla="*/ 2147483646 w 348"/>
              <a:gd name="T3" fmla="*/ 0 h 1312"/>
              <a:gd name="T4" fmla="*/ 2147483646 w 348"/>
              <a:gd name="T5" fmla="*/ 2147483646 h 1312"/>
              <a:gd name="T6" fmla="*/ 2147483646 w 348"/>
              <a:gd name="T7" fmla="*/ 2147483646 h 1312"/>
              <a:gd name="T8" fmla="*/ 0 w 348"/>
              <a:gd name="T9" fmla="*/ 2147483646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8"/>
              <a:gd name="T16" fmla="*/ 0 h 1312"/>
              <a:gd name="T17" fmla="*/ 348 w 348"/>
              <a:gd name="T18" fmla="*/ 1312 h 1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8134" name="Freeform 5">
            <a:extLst>
              <a:ext uri="{FF2B5EF4-FFF2-40B4-BE49-F238E27FC236}">
                <a16:creationId xmlns:a16="http://schemas.microsoft.com/office/drawing/2014/main" id="{F1CC73B7-61FD-4D95-BB93-7E06777497EB}"/>
              </a:ext>
            </a:extLst>
          </p:cNvPr>
          <p:cNvSpPr>
            <a:spLocks/>
          </p:cNvSpPr>
          <p:nvPr/>
        </p:nvSpPr>
        <p:spPr bwMode="auto">
          <a:xfrm>
            <a:off x="438150" y="1933575"/>
            <a:ext cx="460375" cy="2193925"/>
          </a:xfrm>
          <a:custGeom>
            <a:avLst/>
            <a:gdLst>
              <a:gd name="T0" fmla="*/ 2147483646 w 290"/>
              <a:gd name="T1" fmla="*/ 2147483646 h 1382"/>
              <a:gd name="T2" fmla="*/ 0 w 290"/>
              <a:gd name="T3" fmla="*/ 2147483646 h 1382"/>
              <a:gd name="T4" fmla="*/ 2147483646 w 290"/>
              <a:gd name="T5" fmla="*/ 0 h 1382"/>
              <a:gd name="T6" fmla="*/ 2147483646 w 290"/>
              <a:gd name="T7" fmla="*/ 2147483646 h 1382"/>
              <a:gd name="T8" fmla="*/ 2147483646 w 290"/>
              <a:gd name="T9" fmla="*/ 2147483646 h 1382"/>
              <a:gd name="T10" fmla="*/ 2147483646 w 290"/>
              <a:gd name="T11" fmla="*/ 2147483646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"/>
              <a:gd name="T19" fmla="*/ 0 h 1382"/>
              <a:gd name="T20" fmla="*/ 290 w 290"/>
              <a:gd name="T21" fmla="*/ 1382 h 138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8135" name="Rectangle 23">
            <a:extLst>
              <a:ext uri="{FF2B5EF4-FFF2-40B4-BE49-F238E27FC236}">
                <a16:creationId xmlns:a16="http://schemas.microsoft.com/office/drawing/2014/main" id="{87F01921-6B97-4388-B032-516A502D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1911350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36" name="Rectangle 24">
            <a:extLst>
              <a:ext uri="{FF2B5EF4-FFF2-40B4-BE49-F238E27FC236}">
                <a16:creationId xmlns:a16="http://schemas.microsoft.com/office/drawing/2014/main" id="{76238A99-2A2B-4F5E-ACB1-9FA9CCFEB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1965325"/>
            <a:ext cx="12731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37" name="Line 25">
            <a:extLst>
              <a:ext uri="{FF2B5EF4-FFF2-40B4-BE49-F238E27FC236}">
                <a16:creationId xmlns:a16="http://schemas.microsoft.com/office/drawing/2014/main" id="{B12A46D0-F54B-43F3-BA53-6E2F0102F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875" y="2725738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8138" name="Text Box 26">
            <a:extLst>
              <a:ext uri="{FF2B5EF4-FFF2-40B4-BE49-F238E27FC236}">
                <a16:creationId xmlns:a16="http://schemas.microsoft.com/office/drawing/2014/main" id="{D0FB63AD-E4F8-446D-BBFB-ED703C3D3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270827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8139" name="Line 27">
            <a:extLst>
              <a:ext uri="{FF2B5EF4-FFF2-40B4-BE49-F238E27FC236}">
                <a16:creationId xmlns:a16="http://schemas.microsoft.com/office/drawing/2014/main" id="{C820336A-E96D-4A6D-8859-5B8FDD34F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813" y="3046413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8140" name="Line 28">
            <a:extLst>
              <a:ext uri="{FF2B5EF4-FFF2-40B4-BE49-F238E27FC236}">
                <a16:creationId xmlns:a16="http://schemas.microsoft.com/office/drawing/2014/main" id="{2A96628D-3610-49CD-A032-AA0584659D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35597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8141" name="Line 29">
            <a:extLst>
              <a:ext uri="{FF2B5EF4-FFF2-40B4-BE49-F238E27FC236}">
                <a16:creationId xmlns:a16="http://schemas.microsoft.com/office/drawing/2014/main" id="{63A05B1E-0CE0-4063-ADEC-762E1C59A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525" y="3641725"/>
            <a:ext cx="126365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48142" name="Text Box 26">
            <a:extLst>
              <a:ext uri="{FF2B5EF4-FFF2-40B4-BE49-F238E27FC236}">
                <a16:creationId xmlns:a16="http://schemas.microsoft.com/office/drawing/2014/main" id="{4D99CBD1-005C-4411-A08D-022082AE0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19558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8143" name="Text Box 26">
            <a:extLst>
              <a:ext uri="{FF2B5EF4-FFF2-40B4-BE49-F238E27FC236}">
                <a16:creationId xmlns:a16="http://schemas.microsoft.com/office/drawing/2014/main" id="{CA6D3DED-E1EC-4DEC-A788-85D25E67D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6131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8144" name="Text Box 26">
            <a:extLst>
              <a:ext uri="{FF2B5EF4-FFF2-40B4-BE49-F238E27FC236}">
                <a16:creationId xmlns:a16="http://schemas.microsoft.com/office/drawing/2014/main" id="{49FC40C2-F90C-4F86-A824-9069A18DC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32740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8145" name="Text Box 26">
            <a:extLst>
              <a:ext uri="{FF2B5EF4-FFF2-40B4-BE49-F238E27FC236}">
                <a16:creationId xmlns:a16="http://schemas.microsoft.com/office/drawing/2014/main" id="{BD0C9E25-6E8B-441C-910F-6E8534A9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3032125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8146" name="Oval 18">
            <a:extLst>
              <a:ext uri="{FF2B5EF4-FFF2-40B4-BE49-F238E27FC236}">
                <a16:creationId xmlns:a16="http://schemas.microsoft.com/office/drawing/2014/main" id="{FC6DB42E-4497-46B3-946D-808218501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P3</a:t>
            </a:r>
          </a:p>
        </p:txBody>
      </p:sp>
      <p:grpSp>
        <p:nvGrpSpPr>
          <p:cNvPr id="48147" name="Group 19">
            <a:extLst>
              <a:ext uri="{FF2B5EF4-FFF2-40B4-BE49-F238E27FC236}">
                <a16:creationId xmlns:a16="http://schemas.microsoft.com/office/drawing/2014/main" id="{6CC155AD-6423-4C75-AA31-6C52EF207E58}"/>
              </a:ext>
            </a:extLst>
          </p:cNvPr>
          <p:cNvGrpSpPr>
            <a:grpSpLocks/>
          </p:cNvGrpSpPr>
          <p:nvPr/>
        </p:nvGrpSpPr>
        <p:grpSpPr bwMode="auto">
          <a:xfrm>
            <a:off x="1200150" y="2565400"/>
            <a:ext cx="620713" cy="228600"/>
            <a:chOff x="1287" y="2524"/>
            <a:chExt cx="260" cy="100"/>
          </a:xfrm>
        </p:grpSpPr>
        <p:sp>
          <p:nvSpPr>
            <p:cNvPr id="48263" name="Rectangle 20">
              <a:extLst>
                <a:ext uri="{FF2B5EF4-FFF2-40B4-BE49-F238E27FC236}">
                  <a16:creationId xmlns:a16="http://schemas.microsoft.com/office/drawing/2014/main" id="{33F550D6-9F8E-4DA7-8987-13DE03495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64" name="Rectangle 21">
              <a:extLst>
                <a:ext uri="{FF2B5EF4-FFF2-40B4-BE49-F238E27FC236}">
                  <a16:creationId xmlns:a16="http://schemas.microsoft.com/office/drawing/2014/main" id="{2689E571-EB31-4E1D-8AB1-2CCB8A785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65" name="Rectangle 22">
              <a:extLst>
                <a:ext uri="{FF2B5EF4-FFF2-40B4-BE49-F238E27FC236}">
                  <a16:creationId xmlns:a16="http://schemas.microsoft.com/office/drawing/2014/main" id="{241B9499-6BF2-4E56-A552-CBA7D6170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66" name="Rectangle 23">
              <a:extLst>
                <a:ext uri="{FF2B5EF4-FFF2-40B4-BE49-F238E27FC236}">
                  <a16:creationId xmlns:a16="http://schemas.microsoft.com/office/drawing/2014/main" id="{EA6484C5-9E70-429D-8809-C78CEF38E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48148" name="Rectangle 23">
            <a:extLst>
              <a:ext uri="{FF2B5EF4-FFF2-40B4-BE49-F238E27FC236}">
                <a16:creationId xmlns:a16="http://schemas.microsoft.com/office/drawing/2014/main" id="{F3E959D8-6362-4DE9-BCE6-5FA2CA23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1677988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49" name="Rectangle 24">
            <a:extLst>
              <a:ext uri="{FF2B5EF4-FFF2-40B4-BE49-F238E27FC236}">
                <a16:creationId xmlns:a16="http://schemas.microsoft.com/office/drawing/2014/main" id="{59E18AB6-CB68-4600-B632-CF735C0DB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1755775"/>
            <a:ext cx="2225675" cy="197961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50" name="Text Box 26">
            <a:extLst>
              <a:ext uri="{FF2B5EF4-FFF2-40B4-BE49-F238E27FC236}">
                <a16:creationId xmlns:a16="http://schemas.microsoft.com/office/drawing/2014/main" id="{5EB1F749-47DF-409A-9C62-734ED655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650" y="24844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8151" name="Text Box 26">
            <a:extLst>
              <a:ext uri="{FF2B5EF4-FFF2-40B4-BE49-F238E27FC236}">
                <a16:creationId xmlns:a16="http://schemas.microsoft.com/office/drawing/2014/main" id="{30245761-17BC-42F0-90CC-9F0B6C36A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1708150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8152" name="Text Box 26">
            <a:extLst>
              <a:ext uri="{FF2B5EF4-FFF2-40B4-BE49-F238E27FC236}">
                <a16:creationId xmlns:a16="http://schemas.microsoft.com/office/drawing/2014/main" id="{2FB82AE8-CE3A-45D1-8B14-2D9FC2738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33893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8153" name="Text Box 26">
            <a:extLst>
              <a:ext uri="{FF2B5EF4-FFF2-40B4-BE49-F238E27FC236}">
                <a16:creationId xmlns:a16="http://schemas.microsoft.com/office/drawing/2014/main" id="{07E7FFD9-A00D-4EAB-BBEA-3A235E681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7300" y="31035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8154" name="Rectangle 23">
            <a:extLst>
              <a:ext uri="{FF2B5EF4-FFF2-40B4-BE49-F238E27FC236}">
                <a16:creationId xmlns:a16="http://schemas.microsoft.com/office/drawing/2014/main" id="{A47182E9-7EAC-4DF9-B0C0-181DC6DF4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190341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55" name="Rectangle 24">
            <a:extLst>
              <a:ext uri="{FF2B5EF4-FFF2-40B4-BE49-F238E27FC236}">
                <a16:creationId xmlns:a16="http://schemas.microsoft.com/office/drawing/2014/main" id="{E9020046-2B11-497A-9D52-94CAD378D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1944688"/>
            <a:ext cx="1631950" cy="197961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48156" name="Text Box 26">
            <a:extLst>
              <a:ext uri="{FF2B5EF4-FFF2-40B4-BE49-F238E27FC236}">
                <a16:creationId xmlns:a16="http://schemas.microsoft.com/office/drawing/2014/main" id="{9F42E7BC-6AC4-49A1-BCA2-633B0CA6A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270033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transport</a:t>
            </a:r>
          </a:p>
        </p:txBody>
      </p:sp>
      <p:sp>
        <p:nvSpPr>
          <p:cNvPr id="48157" name="Text Box 26">
            <a:extLst>
              <a:ext uri="{FF2B5EF4-FFF2-40B4-BE49-F238E27FC236}">
                <a16:creationId xmlns:a16="http://schemas.microsoft.com/office/drawing/2014/main" id="{E2AD689C-9AEA-4F2C-80F9-76B793CE9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9478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application</a:t>
            </a:r>
          </a:p>
        </p:txBody>
      </p:sp>
      <p:sp>
        <p:nvSpPr>
          <p:cNvPr id="48158" name="Text Box 26">
            <a:extLst>
              <a:ext uri="{FF2B5EF4-FFF2-40B4-BE49-F238E27FC236}">
                <a16:creationId xmlns:a16="http://schemas.microsoft.com/office/drawing/2014/main" id="{527C69D8-DEEB-47CF-960B-3977B05EB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360521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physical</a:t>
            </a:r>
          </a:p>
        </p:txBody>
      </p:sp>
      <p:sp>
        <p:nvSpPr>
          <p:cNvPr id="48159" name="Text Box 26">
            <a:extLst>
              <a:ext uri="{FF2B5EF4-FFF2-40B4-BE49-F238E27FC236}">
                <a16:creationId xmlns:a16="http://schemas.microsoft.com/office/drawing/2014/main" id="{C98A35BB-1FDE-4557-835A-CD7C17B5E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5575" y="331946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link</a:t>
            </a:r>
          </a:p>
        </p:txBody>
      </p:sp>
      <p:sp>
        <p:nvSpPr>
          <p:cNvPr id="48160" name="Text Box 26">
            <a:extLst>
              <a:ext uri="{FF2B5EF4-FFF2-40B4-BE49-F238E27FC236}">
                <a16:creationId xmlns:a16="http://schemas.microsoft.com/office/drawing/2014/main" id="{5C5C3549-09DF-4073-BB43-8517B1E0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30241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8161" name="Oval 38">
            <a:extLst>
              <a:ext uri="{FF2B5EF4-FFF2-40B4-BE49-F238E27FC236}">
                <a16:creationId xmlns:a16="http://schemas.microsoft.com/office/drawing/2014/main" id="{4062BB36-288F-459B-9914-965AADF96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600" y="224155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P2</a:t>
            </a:r>
          </a:p>
        </p:txBody>
      </p:sp>
      <p:sp>
        <p:nvSpPr>
          <p:cNvPr id="48162" name="Freeform 39">
            <a:extLst>
              <a:ext uri="{FF2B5EF4-FFF2-40B4-BE49-F238E27FC236}">
                <a16:creationId xmlns:a16="http://schemas.microsoft.com/office/drawing/2014/main" id="{B483923E-666F-402A-A41D-346126CAEB4E}"/>
              </a:ext>
            </a:extLst>
          </p:cNvPr>
          <p:cNvSpPr>
            <a:spLocks/>
          </p:cNvSpPr>
          <p:nvPr/>
        </p:nvSpPr>
        <p:spPr bwMode="auto">
          <a:xfrm>
            <a:off x="8004175" y="1924050"/>
            <a:ext cx="504825" cy="2133600"/>
          </a:xfrm>
          <a:custGeom>
            <a:avLst/>
            <a:gdLst>
              <a:gd name="T0" fmla="*/ 2147483646 w 318"/>
              <a:gd name="T1" fmla="*/ 2147483646 h 1344"/>
              <a:gd name="T2" fmla="*/ 2147483646 w 318"/>
              <a:gd name="T3" fmla="*/ 0 h 1344"/>
              <a:gd name="T4" fmla="*/ 0 w 318"/>
              <a:gd name="T5" fmla="*/ 2147483646 h 1344"/>
              <a:gd name="T6" fmla="*/ 2147483646 w 318"/>
              <a:gd name="T7" fmla="*/ 2147483646 h 1344"/>
              <a:gd name="T8" fmla="*/ 2147483646 w 318"/>
              <a:gd name="T9" fmla="*/ 2147483646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8"/>
              <a:gd name="T16" fmla="*/ 0 h 1344"/>
              <a:gd name="T17" fmla="*/ 318 w 318"/>
              <a:gd name="T18" fmla="*/ 1344 h 13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endParaRPr lang="zh-HK" altLang="en-US"/>
          </a:p>
        </p:txBody>
      </p:sp>
      <p:grpSp>
        <p:nvGrpSpPr>
          <p:cNvPr id="48163" name="Group 42">
            <a:extLst>
              <a:ext uri="{FF2B5EF4-FFF2-40B4-BE49-F238E27FC236}">
                <a16:creationId xmlns:a16="http://schemas.microsoft.com/office/drawing/2014/main" id="{E8CC579C-8E69-4AB6-AA48-7D19D51CF1F8}"/>
              </a:ext>
            </a:extLst>
          </p:cNvPr>
          <p:cNvGrpSpPr>
            <a:grpSpLocks/>
          </p:cNvGrpSpPr>
          <p:nvPr/>
        </p:nvGrpSpPr>
        <p:grpSpPr bwMode="auto">
          <a:xfrm>
            <a:off x="1816100" y="5170488"/>
            <a:ext cx="2024063" cy="652462"/>
            <a:chOff x="1079" y="3697"/>
            <a:chExt cx="1275" cy="411"/>
          </a:xfrm>
        </p:grpSpPr>
        <p:sp>
          <p:nvSpPr>
            <p:cNvPr id="48260" name="Rectangle 43">
              <a:extLst>
                <a:ext uri="{FF2B5EF4-FFF2-40B4-BE49-F238E27FC236}">
                  <a16:creationId xmlns:a16="http://schemas.microsoft.com/office/drawing/2014/main" id="{10C20C80-EF20-429D-AEBA-535494739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3" y="3697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61" name="Line 44">
              <a:extLst>
                <a:ext uri="{FF2B5EF4-FFF2-40B4-BE49-F238E27FC236}">
                  <a16:creationId xmlns:a16="http://schemas.microsoft.com/office/drawing/2014/main" id="{2C5975B1-0845-483A-A6E9-6D4B70E4B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79" y="3770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8262" name="Text Box 45">
              <a:extLst>
                <a:ext uri="{FF2B5EF4-FFF2-40B4-BE49-F238E27FC236}">
                  <a16:creationId xmlns:a16="http://schemas.microsoft.com/office/drawing/2014/main" id="{7F7D2986-B48C-4CAE-96EC-85C5FF0A3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3822"/>
              <a:ext cx="123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IP,port: A,9157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IP, port: B,80</a:t>
              </a:r>
            </a:p>
          </p:txBody>
        </p:sp>
      </p:grpSp>
      <p:grpSp>
        <p:nvGrpSpPr>
          <p:cNvPr id="48164" name="Group 46">
            <a:extLst>
              <a:ext uri="{FF2B5EF4-FFF2-40B4-BE49-F238E27FC236}">
                <a16:creationId xmlns:a16="http://schemas.microsoft.com/office/drawing/2014/main" id="{EAF4800B-5A48-40D9-A7C0-2358F42392FE}"/>
              </a:ext>
            </a:extLst>
          </p:cNvPr>
          <p:cNvGrpSpPr>
            <a:grpSpLocks/>
          </p:cNvGrpSpPr>
          <p:nvPr/>
        </p:nvGrpSpPr>
        <p:grpSpPr bwMode="auto">
          <a:xfrm>
            <a:off x="1666875" y="4479925"/>
            <a:ext cx="1887538" cy="652463"/>
            <a:chOff x="2741" y="3750"/>
            <a:chExt cx="1189" cy="411"/>
          </a:xfrm>
        </p:grpSpPr>
        <p:sp>
          <p:nvSpPr>
            <p:cNvPr id="48257" name="Rectangle 47">
              <a:extLst>
                <a:ext uri="{FF2B5EF4-FFF2-40B4-BE49-F238E27FC236}">
                  <a16:creationId xmlns:a16="http://schemas.microsoft.com/office/drawing/2014/main" id="{1CFDF4BA-C5E2-457B-AA0C-94129B5FF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8" name="Line 48">
              <a:extLst>
                <a:ext uri="{FF2B5EF4-FFF2-40B4-BE49-F238E27FC236}">
                  <a16:creationId xmlns:a16="http://schemas.microsoft.com/office/drawing/2014/main" id="{6652EF7B-203C-4C29-940A-AAE4C483E0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8259" name="Text Box 49">
              <a:extLst>
                <a:ext uri="{FF2B5EF4-FFF2-40B4-BE49-F238E27FC236}">
                  <a16:creationId xmlns:a16="http://schemas.microsoft.com/office/drawing/2014/main" id="{55F053CD-BFDF-4C2B-8379-14FFF4A49E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117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IP,port: B,80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IP,port: A,9157</a:t>
              </a:r>
            </a:p>
          </p:txBody>
        </p:sp>
      </p:grpSp>
      <p:sp>
        <p:nvSpPr>
          <p:cNvPr id="48165" name="Text Box 50">
            <a:extLst>
              <a:ext uri="{FF2B5EF4-FFF2-40B4-BE49-F238E27FC236}">
                <a16:creationId xmlns:a16="http://schemas.microsoft.com/office/drawing/2014/main" id="{F36EF576-809C-4C7C-A4B6-B33F48AEB89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8900" y="4705350"/>
            <a:ext cx="11477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host: IP address A</a:t>
            </a:r>
          </a:p>
        </p:txBody>
      </p:sp>
      <p:sp>
        <p:nvSpPr>
          <p:cNvPr id="48166" name="Text Box 51">
            <a:extLst>
              <a:ext uri="{FF2B5EF4-FFF2-40B4-BE49-F238E27FC236}">
                <a16:creationId xmlns:a16="http://schemas.microsoft.com/office/drawing/2014/main" id="{A61AA0DE-5848-4150-A364-1AA1A4897F2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7845425" y="4602163"/>
            <a:ext cx="114776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host: IP address C</a:t>
            </a:r>
          </a:p>
        </p:txBody>
      </p:sp>
      <p:sp>
        <p:nvSpPr>
          <p:cNvPr id="48167" name="Text Box 52">
            <a:extLst>
              <a:ext uri="{FF2B5EF4-FFF2-40B4-BE49-F238E27FC236}">
                <a16:creationId xmlns:a16="http://schemas.microsoft.com/office/drawing/2014/main" id="{ADE76618-1C17-4B12-87CD-713C6F1BF0CB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046663" y="3702050"/>
            <a:ext cx="11477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/>
              <a:t>server: IP address B</a:t>
            </a:r>
          </a:p>
        </p:txBody>
      </p:sp>
      <p:sp>
        <p:nvSpPr>
          <p:cNvPr id="48168" name="Line 53">
            <a:extLst>
              <a:ext uri="{FF2B5EF4-FFF2-40B4-BE49-F238E27FC236}">
                <a16:creationId xmlns:a16="http://schemas.microsoft.com/office/drawing/2014/main" id="{37D9A505-4441-4A46-ABFF-0922EEF4EB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4388" y="3432175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69" name="Line 54">
            <a:extLst>
              <a:ext uri="{FF2B5EF4-FFF2-40B4-BE49-F238E27FC236}">
                <a16:creationId xmlns:a16="http://schemas.microsoft.com/office/drawing/2014/main" id="{C0186298-4927-44E7-B87D-00DC6B6B66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0263" y="3130550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70" name="Text Box 26">
            <a:extLst>
              <a:ext uri="{FF2B5EF4-FFF2-40B4-BE49-F238E27FC236}">
                <a16:creationId xmlns:a16="http://schemas.microsoft.com/office/drawing/2014/main" id="{465D7752-41F9-4070-AA3D-3C72B36C3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279558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network</a:t>
            </a:r>
          </a:p>
        </p:txBody>
      </p:sp>
      <p:sp>
        <p:nvSpPr>
          <p:cNvPr id="48171" name="Line 56">
            <a:extLst>
              <a:ext uri="{FF2B5EF4-FFF2-40B4-BE49-F238E27FC236}">
                <a16:creationId xmlns:a16="http://schemas.microsoft.com/office/drawing/2014/main" id="{6BE35EA9-D8DB-4855-8878-1C9C3289A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3438" y="2808288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72" name="Line 57">
            <a:extLst>
              <a:ext uri="{FF2B5EF4-FFF2-40B4-BE49-F238E27FC236}">
                <a16:creationId xmlns:a16="http://schemas.microsoft.com/office/drawing/2014/main" id="{A151DD27-611B-456A-8B95-A240AAA3BF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6613" y="2486025"/>
            <a:ext cx="22336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8173" name="Group 58">
            <a:extLst>
              <a:ext uri="{FF2B5EF4-FFF2-40B4-BE49-F238E27FC236}">
                <a16:creationId xmlns:a16="http://schemas.microsoft.com/office/drawing/2014/main" id="{A2805418-CA06-4266-854F-4530CADA3519}"/>
              </a:ext>
            </a:extLst>
          </p:cNvPr>
          <p:cNvGrpSpPr>
            <a:grpSpLocks/>
          </p:cNvGrpSpPr>
          <p:nvPr/>
        </p:nvGrpSpPr>
        <p:grpSpPr bwMode="auto">
          <a:xfrm>
            <a:off x="3552825" y="2347913"/>
            <a:ext cx="473075" cy="228600"/>
            <a:chOff x="1287" y="2524"/>
            <a:chExt cx="260" cy="100"/>
          </a:xfrm>
        </p:grpSpPr>
        <p:sp>
          <p:nvSpPr>
            <p:cNvPr id="48253" name="Rectangle 59">
              <a:extLst>
                <a:ext uri="{FF2B5EF4-FFF2-40B4-BE49-F238E27FC236}">
                  <a16:creationId xmlns:a16="http://schemas.microsoft.com/office/drawing/2014/main" id="{3DC8A77B-1C0E-4066-807B-3B9148E6E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4" name="Rectangle 60">
              <a:extLst>
                <a:ext uri="{FF2B5EF4-FFF2-40B4-BE49-F238E27FC236}">
                  <a16:creationId xmlns:a16="http://schemas.microsoft.com/office/drawing/2014/main" id="{63D42BA8-9B2F-470F-BE56-4E9F3E075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5" name="Rectangle 61">
              <a:extLst>
                <a:ext uri="{FF2B5EF4-FFF2-40B4-BE49-F238E27FC236}">
                  <a16:creationId xmlns:a16="http://schemas.microsoft.com/office/drawing/2014/main" id="{6DEED422-707E-44AB-B07B-547ECC1CA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6" name="Rectangle 62">
              <a:extLst>
                <a:ext uri="{FF2B5EF4-FFF2-40B4-BE49-F238E27FC236}">
                  <a16:creationId xmlns:a16="http://schemas.microsoft.com/office/drawing/2014/main" id="{22B95A83-37E2-4F09-B86B-40D9B44D6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8174" name="Group 65">
            <a:extLst>
              <a:ext uri="{FF2B5EF4-FFF2-40B4-BE49-F238E27FC236}">
                <a16:creationId xmlns:a16="http://schemas.microsoft.com/office/drawing/2014/main" id="{7E56D45C-4DF8-4C97-B712-CE2AB046E3EB}"/>
              </a:ext>
            </a:extLst>
          </p:cNvPr>
          <p:cNvGrpSpPr>
            <a:grpSpLocks/>
          </p:cNvGrpSpPr>
          <p:nvPr/>
        </p:nvGrpSpPr>
        <p:grpSpPr bwMode="auto">
          <a:xfrm>
            <a:off x="4257675" y="2352675"/>
            <a:ext cx="473075" cy="228600"/>
            <a:chOff x="1287" y="2524"/>
            <a:chExt cx="260" cy="100"/>
          </a:xfrm>
        </p:grpSpPr>
        <p:sp>
          <p:nvSpPr>
            <p:cNvPr id="48249" name="Rectangle 66">
              <a:extLst>
                <a:ext uri="{FF2B5EF4-FFF2-40B4-BE49-F238E27FC236}">
                  <a16:creationId xmlns:a16="http://schemas.microsoft.com/office/drawing/2014/main" id="{A5DBD985-1322-4975-8FB7-8E6E8726E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0" name="Rectangle 67">
              <a:extLst>
                <a:ext uri="{FF2B5EF4-FFF2-40B4-BE49-F238E27FC236}">
                  <a16:creationId xmlns:a16="http://schemas.microsoft.com/office/drawing/2014/main" id="{8256EBEF-A07A-40BF-98D9-A3CA23F3F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1" name="Rectangle 68">
              <a:extLst>
                <a:ext uri="{FF2B5EF4-FFF2-40B4-BE49-F238E27FC236}">
                  <a16:creationId xmlns:a16="http://schemas.microsoft.com/office/drawing/2014/main" id="{06C6A31F-F769-4962-8DED-5B490388C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52" name="Rectangle 69">
              <a:extLst>
                <a:ext uri="{FF2B5EF4-FFF2-40B4-BE49-F238E27FC236}">
                  <a16:creationId xmlns:a16="http://schemas.microsoft.com/office/drawing/2014/main" id="{D86EB84C-B5A4-426B-904D-1588C12E4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8175" name="Group 70">
            <a:extLst>
              <a:ext uri="{FF2B5EF4-FFF2-40B4-BE49-F238E27FC236}">
                <a16:creationId xmlns:a16="http://schemas.microsoft.com/office/drawing/2014/main" id="{C088B54E-816B-4D20-9A94-F147A199D761}"/>
              </a:ext>
            </a:extLst>
          </p:cNvPr>
          <p:cNvGrpSpPr>
            <a:grpSpLocks/>
          </p:cNvGrpSpPr>
          <p:nvPr/>
        </p:nvGrpSpPr>
        <p:grpSpPr bwMode="auto">
          <a:xfrm>
            <a:off x="4929188" y="2357438"/>
            <a:ext cx="473075" cy="228600"/>
            <a:chOff x="1287" y="2524"/>
            <a:chExt cx="260" cy="100"/>
          </a:xfrm>
        </p:grpSpPr>
        <p:sp>
          <p:nvSpPr>
            <p:cNvPr id="48245" name="Rectangle 71">
              <a:extLst>
                <a:ext uri="{FF2B5EF4-FFF2-40B4-BE49-F238E27FC236}">
                  <a16:creationId xmlns:a16="http://schemas.microsoft.com/office/drawing/2014/main" id="{948246E1-CBD3-46B8-A4FD-C9A351196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6" name="Rectangle 72">
              <a:extLst>
                <a:ext uri="{FF2B5EF4-FFF2-40B4-BE49-F238E27FC236}">
                  <a16:creationId xmlns:a16="http://schemas.microsoft.com/office/drawing/2014/main" id="{7B0A7843-A785-46BB-A34B-C6DE14E3E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7" name="Rectangle 73">
              <a:extLst>
                <a:ext uri="{FF2B5EF4-FFF2-40B4-BE49-F238E27FC236}">
                  <a16:creationId xmlns:a16="http://schemas.microsoft.com/office/drawing/2014/main" id="{D15DCCB7-26C6-4397-83BD-6C335A80E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8" name="Rectangle 74">
              <a:extLst>
                <a:ext uri="{FF2B5EF4-FFF2-40B4-BE49-F238E27FC236}">
                  <a16:creationId xmlns:a16="http://schemas.microsoft.com/office/drawing/2014/main" id="{0A4F36A5-EEDD-4C27-961B-0F1B6BA15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48176" name="Line 75">
            <a:extLst>
              <a:ext uri="{FF2B5EF4-FFF2-40B4-BE49-F238E27FC236}">
                <a16:creationId xmlns:a16="http://schemas.microsoft.com/office/drawing/2014/main" id="{7333024B-554C-4662-BD0F-1569BA376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0" y="364807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77" name="Line 76">
            <a:extLst>
              <a:ext uri="{FF2B5EF4-FFF2-40B4-BE49-F238E27FC236}">
                <a16:creationId xmlns:a16="http://schemas.microsoft.com/office/drawing/2014/main" id="{4A10E84D-755A-48D8-BBC7-0F3868AA4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3352800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78" name="Line 77">
            <a:extLst>
              <a:ext uri="{FF2B5EF4-FFF2-40B4-BE49-F238E27FC236}">
                <a16:creationId xmlns:a16="http://schemas.microsoft.com/office/drawing/2014/main" id="{24B06676-DDEC-45D4-9974-3651EE92F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30575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79" name="Line 78">
            <a:extLst>
              <a:ext uri="{FF2B5EF4-FFF2-40B4-BE49-F238E27FC236}">
                <a16:creationId xmlns:a16="http://schemas.microsoft.com/office/drawing/2014/main" id="{4E17A565-3347-4BFC-9AD8-411B474FC9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3175" y="2752725"/>
            <a:ext cx="1638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8180" name="Group 79">
            <a:extLst>
              <a:ext uri="{FF2B5EF4-FFF2-40B4-BE49-F238E27FC236}">
                <a16:creationId xmlns:a16="http://schemas.microsoft.com/office/drawing/2014/main" id="{9FDD8E1C-6E98-4000-B4C5-09A84C938F6E}"/>
              </a:ext>
            </a:extLst>
          </p:cNvPr>
          <p:cNvGrpSpPr>
            <a:grpSpLocks/>
          </p:cNvGrpSpPr>
          <p:nvPr/>
        </p:nvGrpSpPr>
        <p:grpSpPr bwMode="auto">
          <a:xfrm>
            <a:off x="6505575" y="2579688"/>
            <a:ext cx="473075" cy="228600"/>
            <a:chOff x="1287" y="2524"/>
            <a:chExt cx="260" cy="100"/>
          </a:xfrm>
        </p:grpSpPr>
        <p:sp>
          <p:nvSpPr>
            <p:cNvPr id="48241" name="Rectangle 80">
              <a:extLst>
                <a:ext uri="{FF2B5EF4-FFF2-40B4-BE49-F238E27FC236}">
                  <a16:creationId xmlns:a16="http://schemas.microsoft.com/office/drawing/2014/main" id="{8C7013EF-524B-4827-928B-83C139A9F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2" name="Rectangle 81">
              <a:extLst>
                <a:ext uri="{FF2B5EF4-FFF2-40B4-BE49-F238E27FC236}">
                  <a16:creationId xmlns:a16="http://schemas.microsoft.com/office/drawing/2014/main" id="{BCE162BC-F6AF-4566-B7DC-AA8F083F2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3" name="Rectangle 82">
              <a:extLst>
                <a:ext uri="{FF2B5EF4-FFF2-40B4-BE49-F238E27FC236}">
                  <a16:creationId xmlns:a16="http://schemas.microsoft.com/office/drawing/2014/main" id="{ED0219C4-24A9-4A19-8A94-029EDD834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4" name="Rectangle 83">
              <a:extLst>
                <a:ext uri="{FF2B5EF4-FFF2-40B4-BE49-F238E27FC236}">
                  <a16:creationId xmlns:a16="http://schemas.microsoft.com/office/drawing/2014/main" id="{5F57CE5B-673B-4469-B2DC-92BF50221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8181" name="Group 84">
            <a:extLst>
              <a:ext uri="{FF2B5EF4-FFF2-40B4-BE49-F238E27FC236}">
                <a16:creationId xmlns:a16="http://schemas.microsoft.com/office/drawing/2014/main" id="{262447FE-DFB3-4F3D-AA58-56BFF4FCA622}"/>
              </a:ext>
            </a:extLst>
          </p:cNvPr>
          <p:cNvGrpSpPr>
            <a:grpSpLocks/>
          </p:cNvGrpSpPr>
          <p:nvPr/>
        </p:nvGrpSpPr>
        <p:grpSpPr bwMode="auto">
          <a:xfrm>
            <a:off x="7300913" y="2570163"/>
            <a:ext cx="473075" cy="228600"/>
            <a:chOff x="1287" y="2524"/>
            <a:chExt cx="260" cy="100"/>
          </a:xfrm>
        </p:grpSpPr>
        <p:sp>
          <p:nvSpPr>
            <p:cNvPr id="48237" name="Rectangle 85">
              <a:extLst>
                <a:ext uri="{FF2B5EF4-FFF2-40B4-BE49-F238E27FC236}">
                  <a16:creationId xmlns:a16="http://schemas.microsoft.com/office/drawing/2014/main" id="{AE692C62-9A9B-4C30-8747-F6FA06FF0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38" name="Rectangle 86">
              <a:extLst>
                <a:ext uri="{FF2B5EF4-FFF2-40B4-BE49-F238E27FC236}">
                  <a16:creationId xmlns:a16="http://schemas.microsoft.com/office/drawing/2014/main" id="{956A38F9-D1BE-4615-890C-7BD099338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39" name="Rectangle 87">
              <a:extLst>
                <a:ext uri="{FF2B5EF4-FFF2-40B4-BE49-F238E27FC236}">
                  <a16:creationId xmlns:a16="http://schemas.microsoft.com/office/drawing/2014/main" id="{0CECF9AC-E7D2-476B-8EEE-127B496DA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40" name="Rectangle 88">
              <a:extLst>
                <a:ext uri="{FF2B5EF4-FFF2-40B4-BE49-F238E27FC236}">
                  <a16:creationId xmlns:a16="http://schemas.microsoft.com/office/drawing/2014/main" id="{1C425C05-72C0-442F-B85A-9C00AAE8F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  <p:sp>
        <p:nvSpPr>
          <p:cNvPr id="48182" name="Oval 89">
            <a:extLst>
              <a:ext uri="{FF2B5EF4-FFF2-40B4-BE49-F238E27FC236}">
                <a16:creationId xmlns:a16="http://schemas.microsoft.com/office/drawing/2014/main" id="{F6994B47-30A4-4F52-9159-C61EDE0B6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175" y="223678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P3</a:t>
            </a:r>
          </a:p>
        </p:txBody>
      </p:sp>
      <p:sp>
        <p:nvSpPr>
          <p:cNvPr id="48183" name="Freeform 90">
            <a:extLst>
              <a:ext uri="{FF2B5EF4-FFF2-40B4-BE49-F238E27FC236}">
                <a16:creationId xmlns:a16="http://schemas.microsoft.com/office/drawing/2014/main" id="{FC39BA76-E171-4305-B410-D94DB49F7692}"/>
              </a:ext>
            </a:extLst>
          </p:cNvPr>
          <p:cNvSpPr>
            <a:spLocks/>
          </p:cNvSpPr>
          <p:nvPr/>
        </p:nvSpPr>
        <p:spPr bwMode="auto">
          <a:xfrm>
            <a:off x="1493838" y="2439988"/>
            <a:ext cx="2695575" cy="2695575"/>
          </a:xfrm>
          <a:custGeom>
            <a:avLst/>
            <a:gdLst>
              <a:gd name="T0" fmla="*/ 0 w 1698"/>
              <a:gd name="T1" fmla="*/ 2147483646 h 1698"/>
              <a:gd name="T2" fmla="*/ 0 w 1698"/>
              <a:gd name="T3" fmla="*/ 2147483646 h 1698"/>
              <a:gd name="T4" fmla="*/ 2147483646 w 1698"/>
              <a:gd name="T5" fmla="*/ 2147483646 h 1698"/>
              <a:gd name="T6" fmla="*/ 2147483646 w 1698"/>
              <a:gd name="T7" fmla="*/ 2147483646 h 1698"/>
              <a:gd name="T8" fmla="*/ 2147483646 w 1698"/>
              <a:gd name="T9" fmla="*/ 0 h 16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98"/>
              <a:gd name="T16" fmla="*/ 0 h 1698"/>
              <a:gd name="T17" fmla="*/ 1698 w 1698"/>
              <a:gd name="T18" fmla="*/ 1698 h 16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98" h="1698">
                <a:moveTo>
                  <a:pt x="0" y="131"/>
                </a:moveTo>
                <a:lnTo>
                  <a:pt x="0" y="1698"/>
                </a:lnTo>
                <a:lnTo>
                  <a:pt x="1698" y="1690"/>
                </a:lnTo>
                <a:lnTo>
                  <a:pt x="1691" y="148"/>
                </a:lnTo>
                <a:lnTo>
                  <a:pt x="1443" y="0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84" name="Freeform 91">
            <a:extLst>
              <a:ext uri="{FF2B5EF4-FFF2-40B4-BE49-F238E27FC236}">
                <a16:creationId xmlns:a16="http://schemas.microsoft.com/office/drawing/2014/main" id="{7C5C36F5-92C3-4BE0-95FA-B180855E4DF0}"/>
              </a:ext>
            </a:extLst>
          </p:cNvPr>
          <p:cNvSpPr>
            <a:spLocks/>
          </p:cNvSpPr>
          <p:nvPr/>
        </p:nvSpPr>
        <p:spPr bwMode="auto">
          <a:xfrm>
            <a:off x="4479925" y="2471738"/>
            <a:ext cx="3089275" cy="3252787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6 h 1801"/>
              <a:gd name="T4" fmla="*/ 2147483646 w 1946"/>
              <a:gd name="T5" fmla="*/ 2147483646 h 1801"/>
              <a:gd name="T6" fmla="*/ 2147483646 w 1946"/>
              <a:gd name="T7" fmla="*/ 2147483646 h 1801"/>
              <a:gd name="T8" fmla="*/ 0 60000 65536"/>
              <a:gd name="T9" fmla="*/ 0 60000 65536"/>
              <a:gd name="T10" fmla="*/ 0 60000 65536"/>
              <a:gd name="T11" fmla="*/ 0 60000 65536"/>
              <a:gd name="T12" fmla="*/ 0 w 1946"/>
              <a:gd name="T13" fmla="*/ 0 h 1801"/>
              <a:gd name="T14" fmla="*/ 1946 w 1946"/>
              <a:gd name="T15" fmla="*/ 1801 h 180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sp>
        <p:nvSpPr>
          <p:cNvPr id="48185" name="Freeform 92">
            <a:extLst>
              <a:ext uri="{FF2B5EF4-FFF2-40B4-BE49-F238E27FC236}">
                <a16:creationId xmlns:a16="http://schemas.microsoft.com/office/drawing/2014/main" id="{F68018CC-5CD7-4DF4-8305-FB1E603E0723}"/>
              </a:ext>
            </a:extLst>
          </p:cNvPr>
          <p:cNvSpPr>
            <a:spLocks/>
          </p:cNvSpPr>
          <p:nvPr/>
        </p:nvSpPr>
        <p:spPr bwMode="auto">
          <a:xfrm>
            <a:off x="5138738" y="2460625"/>
            <a:ext cx="1609725" cy="2465388"/>
          </a:xfrm>
          <a:custGeom>
            <a:avLst/>
            <a:gdLst>
              <a:gd name="T0" fmla="*/ 0 w 1014"/>
              <a:gd name="T1" fmla="*/ 0 h 1480"/>
              <a:gd name="T2" fmla="*/ 0 w 1014"/>
              <a:gd name="T3" fmla="*/ 2147483646 h 1480"/>
              <a:gd name="T4" fmla="*/ 2147483646 w 1014"/>
              <a:gd name="T5" fmla="*/ 2147483646 h 1480"/>
              <a:gd name="T6" fmla="*/ 2147483646 w 1014"/>
              <a:gd name="T7" fmla="*/ 2147483646 h 1480"/>
              <a:gd name="T8" fmla="*/ 0 60000 65536"/>
              <a:gd name="T9" fmla="*/ 0 60000 65536"/>
              <a:gd name="T10" fmla="*/ 0 60000 65536"/>
              <a:gd name="T11" fmla="*/ 0 60000 65536"/>
              <a:gd name="T12" fmla="*/ 0 w 1014"/>
              <a:gd name="T13" fmla="*/ 0 h 1480"/>
              <a:gd name="T14" fmla="*/ 1014 w 1014"/>
              <a:gd name="T15" fmla="*/ 1480 h 1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4" h="1480">
                <a:moveTo>
                  <a:pt x="0" y="0"/>
                </a:moveTo>
                <a:lnTo>
                  <a:pt x="0" y="1480"/>
                </a:lnTo>
                <a:lnTo>
                  <a:pt x="1014" y="1480"/>
                </a:lnTo>
                <a:lnTo>
                  <a:pt x="1014" y="146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grpSp>
        <p:nvGrpSpPr>
          <p:cNvPr id="48186" name="Group 93">
            <a:extLst>
              <a:ext uri="{FF2B5EF4-FFF2-40B4-BE49-F238E27FC236}">
                <a16:creationId xmlns:a16="http://schemas.microsoft.com/office/drawing/2014/main" id="{729D182A-5C49-4396-9FAA-9A6ABCF683F8}"/>
              </a:ext>
            </a:extLst>
          </p:cNvPr>
          <p:cNvGrpSpPr>
            <a:grpSpLocks/>
          </p:cNvGrpSpPr>
          <p:nvPr/>
        </p:nvGrpSpPr>
        <p:grpSpPr bwMode="auto">
          <a:xfrm>
            <a:off x="5237163" y="4684713"/>
            <a:ext cx="2071687" cy="652462"/>
            <a:chOff x="2741" y="3750"/>
            <a:chExt cx="1305" cy="411"/>
          </a:xfrm>
        </p:grpSpPr>
        <p:sp>
          <p:nvSpPr>
            <p:cNvPr id="48234" name="Rectangle 94">
              <a:extLst>
                <a:ext uri="{FF2B5EF4-FFF2-40B4-BE49-F238E27FC236}">
                  <a16:creationId xmlns:a16="http://schemas.microsoft.com/office/drawing/2014/main" id="{01CBB847-42B0-458F-895B-219BBE6DC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35" name="Line 95">
              <a:extLst>
                <a:ext uri="{FF2B5EF4-FFF2-40B4-BE49-F238E27FC236}">
                  <a16:creationId xmlns:a16="http://schemas.microsoft.com/office/drawing/2014/main" id="{C600A83D-16A6-43E8-8840-6D9912020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8236" name="Text Box 96">
              <a:extLst>
                <a:ext uri="{FF2B5EF4-FFF2-40B4-BE49-F238E27FC236}">
                  <a16:creationId xmlns:a16="http://schemas.microsoft.com/office/drawing/2014/main" id="{A68008BF-181B-42C5-AA33-376488789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33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IP,port: C,5775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IP,port: B,80</a:t>
              </a:r>
            </a:p>
          </p:txBody>
        </p:sp>
      </p:grpSp>
      <p:grpSp>
        <p:nvGrpSpPr>
          <p:cNvPr id="48187" name="Group 97">
            <a:extLst>
              <a:ext uri="{FF2B5EF4-FFF2-40B4-BE49-F238E27FC236}">
                <a16:creationId xmlns:a16="http://schemas.microsoft.com/office/drawing/2014/main" id="{78E074B2-441F-4FAD-8885-69FEC21860A0}"/>
              </a:ext>
            </a:extLst>
          </p:cNvPr>
          <p:cNvGrpSpPr>
            <a:grpSpLocks/>
          </p:cNvGrpSpPr>
          <p:nvPr/>
        </p:nvGrpSpPr>
        <p:grpSpPr bwMode="auto">
          <a:xfrm>
            <a:off x="5307013" y="5473700"/>
            <a:ext cx="2063750" cy="661988"/>
            <a:chOff x="2741" y="3750"/>
            <a:chExt cx="1300" cy="417"/>
          </a:xfrm>
        </p:grpSpPr>
        <p:sp>
          <p:nvSpPr>
            <p:cNvPr id="48231" name="Rectangle 98">
              <a:extLst>
                <a:ext uri="{FF2B5EF4-FFF2-40B4-BE49-F238E27FC236}">
                  <a16:creationId xmlns:a16="http://schemas.microsoft.com/office/drawing/2014/main" id="{DF80E048-B49D-4D8D-BEA0-E87F020E4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32" name="Line 99">
              <a:extLst>
                <a:ext uri="{FF2B5EF4-FFF2-40B4-BE49-F238E27FC236}">
                  <a16:creationId xmlns:a16="http://schemas.microsoft.com/office/drawing/2014/main" id="{143B7E1D-D700-4169-A4FC-67964D0E2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48233" name="Text Box 100">
              <a:extLst>
                <a:ext uri="{FF2B5EF4-FFF2-40B4-BE49-F238E27FC236}">
                  <a16:creationId xmlns:a16="http://schemas.microsoft.com/office/drawing/2014/main" id="{5E357A67-83A6-42CD-8742-63C64FB9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source IP,port: C,9157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Tahoma" panose="020B0604030504040204" pitchFamily="34" charset="0"/>
                </a:rPr>
                <a:t>dest IP,port: B,80</a:t>
              </a:r>
            </a:p>
          </p:txBody>
        </p:sp>
      </p:grpSp>
      <p:sp>
        <p:nvSpPr>
          <p:cNvPr id="48188" name="Oval 30">
            <a:extLst>
              <a:ext uri="{FF2B5EF4-FFF2-40B4-BE49-F238E27FC236}">
                <a16:creationId xmlns:a16="http://schemas.microsoft.com/office/drawing/2014/main" id="{07524AA0-6CA9-4A91-9CAC-C333D2C8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2103438"/>
            <a:ext cx="20335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latin typeface="Arial" panose="020B0604020202020204" pitchFamily="34" charset="0"/>
              </a:rPr>
              <a:t>P4</a:t>
            </a:r>
          </a:p>
        </p:txBody>
      </p:sp>
      <p:sp>
        <p:nvSpPr>
          <p:cNvPr id="48189" name="Text Box 101">
            <a:extLst>
              <a:ext uri="{FF2B5EF4-FFF2-40B4-BE49-F238E27FC236}">
                <a16:creationId xmlns:a16="http://schemas.microsoft.com/office/drawing/2014/main" id="{F12CF9DF-1C47-4355-A73A-A831FD5F6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2900" y="1171575"/>
            <a:ext cx="7251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>
                <a:solidFill>
                  <a:srgbClr val="CC0000"/>
                </a:solidFill>
                <a:latin typeface="Tahoma" panose="020B0604030504040204" pitchFamily="34" charset="0"/>
              </a:rPr>
              <a:t>threaded server: </a:t>
            </a:r>
            <a:r>
              <a:rPr lang="en-US" altLang="zh-TW" sz="2000" dirty="0">
                <a:latin typeface="Tahoma" panose="020B0604030504040204" pitchFamily="34" charset="0"/>
              </a:rPr>
              <a:t>To handle multiple requests at the same time</a:t>
            </a:r>
          </a:p>
        </p:txBody>
      </p:sp>
      <p:sp>
        <p:nvSpPr>
          <p:cNvPr id="48190" name="Line 102">
            <a:extLst>
              <a:ext uri="{FF2B5EF4-FFF2-40B4-BE49-F238E27FC236}">
                <a16:creationId xmlns:a16="http://schemas.microsoft.com/office/drawing/2014/main" id="{527C174C-CE1D-42A5-B9E9-AD125CA341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79963" y="1516063"/>
            <a:ext cx="579437" cy="7524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HK" altLang="en-US"/>
          </a:p>
        </p:txBody>
      </p:sp>
      <p:pic>
        <p:nvPicPr>
          <p:cNvPr id="48191" name="Picture 103" descr="underline_base">
            <a:extLst>
              <a:ext uri="{FF2B5EF4-FFF2-40B4-BE49-F238E27FC236}">
                <a16:creationId xmlns:a16="http://schemas.microsoft.com/office/drawing/2014/main" id="{61CF35C2-ABCF-4830-88DF-E8BFDB3E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881063"/>
            <a:ext cx="82280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192" name="Group 104">
            <a:extLst>
              <a:ext uri="{FF2B5EF4-FFF2-40B4-BE49-F238E27FC236}">
                <a16:creationId xmlns:a16="http://schemas.microsoft.com/office/drawing/2014/main" id="{53FEF0FF-1DA5-4FBB-BF17-E43E6C9E184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258175" y="3529013"/>
            <a:ext cx="711200" cy="669925"/>
            <a:chOff x="-44" y="1473"/>
            <a:chExt cx="981" cy="1105"/>
          </a:xfrm>
        </p:grpSpPr>
        <p:pic>
          <p:nvPicPr>
            <p:cNvPr id="48229" name="Picture 105" descr="desktop_computer_stylized_medium">
              <a:extLst>
                <a:ext uri="{FF2B5EF4-FFF2-40B4-BE49-F238E27FC236}">
                  <a16:creationId xmlns:a16="http://schemas.microsoft.com/office/drawing/2014/main" id="{00542344-92E8-4C76-B8D5-92E3488685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230" name="Freeform 106">
              <a:extLst>
                <a:ext uri="{FF2B5EF4-FFF2-40B4-BE49-F238E27FC236}">
                  <a16:creationId xmlns:a16="http://schemas.microsoft.com/office/drawing/2014/main" id="{7FB9271E-FFAC-41FB-85CB-2608D63ECC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8193" name="Group 107">
            <a:extLst>
              <a:ext uri="{FF2B5EF4-FFF2-40B4-BE49-F238E27FC236}">
                <a16:creationId xmlns:a16="http://schemas.microsoft.com/office/drawing/2014/main" id="{685E809C-633A-4F79-92F1-DBE3ABF95C97}"/>
              </a:ext>
            </a:extLst>
          </p:cNvPr>
          <p:cNvGrpSpPr>
            <a:grpSpLocks/>
          </p:cNvGrpSpPr>
          <p:nvPr/>
        </p:nvGrpSpPr>
        <p:grpSpPr bwMode="auto">
          <a:xfrm>
            <a:off x="-44450" y="3613150"/>
            <a:ext cx="711200" cy="669925"/>
            <a:chOff x="-44" y="1473"/>
            <a:chExt cx="981" cy="1105"/>
          </a:xfrm>
        </p:grpSpPr>
        <p:pic>
          <p:nvPicPr>
            <p:cNvPr id="48227" name="Picture 108" descr="desktop_computer_stylized_medium">
              <a:extLst>
                <a:ext uri="{FF2B5EF4-FFF2-40B4-BE49-F238E27FC236}">
                  <a16:creationId xmlns:a16="http://schemas.microsoft.com/office/drawing/2014/main" id="{E9D27C1B-AA87-4060-B0CF-0D30A1E46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228" name="Freeform 109">
              <a:extLst>
                <a:ext uri="{FF2B5EF4-FFF2-40B4-BE49-F238E27FC236}">
                  <a16:creationId xmlns:a16="http://schemas.microsoft.com/office/drawing/2014/main" id="{BA1F93EE-26EF-47B4-91E9-3D4DDA16ACF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36298130 w 356"/>
                <a:gd name="T3" fmla="*/ 4810829 h 368"/>
                <a:gd name="T4" fmla="*/ 43059907 w 356"/>
                <a:gd name="T5" fmla="*/ 100260457 h 368"/>
                <a:gd name="T6" fmla="*/ 9489792 w 356"/>
                <a:gd name="T7" fmla="*/ 125386632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48194" name="Group 110">
            <a:extLst>
              <a:ext uri="{FF2B5EF4-FFF2-40B4-BE49-F238E27FC236}">
                <a16:creationId xmlns:a16="http://schemas.microsoft.com/office/drawing/2014/main" id="{16372B96-64E5-4FA9-958C-6476BC75B7C7}"/>
              </a:ext>
            </a:extLst>
          </p:cNvPr>
          <p:cNvGrpSpPr>
            <a:grpSpLocks/>
          </p:cNvGrpSpPr>
          <p:nvPr/>
        </p:nvGrpSpPr>
        <p:grpSpPr bwMode="auto">
          <a:xfrm>
            <a:off x="2820988" y="3192463"/>
            <a:ext cx="358775" cy="704850"/>
            <a:chOff x="4140" y="429"/>
            <a:chExt cx="1425" cy="2396"/>
          </a:xfrm>
        </p:grpSpPr>
        <p:sp>
          <p:nvSpPr>
            <p:cNvPr id="48195" name="Freeform 111">
              <a:extLst>
                <a:ext uri="{FF2B5EF4-FFF2-40B4-BE49-F238E27FC236}">
                  <a16:creationId xmlns:a16="http://schemas.microsoft.com/office/drawing/2014/main" id="{AADD7F6C-9699-498A-9A8F-F95E90A73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196" name="Rectangle 112">
              <a:extLst>
                <a:ext uri="{FF2B5EF4-FFF2-40B4-BE49-F238E27FC236}">
                  <a16:creationId xmlns:a16="http://schemas.microsoft.com/office/drawing/2014/main" id="{B1912814-8F32-4D0D-851C-037E0E961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197" name="Freeform 113">
              <a:extLst>
                <a:ext uri="{FF2B5EF4-FFF2-40B4-BE49-F238E27FC236}">
                  <a16:creationId xmlns:a16="http://schemas.microsoft.com/office/drawing/2014/main" id="{4E4DE97B-B780-40E2-97B1-41960B9AA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198" name="Freeform 114">
              <a:extLst>
                <a:ext uri="{FF2B5EF4-FFF2-40B4-BE49-F238E27FC236}">
                  <a16:creationId xmlns:a16="http://schemas.microsoft.com/office/drawing/2014/main" id="{2068C8E9-B505-4E1B-BE78-2410B1F7E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199" name="Rectangle 115">
              <a:extLst>
                <a:ext uri="{FF2B5EF4-FFF2-40B4-BE49-F238E27FC236}">
                  <a16:creationId xmlns:a16="http://schemas.microsoft.com/office/drawing/2014/main" id="{96694603-1264-4C9D-9A33-529875AA6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8200" name="Group 116">
              <a:extLst>
                <a:ext uri="{FF2B5EF4-FFF2-40B4-BE49-F238E27FC236}">
                  <a16:creationId xmlns:a16="http://schemas.microsoft.com/office/drawing/2014/main" id="{9F1BB75F-6D00-4495-8D13-14C91C19F4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8225" name="AutoShape 117">
                <a:extLst>
                  <a:ext uri="{FF2B5EF4-FFF2-40B4-BE49-F238E27FC236}">
                    <a16:creationId xmlns:a16="http://schemas.microsoft.com/office/drawing/2014/main" id="{5B8CFF91-C816-4EC0-89F4-01C329C54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8226" name="AutoShape 118">
                <a:extLst>
                  <a:ext uri="{FF2B5EF4-FFF2-40B4-BE49-F238E27FC236}">
                    <a16:creationId xmlns:a16="http://schemas.microsoft.com/office/drawing/2014/main" id="{7A29E587-70F9-4229-82D5-85DE1B35E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8201" name="Rectangle 119">
              <a:extLst>
                <a:ext uri="{FF2B5EF4-FFF2-40B4-BE49-F238E27FC236}">
                  <a16:creationId xmlns:a16="http://schemas.microsoft.com/office/drawing/2014/main" id="{5A9133CF-61D5-4508-BA5D-2F9091EB7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8202" name="Group 120">
              <a:extLst>
                <a:ext uri="{FF2B5EF4-FFF2-40B4-BE49-F238E27FC236}">
                  <a16:creationId xmlns:a16="http://schemas.microsoft.com/office/drawing/2014/main" id="{2E96B269-A166-45BA-8308-4752107994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8223" name="AutoShape 121">
                <a:extLst>
                  <a:ext uri="{FF2B5EF4-FFF2-40B4-BE49-F238E27FC236}">
                    <a16:creationId xmlns:a16="http://schemas.microsoft.com/office/drawing/2014/main" id="{659FAC06-D156-493F-B1D8-233C67FF3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5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8224" name="AutoShape 122">
                <a:extLst>
                  <a:ext uri="{FF2B5EF4-FFF2-40B4-BE49-F238E27FC236}">
                    <a16:creationId xmlns:a16="http://schemas.microsoft.com/office/drawing/2014/main" id="{1A1CF87E-9D63-445D-9909-A73F6E82E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8203" name="Rectangle 123">
              <a:extLst>
                <a:ext uri="{FF2B5EF4-FFF2-40B4-BE49-F238E27FC236}">
                  <a16:creationId xmlns:a16="http://schemas.microsoft.com/office/drawing/2014/main" id="{82BFC858-10B8-4579-A1C7-D8B46076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04" name="Rectangle 124">
              <a:extLst>
                <a:ext uri="{FF2B5EF4-FFF2-40B4-BE49-F238E27FC236}">
                  <a16:creationId xmlns:a16="http://schemas.microsoft.com/office/drawing/2014/main" id="{6FE11F5A-4C05-4542-B6FC-76C4CFB68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grpSp>
          <p:nvGrpSpPr>
            <p:cNvPr id="48205" name="Group 125">
              <a:extLst>
                <a:ext uri="{FF2B5EF4-FFF2-40B4-BE49-F238E27FC236}">
                  <a16:creationId xmlns:a16="http://schemas.microsoft.com/office/drawing/2014/main" id="{22BD2B9D-EC89-4BB3-AAF9-AF7F88435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8221" name="AutoShape 126">
                <a:extLst>
                  <a:ext uri="{FF2B5EF4-FFF2-40B4-BE49-F238E27FC236}">
                    <a16:creationId xmlns:a16="http://schemas.microsoft.com/office/drawing/2014/main" id="{A4B26B79-4C88-4C5F-85B0-DCF6A1B14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8222" name="AutoShape 127">
                <a:extLst>
                  <a:ext uri="{FF2B5EF4-FFF2-40B4-BE49-F238E27FC236}">
                    <a16:creationId xmlns:a16="http://schemas.microsoft.com/office/drawing/2014/main" id="{A7E19ADC-2ADC-4BEB-8C2A-61278774F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8206" name="Freeform 128">
              <a:extLst>
                <a:ext uri="{FF2B5EF4-FFF2-40B4-BE49-F238E27FC236}">
                  <a16:creationId xmlns:a16="http://schemas.microsoft.com/office/drawing/2014/main" id="{82BDA494-37D6-4B24-9DF4-D35047979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48207" name="Group 129">
              <a:extLst>
                <a:ext uri="{FF2B5EF4-FFF2-40B4-BE49-F238E27FC236}">
                  <a16:creationId xmlns:a16="http://schemas.microsoft.com/office/drawing/2014/main" id="{5F4F6B94-3BB9-4652-A5AC-57E9BB313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8219" name="AutoShape 130">
                <a:extLst>
                  <a:ext uri="{FF2B5EF4-FFF2-40B4-BE49-F238E27FC236}">
                    <a16:creationId xmlns:a16="http://schemas.microsoft.com/office/drawing/2014/main" id="{E278A92C-9F1F-49F7-8B4C-455ED7C3A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8220" name="AutoShape 131">
                <a:extLst>
                  <a:ext uri="{FF2B5EF4-FFF2-40B4-BE49-F238E27FC236}">
                    <a16:creationId xmlns:a16="http://schemas.microsoft.com/office/drawing/2014/main" id="{3BF43FB4-877F-4820-BEA6-9FF7A2D09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8208" name="Rectangle 132">
              <a:extLst>
                <a:ext uri="{FF2B5EF4-FFF2-40B4-BE49-F238E27FC236}">
                  <a16:creationId xmlns:a16="http://schemas.microsoft.com/office/drawing/2014/main" id="{7BB9B0A6-BAE6-48FA-A403-7191CBE2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09" name="Freeform 133">
              <a:extLst>
                <a:ext uri="{FF2B5EF4-FFF2-40B4-BE49-F238E27FC236}">
                  <a16:creationId xmlns:a16="http://schemas.microsoft.com/office/drawing/2014/main" id="{7F989993-D6C7-49C4-AD39-C64407EE0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210" name="Freeform 134">
              <a:extLst>
                <a:ext uri="{FF2B5EF4-FFF2-40B4-BE49-F238E27FC236}">
                  <a16:creationId xmlns:a16="http://schemas.microsoft.com/office/drawing/2014/main" id="{D725AC0C-DECA-42AB-96DA-A65F1C8E1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211" name="Oval 135">
              <a:extLst>
                <a:ext uri="{FF2B5EF4-FFF2-40B4-BE49-F238E27FC236}">
                  <a16:creationId xmlns:a16="http://schemas.microsoft.com/office/drawing/2014/main" id="{0B5ECD61-578B-4606-B4DA-52147EAF6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12" name="Freeform 136">
              <a:extLst>
                <a:ext uri="{FF2B5EF4-FFF2-40B4-BE49-F238E27FC236}">
                  <a16:creationId xmlns:a16="http://schemas.microsoft.com/office/drawing/2014/main" id="{B66FF180-26DF-4324-8153-08CAF602C2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48213" name="AutoShape 137">
              <a:extLst>
                <a:ext uri="{FF2B5EF4-FFF2-40B4-BE49-F238E27FC236}">
                  <a16:creationId xmlns:a16="http://schemas.microsoft.com/office/drawing/2014/main" id="{9A4AAB17-44C2-409B-99AF-5261EF1F3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14" name="AutoShape 138">
              <a:extLst>
                <a:ext uri="{FF2B5EF4-FFF2-40B4-BE49-F238E27FC236}">
                  <a16:creationId xmlns:a16="http://schemas.microsoft.com/office/drawing/2014/main" id="{5E0484C8-C4F0-4445-90C7-B1C7F651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15" name="Oval 139">
              <a:extLst>
                <a:ext uri="{FF2B5EF4-FFF2-40B4-BE49-F238E27FC236}">
                  <a16:creationId xmlns:a16="http://schemas.microsoft.com/office/drawing/2014/main" id="{88FAB4BE-A267-4252-BE7B-96B0E9483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16" name="Oval 140">
              <a:extLst>
                <a:ext uri="{FF2B5EF4-FFF2-40B4-BE49-F238E27FC236}">
                  <a16:creationId xmlns:a16="http://schemas.microsoft.com/office/drawing/2014/main" id="{DE583E95-1C08-4D2F-9F0C-F59DF52A8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17" name="Oval 141">
              <a:extLst>
                <a:ext uri="{FF2B5EF4-FFF2-40B4-BE49-F238E27FC236}">
                  <a16:creationId xmlns:a16="http://schemas.microsoft.com/office/drawing/2014/main" id="{35B07D34-A021-4930-AB10-6D45F2FF3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  <p:sp>
          <p:nvSpPr>
            <p:cNvPr id="48218" name="Rectangle 142">
              <a:extLst>
                <a:ext uri="{FF2B5EF4-FFF2-40B4-BE49-F238E27FC236}">
                  <a16:creationId xmlns:a16="http://schemas.microsoft.com/office/drawing/2014/main" id="{DD98AA84-DF8B-4CEB-9E02-4D6BFF2E9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5">
            <a:extLst>
              <a:ext uri="{FF2B5EF4-FFF2-40B4-BE49-F238E27FC236}">
                <a16:creationId xmlns:a16="http://schemas.microsoft.com/office/drawing/2014/main" id="{84EE5BB4-1435-467F-AB42-8843BB49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49155" name="Slide Number Placeholder 6">
            <a:extLst>
              <a:ext uri="{FF2B5EF4-FFF2-40B4-BE49-F238E27FC236}">
                <a16:creationId xmlns:a16="http://schemas.microsoft.com/office/drawing/2014/main" id="{BEB4CBB2-F040-4AD5-829B-9014FFB6C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43517246-57C9-420F-9D1D-2A53A353ADE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6088308-AD3B-4AEF-9C1E-6A1504B89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602E2E67-8FA0-4053-AD04-45894B36AB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6EB4D054-B9F0-4A9F-99B8-3D219788503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251325" cy="4648200"/>
          </a:xfrm>
        </p:spPr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49159" name="Picture 6" descr="underline_base">
            <a:extLst>
              <a:ext uri="{FF2B5EF4-FFF2-40B4-BE49-F238E27FC236}">
                <a16:creationId xmlns:a16="http://schemas.microsoft.com/office/drawing/2014/main" id="{43CFA0BD-ED3E-4C51-A731-6F0121A89C2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17588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5">
            <a:extLst>
              <a:ext uri="{FF2B5EF4-FFF2-40B4-BE49-F238E27FC236}">
                <a16:creationId xmlns:a16="http://schemas.microsoft.com/office/drawing/2014/main" id="{C5E0CA26-F47B-429A-9B71-19E65352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0179" name="Slide Number Placeholder 6">
            <a:extLst>
              <a:ext uri="{FF2B5EF4-FFF2-40B4-BE49-F238E27FC236}">
                <a16:creationId xmlns:a16="http://schemas.microsoft.com/office/drawing/2014/main" id="{E3F9EBB4-A6D7-4B5D-B4AD-9F0798A5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21A6D24C-0FF9-4216-8DA0-8CEA57B4613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50180" name="Picture 10" descr="underline_base">
            <a:extLst>
              <a:ext uri="{FF2B5EF4-FFF2-40B4-BE49-F238E27FC236}">
                <a16:creationId xmlns:a16="http://schemas.microsoft.com/office/drawing/2014/main" id="{3E858C04-069B-4AA1-98A8-CD7D5499B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847725"/>
            <a:ext cx="82280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Rectangle 2">
            <a:extLst>
              <a:ext uri="{FF2B5EF4-FFF2-40B4-BE49-F238E27FC236}">
                <a16:creationId xmlns:a16="http://schemas.microsoft.com/office/drawing/2014/main" id="{A4C7D375-919D-4E07-B297-EA335B6A6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182563"/>
            <a:ext cx="8529637" cy="922337"/>
          </a:xfrm>
        </p:spPr>
        <p:txBody>
          <a:bodyPr/>
          <a:lstStyle/>
          <a:p>
            <a:r>
              <a:rPr lang="en-US" altLang="zh-TW" sz="4000"/>
              <a:t>UDP: User Datagram Protocol </a:t>
            </a:r>
            <a:r>
              <a:rPr lang="en-US" altLang="zh-TW" sz="3200"/>
              <a:t>[RFC 768]</a:t>
            </a:r>
            <a:endParaRPr lang="en-US" altLang="zh-TW"/>
          </a:p>
        </p:txBody>
      </p:sp>
      <p:sp>
        <p:nvSpPr>
          <p:cNvPr id="50182" name="Rectangle 3">
            <a:extLst>
              <a:ext uri="{FF2B5EF4-FFF2-40B4-BE49-F238E27FC236}">
                <a16:creationId xmlns:a16="http://schemas.microsoft.com/office/drawing/2014/main" id="{50E12E7C-3E7B-4CFC-BF7D-466D8625F9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28625" y="1325563"/>
            <a:ext cx="3810000" cy="4648200"/>
          </a:xfrm>
        </p:spPr>
        <p:txBody>
          <a:bodyPr/>
          <a:lstStyle/>
          <a:p>
            <a:r>
              <a:rPr lang="ja-JP" altLang="en-US" sz="2400" dirty="0"/>
              <a:t>“</a:t>
            </a:r>
            <a:r>
              <a:rPr lang="en-US" altLang="ja-JP" sz="2400" dirty="0"/>
              <a:t>no frills,</a:t>
            </a:r>
            <a:r>
              <a:rPr lang="ja-JP" altLang="en-US" sz="2400" dirty="0"/>
              <a:t>”</a:t>
            </a:r>
            <a:r>
              <a:rPr lang="en-US" altLang="ja-JP" sz="2400" dirty="0"/>
              <a:t> </a:t>
            </a:r>
            <a:r>
              <a:rPr lang="ja-JP" altLang="en-US" sz="2400" dirty="0"/>
              <a:t>“</a:t>
            </a:r>
            <a:r>
              <a:rPr lang="en-US" altLang="ja-JP" sz="2400" dirty="0"/>
              <a:t>bare bones</a:t>
            </a:r>
            <a:r>
              <a:rPr lang="ja-JP" altLang="en-US" sz="2400" dirty="0"/>
              <a:t>”</a:t>
            </a:r>
            <a:r>
              <a:rPr lang="en-US" altLang="ja-JP" sz="2400" dirty="0"/>
              <a:t> Internet transport protocol</a:t>
            </a:r>
          </a:p>
          <a:p>
            <a:r>
              <a:rPr lang="ja-JP" altLang="en-US" sz="2400" dirty="0">
                <a:solidFill>
                  <a:srgbClr val="C00000"/>
                </a:solidFill>
              </a:rPr>
              <a:t>“</a:t>
            </a:r>
            <a:r>
              <a:rPr lang="en-US" altLang="ja-JP" sz="2400" dirty="0">
                <a:solidFill>
                  <a:srgbClr val="C00000"/>
                </a:solidFill>
              </a:rPr>
              <a:t>best effort</a:t>
            </a:r>
            <a:r>
              <a:rPr lang="ja-JP" altLang="en-US" sz="2400" dirty="0">
                <a:solidFill>
                  <a:srgbClr val="C00000"/>
                </a:solidFill>
              </a:rPr>
              <a:t>”</a:t>
            </a:r>
            <a:r>
              <a:rPr lang="en-US" altLang="ja-JP" sz="2400" dirty="0">
                <a:solidFill>
                  <a:srgbClr val="C00000"/>
                </a:solidFill>
              </a:rPr>
              <a:t> service</a:t>
            </a:r>
            <a:r>
              <a:rPr lang="en-US" altLang="ja-JP" sz="2400" dirty="0"/>
              <a:t>, UDP segments may be:</a:t>
            </a:r>
          </a:p>
          <a:p>
            <a:pPr lvl="1"/>
            <a:r>
              <a:rPr lang="en-US" altLang="zh-TW" dirty="0"/>
              <a:t>lost</a:t>
            </a:r>
          </a:p>
          <a:p>
            <a:pPr lvl="1"/>
            <a:r>
              <a:rPr lang="en-US" altLang="zh-TW" dirty="0"/>
              <a:t>delivered out-of-order to app</a:t>
            </a:r>
          </a:p>
          <a:p>
            <a:r>
              <a:rPr lang="en-US" altLang="zh-TW" sz="2400" i="1" dirty="0">
                <a:solidFill>
                  <a:srgbClr val="CC0000"/>
                </a:solidFill>
              </a:rPr>
              <a:t>connectionless:</a:t>
            </a:r>
            <a:endParaRPr lang="en-US" altLang="zh-TW" dirty="0">
              <a:solidFill>
                <a:srgbClr val="CC0000"/>
              </a:solidFill>
            </a:endParaRPr>
          </a:p>
          <a:p>
            <a:pPr lvl="1"/>
            <a:r>
              <a:rPr lang="en-US" altLang="zh-TW" dirty="0"/>
              <a:t>no handshaking between UDP sender, receiver</a:t>
            </a:r>
          </a:p>
          <a:p>
            <a:pPr lvl="1"/>
            <a:r>
              <a:rPr lang="en-US" altLang="zh-TW" dirty="0"/>
              <a:t>each UDP segment handled independently of others</a:t>
            </a:r>
          </a:p>
        </p:txBody>
      </p:sp>
      <p:sp>
        <p:nvSpPr>
          <p:cNvPr id="50183" name="Rectangle 9">
            <a:extLst>
              <a:ext uri="{FF2B5EF4-FFF2-40B4-BE49-F238E27FC236}">
                <a16:creationId xmlns:a16="http://schemas.microsoft.com/office/drawing/2014/main" id="{5917290A-880F-492C-9318-18337A4A5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1271588"/>
            <a:ext cx="4052887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6889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2800" dirty="0">
                <a:solidFill>
                  <a:srgbClr val="0070C0"/>
                </a:solidFill>
              </a:rPr>
              <a:t>Applications</a:t>
            </a:r>
            <a:r>
              <a:rPr lang="en-US" altLang="zh-TW" sz="2800" dirty="0"/>
              <a:t>:</a:t>
            </a:r>
          </a:p>
          <a:p>
            <a:pPr lvl="1"/>
            <a:r>
              <a:rPr lang="en-US" altLang="zh-TW" sz="2400" dirty="0"/>
              <a:t>streaming multimedia apps (loss tolerant, rate sensitive)</a:t>
            </a:r>
          </a:p>
          <a:p>
            <a:pPr lvl="1"/>
            <a:r>
              <a:rPr lang="en-US" altLang="zh-TW" sz="2400" dirty="0"/>
              <a:t>DNS</a:t>
            </a:r>
          </a:p>
          <a:p>
            <a:pPr lvl="1"/>
            <a:r>
              <a:rPr lang="en-US" altLang="zh-TW" sz="2400" dirty="0"/>
              <a:t>Simple network management protocol (SNMP)</a:t>
            </a:r>
          </a:p>
          <a:p>
            <a:r>
              <a:rPr lang="en-US" altLang="zh-TW" sz="2800" dirty="0"/>
              <a:t>reliable transfer over UDP: </a:t>
            </a:r>
          </a:p>
          <a:p>
            <a:pPr lvl="1"/>
            <a:r>
              <a:rPr lang="en-US" altLang="zh-TW" sz="2400" dirty="0"/>
              <a:t>add reliability at application layer</a:t>
            </a:r>
          </a:p>
          <a:p>
            <a:pPr lvl="1"/>
            <a:r>
              <a:rPr lang="en-US" altLang="zh-TW" sz="2400" dirty="0"/>
              <a:t>application-specific error recovery!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5">
            <a:extLst>
              <a:ext uri="{FF2B5EF4-FFF2-40B4-BE49-F238E27FC236}">
                <a16:creationId xmlns:a16="http://schemas.microsoft.com/office/drawing/2014/main" id="{2376C8D9-EFB1-44FE-901E-42108CB87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1203" name="Slide Number Placeholder 6">
            <a:extLst>
              <a:ext uri="{FF2B5EF4-FFF2-40B4-BE49-F238E27FC236}">
                <a16:creationId xmlns:a16="http://schemas.microsoft.com/office/drawing/2014/main" id="{AA185521-8F79-4352-B1A5-8FB65527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E4C4C47E-F797-4494-A30B-EC9F183F94DD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51204" name="Picture 31" descr="underline_base">
            <a:extLst>
              <a:ext uri="{FF2B5EF4-FFF2-40B4-BE49-F238E27FC236}">
                <a16:creationId xmlns:a16="http://schemas.microsoft.com/office/drawing/2014/main" id="{7FE6141F-24BA-4700-BFFE-D21E2CE3942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950913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Rectangle 2">
            <a:extLst>
              <a:ext uri="{FF2B5EF4-FFF2-40B4-BE49-F238E27FC236}">
                <a16:creationId xmlns:a16="http://schemas.microsoft.com/office/drawing/2014/main" id="{8B5536DA-75A6-4A6B-A76D-96B663818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2588" y="249238"/>
            <a:ext cx="8343900" cy="993775"/>
          </a:xfrm>
        </p:spPr>
        <p:txBody>
          <a:bodyPr/>
          <a:lstStyle/>
          <a:p>
            <a:r>
              <a:rPr lang="en-US" altLang="zh-TW" sz="4000"/>
              <a:t>UDP: segment header</a:t>
            </a:r>
            <a:endParaRPr lang="en-US" altLang="zh-TW"/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BF634B8E-6A9C-4981-ADCA-2C70315B3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852613"/>
            <a:ext cx="3324225" cy="32004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51207" name="Rectangle 8">
            <a:extLst>
              <a:ext uri="{FF2B5EF4-FFF2-40B4-BE49-F238E27FC236}">
                <a16:creationId xmlns:a16="http://schemas.microsoft.com/office/drawing/2014/main" id="{41AA1C39-7201-4375-A37F-54BF82772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" y="1947863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</a:endParaRPr>
          </a:p>
        </p:txBody>
      </p:sp>
      <p:sp>
        <p:nvSpPr>
          <p:cNvPr id="51208" name="Text Box 9">
            <a:extLst>
              <a:ext uri="{FF2B5EF4-FFF2-40B4-BE49-F238E27FC236}">
                <a16:creationId xmlns:a16="http://schemas.microsoft.com/office/drawing/2014/main" id="{44A734E4-807B-408B-A5A0-07BBEE33A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1960563"/>
            <a:ext cx="1563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source port #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09" name="Text Box 10">
            <a:extLst>
              <a:ext uri="{FF2B5EF4-FFF2-40B4-BE49-F238E27FC236}">
                <a16:creationId xmlns:a16="http://schemas.microsoft.com/office/drawing/2014/main" id="{D5051F53-4E93-488B-886B-5020E9B7B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0" y="1960563"/>
            <a:ext cx="13287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dest port #</a:t>
            </a:r>
          </a:p>
        </p:txBody>
      </p:sp>
      <p:sp>
        <p:nvSpPr>
          <p:cNvPr id="51210" name="Line 11">
            <a:extLst>
              <a:ext uri="{FF2B5EF4-FFF2-40B4-BE49-F238E27FC236}">
                <a16:creationId xmlns:a16="http://schemas.microsoft.com/office/drawing/2014/main" id="{D154E9C9-A7F5-4819-96A0-CE6B58489E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650" y="2347913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1" name="Line 12">
            <a:extLst>
              <a:ext uri="{FF2B5EF4-FFF2-40B4-BE49-F238E27FC236}">
                <a16:creationId xmlns:a16="http://schemas.microsoft.com/office/drawing/2014/main" id="{A35BC9C2-134A-49EA-8975-68B048A99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9125" y="2747963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2" name="Line 13">
            <a:extLst>
              <a:ext uri="{FF2B5EF4-FFF2-40B4-BE49-F238E27FC236}">
                <a16:creationId xmlns:a16="http://schemas.microsoft.com/office/drawing/2014/main" id="{6BC4BE9D-0FC0-4B63-92F9-C89701A67B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6475" y="1947863"/>
            <a:ext cx="0" cy="3952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3" name="Text Box 14">
            <a:extLst>
              <a:ext uri="{FF2B5EF4-FFF2-40B4-BE49-F238E27FC236}">
                <a16:creationId xmlns:a16="http://schemas.microsoft.com/office/drawing/2014/main" id="{7598C2A4-C6E4-4798-8F9B-03AF4811A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4350" y="1482725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32 bits</a:t>
            </a:r>
          </a:p>
        </p:txBody>
      </p:sp>
      <p:sp>
        <p:nvSpPr>
          <p:cNvPr id="51214" name="Line 15">
            <a:extLst>
              <a:ext uri="{FF2B5EF4-FFF2-40B4-BE49-F238E27FC236}">
                <a16:creationId xmlns:a16="http://schemas.microsoft.com/office/drawing/2014/main" id="{575DD74E-0DBD-4DE5-850D-6551833FA8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3675" y="1714500"/>
            <a:ext cx="1200150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5" name="Line 16">
            <a:extLst>
              <a:ext uri="{FF2B5EF4-FFF2-40B4-BE49-F238E27FC236}">
                <a16:creationId xmlns:a16="http://schemas.microsoft.com/office/drawing/2014/main" id="{09B10A36-D8AD-456F-BF81-E3B9C54F2D6E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23888" y="1724025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6" name="Text Box 17">
            <a:extLst>
              <a:ext uri="{FF2B5EF4-FFF2-40B4-BE49-F238E27FC236}">
                <a16:creationId xmlns:a16="http://schemas.microsoft.com/office/drawing/2014/main" id="{6755BD89-0C7A-45DA-97BE-8EED5929E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138" y="3306763"/>
            <a:ext cx="1389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application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data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(payload)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17" name="Text Box 19">
            <a:extLst>
              <a:ext uri="{FF2B5EF4-FFF2-40B4-BE49-F238E27FC236}">
                <a16:creationId xmlns:a16="http://schemas.microsoft.com/office/drawing/2014/main" id="{74B8FEF0-CCCC-4A98-9F7C-D0D8E2F5D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4738" y="5222875"/>
            <a:ext cx="2524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UDP segment format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18" name="Line 20">
            <a:extLst>
              <a:ext uri="{FF2B5EF4-FFF2-40B4-BE49-F238E27FC236}">
                <a16:creationId xmlns:a16="http://schemas.microsoft.com/office/drawing/2014/main" id="{1689784E-6322-4F71-B305-4F04B5AC8E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6475" y="2357438"/>
            <a:ext cx="0" cy="3952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1219" name="Text Box 22">
            <a:extLst>
              <a:ext uri="{FF2B5EF4-FFF2-40B4-BE49-F238E27FC236}">
                <a16:creationId xmlns:a16="http://schemas.microsoft.com/office/drawing/2014/main" id="{FAD4CB01-E507-4177-8621-F64D05093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63" y="2351088"/>
            <a:ext cx="8143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length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20" name="Text Box 23">
            <a:extLst>
              <a:ext uri="{FF2B5EF4-FFF2-40B4-BE49-F238E27FC236}">
                <a16:creationId xmlns:a16="http://schemas.microsoft.com/office/drawing/2014/main" id="{C64F3DB9-C30A-4E2D-9B83-2C17BAB1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988" y="2341563"/>
            <a:ext cx="1176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checksum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21" name="Text Box 24">
            <a:extLst>
              <a:ext uri="{FF2B5EF4-FFF2-40B4-BE49-F238E27FC236}">
                <a16:creationId xmlns:a16="http://schemas.microsoft.com/office/drawing/2014/main" id="{CFCFAB92-BD56-40B0-BFE4-6E0F2C31B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850" y="1316038"/>
            <a:ext cx="2406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length, in bytes of UDP segment, including header</a:t>
            </a:r>
            <a:endParaRPr lang="en-US" altLang="zh-TW" sz="2400">
              <a:latin typeface="Tahoma" panose="020B0604030504040204" pitchFamily="34" charset="0"/>
            </a:endParaRPr>
          </a:p>
        </p:txBody>
      </p:sp>
      <p:sp>
        <p:nvSpPr>
          <p:cNvPr id="51222" name="Line 25">
            <a:extLst>
              <a:ext uri="{FF2B5EF4-FFF2-40B4-BE49-F238E27FC236}">
                <a16:creationId xmlns:a16="http://schemas.microsoft.com/office/drawing/2014/main" id="{E24FDBF6-61B1-48ED-B308-750A107E16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8013" y="1631950"/>
            <a:ext cx="2873375" cy="895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17431" name="Rectangle 26">
            <a:extLst>
              <a:ext uri="{FF2B5EF4-FFF2-40B4-BE49-F238E27FC236}">
                <a16:creationId xmlns:a16="http://schemas.microsoft.com/office/drawing/2014/main" id="{AB47289B-08D9-41AB-BA39-4C1C4DB3460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65688" y="3044825"/>
            <a:ext cx="3810000" cy="30448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no connection establishment (which can add delay)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simple: no connection state at sender, receiver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small header size</a:t>
            </a:r>
          </a:p>
          <a:p>
            <a:pPr>
              <a:buFont typeface="Wingdings" charset="0"/>
              <a:buChar char="v"/>
              <a:defRPr/>
            </a:pPr>
            <a:r>
              <a:rPr lang="en-US" sz="2400" dirty="0">
                <a:ea typeface="ＭＳ Ｐゴシック" charset="0"/>
                <a:cs typeface="+mn-cs"/>
              </a:rPr>
              <a:t>no congestion control: UDP can blast away as fast as desired</a:t>
            </a:r>
          </a:p>
        </p:txBody>
      </p:sp>
      <p:sp>
        <p:nvSpPr>
          <p:cNvPr id="51224" name="Rectangle 27">
            <a:extLst>
              <a:ext uri="{FF2B5EF4-FFF2-40B4-BE49-F238E27FC236}">
                <a16:creationId xmlns:a16="http://schemas.microsoft.com/office/drawing/2014/main" id="{26A6B094-A232-4E3F-A57A-6AD9ACF7F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3763" y="2924175"/>
            <a:ext cx="4048125" cy="3259138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51225" name="Text Box 28">
            <a:extLst>
              <a:ext uri="{FF2B5EF4-FFF2-40B4-BE49-F238E27FC236}">
                <a16:creationId xmlns:a16="http://schemas.microsoft.com/office/drawing/2014/main" id="{1D339F1E-ED08-4158-8A78-E5B04F62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538" y="2643188"/>
            <a:ext cx="3130550" cy="433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>
                <a:solidFill>
                  <a:srgbClr val="CC0000"/>
                </a:solidFill>
              </a:rPr>
              <a:t>why is there a UDP?</a:t>
            </a:r>
            <a:endParaRPr lang="en-US" altLang="zh-TW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5">
            <a:extLst>
              <a:ext uri="{FF2B5EF4-FFF2-40B4-BE49-F238E27FC236}">
                <a16:creationId xmlns:a16="http://schemas.microsoft.com/office/drawing/2014/main" id="{967886A4-0B65-4D81-992B-0F54B0E8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2227" name="Slide Number Placeholder 6">
            <a:extLst>
              <a:ext uri="{FF2B5EF4-FFF2-40B4-BE49-F238E27FC236}">
                <a16:creationId xmlns:a16="http://schemas.microsoft.com/office/drawing/2014/main" id="{031AB22E-E090-4C04-9502-43A1AEFF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B29A6E93-8136-4579-BD4E-A2F239F71FC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22E60482-F51C-492C-B3D9-6DF9AF416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UDP checksum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8CE1B6F7-90EC-4DBF-ACCB-C59713D46B4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2557463"/>
            <a:ext cx="3657600" cy="3495675"/>
          </a:xfrm>
        </p:spPr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3200" dirty="0">
                <a:solidFill>
                  <a:srgbClr val="CC0000"/>
                </a:solidFill>
              </a:rPr>
              <a:t>sender: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zh-TW" sz="2400" dirty="0"/>
              <a:t>treat segment contents, including header fields,  as </a:t>
            </a:r>
            <a:r>
              <a:rPr lang="en-US" altLang="zh-TW" sz="2400" dirty="0">
                <a:solidFill>
                  <a:srgbClr val="0070C0"/>
                </a:solidFill>
              </a:rPr>
              <a:t>sequence of 16-bit integers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zh-TW" sz="2400" dirty="0"/>
              <a:t>checksum: </a:t>
            </a:r>
            <a:r>
              <a:rPr lang="en-US" altLang="zh-TW" sz="2400" dirty="0">
                <a:solidFill>
                  <a:srgbClr val="0070C0"/>
                </a:solidFill>
              </a:rPr>
              <a:t>addition</a:t>
            </a:r>
            <a:r>
              <a:rPr lang="en-US" altLang="zh-TW" sz="2400" dirty="0"/>
              <a:t> </a:t>
            </a:r>
            <a:r>
              <a:rPr lang="en-US" altLang="ja-JP" sz="2400" dirty="0"/>
              <a:t>of segment contents </a:t>
            </a:r>
            <a:r>
              <a:rPr lang="en-US" altLang="ja-JP" sz="2400" dirty="0">
                <a:latin typeface="Arial"/>
                <a:cs typeface="Arial"/>
              </a:rPr>
              <a:t>→ </a:t>
            </a:r>
            <a:r>
              <a:rPr lang="en-US" altLang="zh-TW" sz="2400" dirty="0">
                <a:solidFill>
                  <a:srgbClr val="0070C0"/>
                </a:solidFill>
              </a:rPr>
              <a:t>one</a:t>
            </a:r>
            <a:r>
              <a:rPr lang="ja-JP" altLang="en-US" sz="2400" dirty="0">
                <a:solidFill>
                  <a:srgbClr val="0070C0"/>
                </a:solidFill>
              </a:rPr>
              <a:t>’</a:t>
            </a:r>
            <a:r>
              <a:rPr lang="en-US" altLang="ja-JP" sz="2400" dirty="0">
                <a:solidFill>
                  <a:srgbClr val="0070C0"/>
                </a:solidFill>
              </a:rPr>
              <a:t>s complement 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zh-TW" sz="2400" dirty="0"/>
              <a:t>sender puts checksum value into UDP checksum field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/>
          </a:p>
          <a:p>
            <a:pPr>
              <a:lnSpc>
                <a:spcPct val="70000"/>
              </a:lnSpc>
              <a:defRPr/>
            </a:pPr>
            <a:endParaRPr lang="en-US" altLang="zh-TW" sz="3200" dirty="0"/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40CBEA39-E13A-443E-947C-2BBE65D5D08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2552700"/>
            <a:ext cx="4057650" cy="3257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receiver:</a:t>
            </a:r>
          </a:p>
          <a:p>
            <a:r>
              <a:rPr lang="en-US" altLang="zh-TW" sz="2400" dirty="0"/>
              <a:t>compute checksum of received segment</a:t>
            </a:r>
          </a:p>
          <a:p>
            <a:r>
              <a:rPr lang="en-US" altLang="zh-TW" sz="2400" dirty="0"/>
              <a:t>check if </a:t>
            </a:r>
            <a:r>
              <a:rPr lang="en-US" altLang="zh-TW" sz="2400" dirty="0">
                <a:solidFill>
                  <a:srgbClr val="0070C0"/>
                </a:solidFill>
              </a:rPr>
              <a:t>computed checksum </a:t>
            </a:r>
            <a:r>
              <a:rPr lang="en-US" altLang="zh-TW" sz="2400" dirty="0"/>
              <a:t>equals </a:t>
            </a:r>
            <a:r>
              <a:rPr lang="en-US" altLang="zh-TW" sz="2400" dirty="0">
                <a:solidFill>
                  <a:srgbClr val="0070C0"/>
                </a:solidFill>
              </a:rPr>
              <a:t>checksum field </a:t>
            </a:r>
            <a:r>
              <a:rPr lang="en-US" altLang="zh-TW" sz="2400" dirty="0"/>
              <a:t>value:</a:t>
            </a:r>
          </a:p>
          <a:p>
            <a:pPr lvl="1"/>
            <a:r>
              <a:rPr lang="en-US" altLang="zh-TW" dirty="0"/>
              <a:t>NO - error detected</a:t>
            </a:r>
          </a:p>
          <a:p>
            <a:pPr lvl="1"/>
            <a:r>
              <a:rPr lang="en-US" altLang="zh-TW" dirty="0"/>
              <a:t>YES - no error detected. </a:t>
            </a:r>
            <a:r>
              <a:rPr lang="en-US" altLang="zh-TW" i="1" dirty="0"/>
              <a:t>But maybe errors nonetheless?</a:t>
            </a:r>
            <a:r>
              <a:rPr lang="en-US" altLang="zh-TW" dirty="0"/>
              <a:t> More later ….</a:t>
            </a:r>
          </a:p>
          <a:p>
            <a:endParaRPr lang="en-US" altLang="zh-TW" dirty="0"/>
          </a:p>
        </p:txBody>
      </p:sp>
      <p:sp>
        <p:nvSpPr>
          <p:cNvPr id="52231" name="Rectangle 5">
            <a:extLst>
              <a:ext uri="{FF2B5EF4-FFF2-40B4-BE49-F238E27FC236}">
                <a16:creationId xmlns:a16="http://schemas.microsoft.com/office/drawing/2014/main" id="{7D227E76-58C9-4B12-B120-C4020E98A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1512888"/>
            <a:ext cx="79248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rgbClr val="CC0000"/>
                </a:solidFill>
              </a:rPr>
              <a:t>Goal:</a:t>
            </a:r>
            <a:r>
              <a:rPr lang="en-US" altLang="zh-TW" sz="2800"/>
              <a:t> detect </a:t>
            </a:r>
            <a:r>
              <a:rPr lang="ja-JP" altLang="en-US" sz="2800"/>
              <a:t>“</a:t>
            </a:r>
            <a:r>
              <a:rPr lang="en-US" altLang="ja-JP" sz="2800"/>
              <a:t>errors</a:t>
            </a:r>
            <a:r>
              <a:rPr lang="ja-JP" altLang="en-US" sz="2800"/>
              <a:t>”</a:t>
            </a:r>
            <a:r>
              <a:rPr lang="en-US" altLang="ja-JP" sz="2800"/>
              <a:t> (e.g., flipped bits) in transmitted segment</a:t>
            </a:r>
          </a:p>
          <a:p>
            <a:endParaRPr lang="en-US" altLang="zh-TW" sz="2800"/>
          </a:p>
        </p:txBody>
      </p:sp>
      <p:pic>
        <p:nvPicPr>
          <p:cNvPr id="52232" name="Picture 9" descr="underline_base">
            <a:extLst>
              <a:ext uri="{FF2B5EF4-FFF2-40B4-BE49-F238E27FC236}">
                <a16:creationId xmlns:a16="http://schemas.microsoft.com/office/drawing/2014/main" id="{34765B0E-4644-439E-AACC-1A5D3330D2F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027113"/>
            <a:ext cx="383857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4">
            <a:extLst>
              <a:ext uri="{FF2B5EF4-FFF2-40B4-BE49-F238E27FC236}">
                <a16:creationId xmlns:a16="http://schemas.microsoft.com/office/drawing/2014/main" id="{D7503952-0AF6-4920-83F3-63324499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5533E512-8401-4ADE-9BED-AC65E5E3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FFB3E921-7A4A-4D4A-8E75-B0F64B7587FF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53252" name="Picture 13" descr="underline_base">
            <a:extLst>
              <a:ext uri="{FF2B5EF4-FFF2-40B4-BE49-F238E27FC236}">
                <a16:creationId xmlns:a16="http://schemas.microsoft.com/office/drawing/2014/main" id="{7EACB10D-819A-4D3D-B439-C012655E8F9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8493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>
            <a:extLst>
              <a:ext uri="{FF2B5EF4-FFF2-40B4-BE49-F238E27FC236}">
                <a16:creationId xmlns:a16="http://schemas.microsoft.com/office/drawing/2014/main" id="{22F46E70-BCE1-436A-B80A-5CD41DB18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5600" y="273050"/>
            <a:ext cx="7772400" cy="6858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Internet checksum: example</a:t>
            </a:r>
          </a:p>
        </p:txBody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513BBA2B-9E34-4782-8A3E-5411524EB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00175"/>
            <a:ext cx="7772400" cy="2743200"/>
          </a:xfrm>
        </p:spPr>
        <p:txBody>
          <a:bodyPr/>
          <a:lstStyle/>
          <a:p>
            <a:pPr>
              <a:lnSpc>
                <a:spcPct val="130000"/>
              </a:lnSpc>
              <a:buFont typeface="Wingdings" charset="0"/>
              <a:buNone/>
              <a:defRPr/>
            </a:pPr>
            <a:r>
              <a:rPr lang="en-US" sz="2800" dirty="0">
                <a:ea typeface="ＭＳ Ｐゴシック" charset="0"/>
                <a:cs typeface="+mn-cs"/>
              </a:rPr>
              <a:t>example: add two 16-bit integers</a:t>
            </a:r>
          </a:p>
        </p:txBody>
      </p:sp>
      <p:sp>
        <p:nvSpPr>
          <p:cNvPr id="53255" name="Text Box 4">
            <a:extLst>
              <a:ext uri="{FF2B5EF4-FFF2-40B4-BE49-F238E27FC236}">
                <a16:creationId xmlns:a16="http://schemas.microsoft.com/office/drawing/2014/main" id="{114924E1-8BCD-472D-9AC7-0C7ADA3CD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50" y="2190750"/>
            <a:ext cx="6400800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1</a:t>
            </a:r>
            <a:r>
              <a:rPr lang="en-US" altLang="zh-TW" sz="2000" b="1" dirty="0">
                <a:latin typeface="Comic Sans MS" panose="030F0702030302020204" pitchFamily="66" charset="0"/>
              </a:rPr>
              <a:t>  1  1  1  0  0  1  1  0  0  1  1  0  0  1  1  0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1</a:t>
            </a:r>
            <a:r>
              <a:rPr lang="en-US" altLang="zh-TW" sz="2000" b="1" dirty="0">
                <a:latin typeface="Comic Sans MS" panose="030F0702030302020204" pitchFamily="66" charset="0"/>
              </a:rPr>
              <a:t>  1  1  0  1  0  1  0  1  0  1  0  1  0  1  0  1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 b="1" dirty="0"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latin typeface="Comic Sans MS" panose="030F0702030302020204" pitchFamily="66" charset="0"/>
              </a:rPr>
              <a:t>1  1  0  1  1  1  0  1  1  1  0  1  1  1  0  1  1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000" b="1" dirty="0"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1</a:t>
            </a:r>
            <a:r>
              <a:rPr lang="en-US" altLang="zh-TW" sz="2000" b="1" dirty="0">
                <a:latin typeface="Comic Sans MS" panose="030F0702030302020204" pitchFamily="66" charset="0"/>
              </a:rPr>
              <a:t>  1  0  1  1  1  0  1  1  1  0  1  1  1  1  0  0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Comic Sans MS" panose="030F0702030302020204" pitchFamily="66" charset="0"/>
              </a:rPr>
              <a:t>1</a:t>
            </a:r>
            <a:r>
              <a:rPr lang="en-US" altLang="zh-TW" sz="2000" b="1" dirty="0">
                <a:latin typeface="Comic Sans MS" panose="030F0702030302020204" pitchFamily="66" charset="0"/>
              </a:rPr>
              <a:t>  0  1  0  0  0  1  0  0  0  1  0  0  0  0  1  1</a:t>
            </a:r>
            <a:endParaRPr lang="en-US" altLang="zh-TW" sz="2400" b="1" dirty="0">
              <a:latin typeface="Comic Sans MS" panose="030F0702030302020204" pitchFamily="66" charset="0"/>
            </a:endParaRPr>
          </a:p>
        </p:txBody>
      </p:sp>
      <p:sp>
        <p:nvSpPr>
          <p:cNvPr id="53256" name="Line 5">
            <a:extLst>
              <a:ext uri="{FF2B5EF4-FFF2-40B4-BE49-F238E27FC236}">
                <a16:creationId xmlns:a16="http://schemas.microsoft.com/office/drawing/2014/main" id="{AD2A2F7E-3BFF-4396-9FDF-0ACA82835D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4350" y="3017838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3257" name="Oval 6">
            <a:extLst>
              <a:ext uri="{FF2B5EF4-FFF2-40B4-BE49-F238E27FC236}">
                <a16:creationId xmlns:a16="http://schemas.microsoft.com/office/drawing/2014/main" id="{93076A92-F2C5-4089-873C-5D2ED7639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550" y="319405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53258" name="Text Box 7">
            <a:extLst>
              <a:ext uri="{FF2B5EF4-FFF2-40B4-BE49-F238E27FC236}">
                <a16:creationId xmlns:a16="http://schemas.microsoft.com/office/drawing/2014/main" id="{4F29FADF-F9DB-4324-930E-70A421FF1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3149600"/>
            <a:ext cx="1546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Comic Sans MS" panose="030F0702030302020204" pitchFamily="66" charset="0"/>
              </a:rPr>
              <a:t>wraparound</a:t>
            </a:r>
          </a:p>
        </p:txBody>
      </p:sp>
      <p:sp>
        <p:nvSpPr>
          <p:cNvPr id="53259" name="Text Box 8">
            <a:extLst>
              <a:ext uri="{FF2B5EF4-FFF2-40B4-BE49-F238E27FC236}">
                <a16:creationId xmlns:a16="http://schemas.microsoft.com/office/drawing/2014/main" id="{AD9F11EC-12E8-42DB-9634-BB7C6CD87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3757613"/>
            <a:ext cx="636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Comic Sans MS" panose="030F0702030302020204" pitchFamily="66" charset="0"/>
              </a:rPr>
              <a:t>sum</a:t>
            </a:r>
          </a:p>
        </p:txBody>
      </p:sp>
      <p:sp>
        <p:nvSpPr>
          <p:cNvPr id="53260" name="Text Box 9">
            <a:extLst>
              <a:ext uri="{FF2B5EF4-FFF2-40B4-BE49-F238E27FC236}">
                <a16:creationId xmlns:a16="http://schemas.microsoft.com/office/drawing/2014/main" id="{0E77C3BF-4543-4D83-8113-38AC9B5CF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4110038"/>
            <a:ext cx="131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70C0"/>
                </a:solidFill>
                <a:latin typeface="Comic Sans MS" panose="030F0702030302020204" pitchFamily="66" charset="0"/>
              </a:rPr>
              <a:t>checksum</a:t>
            </a:r>
          </a:p>
        </p:txBody>
      </p:sp>
      <p:sp>
        <p:nvSpPr>
          <p:cNvPr id="53261" name="Line 10">
            <a:extLst>
              <a:ext uri="{FF2B5EF4-FFF2-40B4-BE49-F238E27FC236}">
                <a16:creationId xmlns:a16="http://schemas.microsoft.com/office/drawing/2014/main" id="{FBD1C97E-A7E2-47B0-859D-0E4A1518CB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4350" y="3736975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3262" name="Freeform 11">
            <a:extLst>
              <a:ext uri="{FF2B5EF4-FFF2-40B4-BE49-F238E27FC236}">
                <a16:creationId xmlns:a16="http://schemas.microsoft.com/office/drawing/2014/main" id="{D60EEC4A-1CC4-47A4-88B0-6947850CCBFD}"/>
              </a:ext>
            </a:extLst>
          </p:cNvPr>
          <p:cNvSpPr>
            <a:spLocks/>
          </p:cNvSpPr>
          <p:nvPr/>
        </p:nvSpPr>
        <p:spPr bwMode="auto">
          <a:xfrm>
            <a:off x="2022475" y="3500438"/>
            <a:ext cx="6013450" cy="92075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6 h 58"/>
              <a:gd name="T4" fmla="*/ 2147483646 w 3788"/>
              <a:gd name="T5" fmla="*/ 2147483646 h 58"/>
              <a:gd name="T6" fmla="*/ 0 60000 65536"/>
              <a:gd name="T7" fmla="*/ 0 60000 65536"/>
              <a:gd name="T8" fmla="*/ 0 60000 65536"/>
              <a:gd name="T9" fmla="*/ 0 w 3788"/>
              <a:gd name="T10" fmla="*/ 0 h 58"/>
              <a:gd name="T11" fmla="*/ 3788 w 3788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sm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53263" name="Text Box 15">
            <a:extLst>
              <a:ext uri="{FF2B5EF4-FFF2-40B4-BE49-F238E27FC236}">
                <a16:creationId xmlns:a16="http://schemas.microsoft.com/office/drawing/2014/main" id="{918951BA-8ACE-4195-9AFE-ED64D0A67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5043488"/>
            <a:ext cx="768826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zh-TW" sz="2400" i="1">
                <a:solidFill>
                  <a:srgbClr val="FF0000"/>
                </a:solidFill>
              </a:rPr>
              <a:t>Note:</a:t>
            </a:r>
            <a:r>
              <a:rPr lang="en-US" altLang="zh-TW" sz="2400">
                <a:solidFill>
                  <a:srgbClr val="FF0000"/>
                </a:solidFill>
              </a:rPr>
              <a:t> when adding numbers, a carryout from the most significant bit needs to be added to the result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240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5">
            <a:extLst>
              <a:ext uri="{FF2B5EF4-FFF2-40B4-BE49-F238E27FC236}">
                <a16:creationId xmlns:a16="http://schemas.microsoft.com/office/drawing/2014/main" id="{D54A8463-B32A-4A90-A9E8-ADCD4956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5299" name="Slide Number Placeholder 6">
            <a:extLst>
              <a:ext uri="{FF2B5EF4-FFF2-40B4-BE49-F238E27FC236}">
                <a16:creationId xmlns:a16="http://schemas.microsoft.com/office/drawing/2014/main" id="{D6FA4D4C-9089-4C60-9065-BF1601BC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5F76CCCF-DBD0-473D-9740-D38EB35E9F2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7DABDF2-8FF6-409B-A735-130FE6433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Chapter 3 outline</a:t>
            </a:r>
          </a:p>
        </p:txBody>
      </p:sp>
      <p:sp>
        <p:nvSpPr>
          <p:cNvPr id="20485" name="Rectangle 4">
            <a:extLst>
              <a:ext uri="{FF2B5EF4-FFF2-40B4-BE49-F238E27FC236}">
                <a16:creationId xmlns:a16="http://schemas.microsoft.com/office/drawing/2014/main" id="{4D6CE5BE-FB39-45DB-BC8C-E9353E1436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3.1 transport-layer services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3.2 multiplexing and demultiplexing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3.3 connectionless transport: UDP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solidFill>
                  <a:srgbClr val="CC0000"/>
                </a:solidFill>
                <a:ea typeface="ＭＳ Ｐゴシック" charset="0"/>
                <a:cs typeface="+mn-cs"/>
              </a:rPr>
              <a:t>3.4 principles of reliable data transfer</a:t>
            </a:r>
          </a:p>
        </p:txBody>
      </p:sp>
      <p:sp>
        <p:nvSpPr>
          <p:cNvPr id="20486" name="Rectangle 5">
            <a:extLst>
              <a:ext uri="{FF2B5EF4-FFF2-40B4-BE49-F238E27FC236}">
                <a16:creationId xmlns:a16="http://schemas.microsoft.com/office/drawing/2014/main" id="{CE4D4DA6-17D9-4196-AD5E-28F66C6FE0B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251325" cy="4648200"/>
          </a:xfrm>
        </p:spPr>
        <p:txBody>
          <a:bodyPr/>
          <a:lstStyle/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3.5 connection-oriented transport: TCP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segment structure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reliable data transfer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flow control</a:t>
            </a:r>
          </a:p>
          <a:p>
            <a:pPr marL="912813"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connection management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3.6 principles of congestion control</a:t>
            </a:r>
          </a:p>
          <a:p>
            <a:pPr marL="566738" indent="-566738">
              <a:buFont typeface="Wingdings" charset="0"/>
              <a:buNone/>
              <a:defRPr/>
            </a:pPr>
            <a:r>
              <a:rPr lang="en-US" dirty="0">
                <a:ea typeface="ＭＳ Ｐゴシック" charset="0"/>
                <a:cs typeface="+mn-cs"/>
              </a:rPr>
              <a:t>3.7 TCP congestion control</a:t>
            </a:r>
          </a:p>
        </p:txBody>
      </p:sp>
      <p:pic>
        <p:nvPicPr>
          <p:cNvPr id="55303" name="Picture 6" descr="underline_base">
            <a:extLst>
              <a:ext uri="{FF2B5EF4-FFF2-40B4-BE49-F238E27FC236}">
                <a16:creationId xmlns:a16="http://schemas.microsoft.com/office/drawing/2014/main" id="{88A2D264-DC88-44F3-BEE7-52CADE1AB5C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017588"/>
            <a:ext cx="43878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5">
            <a:extLst>
              <a:ext uri="{FF2B5EF4-FFF2-40B4-BE49-F238E27FC236}">
                <a16:creationId xmlns:a16="http://schemas.microsoft.com/office/drawing/2014/main" id="{E76AFBC7-3386-4C48-9928-83EEEDB8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6323" name="Slide Number Placeholder 6">
            <a:extLst>
              <a:ext uri="{FF2B5EF4-FFF2-40B4-BE49-F238E27FC236}">
                <a16:creationId xmlns:a16="http://schemas.microsoft.com/office/drawing/2014/main" id="{F09B2064-C313-48E5-9391-C633AB8B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33235647-5F22-4AB4-BFFC-5027150525EF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56324" name="Picture 8" descr="underline_base">
            <a:extLst>
              <a:ext uri="{FF2B5EF4-FFF2-40B4-BE49-F238E27FC236}">
                <a16:creationId xmlns:a16="http://schemas.microsoft.com/office/drawing/2014/main" id="{7406CB05-236C-4195-8E1E-AC53566AA84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8858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Rectangle 2">
            <a:extLst>
              <a:ext uri="{FF2B5EF4-FFF2-40B4-BE49-F238E27FC236}">
                <a16:creationId xmlns:a16="http://schemas.microsoft.com/office/drawing/2014/main" id="{3CDA4CDC-A1C0-43A9-9EA3-F8787A372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/>
          <a:lstStyle/>
          <a:p>
            <a:r>
              <a:rPr lang="en-US" altLang="zh-TW"/>
              <a:t>Principles of reliable data transfer</a:t>
            </a:r>
            <a:endParaRPr lang="en-US" altLang="zh-TW" sz="4800"/>
          </a:p>
        </p:txBody>
      </p:sp>
      <p:sp>
        <p:nvSpPr>
          <p:cNvPr id="56326" name="Rectangle 3">
            <a:extLst>
              <a:ext uri="{FF2B5EF4-FFF2-40B4-BE49-F238E27FC236}">
                <a16:creationId xmlns:a16="http://schemas.microsoft.com/office/drawing/2014/main" id="{89E1A498-6C9B-47E1-A58A-FF70980DA0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77925"/>
            <a:ext cx="7658100" cy="838200"/>
          </a:xfrm>
        </p:spPr>
        <p:txBody>
          <a:bodyPr/>
          <a:lstStyle/>
          <a:p>
            <a:r>
              <a:rPr lang="en-US" altLang="zh-TW"/>
              <a:t>important in application, transport, link layers</a:t>
            </a:r>
          </a:p>
          <a:p>
            <a:pPr lvl="1"/>
            <a:r>
              <a:rPr lang="en-US" altLang="zh-TW"/>
              <a:t>top-10 list of important networking topics!</a:t>
            </a:r>
          </a:p>
          <a:p>
            <a:endParaRPr lang="en-US" altLang="zh-TW" sz="3200"/>
          </a:p>
        </p:txBody>
      </p:sp>
      <p:sp>
        <p:nvSpPr>
          <p:cNvPr id="56327" name="Rectangle 4">
            <a:extLst>
              <a:ext uri="{FF2B5EF4-FFF2-40B4-BE49-F238E27FC236}">
                <a16:creationId xmlns:a16="http://schemas.microsoft.com/office/drawing/2014/main" id="{AEC83956-9407-4556-AE32-E968DDAA3B1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4825" y="5619750"/>
            <a:ext cx="7781925" cy="466725"/>
          </a:xfrm>
        </p:spPr>
        <p:txBody>
          <a:bodyPr/>
          <a:lstStyle/>
          <a:p>
            <a:r>
              <a:rPr lang="en-US" altLang="zh-TW" sz="2400" dirty="0"/>
              <a:t>characteristics of unreliable channel will determine complexity of reliable data transfer protocol (</a:t>
            </a:r>
            <a:r>
              <a:rPr lang="en-US" altLang="zh-TW" sz="2400" dirty="0" err="1"/>
              <a:t>rdt</a:t>
            </a:r>
            <a:r>
              <a:rPr lang="en-US" altLang="zh-TW" sz="2400" dirty="0"/>
              <a:t>)</a:t>
            </a:r>
            <a:endParaRPr lang="en-US" altLang="zh-TW" dirty="0"/>
          </a:p>
        </p:txBody>
      </p:sp>
      <p:pic>
        <p:nvPicPr>
          <p:cNvPr id="56328" name="Picture 5" descr="rdt_service">
            <a:extLst>
              <a:ext uri="{FF2B5EF4-FFF2-40B4-BE49-F238E27FC236}">
                <a16:creationId xmlns:a16="http://schemas.microsoft.com/office/drawing/2014/main" id="{61D9FF6D-0B58-4F2D-86DC-ABCF04CCE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9" name="Rectangle 7">
            <a:extLst>
              <a:ext uri="{FF2B5EF4-FFF2-40B4-BE49-F238E27FC236}">
                <a16:creationId xmlns:a16="http://schemas.microsoft.com/office/drawing/2014/main" id="{3B7FF7AD-916D-4375-A203-E9A824FB7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276600"/>
            <a:ext cx="4800600" cy="220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5">
            <a:extLst>
              <a:ext uri="{FF2B5EF4-FFF2-40B4-BE49-F238E27FC236}">
                <a16:creationId xmlns:a16="http://schemas.microsoft.com/office/drawing/2014/main" id="{CA13A54A-AA09-4543-BA18-F7E322A2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58371" name="Slide Number Placeholder 6">
            <a:extLst>
              <a:ext uri="{FF2B5EF4-FFF2-40B4-BE49-F238E27FC236}">
                <a16:creationId xmlns:a16="http://schemas.microsoft.com/office/drawing/2014/main" id="{E13F9D59-637B-4638-9E0A-D7EA66C95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BC5A2BA4-471C-4470-A357-741712845DD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CF1ED637-86B9-4BE9-8676-D20641269EE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4825" y="5619750"/>
            <a:ext cx="7781925" cy="466725"/>
          </a:xfrm>
        </p:spPr>
        <p:txBody>
          <a:bodyPr/>
          <a:lstStyle/>
          <a:p>
            <a:r>
              <a:rPr lang="en-US" altLang="zh-TW" sz="2400"/>
              <a:t>characteristics of unreliable channel will determine complexity of reliable data transfer protocol (rdt)</a:t>
            </a:r>
            <a:endParaRPr lang="en-US" altLang="zh-TW"/>
          </a:p>
        </p:txBody>
      </p:sp>
      <p:pic>
        <p:nvPicPr>
          <p:cNvPr id="58373" name="Picture 5" descr="rdt_service">
            <a:extLst>
              <a:ext uri="{FF2B5EF4-FFF2-40B4-BE49-F238E27FC236}">
                <a16:creationId xmlns:a16="http://schemas.microsoft.com/office/drawing/2014/main" id="{1C45E6E7-8E3D-4EDA-BDB4-2CA35786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Rectangle 6">
            <a:extLst>
              <a:ext uri="{FF2B5EF4-FFF2-40B4-BE49-F238E27FC236}">
                <a16:creationId xmlns:a16="http://schemas.microsoft.com/office/drawing/2014/main" id="{32705128-01AE-4073-8683-2FCF3A49F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2800"/>
            <a:ext cx="4648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pic>
        <p:nvPicPr>
          <p:cNvPr id="58375" name="Picture 9" descr="underline_base">
            <a:extLst>
              <a:ext uri="{FF2B5EF4-FFF2-40B4-BE49-F238E27FC236}">
                <a16:creationId xmlns:a16="http://schemas.microsoft.com/office/drawing/2014/main" id="{7B576C30-7C4F-467E-88AE-F128B7A935F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8858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Rectangle 10">
            <a:extLst>
              <a:ext uri="{FF2B5EF4-FFF2-40B4-BE49-F238E27FC236}">
                <a16:creationId xmlns:a16="http://schemas.microsoft.com/office/drawing/2014/main" id="{8DD8610B-280E-4022-ACEE-F94762961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Principles of reliable data transfer</a:t>
            </a:r>
          </a:p>
        </p:txBody>
      </p:sp>
      <p:sp>
        <p:nvSpPr>
          <p:cNvPr id="58377" name="Rectangle 11">
            <a:extLst>
              <a:ext uri="{FF2B5EF4-FFF2-40B4-BE49-F238E27FC236}">
                <a16:creationId xmlns:a16="http://schemas.microsoft.com/office/drawing/2014/main" id="{354042C2-634A-40EE-B0A9-718E7CCB73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77925"/>
            <a:ext cx="7658100" cy="838200"/>
          </a:xfrm>
        </p:spPr>
        <p:txBody>
          <a:bodyPr/>
          <a:lstStyle/>
          <a:p>
            <a:r>
              <a:rPr lang="en-US" altLang="zh-TW"/>
              <a:t>important in application, transport, link layers</a:t>
            </a:r>
          </a:p>
          <a:p>
            <a:pPr lvl="1"/>
            <a:r>
              <a:rPr lang="en-US" altLang="zh-TW"/>
              <a:t>top-10 list of important networking topics!</a:t>
            </a:r>
          </a:p>
          <a:p>
            <a:endParaRPr lang="en-US" altLang="zh-TW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5">
            <a:extLst>
              <a:ext uri="{FF2B5EF4-FFF2-40B4-BE49-F238E27FC236}">
                <a16:creationId xmlns:a16="http://schemas.microsoft.com/office/drawing/2014/main" id="{070F280D-B211-498B-B86F-054504B5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0419" name="Slide Number Placeholder 6">
            <a:extLst>
              <a:ext uri="{FF2B5EF4-FFF2-40B4-BE49-F238E27FC236}">
                <a16:creationId xmlns:a16="http://schemas.microsoft.com/office/drawing/2014/main" id="{49EDAB2D-C1D0-48B5-8D73-1CBA084B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E6C112EE-B137-4D02-9A2B-42CFF3C6B80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A59176F8-113B-449C-8F04-94786C20FD0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4825" y="5619750"/>
            <a:ext cx="7781925" cy="466725"/>
          </a:xfrm>
        </p:spPr>
        <p:txBody>
          <a:bodyPr/>
          <a:lstStyle/>
          <a:p>
            <a:r>
              <a:rPr lang="en-US" altLang="zh-TW" sz="2400"/>
              <a:t>characteristics of unreliable channel will determine complexity of reliable data transfer protocol (rdt)</a:t>
            </a:r>
            <a:endParaRPr lang="en-US" altLang="zh-TW"/>
          </a:p>
        </p:txBody>
      </p:sp>
      <p:pic>
        <p:nvPicPr>
          <p:cNvPr id="60421" name="Picture 5" descr="rdt_service">
            <a:extLst>
              <a:ext uri="{FF2B5EF4-FFF2-40B4-BE49-F238E27FC236}">
                <a16:creationId xmlns:a16="http://schemas.microsoft.com/office/drawing/2014/main" id="{F87816EB-2FD4-4E4D-A327-BF92B7753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Rectangle 10">
            <a:extLst>
              <a:ext uri="{FF2B5EF4-FFF2-40B4-BE49-F238E27FC236}">
                <a16:creationId xmlns:a16="http://schemas.microsoft.com/office/drawing/2014/main" id="{1552A369-781A-4F9A-90BD-C2C4CB07D5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77925"/>
            <a:ext cx="7658100" cy="838200"/>
          </a:xfrm>
        </p:spPr>
        <p:txBody>
          <a:bodyPr/>
          <a:lstStyle/>
          <a:p>
            <a:r>
              <a:rPr lang="en-US" altLang="zh-TW"/>
              <a:t>important in application, transport, link layers</a:t>
            </a:r>
          </a:p>
          <a:p>
            <a:pPr lvl="1"/>
            <a:r>
              <a:rPr lang="en-US" altLang="zh-TW"/>
              <a:t>top-10 list of important networking topics!</a:t>
            </a:r>
          </a:p>
          <a:p>
            <a:endParaRPr lang="en-US" altLang="zh-TW" sz="3200"/>
          </a:p>
        </p:txBody>
      </p:sp>
      <p:pic>
        <p:nvPicPr>
          <p:cNvPr id="60423" name="Picture 14" descr="underline_base">
            <a:extLst>
              <a:ext uri="{FF2B5EF4-FFF2-40B4-BE49-F238E27FC236}">
                <a16:creationId xmlns:a16="http://schemas.microsoft.com/office/drawing/2014/main" id="{CF71E0EC-44FA-4949-8F1F-3CBD998A7D57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885825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Rectangle 15">
            <a:extLst>
              <a:ext uri="{FF2B5EF4-FFF2-40B4-BE49-F238E27FC236}">
                <a16:creationId xmlns:a16="http://schemas.microsoft.com/office/drawing/2014/main" id="{46A9F5D6-C5E3-415F-BAFE-B358B7C1F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9525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Principles of reliable data transfer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5">
            <a:extLst>
              <a:ext uri="{FF2B5EF4-FFF2-40B4-BE49-F238E27FC236}">
                <a16:creationId xmlns:a16="http://schemas.microsoft.com/office/drawing/2014/main" id="{6D70BE85-96F9-452F-B246-19864B660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 dirty="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 dirty="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2467" name="Slide Number Placeholder 6">
            <a:extLst>
              <a:ext uri="{FF2B5EF4-FFF2-40B4-BE49-F238E27FC236}">
                <a16:creationId xmlns:a16="http://schemas.microsoft.com/office/drawing/2014/main" id="{28977F29-38CD-4FD6-8152-BBD1AE2B2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F2D68723-3933-4552-BA16-1038BBF32758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62468" name="Picture 26" descr="underline_base">
            <a:extLst>
              <a:ext uri="{FF2B5EF4-FFF2-40B4-BE49-F238E27FC236}">
                <a16:creationId xmlns:a16="http://schemas.microsoft.com/office/drawing/2014/main" id="{F0F9A822-75CE-4BB0-B993-396AFFF7AFC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831850"/>
            <a:ext cx="73136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9" name="Rectangle 2">
            <a:extLst>
              <a:ext uri="{FF2B5EF4-FFF2-40B4-BE49-F238E27FC236}">
                <a16:creationId xmlns:a16="http://schemas.microsoft.com/office/drawing/2014/main" id="{3F7611B3-4BB3-45F0-BBF5-C35FDA4CA5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93675"/>
            <a:ext cx="7772400" cy="889000"/>
          </a:xfrm>
        </p:spPr>
        <p:txBody>
          <a:bodyPr/>
          <a:lstStyle/>
          <a:p>
            <a:r>
              <a:rPr lang="en-US" altLang="zh-TW" sz="3600"/>
              <a:t>Reliable data transfer: getting started</a:t>
            </a:r>
            <a:endParaRPr lang="en-US" altLang="zh-TW"/>
          </a:p>
        </p:txBody>
      </p:sp>
      <p:pic>
        <p:nvPicPr>
          <p:cNvPr id="62470" name="Picture 3" descr="rdt_part2">
            <a:extLst>
              <a:ext uri="{FF2B5EF4-FFF2-40B4-BE49-F238E27FC236}">
                <a16:creationId xmlns:a16="http://schemas.microsoft.com/office/drawing/2014/main" id="{7F10C9EA-A1AA-4281-A5E6-C6E34F079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2652713"/>
            <a:ext cx="5969000" cy="238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1" name="Text Box 4">
            <a:extLst>
              <a:ext uri="{FF2B5EF4-FFF2-40B4-BE49-F238E27FC236}">
                <a16:creationId xmlns:a16="http://schemas.microsoft.com/office/drawing/2014/main" id="{BC8AF6F7-BE26-4375-B2CC-D4E487374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7588" y="3106738"/>
            <a:ext cx="84613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send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side</a:t>
            </a:r>
          </a:p>
        </p:txBody>
      </p:sp>
      <p:sp>
        <p:nvSpPr>
          <p:cNvPr id="62472" name="Text Box 5">
            <a:extLst>
              <a:ext uri="{FF2B5EF4-FFF2-40B4-BE49-F238E27FC236}">
                <a16:creationId xmlns:a16="http://schemas.microsoft.com/office/drawing/2014/main" id="{32BF8FAB-B089-4CAD-A72B-EA3E6CB4E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963" y="3116263"/>
            <a:ext cx="1168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receive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side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8BB60F9C-E301-489F-B5F5-031690A55627}"/>
              </a:ext>
            </a:extLst>
          </p:cNvPr>
          <p:cNvGrpSpPr>
            <a:grpSpLocks/>
          </p:cNvGrpSpPr>
          <p:nvPr/>
        </p:nvGrpSpPr>
        <p:grpSpPr bwMode="auto">
          <a:xfrm>
            <a:off x="227013" y="1460500"/>
            <a:ext cx="3965575" cy="1416050"/>
            <a:chOff x="143" y="920"/>
            <a:chExt cx="2498" cy="892"/>
          </a:xfrm>
        </p:grpSpPr>
        <p:sp>
          <p:nvSpPr>
            <p:cNvPr id="62489" name="Text Box 7">
              <a:extLst>
                <a:ext uri="{FF2B5EF4-FFF2-40B4-BE49-F238E27FC236}">
                  <a16:creationId xmlns:a16="http://schemas.microsoft.com/office/drawing/2014/main" id="{1D5618CA-4A31-4315-A242-C76D6579B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" y="920"/>
              <a:ext cx="249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rdt_send():</a:t>
              </a:r>
              <a:r>
                <a:rPr lang="en-US" altLang="zh-TW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TW" sz="1800">
                  <a:solidFill>
                    <a:srgbClr val="000000"/>
                  </a:solidFill>
                  <a:latin typeface="Tahoma" panose="020B0604030504040204" pitchFamily="34" charset="0"/>
                </a:rPr>
                <a:t>called from above, (e.g., by app.). Passed data to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Tahoma" panose="020B0604030504040204" pitchFamily="34" charset="0"/>
                </a:rPr>
                <a:t>deliver to receiver upper layer</a:t>
              </a:r>
              <a:endParaRPr lang="en-US" altLang="zh-TW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62490" name="Group 8">
              <a:extLst>
                <a:ext uri="{FF2B5EF4-FFF2-40B4-BE49-F238E27FC236}">
                  <a16:creationId xmlns:a16="http://schemas.microsoft.com/office/drawing/2014/main" id="{3DFC15BE-6F46-479D-A295-4B2908EAF1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30"/>
              <a:ext cx="2370" cy="882"/>
              <a:chOff x="240" y="942"/>
              <a:chExt cx="2370" cy="882"/>
            </a:xfrm>
          </p:grpSpPr>
          <p:sp>
            <p:nvSpPr>
              <p:cNvPr id="62491" name="Line 9">
                <a:extLst>
                  <a:ext uri="{FF2B5EF4-FFF2-40B4-BE49-F238E27FC236}">
                    <a16:creationId xmlns:a16="http://schemas.microsoft.com/office/drawing/2014/main" id="{42FD2E06-C962-4955-80FC-C788D7DC2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2" y="1500"/>
                <a:ext cx="174" cy="32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2492" name="Rectangle 10">
                <a:extLst>
                  <a:ext uri="{FF2B5EF4-FFF2-40B4-BE49-F238E27FC236}">
                    <a16:creationId xmlns:a16="http://schemas.microsoft.com/office/drawing/2014/main" id="{7DE4A955-3ED1-4241-AA15-25130580A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4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8807513F-767B-4B8C-91CF-901BAADCAB7A}"/>
              </a:ext>
            </a:extLst>
          </p:cNvPr>
          <p:cNvGrpSpPr>
            <a:grpSpLocks/>
          </p:cNvGrpSpPr>
          <p:nvPr/>
        </p:nvGrpSpPr>
        <p:grpSpPr bwMode="auto">
          <a:xfrm>
            <a:off x="276225" y="4381500"/>
            <a:ext cx="3762375" cy="1862138"/>
            <a:chOff x="174" y="2760"/>
            <a:chExt cx="2370" cy="1173"/>
          </a:xfrm>
        </p:grpSpPr>
        <p:sp>
          <p:nvSpPr>
            <p:cNvPr id="62485" name="Text Box 12">
              <a:extLst>
                <a:ext uri="{FF2B5EF4-FFF2-40B4-BE49-F238E27FC236}">
                  <a16:creationId xmlns:a16="http://schemas.microsoft.com/office/drawing/2014/main" id="{0561A0E5-C4C5-4ACC-81E2-4C9A002F0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3356"/>
              <a:ext cx="214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 err="1">
                  <a:solidFill>
                    <a:srgbClr val="FF0000"/>
                  </a:solidFill>
                  <a:latin typeface="Courier New" panose="02070309020205020404" pitchFamily="49" charset="0"/>
                </a:rPr>
                <a:t>udt_send</a:t>
              </a:r>
              <a:r>
                <a:rPr lang="en-US" altLang="zh-TW" sz="18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():</a:t>
              </a:r>
              <a:r>
                <a:rPr lang="en-US" altLang="zh-TW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TW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called by </a:t>
              </a:r>
              <a:r>
                <a:rPr lang="en-US" altLang="zh-TW" sz="1800" dirty="0" err="1">
                  <a:solidFill>
                    <a:srgbClr val="000000"/>
                  </a:solidFill>
                  <a:latin typeface="Tahoma" panose="020B0604030504040204" pitchFamily="34" charset="0"/>
                </a:rPr>
                <a:t>rdt</a:t>
              </a:r>
              <a:r>
                <a:rPr lang="en-US" altLang="zh-TW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,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to transfer packet over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unreliable channel to receiver</a:t>
              </a:r>
              <a:endParaRPr lang="en-US" altLang="zh-TW" sz="24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62486" name="Group 13">
              <a:extLst>
                <a:ext uri="{FF2B5EF4-FFF2-40B4-BE49-F238E27FC236}">
                  <a16:creationId xmlns:a16="http://schemas.microsoft.com/office/drawing/2014/main" id="{4E20EA0F-631E-4968-BEA3-17838223C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" y="2760"/>
              <a:ext cx="2370" cy="1170"/>
              <a:chOff x="174" y="2760"/>
              <a:chExt cx="2370" cy="1170"/>
            </a:xfrm>
          </p:grpSpPr>
          <p:sp>
            <p:nvSpPr>
              <p:cNvPr id="62487" name="Line 14">
                <a:extLst>
                  <a:ext uri="{FF2B5EF4-FFF2-40B4-BE49-F238E27FC236}">
                    <a16:creationId xmlns:a16="http://schemas.microsoft.com/office/drawing/2014/main" id="{C0503954-A3B5-4FB5-9A18-4E2CEF3A5A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2" y="2760"/>
                <a:ext cx="228" cy="60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2488" name="Rectangle 15">
                <a:extLst>
                  <a:ext uri="{FF2B5EF4-FFF2-40B4-BE49-F238E27FC236}">
                    <a16:creationId xmlns:a16="http://schemas.microsoft.com/office/drawing/2014/main" id="{F18E716A-FD23-45CD-A836-C6BDD86A2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" y="337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id="{B887D0FF-531A-4076-8093-8CA7848E2AD5}"/>
              </a:ext>
            </a:extLst>
          </p:cNvPr>
          <p:cNvGrpSpPr>
            <a:grpSpLocks/>
          </p:cNvGrpSpPr>
          <p:nvPr/>
        </p:nvGrpSpPr>
        <p:grpSpPr bwMode="auto">
          <a:xfrm>
            <a:off x="4922838" y="4362450"/>
            <a:ext cx="3965575" cy="1647825"/>
            <a:chOff x="3101" y="2748"/>
            <a:chExt cx="2498" cy="1038"/>
          </a:xfrm>
        </p:grpSpPr>
        <p:sp>
          <p:nvSpPr>
            <p:cNvPr id="62481" name="Text Box 17">
              <a:extLst>
                <a:ext uri="{FF2B5EF4-FFF2-40B4-BE49-F238E27FC236}">
                  <a16:creationId xmlns:a16="http://schemas.microsoft.com/office/drawing/2014/main" id="{61E3BDF7-5356-475A-B0EB-D98E210BF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3368"/>
              <a:ext cx="249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rdt_rcv():</a:t>
              </a:r>
              <a:r>
                <a:rPr lang="en-US" altLang="zh-TW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TW" sz="1800">
                  <a:solidFill>
                    <a:srgbClr val="000000"/>
                  </a:solidFill>
                  <a:latin typeface="Tahoma" panose="020B0604030504040204" pitchFamily="34" charset="0"/>
                </a:rPr>
                <a:t>called when packet arrives on rcv-side of channel</a:t>
              </a:r>
              <a:endParaRPr lang="en-US" altLang="zh-TW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62482" name="Group 18">
              <a:extLst>
                <a:ext uri="{FF2B5EF4-FFF2-40B4-BE49-F238E27FC236}">
                  <a16:creationId xmlns:a16="http://schemas.microsoft.com/office/drawing/2014/main" id="{109C0587-4A60-4714-A378-6925632D19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2" y="2748"/>
              <a:ext cx="2370" cy="1038"/>
              <a:chOff x="3162" y="2748"/>
              <a:chExt cx="2370" cy="1038"/>
            </a:xfrm>
          </p:grpSpPr>
          <p:sp>
            <p:nvSpPr>
              <p:cNvPr id="62483" name="Line 19">
                <a:extLst>
                  <a:ext uri="{FF2B5EF4-FFF2-40B4-BE49-F238E27FC236}">
                    <a16:creationId xmlns:a16="http://schemas.microsoft.com/office/drawing/2014/main" id="{43F878E9-2604-44CE-8C05-CD2FD5864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96" y="2748"/>
                <a:ext cx="300" cy="63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2484" name="Rectangle 20">
                <a:extLst>
                  <a:ext uri="{FF2B5EF4-FFF2-40B4-BE49-F238E27FC236}">
                    <a16:creationId xmlns:a16="http://schemas.microsoft.com/office/drawing/2014/main" id="{3BEEB9A9-3C18-470B-B610-7879B0530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2" y="3390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p:grpSp>
        <p:nvGrpSpPr>
          <p:cNvPr id="8" name="Group 21">
            <a:extLst>
              <a:ext uri="{FF2B5EF4-FFF2-40B4-BE49-F238E27FC236}">
                <a16:creationId xmlns:a16="http://schemas.microsoft.com/office/drawing/2014/main" id="{ADCBC5F8-89E3-4C38-B49B-EC257C29A736}"/>
              </a:ext>
            </a:extLst>
          </p:cNvPr>
          <p:cNvGrpSpPr>
            <a:grpSpLocks/>
          </p:cNvGrpSpPr>
          <p:nvPr/>
        </p:nvGrpSpPr>
        <p:grpSpPr bwMode="auto">
          <a:xfrm>
            <a:off x="4981575" y="1470025"/>
            <a:ext cx="3762375" cy="1349375"/>
            <a:chOff x="3138" y="926"/>
            <a:chExt cx="2370" cy="850"/>
          </a:xfrm>
        </p:grpSpPr>
        <p:sp>
          <p:nvSpPr>
            <p:cNvPr id="62477" name="Text Box 22">
              <a:extLst>
                <a:ext uri="{FF2B5EF4-FFF2-40B4-BE49-F238E27FC236}">
                  <a16:creationId xmlns:a16="http://schemas.microsoft.com/office/drawing/2014/main" id="{CD65CB29-EE6F-46F5-A323-93DF58865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926"/>
              <a:ext cx="207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deliver_data():</a:t>
              </a:r>
              <a:r>
                <a:rPr lang="en-US" altLang="zh-TW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TW" sz="1800">
                  <a:solidFill>
                    <a:srgbClr val="000000"/>
                  </a:solidFill>
                  <a:latin typeface="Tahoma" panose="020B0604030504040204" pitchFamily="34" charset="0"/>
                </a:rPr>
                <a:t>called by </a:t>
              </a:r>
              <a:r>
                <a:rPr lang="en-US" altLang="zh-TW" sz="1800" b="1">
                  <a:solidFill>
                    <a:srgbClr val="000000"/>
                  </a:solidFill>
                  <a:latin typeface="Tahoma" panose="020B0604030504040204" pitchFamily="34" charset="0"/>
                </a:rPr>
                <a:t>rdt</a:t>
              </a:r>
              <a:r>
                <a:rPr lang="en-US" altLang="zh-TW" sz="1800">
                  <a:solidFill>
                    <a:srgbClr val="000000"/>
                  </a:solidFill>
                  <a:latin typeface="Tahoma" panose="020B0604030504040204" pitchFamily="34" charset="0"/>
                </a:rPr>
                <a:t> to deliver data to upper</a:t>
              </a:r>
              <a:endParaRPr lang="en-US" altLang="zh-TW" sz="24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62478" name="Group 23">
              <a:extLst>
                <a:ext uri="{FF2B5EF4-FFF2-40B4-BE49-F238E27FC236}">
                  <a16:creationId xmlns:a16="http://schemas.microsoft.com/office/drawing/2014/main" id="{FD834553-192D-4CA5-8A01-4449273A0D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8" y="942"/>
              <a:ext cx="2370" cy="834"/>
              <a:chOff x="3138" y="942"/>
              <a:chExt cx="2370" cy="834"/>
            </a:xfrm>
          </p:grpSpPr>
          <p:sp>
            <p:nvSpPr>
              <p:cNvPr id="62479" name="Line 24">
                <a:extLst>
                  <a:ext uri="{FF2B5EF4-FFF2-40B4-BE49-F238E27FC236}">
                    <a16:creationId xmlns:a16="http://schemas.microsoft.com/office/drawing/2014/main" id="{051F54BC-83CE-4FB4-B00B-CC79605A8A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60" y="1344"/>
                <a:ext cx="150" cy="43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HK" altLang="en-US"/>
              </a:p>
            </p:txBody>
          </p:sp>
          <p:sp>
            <p:nvSpPr>
              <p:cNvPr id="62480" name="Rectangle 25">
                <a:extLst>
                  <a:ext uri="{FF2B5EF4-FFF2-40B4-BE49-F238E27FC236}">
                    <a16:creationId xmlns:a16="http://schemas.microsoft.com/office/drawing/2014/main" id="{8495865A-B16F-4F51-8694-7359B9E5F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942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5">
            <a:extLst>
              <a:ext uri="{FF2B5EF4-FFF2-40B4-BE49-F238E27FC236}">
                <a16:creationId xmlns:a16="http://schemas.microsoft.com/office/drawing/2014/main" id="{D2F2E5C5-202E-4982-9BF3-7D517AB5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3491" name="Slide Number Placeholder 6">
            <a:extLst>
              <a:ext uri="{FF2B5EF4-FFF2-40B4-BE49-F238E27FC236}">
                <a16:creationId xmlns:a16="http://schemas.microsoft.com/office/drawing/2014/main" id="{410DAF90-2BD7-4C7F-BE2C-8D0E8B86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88413FF-9B72-49C7-BE55-27C84486F81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FEAD4F88-460D-4337-B6BD-0345902F37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4350" y="1193800"/>
            <a:ext cx="7947025" cy="3352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</a:rPr>
              <a:t>we</a:t>
            </a:r>
            <a:r>
              <a:rPr lang="ja-JP" altLang="en-US">
                <a:solidFill>
                  <a:srgbClr val="CC0000"/>
                </a:solidFill>
              </a:rPr>
              <a:t>’</a:t>
            </a:r>
            <a:r>
              <a:rPr lang="en-US" altLang="ja-JP">
                <a:solidFill>
                  <a:srgbClr val="CC0000"/>
                </a:solidFill>
              </a:rPr>
              <a:t>ll:</a:t>
            </a:r>
          </a:p>
          <a:p>
            <a:r>
              <a:rPr lang="en-US" altLang="zh-TW"/>
              <a:t>incrementally develop sender, receiver sides of </a:t>
            </a:r>
            <a:r>
              <a:rPr lang="en-US" altLang="zh-TW" u="sng">
                <a:solidFill>
                  <a:srgbClr val="CC0000"/>
                </a:solidFill>
              </a:rPr>
              <a:t>r</a:t>
            </a:r>
            <a:r>
              <a:rPr lang="en-US" altLang="zh-TW"/>
              <a:t>eliable </a:t>
            </a:r>
            <a:r>
              <a:rPr lang="en-US" altLang="zh-TW" u="sng">
                <a:solidFill>
                  <a:srgbClr val="CC0000"/>
                </a:solidFill>
              </a:rPr>
              <a:t>d</a:t>
            </a:r>
            <a:r>
              <a:rPr lang="en-US" altLang="zh-TW"/>
              <a:t>ata </a:t>
            </a:r>
            <a:r>
              <a:rPr lang="en-US" altLang="zh-TW" u="sng">
                <a:solidFill>
                  <a:srgbClr val="CC0000"/>
                </a:solidFill>
              </a:rPr>
              <a:t>t</a:t>
            </a:r>
            <a:r>
              <a:rPr lang="en-US" altLang="zh-TW"/>
              <a:t>ransfer protocol (rdt)</a:t>
            </a:r>
          </a:p>
          <a:p>
            <a:r>
              <a:rPr lang="en-US" altLang="zh-TW"/>
              <a:t>consider only unidirectional data transfer</a:t>
            </a:r>
          </a:p>
          <a:p>
            <a:pPr lvl="1"/>
            <a:r>
              <a:rPr lang="en-US" altLang="zh-TW"/>
              <a:t>but control info will flow on both directions!</a:t>
            </a:r>
          </a:p>
          <a:p>
            <a:r>
              <a:rPr lang="en-US" altLang="zh-TW"/>
              <a:t>use </a:t>
            </a:r>
            <a:r>
              <a:rPr lang="en-US" altLang="zh-TW">
                <a:solidFill>
                  <a:srgbClr val="0070C0"/>
                </a:solidFill>
              </a:rPr>
              <a:t>finite state machines (FSM)</a:t>
            </a:r>
            <a:r>
              <a:rPr lang="en-US" altLang="zh-TW"/>
              <a:t>  to specify sender, receiver</a:t>
            </a:r>
          </a:p>
        </p:txBody>
      </p:sp>
      <p:sp>
        <p:nvSpPr>
          <p:cNvPr id="63493" name="Oval 5">
            <a:extLst>
              <a:ext uri="{FF2B5EF4-FFF2-40B4-BE49-F238E27FC236}">
                <a16:creationId xmlns:a16="http://schemas.microsoft.com/office/drawing/2014/main" id="{31FB70DE-4B77-4F8F-B05C-3B34FC904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713" y="4652963"/>
            <a:ext cx="809625" cy="876300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63494" name="Oval 6">
            <a:extLst>
              <a:ext uri="{FF2B5EF4-FFF2-40B4-BE49-F238E27FC236}">
                <a16:creationId xmlns:a16="http://schemas.microsoft.com/office/drawing/2014/main" id="{5D3E9086-E660-436D-857D-D9EE22D5B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4686300"/>
            <a:ext cx="809625" cy="8763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63495" name="Text Box 7">
            <a:extLst>
              <a:ext uri="{FF2B5EF4-FFF2-40B4-BE49-F238E27FC236}">
                <a16:creationId xmlns:a16="http://schemas.microsoft.com/office/drawing/2014/main" id="{A0CA3800-2A8E-4D7B-9EE5-03FE78CB8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3563" y="4816475"/>
            <a:ext cx="735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state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63496" name="Freeform 8">
            <a:extLst>
              <a:ext uri="{FF2B5EF4-FFF2-40B4-BE49-F238E27FC236}">
                <a16:creationId xmlns:a16="http://schemas.microsoft.com/office/drawing/2014/main" id="{EAFD5247-4907-488E-99B7-F474A5A56A69}"/>
              </a:ext>
            </a:extLst>
          </p:cNvPr>
          <p:cNvSpPr>
            <a:spLocks/>
          </p:cNvSpPr>
          <p:nvPr/>
        </p:nvSpPr>
        <p:spPr bwMode="auto">
          <a:xfrm>
            <a:off x="3981450" y="4638675"/>
            <a:ext cx="3952875" cy="285750"/>
          </a:xfrm>
          <a:custGeom>
            <a:avLst/>
            <a:gdLst>
              <a:gd name="T0" fmla="*/ 0 w 1446"/>
              <a:gd name="T1" fmla="*/ 2147483646 h 180"/>
              <a:gd name="T2" fmla="*/ 2147483646 w 1446"/>
              <a:gd name="T3" fmla="*/ 2147483646 h 180"/>
              <a:gd name="T4" fmla="*/ 0 60000 65536"/>
              <a:gd name="T5" fmla="*/ 0 60000 65536"/>
              <a:gd name="T6" fmla="*/ 0 w 1446"/>
              <a:gd name="T7" fmla="*/ 0 h 180"/>
              <a:gd name="T8" fmla="*/ 1446 w 1446"/>
              <a:gd name="T9" fmla="*/ 180 h 1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46" h="180">
                <a:moveTo>
                  <a:pt x="0" y="180"/>
                </a:moveTo>
                <a:cubicBezTo>
                  <a:pt x="540" y="30"/>
                  <a:pt x="972" y="0"/>
                  <a:pt x="1446" y="168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3497" name="Oval 10">
            <a:extLst>
              <a:ext uri="{FF2B5EF4-FFF2-40B4-BE49-F238E27FC236}">
                <a16:creationId xmlns:a16="http://schemas.microsoft.com/office/drawing/2014/main" id="{5966A578-6938-4632-AA48-FAC38B45A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3688" y="4746625"/>
            <a:ext cx="809625" cy="876300"/>
          </a:xfrm>
          <a:prstGeom prst="ellipse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63498" name="Oval 11">
            <a:extLst>
              <a:ext uri="{FF2B5EF4-FFF2-40B4-BE49-F238E27FC236}">
                <a16:creationId xmlns:a16="http://schemas.microsoft.com/office/drawing/2014/main" id="{845B12FA-D7B8-407D-8F61-4DC423DFF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4791075"/>
            <a:ext cx="809625" cy="8763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latin typeface="Tahoma" panose="020B0604030504040204" pitchFamily="34" charset="0"/>
            </a:endParaRPr>
          </a:p>
        </p:txBody>
      </p:sp>
      <p:sp>
        <p:nvSpPr>
          <p:cNvPr id="63499" name="Text Box 12">
            <a:extLst>
              <a:ext uri="{FF2B5EF4-FFF2-40B4-BE49-F238E27FC236}">
                <a16:creationId xmlns:a16="http://schemas.microsoft.com/office/drawing/2014/main" id="{F43669A7-3A0B-4D35-845E-D8FCE10C1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538" y="4921250"/>
            <a:ext cx="735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state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63500" name="Text Box 13">
            <a:extLst>
              <a:ext uri="{FF2B5EF4-FFF2-40B4-BE49-F238E27FC236}">
                <a16:creationId xmlns:a16="http://schemas.microsoft.com/office/drawing/2014/main" id="{9D065D35-9208-4E9E-81FF-A06550C90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4003675"/>
            <a:ext cx="3152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Tahoma" panose="020B0604030504040204" pitchFamily="34" charset="0"/>
              </a:rPr>
              <a:t>event causing state transition</a:t>
            </a:r>
            <a:endParaRPr lang="en-US" altLang="zh-TW" sz="24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63501" name="Text Box 14">
            <a:extLst>
              <a:ext uri="{FF2B5EF4-FFF2-40B4-BE49-F238E27FC236}">
                <a16:creationId xmlns:a16="http://schemas.microsoft.com/office/drawing/2014/main" id="{AD943365-FD5A-4AE3-A37F-166CA0391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613" y="4298950"/>
            <a:ext cx="3421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Tahoma" panose="020B0604030504040204" pitchFamily="34" charset="0"/>
              </a:rPr>
              <a:t>actions taken on state transition</a:t>
            </a:r>
            <a:endParaRPr lang="en-US" altLang="zh-TW" sz="24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63502" name="Line 15">
            <a:extLst>
              <a:ext uri="{FF2B5EF4-FFF2-40B4-BE49-F238E27FC236}">
                <a16:creationId xmlns:a16="http://schemas.microsoft.com/office/drawing/2014/main" id="{7E820EC7-CFEC-4524-A180-6F59758D3CB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5275" y="4352925"/>
            <a:ext cx="33813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3503" name="Rectangle 16">
            <a:extLst>
              <a:ext uri="{FF2B5EF4-FFF2-40B4-BE49-F238E27FC236}">
                <a16:creationId xmlns:a16="http://schemas.microsoft.com/office/drawing/2014/main" id="{8067B1DC-F687-4B5A-93B4-657612516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4686300"/>
            <a:ext cx="27717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buFont typeface="Wingdings" panose="05000000000000000000" pitchFamily="2" charset="2"/>
              <a:buNone/>
            </a:pPr>
            <a:r>
              <a:rPr lang="en-US" altLang="zh-TW" sz="1800">
                <a:solidFill>
                  <a:srgbClr val="CC0000"/>
                </a:solidFill>
                <a:latin typeface="Tahoma" panose="020B0604030504040204" pitchFamily="34" charset="0"/>
              </a:rPr>
              <a:t>state:</a:t>
            </a:r>
            <a:r>
              <a:rPr lang="en-US" altLang="zh-TW" sz="1800">
                <a:latin typeface="Tahoma" panose="020B0604030504040204" pitchFamily="34" charset="0"/>
              </a:rPr>
              <a:t> when in this </a:t>
            </a:r>
            <a:r>
              <a:rPr lang="ja-JP" altLang="en-US" sz="1800">
                <a:latin typeface="Tahoma" panose="020B0604030504040204" pitchFamily="34" charset="0"/>
              </a:rPr>
              <a:t>“</a:t>
            </a:r>
            <a:r>
              <a:rPr lang="en-US" altLang="ja-JP" sz="1800">
                <a:latin typeface="Tahoma" panose="020B0604030504040204" pitchFamily="34" charset="0"/>
              </a:rPr>
              <a:t>state</a:t>
            </a:r>
            <a:r>
              <a:rPr lang="ja-JP" altLang="en-US" sz="1800">
                <a:latin typeface="Tahoma" panose="020B0604030504040204" pitchFamily="34" charset="0"/>
              </a:rPr>
              <a:t>”</a:t>
            </a:r>
            <a:r>
              <a:rPr lang="en-US" altLang="ja-JP" sz="1800">
                <a:latin typeface="Tahoma" panose="020B0604030504040204" pitchFamily="34" charset="0"/>
              </a:rPr>
              <a:t> next state uniquely determined by next event</a:t>
            </a:r>
            <a:endParaRPr lang="en-US" altLang="zh-TW" sz="1800">
              <a:latin typeface="Tahoma" panose="020B0604030504040204" pitchFamily="34" charset="0"/>
            </a:endParaRPr>
          </a:p>
        </p:txBody>
      </p:sp>
      <p:sp>
        <p:nvSpPr>
          <p:cNvPr id="63504" name="Freeform 17">
            <a:extLst>
              <a:ext uri="{FF2B5EF4-FFF2-40B4-BE49-F238E27FC236}">
                <a16:creationId xmlns:a16="http://schemas.microsoft.com/office/drawing/2014/main" id="{E0FFBB23-B7D6-4F57-AAFD-9CE353FD7FB6}"/>
              </a:ext>
            </a:extLst>
          </p:cNvPr>
          <p:cNvSpPr>
            <a:spLocks/>
          </p:cNvSpPr>
          <p:nvPr/>
        </p:nvSpPr>
        <p:spPr bwMode="auto">
          <a:xfrm>
            <a:off x="3381375" y="5562600"/>
            <a:ext cx="95250" cy="581025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3505" name="Freeform 18">
            <a:extLst>
              <a:ext uri="{FF2B5EF4-FFF2-40B4-BE49-F238E27FC236}">
                <a16:creationId xmlns:a16="http://schemas.microsoft.com/office/drawing/2014/main" id="{25A4F40E-82FC-4BDD-A99F-3ED8E9431343}"/>
              </a:ext>
            </a:extLst>
          </p:cNvPr>
          <p:cNvSpPr>
            <a:spLocks/>
          </p:cNvSpPr>
          <p:nvPr/>
        </p:nvSpPr>
        <p:spPr bwMode="auto">
          <a:xfrm flipH="1" flipV="1">
            <a:off x="8524875" y="5600700"/>
            <a:ext cx="95250" cy="581025"/>
          </a:xfrm>
          <a:custGeom>
            <a:avLst/>
            <a:gdLst>
              <a:gd name="T0" fmla="*/ 2147483646 w 60"/>
              <a:gd name="T1" fmla="*/ 2147483646 h 366"/>
              <a:gd name="T2" fmla="*/ 2147483646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3506" name="Line 19">
            <a:extLst>
              <a:ext uri="{FF2B5EF4-FFF2-40B4-BE49-F238E27FC236}">
                <a16:creationId xmlns:a16="http://schemas.microsoft.com/office/drawing/2014/main" id="{E2CB63AE-36A0-4353-A38E-B8D24F307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5250" y="5305425"/>
            <a:ext cx="1571625" cy="7524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63507" name="Text Box 21">
            <a:extLst>
              <a:ext uri="{FF2B5EF4-FFF2-40B4-BE49-F238E27FC236}">
                <a16:creationId xmlns:a16="http://schemas.microsoft.com/office/drawing/2014/main" id="{1F9C8F52-E76E-491B-AACF-A806F92F7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2013" y="5099050"/>
            <a:ext cx="74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Tahoma" panose="020B0604030504040204" pitchFamily="34" charset="0"/>
              </a:rPr>
              <a:t>event</a:t>
            </a:r>
            <a:endParaRPr lang="en-US" altLang="zh-TW" sz="24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63508" name="Text Box 22">
            <a:extLst>
              <a:ext uri="{FF2B5EF4-FFF2-40B4-BE49-F238E27FC236}">
                <a16:creationId xmlns:a16="http://schemas.microsoft.com/office/drawing/2014/main" id="{08AE8539-0C3E-4989-B1C7-0905F0F3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5403850"/>
            <a:ext cx="890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CC0000"/>
                </a:solidFill>
                <a:latin typeface="Tahoma" panose="020B0604030504040204" pitchFamily="34" charset="0"/>
              </a:rPr>
              <a:t>actions</a:t>
            </a:r>
            <a:endParaRPr lang="en-US" altLang="zh-TW" sz="2400">
              <a:solidFill>
                <a:srgbClr val="CC0000"/>
              </a:solidFill>
              <a:latin typeface="Tahoma" panose="020B0604030504040204" pitchFamily="34" charset="0"/>
            </a:endParaRPr>
          </a:p>
        </p:txBody>
      </p:sp>
      <p:sp>
        <p:nvSpPr>
          <p:cNvPr id="63509" name="Line 23">
            <a:extLst>
              <a:ext uri="{FF2B5EF4-FFF2-40B4-BE49-F238E27FC236}">
                <a16:creationId xmlns:a16="http://schemas.microsoft.com/office/drawing/2014/main" id="{F0F23574-06F4-45D9-8B68-77856CC223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1525" y="5457825"/>
            <a:ext cx="94297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63510" name="Picture 27" descr="underline_base">
            <a:extLst>
              <a:ext uri="{FF2B5EF4-FFF2-40B4-BE49-F238E27FC236}">
                <a16:creationId xmlns:a16="http://schemas.microsoft.com/office/drawing/2014/main" id="{1E7F1526-150B-45DB-B967-3D5F7E5B0B4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831850"/>
            <a:ext cx="73136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23" name="Rectangle 28">
            <a:extLst>
              <a:ext uri="{FF2B5EF4-FFF2-40B4-BE49-F238E27FC236}">
                <a16:creationId xmlns:a16="http://schemas.microsoft.com/office/drawing/2014/main" id="{A1143474-6868-4C8E-A989-845F6988E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93675"/>
            <a:ext cx="7772400" cy="889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Reliable data transfer: getting started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5">
            <a:extLst>
              <a:ext uri="{FF2B5EF4-FFF2-40B4-BE49-F238E27FC236}">
                <a16:creationId xmlns:a16="http://schemas.microsoft.com/office/drawing/2014/main" id="{D2F2E5C5-202E-4982-9BF3-7D517AB5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3491" name="Slide Number Placeholder 6">
            <a:extLst>
              <a:ext uri="{FF2B5EF4-FFF2-40B4-BE49-F238E27FC236}">
                <a16:creationId xmlns:a16="http://schemas.microsoft.com/office/drawing/2014/main" id="{410DAF90-2BD7-4C7F-BE2C-8D0E8B867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88413FF-9B72-49C7-BE55-27C84486F811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63510" name="Picture 27" descr="underline_base">
            <a:extLst>
              <a:ext uri="{FF2B5EF4-FFF2-40B4-BE49-F238E27FC236}">
                <a16:creationId xmlns:a16="http://schemas.microsoft.com/office/drawing/2014/main" id="{1E7F1526-150B-45DB-B967-3D5F7E5B0B4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831850"/>
            <a:ext cx="7313613" cy="13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23" name="Rectangle 28">
            <a:extLst>
              <a:ext uri="{FF2B5EF4-FFF2-40B4-BE49-F238E27FC236}">
                <a16:creationId xmlns:a16="http://schemas.microsoft.com/office/drawing/2014/main" id="{A1143474-6868-4C8E-A989-845F6988E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93675"/>
            <a:ext cx="7772400" cy="889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Reliable data transfer: 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2563722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5">
            <a:extLst>
              <a:ext uri="{FF2B5EF4-FFF2-40B4-BE49-F238E27FC236}">
                <a16:creationId xmlns:a16="http://schemas.microsoft.com/office/drawing/2014/main" id="{ED9AC82B-0F26-474B-9B2E-6C1C23C97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5539" name="Slide Number Placeholder 6">
            <a:extLst>
              <a:ext uri="{FF2B5EF4-FFF2-40B4-BE49-F238E27FC236}">
                <a16:creationId xmlns:a16="http://schemas.microsoft.com/office/drawing/2014/main" id="{35D52380-7750-4686-9187-F0F6570D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B41E33DE-2EDB-4462-8A59-411137CB4B93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8546FC3E-8FEA-482D-8A3B-08D161AE3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88913"/>
            <a:ext cx="8001000" cy="1004887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rdt1.0: </a:t>
            </a:r>
            <a:r>
              <a:rPr lang="en-US" sz="3200" dirty="0">
                <a:ea typeface="ＭＳ Ｐゴシック" charset="0"/>
                <a:cs typeface="+mj-cs"/>
              </a:rPr>
              <a:t>reliable transfer over a </a:t>
            </a:r>
            <a:r>
              <a:rPr lang="en-US" sz="3200" dirty="0">
                <a:solidFill>
                  <a:srgbClr val="FF0000"/>
                </a:solidFill>
                <a:ea typeface="ＭＳ Ｐゴシック" charset="0"/>
                <a:cs typeface="+mj-cs"/>
              </a:rPr>
              <a:t>reliable channel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205D96FA-E840-4821-A3C7-CB76AFC8A4E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331913"/>
            <a:ext cx="7896225" cy="3019425"/>
          </a:xfrm>
        </p:spPr>
        <p:txBody>
          <a:bodyPr/>
          <a:lstStyle/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underlying channel perfectly reliable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no bit errors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no loss of packets</a:t>
            </a:r>
          </a:p>
          <a:p>
            <a:pPr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separate FSMs for sender, receiver: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sender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sends data</a:t>
            </a:r>
            <a:r>
              <a:rPr lang="en-US" dirty="0">
                <a:ea typeface="ＭＳ Ｐゴシック" charset="0"/>
              </a:rPr>
              <a:t> into underlying channel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receiver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reads data </a:t>
            </a:r>
            <a:r>
              <a:rPr lang="en-US" dirty="0">
                <a:ea typeface="ＭＳ Ｐゴシック" charset="0"/>
              </a:rPr>
              <a:t>from underlying channel</a:t>
            </a:r>
          </a:p>
        </p:txBody>
      </p:sp>
      <p:sp>
        <p:nvSpPr>
          <p:cNvPr id="65542" name="Oval 4">
            <a:extLst>
              <a:ext uri="{FF2B5EF4-FFF2-40B4-BE49-F238E27FC236}">
                <a16:creationId xmlns:a16="http://schemas.microsoft.com/office/drawing/2014/main" id="{4041883E-A87F-4A27-9536-9B69C6F7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038" y="4246563"/>
            <a:ext cx="955675" cy="101123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5543" name="Text Box 5">
            <a:extLst>
              <a:ext uri="{FF2B5EF4-FFF2-40B4-BE49-F238E27FC236}">
                <a16:creationId xmlns:a16="http://schemas.microsoft.com/office/drawing/2014/main" id="{B8810C92-0E93-44B9-9616-7F7278DFA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8" y="4332288"/>
            <a:ext cx="109855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000000"/>
                </a:solidFill>
                <a:latin typeface="Arial" panose="020B0604020202020204" pitchFamily="34" charset="0"/>
              </a:rPr>
              <a:t>Wait for call from above</a:t>
            </a:r>
            <a:endParaRPr lang="en-US" altLang="zh-TW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4" name="Freeform 6">
            <a:extLst>
              <a:ext uri="{FF2B5EF4-FFF2-40B4-BE49-F238E27FC236}">
                <a16:creationId xmlns:a16="http://schemas.microsoft.com/office/drawing/2014/main" id="{C62E3B8D-DD2E-4150-AF09-4D3178C07383}"/>
              </a:ext>
            </a:extLst>
          </p:cNvPr>
          <p:cNvSpPr>
            <a:spLocks/>
          </p:cNvSpPr>
          <p:nvPr/>
        </p:nvSpPr>
        <p:spPr bwMode="auto">
          <a:xfrm>
            <a:off x="1617663" y="4230688"/>
            <a:ext cx="611187" cy="1027112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45" name="Text Box 7">
            <a:extLst>
              <a:ext uri="{FF2B5EF4-FFF2-40B4-BE49-F238E27FC236}">
                <a16:creationId xmlns:a16="http://schemas.microsoft.com/office/drawing/2014/main" id="{39A5A5B3-2E6C-4E08-A318-B6D569365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4754563"/>
            <a:ext cx="268287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packet = make_pkt(data)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udt_send(packet)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6" name="Text Box 8">
            <a:extLst>
              <a:ext uri="{FF2B5EF4-FFF2-40B4-BE49-F238E27FC236}">
                <a16:creationId xmlns:a16="http://schemas.microsoft.com/office/drawing/2014/main" id="{54ED381A-84CA-4134-8738-54F5BB7C2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4287838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7" name="Line 9">
            <a:extLst>
              <a:ext uri="{FF2B5EF4-FFF2-40B4-BE49-F238E27FC236}">
                <a16:creationId xmlns:a16="http://schemas.microsoft.com/office/drawing/2014/main" id="{15E2BF83-B5B7-4C5E-B90C-1A2D86A04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8838" y="4630738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48" name="Line 10">
            <a:extLst>
              <a:ext uri="{FF2B5EF4-FFF2-40B4-BE49-F238E27FC236}">
                <a16:creationId xmlns:a16="http://schemas.microsoft.com/office/drawing/2014/main" id="{FD503F9D-EFAC-47F9-A42C-6092AC2607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88" y="4230688"/>
            <a:ext cx="385762" cy="2428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49" name="Text Box 11">
            <a:extLst>
              <a:ext uri="{FF2B5EF4-FFF2-40B4-BE49-F238E27FC236}">
                <a16:creationId xmlns:a16="http://schemas.microsoft.com/office/drawing/2014/main" id="{5EAF79AA-80EB-41A6-82B1-A7DD9F219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5713" y="4613275"/>
            <a:ext cx="2487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extract (packet,data)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deliver_data(data)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50" name="Oval 12">
            <a:extLst>
              <a:ext uri="{FF2B5EF4-FFF2-40B4-BE49-F238E27FC236}">
                <a16:creationId xmlns:a16="http://schemas.microsoft.com/office/drawing/2014/main" id="{3D8D6005-63C9-4B27-AC6B-64BBA7D71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513" y="4232275"/>
            <a:ext cx="955675" cy="10112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5551" name="Text Box 13">
            <a:extLst>
              <a:ext uri="{FF2B5EF4-FFF2-40B4-BE49-F238E27FC236}">
                <a16:creationId xmlns:a16="http://schemas.microsoft.com/office/drawing/2014/main" id="{B80FB0EB-3C69-4A91-AAE1-67752650A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3013" y="4318000"/>
            <a:ext cx="109855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Wait for call from below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52" name="Freeform 14">
            <a:extLst>
              <a:ext uri="{FF2B5EF4-FFF2-40B4-BE49-F238E27FC236}">
                <a16:creationId xmlns:a16="http://schemas.microsoft.com/office/drawing/2014/main" id="{FB6FEF19-2E88-4C7D-A887-55FD85C43C63}"/>
              </a:ext>
            </a:extLst>
          </p:cNvPr>
          <p:cNvSpPr>
            <a:spLocks/>
          </p:cNvSpPr>
          <p:nvPr/>
        </p:nvSpPr>
        <p:spPr bwMode="auto">
          <a:xfrm>
            <a:off x="5926138" y="4216400"/>
            <a:ext cx="611187" cy="102711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53" name="Text Box 15">
            <a:extLst>
              <a:ext uri="{FF2B5EF4-FFF2-40B4-BE49-F238E27FC236}">
                <a16:creationId xmlns:a16="http://schemas.microsoft.com/office/drawing/2014/main" id="{AA9864B4-270B-4A09-AEAC-48ED0789B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4273550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54" name="Line 16">
            <a:extLst>
              <a:ext uri="{FF2B5EF4-FFF2-40B4-BE49-F238E27FC236}">
                <a16:creationId xmlns:a16="http://schemas.microsoft.com/office/drawing/2014/main" id="{7B60BD94-7B7C-4359-8C29-01B293D42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7313" y="4616450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55" name="Line 17">
            <a:extLst>
              <a:ext uri="{FF2B5EF4-FFF2-40B4-BE49-F238E27FC236}">
                <a16:creationId xmlns:a16="http://schemas.microsoft.com/office/drawing/2014/main" id="{A708BB5B-B37F-4C88-8892-7F9FC215F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2663" y="4216400"/>
            <a:ext cx="385762" cy="24288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65556" name="Rectangle 18">
            <a:extLst>
              <a:ext uri="{FF2B5EF4-FFF2-40B4-BE49-F238E27FC236}">
                <a16:creationId xmlns:a16="http://schemas.microsoft.com/office/drawing/2014/main" id="{67FC7E81-0C8F-45DE-BF05-288C612BB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4292600"/>
            <a:ext cx="15414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rdt_rcv(packet)</a:t>
            </a:r>
          </a:p>
        </p:txBody>
      </p:sp>
      <p:sp>
        <p:nvSpPr>
          <p:cNvPr id="65557" name="Text Box 19">
            <a:extLst>
              <a:ext uri="{FF2B5EF4-FFF2-40B4-BE49-F238E27FC236}">
                <a16:creationId xmlns:a16="http://schemas.microsoft.com/office/drawing/2014/main" id="{208826DF-F1EB-435A-B3F8-143EB44F9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8" y="5540375"/>
            <a:ext cx="108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CC0000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65558" name="Text Box 20">
            <a:extLst>
              <a:ext uri="{FF2B5EF4-FFF2-40B4-BE49-F238E27FC236}">
                <a16:creationId xmlns:a16="http://schemas.microsoft.com/office/drawing/2014/main" id="{0868FFB3-8BCF-4EC2-930A-50F55FBA6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1063" y="5537200"/>
            <a:ext cx="124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rgbClr val="CC0000"/>
                </a:solidFill>
                <a:latin typeface="Tahoma" panose="020B0604030504040204" pitchFamily="34" charset="0"/>
              </a:rPr>
              <a:t>receiver</a:t>
            </a:r>
          </a:p>
        </p:txBody>
      </p:sp>
      <p:pic>
        <p:nvPicPr>
          <p:cNvPr id="65559" name="Picture 21" descr="underline_base">
            <a:extLst>
              <a:ext uri="{FF2B5EF4-FFF2-40B4-BE49-F238E27FC236}">
                <a16:creationId xmlns:a16="http://schemas.microsoft.com/office/drawing/2014/main" id="{2E7F8A1C-9A89-4BCD-9936-EC370CD2627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904875"/>
            <a:ext cx="73136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25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 animBg="1"/>
      <p:bldP spid="65543" grpId="0"/>
      <p:bldP spid="65544" grpId="0" animBg="1"/>
      <p:bldP spid="65545" grpId="0"/>
      <p:bldP spid="65546" grpId="0"/>
      <p:bldP spid="65547" grpId="0" animBg="1"/>
      <p:bldP spid="65548" grpId="0" animBg="1"/>
      <p:bldP spid="65549" grpId="0"/>
      <p:bldP spid="65550" grpId="0" animBg="1"/>
      <p:bldP spid="65551" grpId="0"/>
      <p:bldP spid="65552" grpId="0" animBg="1"/>
      <p:bldP spid="65553" grpId="0"/>
      <p:bldP spid="65554" grpId="0" animBg="1"/>
      <p:bldP spid="65555" grpId="0" animBg="1"/>
      <p:bldP spid="65556" grpId="0"/>
      <p:bldP spid="65557" grpId="0"/>
      <p:bldP spid="6555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5">
            <a:extLst>
              <a:ext uri="{FF2B5EF4-FFF2-40B4-BE49-F238E27FC236}">
                <a16:creationId xmlns:a16="http://schemas.microsoft.com/office/drawing/2014/main" id="{73D229A0-60AB-4CCB-902C-F5E426EE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7587" name="Slide Number Placeholder 6">
            <a:extLst>
              <a:ext uri="{FF2B5EF4-FFF2-40B4-BE49-F238E27FC236}">
                <a16:creationId xmlns:a16="http://schemas.microsoft.com/office/drawing/2014/main" id="{8B82A1B0-EAAD-46AA-BB8B-C2CF3E1F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445613D2-8B71-47EA-8F6C-9A58F2B2E902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A9878253-40B1-4D56-A809-E7BBD5090C9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66838"/>
            <a:ext cx="7896225" cy="444817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underlying channel may flip bits in packet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checksum</a:t>
            </a:r>
            <a:r>
              <a:rPr lang="en-US" dirty="0">
                <a:ea typeface="ＭＳ Ｐゴシック" charset="0"/>
              </a:rPr>
              <a:t> to </a:t>
            </a:r>
            <a:r>
              <a:rPr lang="en-US" u="sng" dirty="0">
                <a:ea typeface="ＭＳ Ｐゴシック" charset="0"/>
              </a:rPr>
              <a:t>detect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bit errors</a:t>
            </a:r>
          </a:p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i="1" dirty="0">
                <a:ea typeface="ＭＳ Ｐゴシック" charset="0"/>
                <a:cs typeface="+mn-cs"/>
              </a:rPr>
              <a:t>Q</a:t>
            </a:r>
            <a:r>
              <a:rPr lang="en-US" dirty="0">
                <a:ea typeface="ＭＳ Ｐゴシック" charset="0"/>
                <a:cs typeface="+mn-cs"/>
              </a:rPr>
              <a:t>: how to </a:t>
            </a:r>
            <a:r>
              <a:rPr lang="en-US" u="sng" dirty="0">
                <a:ea typeface="ＭＳ Ｐゴシック" charset="0"/>
                <a:cs typeface="+mn-cs"/>
              </a:rPr>
              <a:t>recover</a:t>
            </a:r>
            <a:r>
              <a:rPr lang="en-US" dirty="0">
                <a:ea typeface="ＭＳ Ｐゴシック" charset="0"/>
                <a:cs typeface="+mn-cs"/>
              </a:rPr>
              <a:t> from errors: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acknowledgements (ACKs):</a:t>
            </a:r>
            <a:r>
              <a:rPr lang="en-US" dirty="0">
                <a:ea typeface="ＭＳ Ｐゴシック" charset="0"/>
              </a:rPr>
              <a:t> receiver explicitly tells sender that pkt received OK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negative acknowledgements (NAKs):</a:t>
            </a:r>
            <a:r>
              <a:rPr lang="en-US" dirty="0">
                <a:ea typeface="ＭＳ Ｐゴシック" charset="0"/>
              </a:rPr>
              <a:t> receiver explicitly tells sender that pkt had errors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sender retransmits pkt on receipt of NAK</a:t>
            </a:r>
          </a:p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new mechanisms in </a:t>
            </a:r>
            <a:r>
              <a:rPr lang="en-US" sz="2400" b="1" dirty="0">
                <a:latin typeface="Courier New" charset="0"/>
                <a:ea typeface="ＭＳ Ｐゴシック" charset="0"/>
                <a:cs typeface="+mn-cs"/>
              </a:rPr>
              <a:t>rdt2.0</a:t>
            </a:r>
            <a:r>
              <a:rPr lang="en-US" dirty="0">
                <a:ea typeface="ＭＳ Ｐゴシック" charset="0"/>
                <a:cs typeface="+mn-cs"/>
              </a:rPr>
              <a:t> (beyond </a:t>
            </a:r>
            <a:r>
              <a:rPr lang="en-US" sz="2400" b="1" dirty="0">
                <a:latin typeface="Courier New" charset="0"/>
                <a:ea typeface="ＭＳ Ｐゴシック" charset="0"/>
                <a:cs typeface="+mn-cs"/>
              </a:rPr>
              <a:t>rdt1.0</a:t>
            </a:r>
            <a:r>
              <a:rPr lang="en-US" dirty="0">
                <a:ea typeface="ＭＳ Ｐゴシック" charset="0"/>
                <a:cs typeface="+mn-cs"/>
              </a:rPr>
              <a:t>):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error detection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receiver feedback: control msgs (ACK,NAK) rcvr-&gt;sender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05BA0A0A-62C6-4994-9A4C-0A08119E45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8001000" cy="99695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rdt2.0: channel with bit errors</a:t>
            </a:r>
          </a:p>
        </p:txBody>
      </p:sp>
      <p:pic>
        <p:nvPicPr>
          <p:cNvPr id="67590" name="Picture 8" descr="underline_base">
            <a:extLst>
              <a:ext uri="{FF2B5EF4-FFF2-40B4-BE49-F238E27FC236}">
                <a16:creationId xmlns:a16="http://schemas.microsoft.com/office/drawing/2014/main" id="{D1A25FEF-0577-4547-A72F-DF928A440E9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71538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1" name="Rectangle 9">
            <a:extLst>
              <a:ext uri="{FF2B5EF4-FFF2-40B4-BE49-F238E27FC236}">
                <a16:creationId xmlns:a16="http://schemas.microsoft.com/office/drawing/2014/main" id="{8D40CFFF-9A00-46F4-94E3-1C512BB6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03488"/>
            <a:ext cx="9144000" cy="3786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83EFF4B4-9600-46F5-AD73-F6A415310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5138" y="3678238"/>
            <a:ext cx="608488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How do humans recover from </a:t>
            </a:r>
            <a:r>
              <a:rPr lang="ja-JP" altLang="en-US" i="1" dirty="0">
                <a:solidFill>
                  <a:srgbClr val="CC0000"/>
                </a:solidFill>
              </a:rPr>
              <a:t>“</a:t>
            </a:r>
            <a:r>
              <a:rPr lang="en-US" altLang="ja-JP" i="1" dirty="0">
                <a:solidFill>
                  <a:srgbClr val="CC0000"/>
                </a:solidFill>
              </a:rPr>
              <a:t>errors</a:t>
            </a:r>
            <a:r>
              <a:rPr lang="ja-JP" altLang="en-US" i="1" dirty="0">
                <a:solidFill>
                  <a:srgbClr val="CC0000"/>
                </a:solidFill>
              </a:rPr>
              <a:t>”</a:t>
            </a:r>
            <a:endParaRPr lang="en-US" altLang="ja-JP" i="1" dirty="0">
              <a:solidFill>
                <a:srgbClr val="CC0000"/>
              </a:solidFill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i="1" dirty="0">
                <a:solidFill>
                  <a:srgbClr val="CC0000"/>
                </a:solidFill>
              </a:rPr>
              <a:t>during conversation?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5">
            <a:extLst>
              <a:ext uri="{FF2B5EF4-FFF2-40B4-BE49-F238E27FC236}">
                <a16:creationId xmlns:a16="http://schemas.microsoft.com/office/drawing/2014/main" id="{7A3AD5BD-AE6A-46C9-BABE-14564F86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69635" name="Slide Number Placeholder 6">
            <a:extLst>
              <a:ext uri="{FF2B5EF4-FFF2-40B4-BE49-F238E27FC236}">
                <a16:creationId xmlns:a16="http://schemas.microsoft.com/office/drawing/2014/main" id="{0BC8AC77-B854-409A-A72F-B769A396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90EA0C16-2C1A-46D9-85ED-B66C6D379BF5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09783C1A-565D-4A1F-A8E3-7891C0E97D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366838"/>
            <a:ext cx="7896225" cy="4448175"/>
          </a:xfrm>
        </p:spPr>
        <p:txBody>
          <a:bodyPr/>
          <a:lstStyle/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altLang="zh-HK" dirty="0">
                <a:ea typeface="ＭＳ Ｐゴシック" charset="0"/>
              </a:rPr>
              <a:t>underlying channel may flip bits in packet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altLang="zh-HK" dirty="0">
                <a:solidFill>
                  <a:srgbClr val="FF0000"/>
                </a:solidFill>
                <a:ea typeface="ＭＳ Ｐゴシック" charset="0"/>
              </a:rPr>
              <a:t>checksum</a:t>
            </a:r>
            <a:r>
              <a:rPr lang="en-US" altLang="zh-HK" dirty="0">
                <a:ea typeface="ＭＳ Ｐゴシック" charset="0"/>
              </a:rPr>
              <a:t> to </a:t>
            </a:r>
            <a:r>
              <a:rPr lang="en-US" altLang="zh-HK" u="sng" dirty="0">
                <a:ea typeface="ＭＳ Ｐゴシック" charset="0"/>
              </a:rPr>
              <a:t>detect</a:t>
            </a:r>
            <a:r>
              <a:rPr lang="en-US" altLang="zh-HK" dirty="0">
                <a:ea typeface="ＭＳ Ｐゴシック" charset="0"/>
              </a:rPr>
              <a:t> </a:t>
            </a:r>
            <a:r>
              <a:rPr lang="en-US" altLang="zh-HK" dirty="0">
                <a:solidFill>
                  <a:srgbClr val="0070C0"/>
                </a:solidFill>
                <a:ea typeface="ＭＳ Ｐゴシック" charset="0"/>
              </a:rPr>
              <a:t>bit errors</a:t>
            </a:r>
          </a:p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altLang="zh-HK" i="1" dirty="0">
                <a:ea typeface="ＭＳ Ｐゴシック" charset="0"/>
              </a:rPr>
              <a:t>Q</a:t>
            </a:r>
            <a:r>
              <a:rPr lang="en-US" altLang="zh-HK" dirty="0">
                <a:ea typeface="ＭＳ Ｐゴシック" charset="0"/>
              </a:rPr>
              <a:t>: how to </a:t>
            </a:r>
            <a:r>
              <a:rPr lang="en-US" altLang="zh-HK" u="sng" dirty="0">
                <a:ea typeface="ＭＳ Ｐゴシック" charset="0"/>
              </a:rPr>
              <a:t>recover</a:t>
            </a:r>
            <a:r>
              <a:rPr lang="en-US" altLang="zh-HK" dirty="0">
                <a:ea typeface="ＭＳ Ｐゴシック" charset="0"/>
              </a:rPr>
              <a:t> from errors:</a:t>
            </a:r>
          </a:p>
          <a:p>
            <a:pPr lvl="1">
              <a:spcBef>
                <a:spcPct val="45000"/>
              </a:spcBef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acknowledgements (ACKs):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receiver explicitly tells sender that pkt received OK</a:t>
            </a:r>
          </a:p>
          <a:p>
            <a:pPr lvl="1">
              <a:buFont typeface="Wingdings" charset="0"/>
              <a:buChar char="§"/>
              <a:defRPr/>
            </a:pPr>
            <a:r>
              <a:rPr lang="en-US" i="1" dirty="0">
                <a:solidFill>
                  <a:srgbClr val="CC0000"/>
                </a:solidFill>
                <a:ea typeface="ＭＳ Ｐゴシック" charset="0"/>
              </a:rPr>
              <a:t>negative acknowledgements (NAKs):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dirty="0">
                <a:solidFill>
                  <a:srgbClr val="FF0000"/>
                </a:solidFill>
                <a:ea typeface="ＭＳ Ｐゴシック" charset="0"/>
              </a:rPr>
              <a:t>receiver explicitly tells sender that pkt had errors</a:t>
            </a:r>
          </a:p>
          <a:p>
            <a:pPr lvl="2"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sender </a:t>
            </a:r>
            <a:r>
              <a:rPr lang="en-US" dirty="0">
                <a:solidFill>
                  <a:srgbClr val="7030A0"/>
                </a:solidFill>
                <a:ea typeface="ＭＳ Ｐゴシック" charset="0"/>
              </a:rPr>
              <a:t>retransmits</a:t>
            </a:r>
            <a:r>
              <a:rPr lang="en-US" dirty="0">
                <a:ea typeface="ＭＳ Ｐゴシック" charset="0"/>
              </a:rPr>
              <a:t> pkt on receipt of NAK</a:t>
            </a:r>
          </a:p>
          <a:p>
            <a:pPr>
              <a:lnSpc>
                <a:spcPct val="75000"/>
              </a:lnSpc>
              <a:buFont typeface="Wingdings" charset="0"/>
              <a:buChar char="v"/>
              <a:defRPr/>
            </a:pPr>
            <a:r>
              <a:rPr lang="en-US" dirty="0">
                <a:ea typeface="ＭＳ Ｐゴシック" charset="0"/>
                <a:cs typeface="+mn-cs"/>
              </a:rPr>
              <a:t>new mechanisms in </a:t>
            </a:r>
            <a:r>
              <a:rPr lang="en-US" sz="2400" b="1" dirty="0">
                <a:latin typeface="Courier New" charset="0"/>
                <a:ea typeface="ＭＳ Ｐゴシック" charset="0"/>
                <a:cs typeface="+mn-cs"/>
              </a:rPr>
              <a:t>rdt2.0</a:t>
            </a:r>
            <a:r>
              <a:rPr lang="en-US" dirty="0">
                <a:ea typeface="ＭＳ Ｐゴシック" charset="0"/>
                <a:cs typeface="+mn-cs"/>
              </a:rPr>
              <a:t> (beyond </a:t>
            </a:r>
            <a:r>
              <a:rPr lang="en-US" sz="2400" b="1" dirty="0">
                <a:latin typeface="Courier New" charset="0"/>
                <a:ea typeface="ＭＳ Ｐゴシック" charset="0"/>
                <a:cs typeface="+mn-cs"/>
              </a:rPr>
              <a:t>rdt1.0</a:t>
            </a:r>
            <a:r>
              <a:rPr lang="en-US" dirty="0">
                <a:ea typeface="ＭＳ Ｐゴシック" charset="0"/>
                <a:cs typeface="+mn-cs"/>
              </a:rPr>
              <a:t>):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error detection</a:t>
            </a:r>
          </a:p>
          <a:p>
            <a:pPr lvl="1">
              <a:lnSpc>
                <a:spcPct val="75000"/>
              </a:lnSpc>
              <a:buFont typeface="Wingdings" charset="0"/>
              <a:buChar char="§"/>
              <a:defRPr/>
            </a:pPr>
            <a:r>
              <a:rPr lang="en-US" dirty="0">
                <a:ea typeface="ＭＳ Ｐゴシック" charset="0"/>
              </a:rPr>
              <a:t>feedback: control msgs (</a:t>
            </a:r>
            <a:r>
              <a:rPr lang="en-US" dirty="0">
                <a:solidFill>
                  <a:srgbClr val="0070C0"/>
                </a:solidFill>
                <a:ea typeface="ＭＳ Ｐゴシック" charset="0"/>
              </a:rPr>
              <a:t>ACK,NAK</a:t>
            </a:r>
            <a:r>
              <a:rPr lang="en-US" dirty="0">
                <a:ea typeface="ＭＳ Ｐゴシック" charset="0"/>
              </a:rPr>
              <a:t>) from receiver to sender</a:t>
            </a: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0E17B64B-25DF-4E80-B5B7-E7E1BBC32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63513"/>
            <a:ext cx="8001000" cy="99695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rdt2.0: channel </a:t>
            </a:r>
            <a:r>
              <a:rPr lang="en-US" dirty="0">
                <a:solidFill>
                  <a:srgbClr val="FF0000"/>
                </a:solidFill>
                <a:ea typeface="ＭＳ Ｐゴシック" charset="0"/>
                <a:cs typeface="+mj-cs"/>
              </a:rPr>
              <a:t>with bit errors</a:t>
            </a:r>
          </a:p>
        </p:txBody>
      </p:sp>
      <p:pic>
        <p:nvPicPr>
          <p:cNvPr id="69638" name="Picture 4" descr="underline_base">
            <a:extLst>
              <a:ext uri="{FF2B5EF4-FFF2-40B4-BE49-F238E27FC236}">
                <a16:creationId xmlns:a16="http://schemas.microsoft.com/office/drawing/2014/main" id="{03FA80A7-396A-4ACC-9394-CAF1A23AAE2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871538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FB2C36C2-4992-4232-9FB2-64D87229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71683" name="Slide Number Placeholder 4">
            <a:extLst>
              <a:ext uri="{FF2B5EF4-FFF2-40B4-BE49-F238E27FC236}">
                <a16:creationId xmlns:a16="http://schemas.microsoft.com/office/drawing/2014/main" id="{B9DDD497-3AAE-4066-BFE4-D90FB2E6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CA0DD8E6-7B57-4107-87DE-1DFE974B6D1E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71684" name="Picture 36" descr="underline_base">
            <a:extLst>
              <a:ext uri="{FF2B5EF4-FFF2-40B4-BE49-F238E27FC236}">
                <a16:creationId xmlns:a16="http://schemas.microsoft.com/office/drawing/2014/main" id="{73E902E1-6AE8-42CC-916B-D627D1818EA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855663"/>
            <a:ext cx="54848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2">
            <a:extLst>
              <a:ext uri="{FF2B5EF4-FFF2-40B4-BE49-F238E27FC236}">
                <a16:creationId xmlns:a16="http://schemas.microsoft.com/office/drawing/2014/main" id="{6C79957F-B704-45A6-A308-24CDF4611A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41288"/>
            <a:ext cx="7772400" cy="1030287"/>
          </a:xfrm>
        </p:spPr>
        <p:txBody>
          <a:bodyPr/>
          <a:lstStyle/>
          <a:p>
            <a:r>
              <a:rPr lang="en-US" altLang="zh-TW" sz="4000"/>
              <a:t>rdt2.0: FSM specification</a:t>
            </a:r>
            <a:endParaRPr lang="en-US" altLang="zh-TW"/>
          </a:p>
        </p:txBody>
      </p:sp>
      <p:sp>
        <p:nvSpPr>
          <p:cNvPr id="71686" name="Oval 3">
            <a:extLst>
              <a:ext uri="{FF2B5EF4-FFF2-40B4-BE49-F238E27FC236}">
                <a16:creationId xmlns:a16="http://schemas.microsoft.com/office/drawing/2014/main" id="{660180E2-F89A-4F8E-BDCE-AD15A1CA2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1687" name="Text Box 4">
            <a:extLst>
              <a:ext uri="{FF2B5EF4-FFF2-40B4-BE49-F238E27FC236}">
                <a16:creationId xmlns:a16="http://schemas.microsoft.com/office/drawing/2014/main" id="{0F3F590C-D048-4D2A-8D8D-631B6ED89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000000"/>
                </a:solidFill>
                <a:latin typeface="Arial" panose="020B0604020202020204" pitchFamily="34" charset="0"/>
              </a:rPr>
              <a:t>Wait for call from above</a:t>
            </a:r>
            <a:endParaRPr lang="en-US" altLang="zh-TW" sz="16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8" name="Text Box 5">
            <a:extLst>
              <a:ext uri="{FF2B5EF4-FFF2-40B4-BE49-F238E27FC236}">
                <a16:creationId xmlns:a16="http://schemas.microsoft.com/office/drawing/2014/main" id="{8179705E-30DE-48D0-B0FA-FF8A08B47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sndpkt = make_pkt(data, 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checksum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9" name="Line 6">
            <a:extLst>
              <a:ext uri="{FF2B5EF4-FFF2-40B4-BE49-F238E27FC236}">
                <a16:creationId xmlns:a16="http://schemas.microsoft.com/office/drawing/2014/main" id="{92D0AB98-68D8-4B5C-9A82-853BDB1BE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0" name="Text Box 7">
            <a:extLst>
              <a:ext uri="{FF2B5EF4-FFF2-40B4-BE49-F238E27FC236}">
                <a16:creationId xmlns:a16="http://schemas.microsoft.com/office/drawing/2014/main" id="{CC608A24-FFDC-47D1-8A3D-11D0A5D4C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838" y="5314950"/>
            <a:ext cx="2143125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extract(rcvpkt,data)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deliver_data(data)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ACK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1" name="Text Box 8">
            <a:extLst>
              <a:ext uri="{FF2B5EF4-FFF2-40B4-BE49-F238E27FC236}">
                <a16:creationId xmlns:a16="http://schemas.microsoft.com/office/drawing/2014/main" id="{F99B7693-18C2-43EA-BE43-978B82D24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3" y="4781550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notcorrupt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2" name="Line 9">
            <a:extLst>
              <a:ext uri="{FF2B5EF4-FFF2-40B4-BE49-F238E27FC236}">
                <a16:creationId xmlns:a16="http://schemas.microsoft.com/office/drawing/2014/main" id="{22A13A00-028B-41AA-8DBC-A5FE98CE6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9850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3" name="Freeform 10">
            <a:extLst>
              <a:ext uri="{FF2B5EF4-FFF2-40B4-BE49-F238E27FC236}">
                <a16:creationId xmlns:a16="http://schemas.microsoft.com/office/drawing/2014/main" id="{3691D28C-C932-4B98-A41E-10A7AB481F9F}"/>
              </a:ext>
            </a:extLst>
          </p:cNvPr>
          <p:cNvSpPr>
            <a:spLocks/>
          </p:cNvSpPr>
          <p:nvPr/>
        </p:nvSpPr>
        <p:spPr bwMode="auto">
          <a:xfrm flipV="1">
            <a:off x="1057275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4" name="Freeform 11">
            <a:extLst>
              <a:ext uri="{FF2B5EF4-FFF2-40B4-BE49-F238E27FC236}">
                <a16:creationId xmlns:a16="http://schemas.microsoft.com/office/drawing/2014/main" id="{033A1422-8847-4FDB-9117-D50D3989ED9C}"/>
              </a:ext>
            </a:extLst>
          </p:cNvPr>
          <p:cNvSpPr>
            <a:spLocks/>
          </p:cNvSpPr>
          <p:nvPr/>
        </p:nvSpPr>
        <p:spPr bwMode="auto">
          <a:xfrm>
            <a:off x="1104900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5" name="Text Box 12">
            <a:extLst>
              <a:ext uri="{FF2B5EF4-FFF2-40B4-BE49-F238E27FC236}">
                <a16:creationId xmlns:a16="http://schemas.microsoft.com/office/drawing/2014/main" id="{5E6924F8-8B73-4C19-93DB-5E89718A0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isACK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6" name="Line 13">
            <a:extLst>
              <a:ext uri="{FF2B5EF4-FFF2-40B4-BE49-F238E27FC236}">
                <a16:creationId xmlns:a16="http://schemas.microsoft.com/office/drawing/2014/main" id="{F126D64D-74D6-4C52-BE67-0437BC933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7" name="Freeform 14">
            <a:extLst>
              <a:ext uri="{FF2B5EF4-FFF2-40B4-BE49-F238E27FC236}">
                <a16:creationId xmlns:a16="http://schemas.microsoft.com/office/drawing/2014/main" id="{1220AF5B-8856-42A8-9A8E-6A957EC4A4AA}"/>
              </a:ext>
            </a:extLst>
          </p:cNvPr>
          <p:cNvSpPr>
            <a:spLocks/>
          </p:cNvSpPr>
          <p:nvPr/>
        </p:nvSpPr>
        <p:spPr bwMode="auto">
          <a:xfrm>
            <a:off x="3252788" y="2286000"/>
            <a:ext cx="466725" cy="89376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698" name="Text Box 15">
            <a:extLst>
              <a:ext uri="{FF2B5EF4-FFF2-40B4-BE49-F238E27FC236}">
                <a16:creationId xmlns:a16="http://schemas.microsoft.com/office/drawing/2014/main" id="{F0F19800-28F4-4B7B-8E95-401029C47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9" name="Text Box 16">
            <a:extLst>
              <a:ext uri="{FF2B5EF4-FFF2-40B4-BE49-F238E27FC236}">
                <a16:creationId xmlns:a16="http://schemas.microsoft.com/office/drawing/2014/main" id="{8939FAA0-164C-469D-AADC-66EB81C12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1925638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isNAK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00" name="Line 17">
            <a:extLst>
              <a:ext uri="{FF2B5EF4-FFF2-40B4-BE49-F238E27FC236}">
                <a16:creationId xmlns:a16="http://schemas.microsoft.com/office/drawing/2014/main" id="{F3A4A211-594E-4E3F-8F15-D95B98287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6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1701" name="Group 18">
            <a:extLst>
              <a:ext uri="{FF2B5EF4-FFF2-40B4-BE49-F238E27FC236}">
                <a16:creationId xmlns:a16="http://schemas.microsoft.com/office/drawing/2014/main" id="{473665B7-D0F7-43CA-8EC5-CDF52F4203AD}"/>
              </a:ext>
            </a:extLst>
          </p:cNvPr>
          <p:cNvGrpSpPr>
            <a:grpSpLocks/>
          </p:cNvGrpSpPr>
          <p:nvPr/>
        </p:nvGrpSpPr>
        <p:grpSpPr bwMode="auto"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71716" name="Text Box 19">
              <a:extLst>
                <a:ext uri="{FF2B5EF4-FFF2-40B4-BE49-F238E27FC236}">
                  <a16:creationId xmlns:a16="http://schemas.microsoft.com/office/drawing/2014/main" id="{F53A7D68-4C7A-4243-8267-7EF1CE738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udt_send(</a:t>
              </a:r>
              <a:r>
                <a:rPr lang="en-US" altLang="zh-TW" sz="1600">
                  <a:solidFill>
                    <a:srgbClr val="0070C0"/>
                  </a:solidFill>
                  <a:latin typeface="Arial" panose="020B0604020202020204" pitchFamily="34" charset="0"/>
                </a:rPr>
                <a:t>NAK</a:t>
              </a: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17" name="Text Box 20">
              <a:extLst>
                <a:ext uri="{FF2B5EF4-FFF2-40B4-BE49-F238E27FC236}">
                  <a16:creationId xmlns:a16="http://schemas.microsoft.com/office/drawing/2014/main" id="{97FCA5F5-AE46-481F-B6CF-A9B09EDEC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rdt_rcv(rcvpkt) &amp;&amp;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n-US" altLang="zh-TW" sz="1600">
                  <a:solidFill>
                    <a:srgbClr val="0070C0"/>
                  </a:solidFill>
                  <a:latin typeface="Arial" panose="020B0604020202020204" pitchFamily="34" charset="0"/>
                </a:rPr>
                <a:t>corrupt</a:t>
              </a: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(rcvpkt)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718" name="Line 21">
              <a:extLst>
                <a:ext uri="{FF2B5EF4-FFF2-40B4-BE49-F238E27FC236}">
                  <a16:creationId xmlns:a16="http://schemas.microsoft.com/office/drawing/2014/main" id="{0DD0F8BA-7BC2-4622-B847-05E5134370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1702" name="Group 22">
            <a:extLst>
              <a:ext uri="{FF2B5EF4-FFF2-40B4-BE49-F238E27FC236}">
                <a16:creationId xmlns:a16="http://schemas.microsoft.com/office/drawing/2014/main" id="{BB5D0344-C2E2-429B-AAEE-3C58F4816F64}"/>
              </a:ext>
            </a:extLst>
          </p:cNvPr>
          <p:cNvGrpSpPr>
            <a:grpSpLocks/>
          </p:cNvGrpSpPr>
          <p:nvPr/>
        </p:nvGrpSpPr>
        <p:grpSpPr bwMode="auto"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71714" name="Oval 23">
              <a:extLst>
                <a:ext uri="{FF2B5EF4-FFF2-40B4-BE49-F238E27FC236}">
                  <a16:creationId xmlns:a16="http://schemas.microsoft.com/office/drawing/2014/main" id="{6AB30FFA-1392-472A-9EB1-2023F48EC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1715" name="Text Box 24">
              <a:extLst>
                <a:ext uri="{FF2B5EF4-FFF2-40B4-BE49-F238E27FC236}">
                  <a16:creationId xmlns:a16="http://schemas.microsoft.com/office/drawing/2014/main" id="{3A39C518-BB3B-428A-8925-1738740A8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Wait for ACK or NAK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703" name="Line 25">
            <a:extLst>
              <a:ext uri="{FF2B5EF4-FFF2-40B4-BE49-F238E27FC236}">
                <a16:creationId xmlns:a16="http://schemas.microsoft.com/office/drawing/2014/main" id="{09CD5BEB-27D6-4B20-A371-31E8A4D7A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4125" y="3497263"/>
            <a:ext cx="433388" cy="244475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704" name="Freeform 26">
            <a:extLst>
              <a:ext uri="{FF2B5EF4-FFF2-40B4-BE49-F238E27FC236}">
                <a16:creationId xmlns:a16="http://schemas.microsoft.com/office/drawing/2014/main" id="{C6CF1804-C4C3-45F4-B0C5-6B346A4A486A}"/>
              </a:ext>
            </a:extLst>
          </p:cNvPr>
          <p:cNvSpPr>
            <a:spLocks/>
          </p:cNvSpPr>
          <p:nvPr/>
        </p:nvSpPr>
        <p:spPr bwMode="auto">
          <a:xfrm>
            <a:off x="6672263" y="3148013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1705" name="Group 27">
            <a:extLst>
              <a:ext uri="{FF2B5EF4-FFF2-40B4-BE49-F238E27FC236}">
                <a16:creationId xmlns:a16="http://schemas.microsoft.com/office/drawing/2014/main" id="{BE224E45-4DD0-42D0-BD87-B4A45093AE70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3568700"/>
            <a:ext cx="1200150" cy="962025"/>
            <a:chOff x="1335" y="3347"/>
            <a:chExt cx="756" cy="606"/>
          </a:xfrm>
        </p:grpSpPr>
        <p:sp>
          <p:nvSpPr>
            <p:cNvPr id="71712" name="Oval 28">
              <a:extLst>
                <a:ext uri="{FF2B5EF4-FFF2-40B4-BE49-F238E27FC236}">
                  <a16:creationId xmlns:a16="http://schemas.microsoft.com/office/drawing/2014/main" id="{BA5EE17F-A16C-41C9-9CDB-0CE819CBA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347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1713" name="Text Box 29">
              <a:extLst>
                <a:ext uri="{FF2B5EF4-FFF2-40B4-BE49-F238E27FC236}">
                  <a16:creationId xmlns:a16="http://schemas.microsoft.com/office/drawing/2014/main" id="{DD811D62-F36E-49C2-89AE-9468CC091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" y="3400"/>
              <a:ext cx="75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Wait for call from below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706" name="Freeform 30">
            <a:extLst>
              <a:ext uri="{FF2B5EF4-FFF2-40B4-BE49-F238E27FC236}">
                <a16:creationId xmlns:a16="http://schemas.microsoft.com/office/drawing/2014/main" id="{38A40B9F-8375-4736-AD3C-A4FC8F710F55}"/>
              </a:ext>
            </a:extLst>
          </p:cNvPr>
          <p:cNvSpPr>
            <a:spLocks/>
          </p:cNvSpPr>
          <p:nvPr/>
        </p:nvSpPr>
        <p:spPr bwMode="auto">
          <a:xfrm flipV="1">
            <a:off x="6684963" y="4464050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707" name="Text Box 31">
            <a:extLst>
              <a:ext uri="{FF2B5EF4-FFF2-40B4-BE49-F238E27FC236}">
                <a16:creationId xmlns:a16="http://schemas.microsoft.com/office/drawing/2014/main" id="{F9FD964B-20CB-45EA-B531-62F6ABC5A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4154488"/>
            <a:ext cx="108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CC0000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71708" name="Text Box 32">
            <a:extLst>
              <a:ext uri="{FF2B5EF4-FFF2-40B4-BE49-F238E27FC236}">
                <a16:creationId xmlns:a16="http://schemas.microsoft.com/office/drawing/2014/main" id="{A1C28D86-4222-4D91-BC85-CF7C887BC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1466850"/>
            <a:ext cx="1247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>
                <a:solidFill>
                  <a:srgbClr val="CC0000"/>
                </a:solidFill>
                <a:latin typeface="Tahoma" panose="020B0604030504040204" pitchFamily="34" charset="0"/>
              </a:rPr>
              <a:t>receiver</a:t>
            </a:r>
          </a:p>
        </p:txBody>
      </p:sp>
      <p:sp>
        <p:nvSpPr>
          <p:cNvPr id="71709" name="Line 33">
            <a:extLst>
              <a:ext uri="{FF2B5EF4-FFF2-40B4-BE49-F238E27FC236}">
                <a16:creationId xmlns:a16="http://schemas.microsoft.com/office/drawing/2014/main" id="{C1C663F5-173C-4A65-A7D7-1FF4427C9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" y="2166938"/>
            <a:ext cx="433388" cy="244475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1710" name="Text Box 34">
            <a:extLst>
              <a:ext uri="{FF2B5EF4-FFF2-40B4-BE49-F238E27FC236}">
                <a16:creationId xmlns:a16="http://schemas.microsoft.com/office/drawing/2014/main" id="{05DEB5BC-B14F-4184-9089-7CA80313E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1212850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1" name="Text Box 35">
            <a:extLst>
              <a:ext uri="{FF2B5EF4-FFF2-40B4-BE49-F238E27FC236}">
                <a16:creationId xmlns:a16="http://schemas.microsoft.com/office/drawing/2014/main" id="{6C9C458E-A770-4127-A3BC-C3F0D6E49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37861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5620B777-0C87-41FA-9EF4-85259249F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73731" name="Slide Number Placeholder 4">
            <a:extLst>
              <a:ext uri="{FF2B5EF4-FFF2-40B4-BE49-F238E27FC236}">
                <a16:creationId xmlns:a16="http://schemas.microsoft.com/office/drawing/2014/main" id="{7DA39774-255B-4453-81B5-D2AB6465E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4EC2BB52-7D33-4CBA-8406-E4E177178031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73732" name="Picture 49" descr="underline_base">
            <a:extLst>
              <a:ext uri="{FF2B5EF4-FFF2-40B4-BE49-F238E27FC236}">
                <a16:creationId xmlns:a16="http://schemas.microsoft.com/office/drawing/2014/main" id="{8D3065B8-224C-46D5-AC0F-F36E02AC4BA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8" y="79851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2">
            <a:extLst>
              <a:ext uri="{FF2B5EF4-FFF2-40B4-BE49-F238E27FC236}">
                <a16:creationId xmlns:a16="http://schemas.microsoft.com/office/drawing/2014/main" id="{E3B03FBB-38E4-42E9-97DF-FBD22CE52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85738"/>
            <a:ext cx="7772400" cy="828675"/>
          </a:xfrm>
        </p:spPr>
        <p:txBody>
          <a:bodyPr/>
          <a:lstStyle/>
          <a:p>
            <a:r>
              <a:rPr lang="en-US" altLang="zh-TW" sz="4000" dirty="0"/>
              <a:t>rdt2.0: operation with no errors</a:t>
            </a:r>
            <a:endParaRPr lang="en-US" altLang="zh-TW" dirty="0"/>
          </a:p>
        </p:txBody>
      </p:sp>
      <p:sp>
        <p:nvSpPr>
          <p:cNvPr id="73734" name="Oval 3">
            <a:extLst>
              <a:ext uri="{FF2B5EF4-FFF2-40B4-BE49-F238E27FC236}">
                <a16:creationId xmlns:a16="http://schemas.microsoft.com/office/drawing/2014/main" id="{1DCB3793-BA0D-4349-B807-5E69FF105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735" name="Text Box 4">
            <a:extLst>
              <a:ext uri="{FF2B5EF4-FFF2-40B4-BE49-F238E27FC236}">
                <a16:creationId xmlns:a16="http://schemas.microsoft.com/office/drawing/2014/main" id="{DFB3ADF5-6AF1-4EBB-B937-F0F8469C4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Wait for call from above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6" name="Text Box 5">
            <a:extLst>
              <a:ext uri="{FF2B5EF4-FFF2-40B4-BE49-F238E27FC236}">
                <a16:creationId xmlns:a16="http://schemas.microsoft.com/office/drawing/2014/main" id="{9625E4FB-0835-4CAC-81B7-FE85E1D65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snkpkt = make_pkt(data,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7" name="Line 6">
            <a:extLst>
              <a:ext uri="{FF2B5EF4-FFF2-40B4-BE49-F238E27FC236}">
                <a16:creationId xmlns:a16="http://schemas.microsoft.com/office/drawing/2014/main" id="{5E65809F-723C-4308-A410-2A4F31742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38" name="Text Box 7">
            <a:extLst>
              <a:ext uri="{FF2B5EF4-FFF2-40B4-BE49-F238E27FC236}">
                <a16:creationId xmlns:a16="http://schemas.microsoft.com/office/drawing/2014/main" id="{5998E3A4-07C3-40FE-BF27-6C1A36C63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838" y="5314950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extract(rcvpkt,data)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deliver_data(data)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ACK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9" name="Text Box 8">
            <a:extLst>
              <a:ext uri="{FF2B5EF4-FFF2-40B4-BE49-F238E27FC236}">
                <a16:creationId xmlns:a16="http://schemas.microsoft.com/office/drawing/2014/main" id="{D8F7987E-151D-4F8F-9691-AE45D08A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3" y="4781550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notcorrupt(rcvpkt)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0" name="Line 9">
            <a:extLst>
              <a:ext uri="{FF2B5EF4-FFF2-40B4-BE49-F238E27FC236}">
                <a16:creationId xmlns:a16="http://schemas.microsoft.com/office/drawing/2014/main" id="{70216C2F-4D6D-49A9-AE79-E2DC400ED8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9850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41" name="Freeform 10">
            <a:extLst>
              <a:ext uri="{FF2B5EF4-FFF2-40B4-BE49-F238E27FC236}">
                <a16:creationId xmlns:a16="http://schemas.microsoft.com/office/drawing/2014/main" id="{731519A4-8DE7-423F-ABE3-741EF3A13995}"/>
              </a:ext>
            </a:extLst>
          </p:cNvPr>
          <p:cNvSpPr>
            <a:spLocks/>
          </p:cNvSpPr>
          <p:nvPr/>
        </p:nvSpPr>
        <p:spPr bwMode="auto">
          <a:xfrm flipV="1">
            <a:off x="1057275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42" name="Freeform 11">
            <a:extLst>
              <a:ext uri="{FF2B5EF4-FFF2-40B4-BE49-F238E27FC236}">
                <a16:creationId xmlns:a16="http://schemas.microsoft.com/office/drawing/2014/main" id="{C586DBE6-2D0F-48FE-B10B-54803C97D111}"/>
              </a:ext>
            </a:extLst>
          </p:cNvPr>
          <p:cNvSpPr>
            <a:spLocks/>
          </p:cNvSpPr>
          <p:nvPr/>
        </p:nvSpPr>
        <p:spPr bwMode="auto">
          <a:xfrm>
            <a:off x="1104900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43" name="Text Box 12">
            <a:extLst>
              <a:ext uri="{FF2B5EF4-FFF2-40B4-BE49-F238E27FC236}">
                <a16:creationId xmlns:a16="http://schemas.microsoft.com/office/drawing/2014/main" id="{2D12E974-1535-484A-8BC1-50CC6665E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isACK(rcvpkt)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4" name="Line 13">
            <a:extLst>
              <a:ext uri="{FF2B5EF4-FFF2-40B4-BE49-F238E27FC236}">
                <a16:creationId xmlns:a16="http://schemas.microsoft.com/office/drawing/2014/main" id="{55679F8A-2F01-4017-BE5E-3E2FC608B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45" name="Freeform 14">
            <a:extLst>
              <a:ext uri="{FF2B5EF4-FFF2-40B4-BE49-F238E27FC236}">
                <a16:creationId xmlns:a16="http://schemas.microsoft.com/office/drawing/2014/main" id="{1013B95D-7F94-44AC-B399-A3E6A881F7BB}"/>
              </a:ext>
            </a:extLst>
          </p:cNvPr>
          <p:cNvSpPr>
            <a:spLocks/>
          </p:cNvSpPr>
          <p:nvPr/>
        </p:nvSpPr>
        <p:spPr bwMode="auto">
          <a:xfrm>
            <a:off x="3252788" y="2286000"/>
            <a:ext cx="466725" cy="89376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46" name="Text Box 15">
            <a:extLst>
              <a:ext uri="{FF2B5EF4-FFF2-40B4-BE49-F238E27FC236}">
                <a16:creationId xmlns:a16="http://schemas.microsoft.com/office/drawing/2014/main" id="{38D1875A-5F51-41E4-BFBF-069DBF37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7" name="Text Box 16">
            <a:extLst>
              <a:ext uri="{FF2B5EF4-FFF2-40B4-BE49-F238E27FC236}">
                <a16:creationId xmlns:a16="http://schemas.microsoft.com/office/drawing/2014/main" id="{D3CEC5D8-C904-42C8-A5C3-E5F0C46A5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1925638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isNAK(rcvpkt)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8" name="Line 17">
            <a:extLst>
              <a:ext uri="{FF2B5EF4-FFF2-40B4-BE49-F238E27FC236}">
                <a16:creationId xmlns:a16="http://schemas.microsoft.com/office/drawing/2014/main" id="{07F78DB7-067C-46F9-A805-C37C5B9360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6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3749" name="Group 18">
            <a:extLst>
              <a:ext uri="{FF2B5EF4-FFF2-40B4-BE49-F238E27FC236}">
                <a16:creationId xmlns:a16="http://schemas.microsoft.com/office/drawing/2014/main" id="{63A12ACB-92A7-4553-9783-5E41F1FC897E}"/>
              </a:ext>
            </a:extLst>
          </p:cNvPr>
          <p:cNvGrpSpPr>
            <a:grpSpLocks/>
          </p:cNvGrpSpPr>
          <p:nvPr/>
        </p:nvGrpSpPr>
        <p:grpSpPr bwMode="auto"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73777" name="Text Box 19">
              <a:extLst>
                <a:ext uri="{FF2B5EF4-FFF2-40B4-BE49-F238E27FC236}">
                  <a16:creationId xmlns:a16="http://schemas.microsoft.com/office/drawing/2014/main" id="{D170F95E-FD5D-448D-88DC-3CDC8A850B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udt_send(NAK)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78" name="Text Box 20">
              <a:extLst>
                <a:ext uri="{FF2B5EF4-FFF2-40B4-BE49-F238E27FC236}">
                  <a16:creationId xmlns:a16="http://schemas.microsoft.com/office/drawing/2014/main" id="{B61B3E25-4E97-40B3-A856-BA3399028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rdt_rcv(rcvpkt) &amp;&amp;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  corrupt(rcvpkt)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779" name="Line 21">
              <a:extLst>
                <a:ext uri="{FF2B5EF4-FFF2-40B4-BE49-F238E27FC236}">
                  <a16:creationId xmlns:a16="http://schemas.microsoft.com/office/drawing/2014/main" id="{EB0F232E-CB37-499D-9CA5-1622DAE56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3750" name="Group 22">
            <a:extLst>
              <a:ext uri="{FF2B5EF4-FFF2-40B4-BE49-F238E27FC236}">
                <a16:creationId xmlns:a16="http://schemas.microsoft.com/office/drawing/2014/main" id="{0D643C14-2E10-4696-83E1-4083AE10BD4D}"/>
              </a:ext>
            </a:extLst>
          </p:cNvPr>
          <p:cNvGrpSpPr>
            <a:grpSpLocks/>
          </p:cNvGrpSpPr>
          <p:nvPr/>
        </p:nvGrpSpPr>
        <p:grpSpPr bwMode="auto"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73775" name="Oval 23">
              <a:extLst>
                <a:ext uri="{FF2B5EF4-FFF2-40B4-BE49-F238E27FC236}">
                  <a16:creationId xmlns:a16="http://schemas.microsoft.com/office/drawing/2014/main" id="{589D078B-C9D0-4BE0-A0AD-D9C435CC4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3776" name="Text Box 24">
              <a:extLst>
                <a:ext uri="{FF2B5EF4-FFF2-40B4-BE49-F238E27FC236}">
                  <a16:creationId xmlns:a16="http://schemas.microsoft.com/office/drawing/2014/main" id="{1505F675-206A-4F34-BCFA-666C620FB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Wait for ACK or NAK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3751" name="Freeform 25">
            <a:extLst>
              <a:ext uri="{FF2B5EF4-FFF2-40B4-BE49-F238E27FC236}">
                <a16:creationId xmlns:a16="http://schemas.microsoft.com/office/drawing/2014/main" id="{8E976EF3-4EA4-4C31-A655-4F41EE87A20A}"/>
              </a:ext>
            </a:extLst>
          </p:cNvPr>
          <p:cNvSpPr>
            <a:spLocks/>
          </p:cNvSpPr>
          <p:nvPr/>
        </p:nvSpPr>
        <p:spPr bwMode="auto">
          <a:xfrm>
            <a:off x="6672263" y="3148013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3752" name="Oval 26">
            <a:extLst>
              <a:ext uri="{FF2B5EF4-FFF2-40B4-BE49-F238E27FC236}">
                <a16:creationId xmlns:a16="http://schemas.microsoft.com/office/drawing/2014/main" id="{A14960EB-3EFC-4DA9-953F-139A0868D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35687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753" name="Text Box 27">
            <a:extLst>
              <a:ext uri="{FF2B5EF4-FFF2-40B4-BE49-F238E27FC236}">
                <a16:creationId xmlns:a16="http://schemas.microsoft.com/office/drawing/2014/main" id="{9CAAF341-9E44-4B07-98D6-F38C2C03B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025" y="36528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Wait for call from below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54" name="Freeform 28">
            <a:extLst>
              <a:ext uri="{FF2B5EF4-FFF2-40B4-BE49-F238E27FC236}">
                <a16:creationId xmlns:a16="http://schemas.microsoft.com/office/drawing/2014/main" id="{D9C5CDFC-F303-42FA-8C30-443F33706A12}"/>
              </a:ext>
            </a:extLst>
          </p:cNvPr>
          <p:cNvSpPr>
            <a:spLocks/>
          </p:cNvSpPr>
          <p:nvPr/>
        </p:nvSpPr>
        <p:spPr bwMode="auto">
          <a:xfrm flipV="1">
            <a:off x="6684963" y="4464050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53018377-753C-4FFE-97DE-59C68B30BABB}"/>
              </a:ext>
            </a:extLst>
          </p:cNvPr>
          <p:cNvGrpSpPr>
            <a:grpSpLocks/>
          </p:cNvGrpSpPr>
          <p:nvPr/>
        </p:nvGrpSpPr>
        <p:grpSpPr bwMode="auto">
          <a:xfrm>
            <a:off x="349250" y="2166938"/>
            <a:ext cx="1333500" cy="1004887"/>
            <a:chOff x="220" y="1365"/>
            <a:chExt cx="840" cy="633"/>
          </a:xfrm>
        </p:grpSpPr>
        <p:sp>
          <p:nvSpPr>
            <p:cNvPr id="73773" name="Line 30">
              <a:extLst>
                <a:ext uri="{FF2B5EF4-FFF2-40B4-BE49-F238E27FC236}">
                  <a16:creationId xmlns:a16="http://schemas.microsoft.com/office/drawing/2014/main" id="{425C5413-9123-4CC7-AC6D-A94B0345C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3774" name="Oval 31">
              <a:extLst>
                <a:ext uri="{FF2B5EF4-FFF2-40B4-BE49-F238E27FC236}">
                  <a16:creationId xmlns:a16="http://schemas.microsoft.com/office/drawing/2014/main" id="{02DFDFE6-E059-4B08-A1A3-DBD9FCEF4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BE9CAE49-E94D-46C7-B853-47596692AD25}"/>
              </a:ext>
            </a:extLst>
          </p:cNvPr>
          <p:cNvGrpSpPr>
            <a:grpSpLocks/>
          </p:cNvGrpSpPr>
          <p:nvPr/>
        </p:nvGrpSpPr>
        <p:grpSpPr bwMode="auto">
          <a:xfrm>
            <a:off x="6334125" y="3497263"/>
            <a:ext cx="1414463" cy="1033462"/>
            <a:chOff x="3990" y="2203"/>
            <a:chExt cx="891" cy="651"/>
          </a:xfrm>
        </p:grpSpPr>
        <p:sp>
          <p:nvSpPr>
            <p:cNvPr id="73771" name="Line 33">
              <a:extLst>
                <a:ext uri="{FF2B5EF4-FFF2-40B4-BE49-F238E27FC236}">
                  <a16:creationId xmlns:a16="http://schemas.microsoft.com/office/drawing/2014/main" id="{2303B7F9-E411-43CE-869F-6B59D4FFC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3772" name="Oval 34">
              <a:extLst>
                <a:ext uri="{FF2B5EF4-FFF2-40B4-BE49-F238E27FC236}">
                  <a16:creationId xmlns:a16="http://schemas.microsoft.com/office/drawing/2014/main" id="{47B868A9-A1AF-4A87-A7A9-D4A50F32A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3757" name="Text Box 35">
            <a:extLst>
              <a:ext uri="{FF2B5EF4-FFF2-40B4-BE49-F238E27FC236}">
                <a16:creationId xmlns:a16="http://schemas.microsoft.com/office/drawing/2014/main" id="{F9F591C3-E88F-4AFF-82AF-337690557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1200150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8804" name="Line 36">
            <a:extLst>
              <a:ext uri="{FF2B5EF4-FFF2-40B4-BE49-F238E27FC236}">
                <a16:creationId xmlns:a16="http://schemas.microsoft.com/office/drawing/2014/main" id="{BDA5B417-F63F-4F7F-80D2-1EC6B6055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238" y="1289050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8805" name="Freeform 37">
            <a:extLst>
              <a:ext uri="{FF2B5EF4-FFF2-40B4-BE49-F238E27FC236}">
                <a16:creationId xmlns:a16="http://schemas.microsoft.com/office/drawing/2014/main" id="{B865E80F-5007-4B7D-A1FF-7CA00BC72D6D}"/>
              </a:ext>
            </a:extLst>
          </p:cNvPr>
          <p:cNvSpPr>
            <a:spLocks/>
          </p:cNvSpPr>
          <p:nvPr/>
        </p:nvSpPr>
        <p:spPr bwMode="auto">
          <a:xfrm>
            <a:off x="1011238" y="2006600"/>
            <a:ext cx="6697662" cy="3060700"/>
          </a:xfrm>
          <a:custGeom>
            <a:avLst/>
            <a:gdLst>
              <a:gd name="T0" fmla="*/ 0 w 4219"/>
              <a:gd name="T1" fmla="*/ 2147483646 h 1928"/>
              <a:gd name="T2" fmla="*/ 2147483646 w 4219"/>
              <a:gd name="T3" fmla="*/ 0 h 1928"/>
              <a:gd name="T4" fmla="*/ 2147483646 w 4219"/>
              <a:gd name="T5" fmla="*/ 2147483646 h 1928"/>
              <a:gd name="T6" fmla="*/ 2147483646 w 4219"/>
              <a:gd name="T7" fmla="*/ 2147483646 h 1928"/>
              <a:gd name="T8" fmla="*/ 0 60000 65536"/>
              <a:gd name="T9" fmla="*/ 0 60000 65536"/>
              <a:gd name="T10" fmla="*/ 0 60000 65536"/>
              <a:gd name="T11" fmla="*/ 0 60000 65536"/>
              <a:gd name="T12" fmla="*/ 0 w 4219"/>
              <a:gd name="T13" fmla="*/ 0 h 1928"/>
              <a:gd name="T14" fmla="*/ 4219 w 4219"/>
              <a:gd name="T15" fmla="*/ 1928 h 19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19" h="1928">
                <a:moveTo>
                  <a:pt x="0" y="10"/>
                </a:moveTo>
                <a:lnTo>
                  <a:pt x="1003" y="0"/>
                </a:lnTo>
                <a:lnTo>
                  <a:pt x="3387" y="1928"/>
                </a:lnTo>
                <a:lnTo>
                  <a:pt x="4219" y="1928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A33AEF95-0F09-4327-A191-DA986AFD60C2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73769" name="Line 39">
              <a:extLst>
                <a:ext uri="{FF2B5EF4-FFF2-40B4-BE49-F238E27FC236}">
                  <a16:creationId xmlns:a16="http://schemas.microsoft.com/office/drawing/2014/main" id="{7586A769-3A8C-4452-8646-F93771234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3770" name="Oval 40">
              <a:extLst>
                <a:ext uri="{FF2B5EF4-FFF2-40B4-BE49-F238E27FC236}">
                  <a16:creationId xmlns:a16="http://schemas.microsoft.com/office/drawing/2014/main" id="{2A077617-6385-4AC5-B5D8-69C09FFDA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88809" name="Oval 41">
            <a:extLst>
              <a:ext uri="{FF2B5EF4-FFF2-40B4-BE49-F238E27FC236}">
                <a16:creationId xmlns:a16="http://schemas.microsoft.com/office/drawing/2014/main" id="{05F65045-69A7-4C7C-A386-2C2D5FC67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222500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8810" name="Line 42">
            <a:extLst>
              <a:ext uri="{FF2B5EF4-FFF2-40B4-BE49-F238E27FC236}">
                <a16:creationId xmlns:a16="http://schemas.microsoft.com/office/drawing/2014/main" id="{F2FD5FF4-0940-4CD9-8118-2005DDB84A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1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8811" name="Freeform 43">
            <a:extLst>
              <a:ext uri="{FF2B5EF4-FFF2-40B4-BE49-F238E27FC236}">
                <a16:creationId xmlns:a16="http://schemas.microsoft.com/office/drawing/2014/main" id="{8B68C59F-2ABB-4E19-B9E7-AD40E95D8293}"/>
              </a:ext>
            </a:extLst>
          </p:cNvPr>
          <p:cNvSpPr>
            <a:spLocks/>
          </p:cNvSpPr>
          <p:nvPr/>
        </p:nvSpPr>
        <p:spPr bwMode="auto">
          <a:xfrm>
            <a:off x="1155700" y="3886200"/>
            <a:ext cx="6667500" cy="2260600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id="{EE50A4A7-3AD5-43FF-9F61-D10B22AA58ED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73767" name="Line 45">
              <a:extLst>
                <a:ext uri="{FF2B5EF4-FFF2-40B4-BE49-F238E27FC236}">
                  <a16:creationId xmlns:a16="http://schemas.microsoft.com/office/drawing/2014/main" id="{D5FF5F11-9ACC-4B09-8199-8727E36C9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3768" name="Oval 46">
              <a:extLst>
                <a:ext uri="{FF2B5EF4-FFF2-40B4-BE49-F238E27FC236}">
                  <a16:creationId xmlns:a16="http://schemas.microsoft.com/office/drawing/2014/main" id="{52931390-7D7D-4EDD-94E0-D5C9D4710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88815" name="Oval 47">
            <a:extLst>
              <a:ext uri="{FF2B5EF4-FFF2-40B4-BE49-F238E27FC236}">
                <a16:creationId xmlns:a16="http://schemas.microsoft.com/office/drawing/2014/main" id="{DAA6B692-97C9-417C-AD32-9CCF646C9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3" y="2227263"/>
            <a:ext cx="985837" cy="9620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3766" name="Text Box 48">
            <a:extLst>
              <a:ext uri="{FF2B5EF4-FFF2-40B4-BE49-F238E27FC236}">
                <a16:creationId xmlns:a16="http://schemas.microsoft.com/office/drawing/2014/main" id="{1EF39F18-ABC6-466F-8DFF-256C92719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38544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8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8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288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9" grpId="0" animBg="1"/>
      <p:bldP spid="288815" grpId="0" animBg="1"/>
      <p:bldP spid="288815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92029349-E7A0-4655-8013-275CB251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75779" name="Slide Number Placeholder 4">
            <a:extLst>
              <a:ext uri="{FF2B5EF4-FFF2-40B4-BE49-F238E27FC236}">
                <a16:creationId xmlns:a16="http://schemas.microsoft.com/office/drawing/2014/main" id="{347EC17F-569C-4FFB-A300-6370434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A5BD9DD4-3187-43D6-9E3A-BB969414F3C7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5780" name="Rectangle 2">
            <a:extLst>
              <a:ext uri="{FF2B5EF4-FFF2-40B4-BE49-F238E27FC236}">
                <a16:creationId xmlns:a16="http://schemas.microsoft.com/office/drawing/2014/main" id="{61807D6F-7A47-4D3A-9CDE-5A01E59E6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185738"/>
            <a:ext cx="7772400" cy="885825"/>
          </a:xfrm>
        </p:spPr>
        <p:txBody>
          <a:bodyPr/>
          <a:lstStyle/>
          <a:p>
            <a:r>
              <a:rPr lang="en-US" altLang="zh-TW" sz="4000"/>
              <a:t>rdt2.0: error scenario</a:t>
            </a:r>
            <a:endParaRPr lang="en-US" altLang="zh-TW"/>
          </a:p>
        </p:txBody>
      </p:sp>
      <p:sp>
        <p:nvSpPr>
          <p:cNvPr id="75781" name="Oval 3">
            <a:extLst>
              <a:ext uri="{FF2B5EF4-FFF2-40B4-BE49-F238E27FC236}">
                <a16:creationId xmlns:a16="http://schemas.microsoft.com/office/drawing/2014/main" id="{22870CC3-FB0E-46BA-8CBC-E535AC3BE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22098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782" name="Text Box 4">
            <a:extLst>
              <a:ext uri="{FF2B5EF4-FFF2-40B4-BE49-F238E27FC236}">
                <a16:creationId xmlns:a16="http://schemas.microsoft.com/office/drawing/2014/main" id="{44ED7489-B4E1-4B9A-BACE-3F08D39DB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Wait for call from above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3" name="Text Box 5">
            <a:extLst>
              <a:ext uri="{FF2B5EF4-FFF2-40B4-BE49-F238E27FC236}">
                <a16:creationId xmlns:a16="http://schemas.microsoft.com/office/drawing/2014/main" id="{1D3D1279-51B4-440D-BBBC-119661541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snkpkt = make_pkt(data,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4" name="Line 6">
            <a:extLst>
              <a:ext uri="{FF2B5EF4-FFF2-40B4-BE49-F238E27FC236}">
                <a16:creationId xmlns:a16="http://schemas.microsoft.com/office/drawing/2014/main" id="{BBBFA676-B716-47D3-A558-3541643ED7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85" name="Text Box 7">
            <a:extLst>
              <a:ext uri="{FF2B5EF4-FFF2-40B4-BE49-F238E27FC236}">
                <a16:creationId xmlns:a16="http://schemas.microsoft.com/office/drawing/2014/main" id="{3AF94A91-4ECE-4BA5-873E-0D2348C0A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838" y="5314950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extract(rcvpkt,data)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deliver_data(data)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udt_send(ACK)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6" name="Text Box 8">
            <a:extLst>
              <a:ext uri="{FF2B5EF4-FFF2-40B4-BE49-F238E27FC236}">
                <a16:creationId xmlns:a16="http://schemas.microsoft.com/office/drawing/2014/main" id="{D3F0A971-F0EB-4EC9-B34C-FA8AAE266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3" y="4781550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notcorrupt(rcvpkt)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7" name="Line 9">
            <a:extLst>
              <a:ext uri="{FF2B5EF4-FFF2-40B4-BE49-F238E27FC236}">
                <a16:creationId xmlns:a16="http://schemas.microsoft.com/office/drawing/2014/main" id="{89F19348-014D-4BFE-A72D-484EAA432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9850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88" name="Freeform 10">
            <a:extLst>
              <a:ext uri="{FF2B5EF4-FFF2-40B4-BE49-F238E27FC236}">
                <a16:creationId xmlns:a16="http://schemas.microsoft.com/office/drawing/2014/main" id="{9C41E702-7C07-4213-9BC9-E8AC8A941B4F}"/>
              </a:ext>
            </a:extLst>
          </p:cNvPr>
          <p:cNvSpPr>
            <a:spLocks/>
          </p:cNvSpPr>
          <p:nvPr/>
        </p:nvSpPr>
        <p:spPr bwMode="auto">
          <a:xfrm flipV="1">
            <a:off x="1057275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89" name="Freeform 11">
            <a:extLst>
              <a:ext uri="{FF2B5EF4-FFF2-40B4-BE49-F238E27FC236}">
                <a16:creationId xmlns:a16="http://schemas.microsoft.com/office/drawing/2014/main" id="{4B0DF877-3494-434A-A770-D1B0E15A7A41}"/>
              </a:ext>
            </a:extLst>
          </p:cNvPr>
          <p:cNvSpPr>
            <a:spLocks/>
          </p:cNvSpPr>
          <p:nvPr/>
        </p:nvSpPr>
        <p:spPr bwMode="auto">
          <a:xfrm>
            <a:off x="1104900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90" name="Text Box 12">
            <a:extLst>
              <a:ext uri="{FF2B5EF4-FFF2-40B4-BE49-F238E27FC236}">
                <a16:creationId xmlns:a16="http://schemas.microsoft.com/office/drawing/2014/main" id="{5B4A3F20-047A-4DAD-A799-B890ED275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isACK(rcvpkt)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1" name="Line 13">
            <a:extLst>
              <a:ext uri="{FF2B5EF4-FFF2-40B4-BE49-F238E27FC236}">
                <a16:creationId xmlns:a16="http://schemas.microsoft.com/office/drawing/2014/main" id="{8CDF4915-1151-4029-B811-9F9E2140B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3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92" name="Freeform 14">
            <a:extLst>
              <a:ext uri="{FF2B5EF4-FFF2-40B4-BE49-F238E27FC236}">
                <a16:creationId xmlns:a16="http://schemas.microsoft.com/office/drawing/2014/main" id="{F2943A7F-2686-4FF3-9F1B-4C3D1393FD42}"/>
              </a:ext>
            </a:extLst>
          </p:cNvPr>
          <p:cNvSpPr>
            <a:spLocks/>
          </p:cNvSpPr>
          <p:nvPr/>
        </p:nvSpPr>
        <p:spPr bwMode="auto">
          <a:xfrm>
            <a:off x="3252788" y="2286000"/>
            <a:ext cx="466725" cy="893763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93" name="Text Box 15">
            <a:extLst>
              <a:ext uri="{FF2B5EF4-FFF2-40B4-BE49-F238E27FC236}">
                <a16:creationId xmlns:a16="http://schemas.microsoft.com/office/drawing/2014/main" id="{21E98E4B-92CC-4604-BA67-5AE5DDCEF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4" name="Text Box 16">
            <a:extLst>
              <a:ext uri="{FF2B5EF4-FFF2-40B4-BE49-F238E27FC236}">
                <a16:creationId xmlns:a16="http://schemas.microsoft.com/office/drawing/2014/main" id="{E47693D2-FB34-429C-9733-F9FFC3AE5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1925638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  isNAK(rcvpkt)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5" name="Line 17">
            <a:extLst>
              <a:ext uri="{FF2B5EF4-FFF2-40B4-BE49-F238E27FC236}">
                <a16:creationId xmlns:a16="http://schemas.microsoft.com/office/drawing/2014/main" id="{12687576-A4C6-45F6-B771-89AC0A0F9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6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5796" name="Group 18">
            <a:extLst>
              <a:ext uri="{FF2B5EF4-FFF2-40B4-BE49-F238E27FC236}">
                <a16:creationId xmlns:a16="http://schemas.microsoft.com/office/drawing/2014/main" id="{CAF4A12F-A13C-4EEF-87B8-A56CE45C2E61}"/>
              </a:ext>
            </a:extLst>
          </p:cNvPr>
          <p:cNvGrpSpPr>
            <a:grpSpLocks/>
          </p:cNvGrpSpPr>
          <p:nvPr/>
        </p:nvGrpSpPr>
        <p:grpSpPr bwMode="auto">
          <a:xfrm>
            <a:off x="6573838" y="2352675"/>
            <a:ext cx="1924050" cy="858838"/>
            <a:chOff x="2222" y="2660"/>
            <a:chExt cx="1212" cy="541"/>
          </a:xfrm>
        </p:grpSpPr>
        <p:sp>
          <p:nvSpPr>
            <p:cNvPr id="75829" name="Text Box 19">
              <a:extLst>
                <a:ext uri="{FF2B5EF4-FFF2-40B4-BE49-F238E27FC236}">
                  <a16:creationId xmlns:a16="http://schemas.microsoft.com/office/drawing/2014/main" id="{BB43E329-33A1-4A89-AF2B-472D3E5283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udt_send(</a:t>
              </a:r>
              <a:r>
                <a:rPr lang="en-US" altLang="zh-TW" sz="1600">
                  <a:solidFill>
                    <a:srgbClr val="0070C0"/>
                  </a:solidFill>
                  <a:latin typeface="Arial" panose="020B0604020202020204" pitchFamily="34" charset="0"/>
                </a:rPr>
                <a:t>NAK</a:t>
              </a: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0" name="Text Box 20">
              <a:extLst>
                <a:ext uri="{FF2B5EF4-FFF2-40B4-BE49-F238E27FC236}">
                  <a16:creationId xmlns:a16="http://schemas.microsoft.com/office/drawing/2014/main" id="{B699D415-4BDC-44E9-8BAA-F4B124CDC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rdt_rcv(rcvpkt) &amp;&amp;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  corrupt(rcvpkt)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5831" name="Line 21">
              <a:extLst>
                <a:ext uri="{FF2B5EF4-FFF2-40B4-BE49-F238E27FC236}">
                  <a16:creationId xmlns:a16="http://schemas.microsoft.com/office/drawing/2014/main" id="{6862DC3C-FA65-4CE0-8BDE-4A6A74C46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75797" name="Group 22">
            <a:extLst>
              <a:ext uri="{FF2B5EF4-FFF2-40B4-BE49-F238E27FC236}">
                <a16:creationId xmlns:a16="http://schemas.microsoft.com/office/drawing/2014/main" id="{029F1700-D26F-44B1-B68B-4B975AFF3175}"/>
              </a:ext>
            </a:extLst>
          </p:cNvPr>
          <p:cNvGrpSpPr>
            <a:grpSpLocks/>
          </p:cNvGrpSpPr>
          <p:nvPr/>
        </p:nvGrpSpPr>
        <p:grpSpPr bwMode="auto">
          <a:xfrm>
            <a:off x="2292350" y="2222500"/>
            <a:ext cx="1074738" cy="962025"/>
            <a:chOff x="1540" y="2116"/>
            <a:chExt cx="677" cy="606"/>
          </a:xfrm>
        </p:grpSpPr>
        <p:sp>
          <p:nvSpPr>
            <p:cNvPr id="75827" name="Oval 23">
              <a:extLst>
                <a:ext uri="{FF2B5EF4-FFF2-40B4-BE49-F238E27FC236}">
                  <a16:creationId xmlns:a16="http://schemas.microsoft.com/office/drawing/2014/main" id="{C1F9936A-EABB-4FEE-8FB7-2FA11CCE3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5828" name="Text Box 24">
              <a:extLst>
                <a:ext uri="{FF2B5EF4-FFF2-40B4-BE49-F238E27FC236}">
                  <a16:creationId xmlns:a16="http://schemas.microsoft.com/office/drawing/2014/main" id="{4A5C22B1-2356-45D5-AB9C-9C503FE6F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Wait for ACK or NAK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5798" name="Freeform 25">
            <a:extLst>
              <a:ext uri="{FF2B5EF4-FFF2-40B4-BE49-F238E27FC236}">
                <a16:creationId xmlns:a16="http://schemas.microsoft.com/office/drawing/2014/main" id="{F39F492D-6224-4F92-AE53-69E29461974B}"/>
              </a:ext>
            </a:extLst>
          </p:cNvPr>
          <p:cNvSpPr>
            <a:spLocks/>
          </p:cNvSpPr>
          <p:nvPr/>
        </p:nvSpPr>
        <p:spPr bwMode="auto">
          <a:xfrm>
            <a:off x="6672263" y="3148013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799" name="Oval 26">
            <a:extLst>
              <a:ext uri="{FF2B5EF4-FFF2-40B4-BE49-F238E27FC236}">
                <a16:creationId xmlns:a16="http://schemas.microsoft.com/office/drawing/2014/main" id="{71562FF1-C896-4D4F-B7AC-EDE05F395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338" y="3568700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5800" name="Text Box 27">
            <a:extLst>
              <a:ext uri="{FF2B5EF4-FFF2-40B4-BE49-F238E27FC236}">
                <a16:creationId xmlns:a16="http://schemas.microsoft.com/office/drawing/2014/main" id="{1AF39A37-E11B-4F71-B474-5DFAE85E3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025" y="36528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Wait for call from below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1" name="Freeform 28">
            <a:extLst>
              <a:ext uri="{FF2B5EF4-FFF2-40B4-BE49-F238E27FC236}">
                <a16:creationId xmlns:a16="http://schemas.microsoft.com/office/drawing/2014/main" id="{FB2E6A60-ECC7-48C7-B035-D91D4C067385}"/>
              </a:ext>
            </a:extLst>
          </p:cNvPr>
          <p:cNvSpPr>
            <a:spLocks/>
          </p:cNvSpPr>
          <p:nvPr/>
        </p:nvSpPr>
        <p:spPr bwMode="auto">
          <a:xfrm flipV="1">
            <a:off x="6684963" y="4464050"/>
            <a:ext cx="12573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id="{8D32AFF2-75C1-402E-BDD0-3F438D027093}"/>
              </a:ext>
            </a:extLst>
          </p:cNvPr>
          <p:cNvGrpSpPr>
            <a:grpSpLocks/>
          </p:cNvGrpSpPr>
          <p:nvPr/>
        </p:nvGrpSpPr>
        <p:grpSpPr bwMode="auto">
          <a:xfrm>
            <a:off x="349250" y="2166938"/>
            <a:ext cx="1333500" cy="1004887"/>
            <a:chOff x="220" y="1365"/>
            <a:chExt cx="840" cy="633"/>
          </a:xfrm>
        </p:grpSpPr>
        <p:sp>
          <p:nvSpPr>
            <p:cNvPr id="75825" name="Line 30">
              <a:extLst>
                <a:ext uri="{FF2B5EF4-FFF2-40B4-BE49-F238E27FC236}">
                  <a16:creationId xmlns:a16="http://schemas.microsoft.com/office/drawing/2014/main" id="{529AF855-C5B6-425D-8FEC-A1D85ED2E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5826" name="Oval 31">
              <a:extLst>
                <a:ext uri="{FF2B5EF4-FFF2-40B4-BE49-F238E27FC236}">
                  <a16:creationId xmlns:a16="http://schemas.microsoft.com/office/drawing/2014/main" id="{05C27B15-2B74-4D19-853C-39EE824C3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6B86AA9C-30D6-48CC-B4C1-68B2E79C1C46}"/>
              </a:ext>
            </a:extLst>
          </p:cNvPr>
          <p:cNvGrpSpPr>
            <a:grpSpLocks/>
          </p:cNvGrpSpPr>
          <p:nvPr/>
        </p:nvGrpSpPr>
        <p:grpSpPr bwMode="auto">
          <a:xfrm>
            <a:off x="6334125" y="3497263"/>
            <a:ext cx="1414463" cy="1033462"/>
            <a:chOff x="3990" y="2203"/>
            <a:chExt cx="891" cy="651"/>
          </a:xfrm>
        </p:grpSpPr>
        <p:sp>
          <p:nvSpPr>
            <p:cNvPr id="75823" name="Line 33">
              <a:extLst>
                <a:ext uri="{FF2B5EF4-FFF2-40B4-BE49-F238E27FC236}">
                  <a16:creationId xmlns:a16="http://schemas.microsoft.com/office/drawing/2014/main" id="{0F7705DE-5BA8-4C87-B566-4E4C5863D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5824" name="Oval 34">
              <a:extLst>
                <a:ext uri="{FF2B5EF4-FFF2-40B4-BE49-F238E27FC236}">
                  <a16:creationId xmlns:a16="http://schemas.microsoft.com/office/drawing/2014/main" id="{0669A606-AF84-4E25-953D-6AB6EDC05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75804" name="Text Box 35">
            <a:extLst>
              <a:ext uri="{FF2B5EF4-FFF2-40B4-BE49-F238E27FC236}">
                <a16:creationId xmlns:a16="http://schemas.microsoft.com/office/drawing/2014/main" id="{AE5A3FEA-F146-458C-A48C-67BFF29C7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1200150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9828" name="Line 36">
            <a:extLst>
              <a:ext uri="{FF2B5EF4-FFF2-40B4-BE49-F238E27FC236}">
                <a16:creationId xmlns:a16="http://schemas.microsoft.com/office/drawing/2014/main" id="{54E109A4-9623-4099-9094-793FE31045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238" y="1289050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9829" name="Freeform 37">
            <a:extLst>
              <a:ext uri="{FF2B5EF4-FFF2-40B4-BE49-F238E27FC236}">
                <a16:creationId xmlns:a16="http://schemas.microsoft.com/office/drawing/2014/main" id="{7C0DCC4B-344A-4A3E-B8C9-9F9DC11FFF7A}"/>
              </a:ext>
            </a:extLst>
          </p:cNvPr>
          <p:cNvSpPr>
            <a:spLocks/>
          </p:cNvSpPr>
          <p:nvPr/>
        </p:nvSpPr>
        <p:spPr bwMode="auto">
          <a:xfrm>
            <a:off x="1011238" y="2006600"/>
            <a:ext cx="6940550" cy="654050"/>
          </a:xfrm>
          <a:custGeom>
            <a:avLst/>
            <a:gdLst>
              <a:gd name="T0" fmla="*/ 0 w 4372"/>
              <a:gd name="T1" fmla="*/ 2147483646 h 412"/>
              <a:gd name="T2" fmla="*/ 2147483646 w 4372"/>
              <a:gd name="T3" fmla="*/ 0 h 412"/>
              <a:gd name="T4" fmla="*/ 2147483646 w 4372"/>
              <a:gd name="T5" fmla="*/ 2147483646 h 412"/>
              <a:gd name="T6" fmla="*/ 2147483646 w 4372"/>
              <a:gd name="T7" fmla="*/ 2147483646 h 412"/>
              <a:gd name="T8" fmla="*/ 0 60000 65536"/>
              <a:gd name="T9" fmla="*/ 0 60000 65536"/>
              <a:gd name="T10" fmla="*/ 0 60000 65536"/>
              <a:gd name="T11" fmla="*/ 0 60000 65536"/>
              <a:gd name="T12" fmla="*/ 0 w 4372"/>
              <a:gd name="T13" fmla="*/ 0 h 412"/>
              <a:gd name="T14" fmla="*/ 4372 w 4372"/>
              <a:gd name="T15" fmla="*/ 412 h 4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72" h="412">
                <a:moveTo>
                  <a:pt x="0" y="10"/>
                </a:moveTo>
                <a:lnTo>
                  <a:pt x="1003" y="0"/>
                </a:lnTo>
                <a:lnTo>
                  <a:pt x="3508" y="412"/>
                </a:lnTo>
                <a:lnTo>
                  <a:pt x="4372" y="412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id="{F7667DB4-6D02-4AF3-9E8A-AD0A44194F50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75821" name="Line 39">
              <a:extLst>
                <a:ext uri="{FF2B5EF4-FFF2-40B4-BE49-F238E27FC236}">
                  <a16:creationId xmlns:a16="http://schemas.microsoft.com/office/drawing/2014/main" id="{5FB6B302-D9E2-4AED-9091-51A2259E3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5822" name="Oval 40">
              <a:extLst>
                <a:ext uri="{FF2B5EF4-FFF2-40B4-BE49-F238E27FC236}">
                  <a16:creationId xmlns:a16="http://schemas.microsoft.com/office/drawing/2014/main" id="{5EED14DE-1371-42ED-BD96-5400207C0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89833" name="Oval 41">
            <a:extLst>
              <a:ext uri="{FF2B5EF4-FFF2-40B4-BE49-F238E27FC236}">
                <a16:creationId xmlns:a16="http://schemas.microsoft.com/office/drawing/2014/main" id="{3686F8B6-E64A-4513-B60C-85B4C4164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2222500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9834" name="Line 42">
            <a:extLst>
              <a:ext uri="{FF2B5EF4-FFF2-40B4-BE49-F238E27FC236}">
                <a16:creationId xmlns:a16="http://schemas.microsoft.com/office/drawing/2014/main" id="{9C7C71D0-CBF2-476C-A52B-F892AE5C3B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61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9835" name="Freeform 43">
            <a:extLst>
              <a:ext uri="{FF2B5EF4-FFF2-40B4-BE49-F238E27FC236}">
                <a16:creationId xmlns:a16="http://schemas.microsoft.com/office/drawing/2014/main" id="{18260CD1-9982-4949-9FB8-E6972BC8FE07}"/>
              </a:ext>
            </a:extLst>
          </p:cNvPr>
          <p:cNvSpPr>
            <a:spLocks/>
          </p:cNvSpPr>
          <p:nvPr/>
        </p:nvSpPr>
        <p:spPr bwMode="auto">
          <a:xfrm>
            <a:off x="1155700" y="3886200"/>
            <a:ext cx="6667500" cy="2260600"/>
          </a:xfrm>
          <a:custGeom>
            <a:avLst/>
            <a:gdLst>
              <a:gd name="T0" fmla="*/ 2147483646 w 4200"/>
              <a:gd name="T1" fmla="*/ 2147483646 h 1424"/>
              <a:gd name="T2" fmla="*/ 2147483646 w 4200"/>
              <a:gd name="T3" fmla="*/ 2147483646 h 1424"/>
              <a:gd name="T4" fmla="*/ 2147483646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id="{1CE78900-CB4A-46FD-B482-ADFF9E5BE288}"/>
              </a:ext>
            </a:extLst>
          </p:cNvPr>
          <p:cNvGrpSpPr>
            <a:grpSpLocks/>
          </p:cNvGrpSpPr>
          <p:nvPr/>
        </p:nvGrpSpPr>
        <p:grpSpPr bwMode="auto">
          <a:xfrm>
            <a:off x="347663" y="2166938"/>
            <a:ext cx="1333500" cy="1004887"/>
            <a:chOff x="220" y="1365"/>
            <a:chExt cx="840" cy="633"/>
          </a:xfrm>
        </p:grpSpPr>
        <p:sp>
          <p:nvSpPr>
            <p:cNvPr id="75819" name="Line 45">
              <a:extLst>
                <a:ext uri="{FF2B5EF4-FFF2-40B4-BE49-F238E27FC236}">
                  <a16:creationId xmlns:a16="http://schemas.microsoft.com/office/drawing/2014/main" id="{62A18151-6AB6-4D4C-851F-60F6ACA90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75820" name="Oval 46">
              <a:extLst>
                <a:ext uri="{FF2B5EF4-FFF2-40B4-BE49-F238E27FC236}">
                  <a16:creationId xmlns:a16="http://schemas.microsoft.com/office/drawing/2014/main" id="{835399AD-E080-4061-A636-3193CF40D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289839" name="Oval 47">
            <a:extLst>
              <a:ext uri="{FF2B5EF4-FFF2-40B4-BE49-F238E27FC236}">
                <a16:creationId xmlns:a16="http://schemas.microsoft.com/office/drawing/2014/main" id="{4E5C6DEC-DF3F-4FCC-A755-DFB5E0009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863" y="2227263"/>
            <a:ext cx="985837" cy="9620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9840" name="Line 48">
            <a:extLst>
              <a:ext uri="{FF2B5EF4-FFF2-40B4-BE49-F238E27FC236}">
                <a16:creationId xmlns:a16="http://schemas.microsoft.com/office/drawing/2014/main" id="{4B97B09C-8C69-4512-91EB-B99C18EEBE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493963"/>
            <a:ext cx="0" cy="8175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9841" name="Freeform 49">
            <a:extLst>
              <a:ext uri="{FF2B5EF4-FFF2-40B4-BE49-F238E27FC236}">
                <a16:creationId xmlns:a16="http://schemas.microsoft.com/office/drawing/2014/main" id="{4DCFB2DA-FBC3-4303-87B2-4089A848DC7A}"/>
              </a:ext>
            </a:extLst>
          </p:cNvPr>
          <p:cNvSpPr>
            <a:spLocks/>
          </p:cNvSpPr>
          <p:nvPr/>
        </p:nvSpPr>
        <p:spPr bwMode="auto">
          <a:xfrm>
            <a:off x="3657600" y="2216150"/>
            <a:ext cx="4378325" cy="1025525"/>
          </a:xfrm>
          <a:custGeom>
            <a:avLst/>
            <a:gdLst>
              <a:gd name="T0" fmla="*/ 2147483646 w 2758"/>
              <a:gd name="T1" fmla="*/ 2147483646 h 646"/>
              <a:gd name="T2" fmla="*/ 2147483646 w 2758"/>
              <a:gd name="T3" fmla="*/ 2147483646 h 646"/>
              <a:gd name="T4" fmla="*/ 2147483646 w 2758"/>
              <a:gd name="T5" fmla="*/ 0 h 646"/>
              <a:gd name="T6" fmla="*/ 0 w 2758"/>
              <a:gd name="T7" fmla="*/ 0 h 646"/>
              <a:gd name="T8" fmla="*/ 0 60000 65536"/>
              <a:gd name="T9" fmla="*/ 0 60000 65536"/>
              <a:gd name="T10" fmla="*/ 0 60000 65536"/>
              <a:gd name="T11" fmla="*/ 0 60000 65536"/>
              <a:gd name="T12" fmla="*/ 0 w 2758"/>
              <a:gd name="T13" fmla="*/ 0 h 646"/>
              <a:gd name="T14" fmla="*/ 2758 w 2758"/>
              <a:gd name="T15" fmla="*/ 646 h 6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58" h="646">
                <a:moveTo>
                  <a:pt x="2758" y="646"/>
                </a:moveTo>
                <a:lnTo>
                  <a:pt x="1763" y="629"/>
                </a:lnTo>
                <a:lnTo>
                  <a:pt x="1039" y="0"/>
                </a:ln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9842" name="Line 50">
            <a:extLst>
              <a:ext uri="{FF2B5EF4-FFF2-40B4-BE49-F238E27FC236}">
                <a16:creationId xmlns:a16="http://schemas.microsoft.com/office/drawing/2014/main" id="{E6357777-4014-454C-910C-D2E2672CF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2090738"/>
            <a:ext cx="0" cy="8461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89843" name="Freeform 51">
            <a:extLst>
              <a:ext uri="{FF2B5EF4-FFF2-40B4-BE49-F238E27FC236}">
                <a16:creationId xmlns:a16="http://schemas.microsoft.com/office/drawing/2014/main" id="{FEE8EBAC-CC4C-4A87-95C9-0096BA735513}"/>
              </a:ext>
            </a:extLst>
          </p:cNvPr>
          <p:cNvSpPr>
            <a:spLocks/>
          </p:cNvSpPr>
          <p:nvPr/>
        </p:nvSpPr>
        <p:spPr bwMode="auto">
          <a:xfrm>
            <a:off x="3643313" y="2951163"/>
            <a:ext cx="4073525" cy="2133600"/>
          </a:xfrm>
          <a:custGeom>
            <a:avLst/>
            <a:gdLst>
              <a:gd name="T0" fmla="*/ 0 w 2566"/>
              <a:gd name="T1" fmla="*/ 0 h 1344"/>
              <a:gd name="T2" fmla="*/ 2147483646 w 2566"/>
              <a:gd name="T3" fmla="*/ 0 h 1344"/>
              <a:gd name="T4" fmla="*/ 2147483646 w 2566"/>
              <a:gd name="T5" fmla="*/ 2147483646 h 1344"/>
              <a:gd name="T6" fmla="*/ 2147483646 w 2566"/>
              <a:gd name="T7" fmla="*/ 2147483646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2566"/>
              <a:gd name="T13" fmla="*/ 0 h 1344"/>
              <a:gd name="T14" fmla="*/ 2566 w 256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66" h="1344">
                <a:moveTo>
                  <a:pt x="0" y="0"/>
                </a:moveTo>
                <a:lnTo>
                  <a:pt x="1013" y="0"/>
                </a:lnTo>
                <a:lnTo>
                  <a:pt x="1650" y="1344"/>
                </a:lnTo>
                <a:lnTo>
                  <a:pt x="2566" y="1344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5817" name="Text Box 52">
            <a:extLst>
              <a:ext uri="{FF2B5EF4-FFF2-40B4-BE49-F238E27FC236}">
                <a16:creationId xmlns:a16="http://schemas.microsoft.com/office/drawing/2014/main" id="{0C12AAF7-20A8-4692-A881-ED5FFC29F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386873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pic>
        <p:nvPicPr>
          <p:cNvPr id="75818" name="Picture 53" descr="underline_base">
            <a:extLst>
              <a:ext uri="{FF2B5EF4-FFF2-40B4-BE49-F238E27FC236}">
                <a16:creationId xmlns:a16="http://schemas.microsoft.com/office/drawing/2014/main" id="{4D9C054B-1252-4CAC-8996-DCAE35A8DF0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8" y="847725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9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9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9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289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898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9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89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28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33" grpId="0" animBg="1"/>
      <p:bldP spid="289839" grpId="0" animBg="1"/>
      <p:bldP spid="289839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5">
            <a:extLst>
              <a:ext uri="{FF2B5EF4-FFF2-40B4-BE49-F238E27FC236}">
                <a16:creationId xmlns:a16="http://schemas.microsoft.com/office/drawing/2014/main" id="{DD3E99B3-2664-43D7-B070-6AD1F8AE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77827" name="Slide Number Placeholder 6">
            <a:extLst>
              <a:ext uri="{FF2B5EF4-FFF2-40B4-BE49-F238E27FC236}">
                <a16:creationId xmlns:a16="http://schemas.microsoft.com/office/drawing/2014/main" id="{FCBBBEA6-A6CB-401A-A6A9-77E5E02D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128FF812-11A9-4424-B26B-AAA9358F7AFC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7E57EB30-79DF-46AF-A60E-B1C529571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185738"/>
            <a:ext cx="7772400" cy="1019175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rdt2.0 has a fatal flaw!</a:t>
            </a:r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5E6C9243-15CE-49B3-8AEC-8BD1CC3067B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1589088"/>
            <a:ext cx="3810000" cy="46482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what happens if ACK/NAK corrupted?</a:t>
            </a:r>
          </a:p>
          <a:p>
            <a:pPr>
              <a:lnSpc>
                <a:spcPct val="80000"/>
              </a:lnSpc>
            </a:pPr>
            <a:r>
              <a:rPr lang="en-US" altLang="zh-TW" sz="2400" dirty="0"/>
              <a:t>sender </a:t>
            </a:r>
            <a:r>
              <a:rPr lang="en-US" altLang="zh-TW" sz="2400" dirty="0" err="1"/>
              <a:t>doesn</a:t>
            </a:r>
            <a:r>
              <a:rPr lang="ja-JP" altLang="en-US" sz="2400" dirty="0"/>
              <a:t>’</a:t>
            </a:r>
            <a:r>
              <a:rPr lang="en-US" altLang="ja-JP" sz="2400" dirty="0"/>
              <a:t>t know what happened at receiver!</a:t>
            </a:r>
          </a:p>
          <a:p>
            <a:pPr>
              <a:lnSpc>
                <a:spcPct val="80000"/>
              </a:lnSpc>
            </a:pPr>
            <a:r>
              <a:rPr lang="en-US" altLang="zh-TW" sz="2400" dirty="0">
                <a:solidFill>
                  <a:srgbClr val="0070C0"/>
                </a:solidFill>
              </a:rPr>
              <a:t>can</a:t>
            </a:r>
            <a:r>
              <a:rPr lang="ja-JP" altLang="en-US" sz="2400" dirty="0">
                <a:solidFill>
                  <a:srgbClr val="0070C0"/>
                </a:solidFill>
              </a:rPr>
              <a:t>’</a:t>
            </a:r>
            <a:r>
              <a:rPr lang="en-US" altLang="ja-JP" sz="2400" dirty="0">
                <a:solidFill>
                  <a:srgbClr val="0070C0"/>
                </a:solidFill>
              </a:rPr>
              <a:t>t just retransmit </a:t>
            </a:r>
            <a:r>
              <a:rPr lang="en-US" altLang="ja-JP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ja-JP" sz="2400" dirty="0">
                <a:solidFill>
                  <a:srgbClr val="0070C0"/>
                </a:solidFill>
              </a:rPr>
              <a:t> possible </a:t>
            </a:r>
            <a:r>
              <a:rPr lang="en-US" altLang="ja-JP" sz="2400" u="sng" dirty="0">
                <a:solidFill>
                  <a:srgbClr val="0070C0"/>
                </a:solidFill>
              </a:rPr>
              <a:t>duplicate</a:t>
            </a:r>
            <a:endParaRPr lang="en-US" altLang="ja-JP" u="sng" dirty="0">
              <a:solidFill>
                <a:srgbClr val="0070C0"/>
              </a:solidFill>
            </a:endParaRPr>
          </a:p>
          <a:p>
            <a:pPr>
              <a:lnSpc>
                <a:spcPct val="80000"/>
              </a:lnSpc>
              <a:spcBef>
                <a:spcPct val="60000"/>
              </a:spcBef>
              <a:buFont typeface="Wingdings" panose="05000000000000000000" pitchFamily="2" charset="2"/>
              <a:buNone/>
            </a:pPr>
            <a:endParaRPr lang="en-US" altLang="zh-TW" sz="2400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zh-TW" dirty="0"/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zh-TW" dirty="0"/>
          </a:p>
        </p:txBody>
      </p:sp>
      <p:sp>
        <p:nvSpPr>
          <p:cNvPr id="347140" name="Rectangle 4">
            <a:extLst>
              <a:ext uri="{FF2B5EF4-FFF2-40B4-BE49-F238E27FC236}">
                <a16:creationId xmlns:a16="http://schemas.microsoft.com/office/drawing/2014/main" id="{94E736F6-7D49-4300-9C88-D7F2D963568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3810000" cy="25622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3200" dirty="0">
                <a:solidFill>
                  <a:srgbClr val="C00000"/>
                </a:solidFill>
              </a:rPr>
              <a:t>handling duplicates: 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sender retransmits current pkt if ACK/NAK corrupted</a:t>
            </a:r>
          </a:p>
          <a:p>
            <a:r>
              <a:rPr lang="en-US" altLang="zh-TW" sz="2400" b="1" dirty="0">
                <a:solidFill>
                  <a:srgbClr val="FF0000"/>
                </a:solidFill>
              </a:rPr>
              <a:t>sender adds </a:t>
            </a:r>
            <a:r>
              <a:rPr lang="en-US" altLang="zh-TW" sz="2400" b="1" i="1" u="sng" dirty="0">
                <a:solidFill>
                  <a:srgbClr val="FF0000"/>
                </a:solidFill>
              </a:rPr>
              <a:t>sequence number</a:t>
            </a:r>
            <a:r>
              <a:rPr lang="en-US" altLang="zh-TW" sz="2400" b="1" dirty="0">
                <a:solidFill>
                  <a:srgbClr val="FF0000"/>
                </a:solidFill>
              </a:rPr>
              <a:t> to each pkt</a:t>
            </a:r>
          </a:p>
          <a:p>
            <a:r>
              <a:rPr lang="en-US" altLang="zh-TW" sz="2400" dirty="0">
                <a:solidFill>
                  <a:srgbClr val="0070C0"/>
                </a:solidFill>
              </a:rPr>
              <a:t>receiver discards (</a:t>
            </a:r>
            <a:r>
              <a:rPr lang="en-US" altLang="zh-TW" sz="2400" dirty="0" err="1">
                <a:solidFill>
                  <a:srgbClr val="0070C0"/>
                </a:solidFill>
              </a:rPr>
              <a:t>doesn</a:t>
            </a:r>
            <a:r>
              <a:rPr lang="ja-JP" altLang="en-US" sz="2400" dirty="0">
                <a:solidFill>
                  <a:srgbClr val="0070C0"/>
                </a:solidFill>
              </a:rPr>
              <a:t>’</a:t>
            </a:r>
            <a:r>
              <a:rPr lang="en-US" altLang="ja-JP" sz="2400" dirty="0">
                <a:solidFill>
                  <a:srgbClr val="0070C0"/>
                </a:solidFill>
              </a:rPr>
              <a:t>t deliver up) duplicate pkt</a:t>
            </a:r>
            <a:endParaRPr lang="en-US" altLang="zh-TW" sz="2400" dirty="0">
              <a:solidFill>
                <a:srgbClr val="0070C0"/>
              </a:solidFill>
            </a:endParaRPr>
          </a:p>
        </p:txBody>
      </p:sp>
      <p:pic>
        <p:nvPicPr>
          <p:cNvPr id="77831" name="Picture 11" descr="underline_base">
            <a:extLst>
              <a:ext uri="{FF2B5EF4-FFF2-40B4-BE49-F238E27FC236}">
                <a16:creationId xmlns:a16="http://schemas.microsoft.com/office/drawing/2014/main" id="{81B48A21-A64D-4AEC-A32C-83BB222307D4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928688"/>
            <a:ext cx="5027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B5F8EE93-68B4-4A3D-AD9B-09B36D677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661" y="5359077"/>
            <a:ext cx="4097438" cy="9305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Tahoma" panose="020B0604030504040204" pitchFamily="34" charset="0"/>
              </a:rPr>
              <a:t>rdt</a:t>
            </a:r>
            <a:r>
              <a:rPr lang="en-US" altLang="zh-TW" sz="2500" dirty="0">
                <a:solidFill>
                  <a:srgbClr val="FF0000"/>
                </a:solidFill>
                <a:latin typeface="Tahoma" panose="020B0604030504040204" pitchFamily="34" charset="0"/>
              </a:rPr>
              <a:t> 2.1: Include Sequence number</a:t>
            </a:r>
            <a:endParaRPr lang="zh-TW" altLang="zh-TW" sz="25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139" grpId="0"/>
      <p:bldP spid="34714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5">
            <a:extLst>
              <a:ext uri="{FF2B5EF4-FFF2-40B4-BE49-F238E27FC236}">
                <a16:creationId xmlns:a16="http://schemas.microsoft.com/office/drawing/2014/main" id="{DB38A0D0-61BE-4874-BC00-B00EFBE8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78851" name="Slide Number Placeholder 6">
            <a:extLst>
              <a:ext uri="{FF2B5EF4-FFF2-40B4-BE49-F238E27FC236}">
                <a16:creationId xmlns:a16="http://schemas.microsoft.com/office/drawing/2014/main" id="{A958B864-F891-47F3-870A-1EEECA04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54D00A9A-BBD3-4BFD-858B-F6EEDE7BA4A8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78852" name="Picture 39" descr="underline_base">
            <a:extLst>
              <a:ext uri="{FF2B5EF4-FFF2-40B4-BE49-F238E27FC236}">
                <a16:creationId xmlns:a16="http://schemas.microsoft.com/office/drawing/2014/main" id="{F125139B-A897-4462-91FC-8F93688BC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8255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Rectangle 2">
            <a:extLst>
              <a:ext uri="{FF2B5EF4-FFF2-40B4-BE49-F238E27FC236}">
                <a16:creationId xmlns:a16="http://schemas.microsoft.com/office/drawing/2014/main" id="{8AF8F646-E705-4F7C-B054-840880E0D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3375" y="161925"/>
            <a:ext cx="8277225" cy="974725"/>
          </a:xfrm>
        </p:spPr>
        <p:txBody>
          <a:bodyPr/>
          <a:lstStyle/>
          <a:p>
            <a:r>
              <a:rPr lang="en-US" altLang="zh-TW" sz="3600" dirty="0"/>
              <a:t>rdt2.1: </a:t>
            </a:r>
            <a:r>
              <a:rPr lang="en-US" altLang="zh-TW" sz="3600" dirty="0">
                <a:solidFill>
                  <a:srgbClr val="FF0000"/>
                </a:solidFill>
              </a:rPr>
              <a:t>sender</a:t>
            </a:r>
            <a:r>
              <a:rPr lang="en-US" altLang="zh-TW" sz="3600" dirty="0"/>
              <a:t>, handles </a:t>
            </a:r>
            <a:r>
              <a:rPr lang="en-US" altLang="zh-TW" sz="3600" dirty="0">
                <a:solidFill>
                  <a:srgbClr val="FF0000"/>
                </a:solidFill>
              </a:rPr>
              <a:t>garbled ACK/NAKs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78854" name="Oval 3">
            <a:extLst>
              <a:ext uri="{FF2B5EF4-FFF2-40B4-BE49-F238E27FC236}">
                <a16:creationId xmlns:a16="http://schemas.microsoft.com/office/drawing/2014/main" id="{A71790E1-1F62-4AD3-8D2B-985A148C0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613" y="2306638"/>
            <a:ext cx="901700" cy="8366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1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8855" name="Text Box 4">
            <a:extLst>
              <a:ext uri="{FF2B5EF4-FFF2-40B4-BE49-F238E27FC236}">
                <a16:creationId xmlns:a16="http://schemas.microsoft.com/office/drawing/2014/main" id="{346B1522-A236-4DEA-902B-4416B0C09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2395538"/>
            <a:ext cx="1090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Wait for call </a:t>
            </a:r>
            <a:r>
              <a:rPr lang="en-US" altLang="zh-TW" sz="1400" dirty="0">
                <a:solidFill>
                  <a:srgbClr val="0070C0"/>
                </a:solidFill>
                <a:latin typeface="Arial" panose="020B0604020202020204" pitchFamily="34" charset="0"/>
              </a:rPr>
              <a:t>0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 from above</a:t>
            </a:r>
            <a:endParaRPr lang="en-US" altLang="zh-TW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6" name="Text Box 5">
            <a:extLst>
              <a:ext uri="{FF2B5EF4-FFF2-40B4-BE49-F238E27FC236}">
                <a16:creationId xmlns:a16="http://schemas.microsoft.com/office/drawing/2014/main" id="{6E8CF5AC-6B08-47C2-AEB5-537CC57F9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577975"/>
            <a:ext cx="3694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sndpkt = make_pkt(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0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, 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7" name="Text Box 6">
            <a:extLst>
              <a:ext uri="{FF2B5EF4-FFF2-40B4-BE49-F238E27FC236}">
                <a16:creationId xmlns:a16="http://schemas.microsoft.com/office/drawing/2014/main" id="{62FB9457-558C-4A46-BA7F-6F5B5818D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1265238"/>
            <a:ext cx="211137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8" name="Line 7">
            <a:extLst>
              <a:ext uri="{FF2B5EF4-FFF2-40B4-BE49-F238E27FC236}">
                <a16:creationId xmlns:a16="http://schemas.microsoft.com/office/drawing/2014/main" id="{74A0D5B2-AB4D-427E-94E1-F7AB48939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5963" y="1630363"/>
            <a:ext cx="27352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59" name="Line 8">
            <a:extLst>
              <a:ext uri="{FF2B5EF4-FFF2-40B4-BE49-F238E27FC236}">
                <a16:creationId xmlns:a16="http://schemas.microsoft.com/office/drawing/2014/main" id="{C27AEBE7-857B-4F2B-87A2-4293E2EE1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3975" y="2262188"/>
            <a:ext cx="377825" cy="190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0" name="Freeform 9">
            <a:extLst>
              <a:ext uri="{FF2B5EF4-FFF2-40B4-BE49-F238E27FC236}">
                <a16:creationId xmlns:a16="http://schemas.microsoft.com/office/drawing/2014/main" id="{3BA1613E-D1A6-4868-88F7-7FCA1BFFF1BD}"/>
              </a:ext>
            </a:extLst>
          </p:cNvPr>
          <p:cNvSpPr>
            <a:spLocks/>
          </p:cNvSpPr>
          <p:nvPr/>
        </p:nvSpPr>
        <p:spPr bwMode="auto">
          <a:xfrm rot="-6989453">
            <a:off x="2179638" y="4603750"/>
            <a:ext cx="952500" cy="469900"/>
          </a:xfrm>
          <a:custGeom>
            <a:avLst/>
            <a:gdLst>
              <a:gd name="T0" fmla="*/ 2147483646 w 1500"/>
              <a:gd name="T1" fmla="*/ 2147483646 h 740"/>
              <a:gd name="T2" fmla="*/ 2147483646 w 1500"/>
              <a:gd name="T3" fmla="*/ 2147483646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8861" name="Group 10">
            <a:extLst>
              <a:ext uri="{FF2B5EF4-FFF2-40B4-BE49-F238E27FC236}">
                <a16:creationId xmlns:a16="http://schemas.microsoft.com/office/drawing/2014/main" id="{AC2FC707-444E-4697-BC0D-7D103D3B45A6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2254250"/>
            <a:ext cx="1089025" cy="865188"/>
            <a:chOff x="2848" y="1499"/>
            <a:chExt cx="660" cy="510"/>
          </a:xfrm>
        </p:grpSpPr>
        <p:sp>
          <p:nvSpPr>
            <p:cNvPr id="78890" name="Oval 11">
              <a:extLst>
                <a:ext uri="{FF2B5EF4-FFF2-40B4-BE49-F238E27FC236}">
                  <a16:creationId xmlns:a16="http://schemas.microsoft.com/office/drawing/2014/main" id="{BC811A8B-DB89-4DC3-BE1E-518DFCB44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8891" name="Text Box 12">
              <a:extLst>
                <a:ext uri="{FF2B5EF4-FFF2-40B4-BE49-F238E27FC236}">
                  <a16:creationId xmlns:a16="http://schemas.microsoft.com/office/drawing/2014/main" id="{5EA5428A-3143-47C0-BC06-220D4781A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1535"/>
              <a:ext cx="6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Wait for ACK or NAK </a:t>
              </a:r>
              <a:r>
                <a:rPr lang="en-US" altLang="zh-TW" sz="1400" dirty="0">
                  <a:solidFill>
                    <a:srgbClr val="0070C0"/>
                  </a:solidFill>
                  <a:latin typeface="Arial" panose="020B0604020202020204" pitchFamily="34" charset="0"/>
                </a:rPr>
                <a:t>0</a:t>
              </a:r>
              <a:endParaRPr lang="en-US" altLang="zh-TW" sz="1400" dirty="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8862" name="Freeform 13">
            <a:extLst>
              <a:ext uri="{FF2B5EF4-FFF2-40B4-BE49-F238E27FC236}">
                <a16:creationId xmlns:a16="http://schemas.microsoft.com/office/drawing/2014/main" id="{FFA25752-99D3-4FBF-83E6-D0655D2D6986}"/>
              </a:ext>
            </a:extLst>
          </p:cNvPr>
          <p:cNvSpPr>
            <a:spLocks/>
          </p:cNvSpPr>
          <p:nvPr/>
        </p:nvSpPr>
        <p:spPr bwMode="auto">
          <a:xfrm flipV="1">
            <a:off x="3425825" y="2132013"/>
            <a:ext cx="1482725" cy="220662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3" name="Freeform 14">
            <a:extLst>
              <a:ext uri="{FF2B5EF4-FFF2-40B4-BE49-F238E27FC236}">
                <a16:creationId xmlns:a16="http://schemas.microsoft.com/office/drawing/2014/main" id="{4D3E3196-B234-48F9-9E36-3C5F27D70BE2}"/>
              </a:ext>
            </a:extLst>
          </p:cNvPr>
          <p:cNvSpPr>
            <a:spLocks/>
          </p:cNvSpPr>
          <p:nvPr/>
        </p:nvSpPr>
        <p:spPr bwMode="auto">
          <a:xfrm rot="-1357180">
            <a:off x="5589588" y="2116138"/>
            <a:ext cx="466725" cy="685800"/>
          </a:xfrm>
          <a:custGeom>
            <a:avLst/>
            <a:gdLst>
              <a:gd name="T0" fmla="*/ 0 w 735"/>
              <a:gd name="T1" fmla="*/ 2147483646 h 1080"/>
              <a:gd name="T2" fmla="*/ 0 w 735"/>
              <a:gd name="T3" fmla="*/ 2147483646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4" name="Text Box 15">
            <a:extLst>
              <a:ext uri="{FF2B5EF4-FFF2-40B4-BE49-F238E27FC236}">
                <a16:creationId xmlns:a16="http://schemas.microsoft.com/office/drawing/2014/main" id="{A281E8CA-4D31-409A-9E0C-9977D210C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2678113"/>
            <a:ext cx="2262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7030A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65" name="Text Box 16">
            <a:extLst>
              <a:ext uri="{FF2B5EF4-FFF2-40B4-BE49-F238E27FC236}">
                <a16:creationId xmlns:a16="http://schemas.microsoft.com/office/drawing/2014/main" id="{AA9A4893-DA46-4C98-B231-F9B55EED0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338" y="1920875"/>
            <a:ext cx="256381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 </a:t>
            </a:r>
            <a:r>
              <a:rPr lang="en-US" altLang="zh-TW" sz="1600">
                <a:solidFill>
                  <a:srgbClr val="7030A0"/>
                </a:solidFill>
                <a:latin typeface="Arial" panose="020B0604020202020204" pitchFamily="34" charset="0"/>
              </a:rPr>
              <a:t>corrupt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(rcvpkt) ||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isNAK(rcvpkt) 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66" name="Line 17">
            <a:extLst>
              <a:ext uri="{FF2B5EF4-FFF2-40B4-BE49-F238E27FC236}">
                <a16:creationId xmlns:a16="http://schemas.microsoft.com/office/drawing/2014/main" id="{66BC2E82-8290-4652-B225-BC0F9114C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5200" y="2717800"/>
            <a:ext cx="14335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7" name="Freeform 18">
            <a:extLst>
              <a:ext uri="{FF2B5EF4-FFF2-40B4-BE49-F238E27FC236}">
                <a16:creationId xmlns:a16="http://schemas.microsoft.com/office/drawing/2014/main" id="{4F8C10CB-D7F1-457F-BD8B-49D31E2FCE18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2201863" y="3492500"/>
            <a:ext cx="1266825" cy="123825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8" name="Freeform 19">
            <a:extLst>
              <a:ext uri="{FF2B5EF4-FFF2-40B4-BE49-F238E27FC236}">
                <a16:creationId xmlns:a16="http://schemas.microsoft.com/office/drawing/2014/main" id="{2681FE9A-AC32-4FF2-8BAE-97083A4E4718}"/>
              </a:ext>
            </a:extLst>
          </p:cNvPr>
          <p:cNvSpPr>
            <a:spLocks/>
          </p:cNvSpPr>
          <p:nvPr/>
        </p:nvSpPr>
        <p:spPr bwMode="auto">
          <a:xfrm>
            <a:off x="3600450" y="4779963"/>
            <a:ext cx="1606550" cy="247650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69" name="Freeform 20">
            <a:extLst>
              <a:ext uri="{FF2B5EF4-FFF2-40B4-BE49-F238E27FC236}">
                <a16:creationId xmlns:a16="http://schemas.microsoft.com/office/drawing/2014/main" id="{92C9DF4B-25FB-4140-A8C0-28E8C3969F22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4970462" y="3440113"/>
            <a:ext cx="1363663" cy="204788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70" name="Text Box 21">
            <a:extLst>
              <a:ext uri="{FF2B5EF4-FFF2-40B4-BE49-F238E27FC236}">
                <a16:creationId xmlns:a16="http://schemas.microsoft.com/office/drawing/2014/main" id="{47BDA35A-25DA-4B95-B729-835E91747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0" y="5364163"/>
            <a:ext cx="376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sndpkt = make_pkt(</a:t>
            </a:r>
            <a:r>
              <a:rPr lang="en-US" altLang="zh-TW" sz="1600">
                <a:solidFill>
                  <a:srgbClr val="0070C0"/>
                </a:solidFill>
                <a:latin typeface="Arial" panose="020B0604020202020204" pitchFamily="34" charset="0"/>
              </a:rPr>
              <a:t>1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, 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71" name="Text Box 22">
            <a:extLst>
              <a:ext uri="{FF2B5EF4-FFF2-40B4-BE49-F238E27FC236}">
                <a16:creationId xmlns:a16="http://schemas.microsoft.com/office/drawing/2014/main" id="{CC7026AB-4843-4F15-80C0-445BC3289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5350" y="5026025"/>
            <a:ext cx="238918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72" name="Line 23">
            <a:extLst>
              <a:ext uri="{FF2B5EF4-FFF2-40B4-BE49-F238E27FC236}">
                <a16:creationId xmlns:a16="http://schemas.microsoft.com/office/drawing/2014/main" id="{F7BAFF59-0837-4433-B292-2E3C31079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2975" y="5378450"/>
            <a:ext cx="29035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73" name="Text Box 24">
            <a:extLst>
              <a:ext uri="{FF2B5EF4-FFF2-40B4-BE49-F238E27FC236}">
                <a16:creationId xmlns:a16="http://schemas.microsoft.com/office/drawing/2014/main" id="{6F801588-D81B-4583-9238-467B2E5CD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3173413"/>
            <a:ext cx="29956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&amp;&amp; </a:t>
            </a:r>
            <a:r>
              <a:rPr lang="en-US" altLang="zh-TW" sz="1600">
                <a:latin typeface="Arial" panose="020B0604020202020204" pitchFamily="34" charset="0"/>
              </a:rPr>
              <a:t>notcorrupt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(rcvpkt)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&amp;&amp; isACK(rcvpkt) </a:t>
            </a:r>
          </a:p>
        </p:txBody>
      </p:sp>
      <p:sp>
        <p:nvSpPr>
          <p:cNvPr id="78874" name="Line 25">
            <a:extLst>
              <a:ext uri="{FF2B5EF4-FFF2-40B4-BE49-F238E27FC236}">
                <a16:creationId xmlns:a16="http://schemas.microsoft.com/office/drawing/2014/main" id="{EE72C97B-0476-4833-87D7-DAD748EEB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63" y="39846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75" name="Text Box 26">
            <a:extLst>
              <a:ext uri="{FF2B5EF4-FFF2-40B4-BE49-F238E27FC236}">
                <a16:creationId xmlns:a16="http://schemas.microsoft.com/office/drawing/2014/main" id="{7E32991A-0485-4A00-85C5-72253D1E1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5435600"/>
            <a:ext cx="181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76" name="Text Box 27">
            <a:extLst>
              <a:ext uri="{FF2B5EF4-FFF2-40B4-BE49-F238E27FC236}">
                <a16:creationId xmlns:a16="http://schemas.microsoft.com/office/drawing/2014/main" id="{C6A3ED54-5C3F-4C55-ABC2-10B0FF0E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618038"/>
            <a:ext cx="201136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( corrupt(rcvpkt) ||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isNAK(rcvpkt) )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77" name="Line 28">
            <a:extLst>
              <a:ext uri="{FF2B5EF4-FFF2-40B4-BE49-F238E27FC236}">
                <a16:creationId xmlns:a16="http://schemas.microsoft.com/office/drawing/2014/main" id="{9DAF96AA-9342-479A-8F99-FF7313A7A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213" y="5443538"/>
            <a:ext cx="1557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78878" name="Text Box 29">
            <a:extLst>
              <a:ext uri="{FF2B5EF4-FFF2-40B4-BE49-F238E27FC236}">
                <a16:creationId xmlns:a16="http://schemas.microsoft.com/office/drawing/2014/main" id="{8E08B27B-AEC2-400F-B67B-3A483403D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175" y="3016250"/>
            <a:ext cx="210978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rdt_rcv(rcvpkt)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&amp;&amp; notcorrupt(rcvpkt)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&amp;&amp; isACK(rcvpkt)</a:t>
            </a: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79" name="Line 30">
            <a:extLst>
              <a:ext uri="{FF2B5EF4-FFF2-40B4-BE49-F238E27FC236}">
                <a16:creationId xmlns:a16="http://schemas.microsoft.com/office/drawing/2014/main" id="{16E965AD-7A73-42D4-908B-6ADA77478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638" y="3854450"/>
            <a:ext cx="17383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78880" name="Group 31">
            <a:extLst>
              <a:ext uri="{FF2B5EF4-FFF2-40B4-BE49-F238E27FC236}">
                <a16:creationId xmlns:a16="http://schemas.microsoft.com/office/drawing/2014/main" id="{47F367B0-8316-4D09-B37D-743F4E7D5DA8}"/>
              </a:ext>
            </a:extLst>
          </p:cNvPr>
          <p:cNvGrpSpPr>
            <a:grpSpLocks/>
          </p:cNvGrpSpPr>
          <p:nvPr/>
        </p:nvGrpSpPr>
        <p:grpSpPr bwMode="auto">
          <a:xfrm>
            <a:off x="4852988" y="4200525"/>
            <a:ext cx="1117600" cy="823913"/>
            <a:chOff x="4156" y="2812"/>
            <a:chExt cx="704" cy="519"/>
          </a:xfrm>
        </p:grpSpPr>
        <p:sp>
          <p:nvSpPr>
            <p:cNvPr id="78888" name="Oval 32">
              <a:extLst>
                <a:ext uri="{FF2B5EF4-FFF2-40B4-BE49-F238E27FC236}">
                  <a16:creationId xmlns:a16="http://schemas.microsoft.com/office/drawing/2014/main" id="{E58D8948-5E58-4DAF-9E6B-94EAD08D8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8889" name="Text Box 33">
              <a:extLst>
                <a:ext uri="{FF2B5EF4-FFF2-40B4-BE49-F238E27FC236}">
                  <a16:creationId xmlns:a16="http://schemas.microsoft.com/office/drawing/2014/main" id="{FACFE9CE-E92F-479D-90E6-C12F3E61C4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Wait for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 call </a:t>
              </a:r>
              <a:r>
                <a:rPr lang="en-US" altLang="zh-TW" sz="1400" dirty="0">
                  <a:solidFill>
                    <a:srgbClr val="0070C0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TW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 from above</a:t>
              </a:r>
              <a:endParaRPr lang="en-US" altLang="zh-TW" sz="1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8881" name="Group 34">
            <a:extLst>
              <a:ext uri="{FF2B5EF4-FFF2-40B4-BE49-F238E27FC236}">
                <a16:creationId xmlns:a16="http://schemas.microsoft.com/office/drawing/2014/main" id="{413496E1-25BB-410F-BDAC-4E3103B45834}"/>
              </a:ext>
            </a:extLst>
          </p:cNvPr>
          <p:cNvGrpSpPr>
            <a:grpSpLocks/>
          </p:cNvGrpSpPr>
          <p:nvPr/>
        </p:nvGrpSpPr>
        <p:grpSpPr bwMode="auto">
          <a:xfrm>
            <a:off x="2663825" y="4146550"/>
            <a:ext cx="1046163" cy="823913"/>
            <a:chOff x="4916" y="3266"/>
            <a:chExt cx="659" cy="519"/>
          </a:xfrm>
        </p:grpSpPr>
        <p:sp>
          <p:nvSpPr>
            <p:cNvPr id="78886" name="Oval 35">
              <a:extLst>
                <a:ext uri="{FF2B5EF4-FFF2-40B4-BE49-F238E27FC236}">
                  <a16:creationId xmlns:a16="http://schemas.microsoft.com/office/drawing/2014/main" id="{15743AD8-BA70-42A1-8FCB-7A3BF12F9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78887" name="Text Box 36">
              <a:extLst>
                <a:ext uri="{FF2B5EF4-FFF2-40B4-BE49-F238E27FC236}">
                  <a16:creationId xmlns:a16="http://schemas.microsoft.com/office/drawing/2014/main" id="{34A88CA8-C2D0-4F0E-BDA2-6EC9FB6B5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 dirty="0">
                  <a:solidFill>
                    <a:srgbClr val="000000"/>
                  </a:solidFill>
                  <a:latin typeface="Arial" panose="020B0604020202020204" pitchFamily="34" charset="0"/>
                </a:rPr>
                <a:t>Wait for ACK or NAK </a:t>
              </a:r>
              <a:r>
                <a:rPr lang="en-US" altLang="zh-TW" sz="1400" dirty="0">
                  <a:solidFill>
                    <a:srgbClr val="0070C0"/>
                  </a:solidFill>
                  <a:latin typeface="Arial" panose="020B0604020202020204" pitchFamily="34" charset="0"/>
                </a:rPr>
                <a:t>1</a:t>
              </a:r>
              <a:endParaRPr lang="en-US" altLang="zh-TW" sz="1400" dirty="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8882" name="Text Box 37">
            <a:extLst>
              <a:ext uri="{FF2B5EF4-FFF2-40B4-BE49-F238E27FC236}">
                <a16:creationId xmlns:a16="http://schemas.microsoft.com/office/drawing/2014/main" id="{2D9551F1-3320-4D6D-BFBF-DB9DE009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950" y="39941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78883" name="Text Box 38">
            <a:extLst>
              <a:ext uri="{FF2B5EF4-FFF2-40B4-BE49-F238E27FC236}">
                <a16:creationId xmlns:a16="http://schemas.microsoft.com/office/drawing/2014/main" id="{83B53585-0C31-4A08-98A0-FBBFFB109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138" y="386873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78884" name="Text Box 6">
            <a:extLst>
              <a:ext uri="{FF2B5EF4-FFF2-40B4-BE49-F238E27FC236}">
                <a16:creationId xmlns:a16="http://schemas.microsoft.com/office/drawing/2014/main" id="{6F9A6902-1604-4BFC-9C79-BB0FA6147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3" y="1098550"/>
            <a:ext cx="269875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7030A0"/>
                </a:solidFill>
                <a:latin typeface="Arial" panose="020B0604020202020204" pitchFamily="34" charset="0"/>
              </a:rPr>
              <a:t>[Retransmit current packet if ACK/NAK is corrupted]</a:t>
            </a:r>
            <a:endParaRPr lang="en-US" altLang="zh-TW" sz="1600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85" name="矩形 43">
            <a:extLst>
              <a:ext uri="{FF2B5EF4-FFF2-40B4-BE49-F238E27FC236}">
                <a16:creationId xmlns:a16="http://schemas.microsoft.com/office/drawing/2014/main" id="{F1E6A132-9DAF-46AE-842A-96AA57423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38" y="5407025"/>
            <a:ext cx="1974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0070C0"/>
                </a:solidFill>
                <a:latin typeface="Arial" panose="020B0604020202020204" pitchFamily="34" charset="0"/>
              </a:rPr>
              <a:t>[Sequence number]</a:t>
            </a:r>
            <a:endParaRPr lang="en-US" altLang="zh-TW" sz="16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6CCDB49A-4CAA-47C7-B028-661D7064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FAD8B1F4-AA4A-4390-8AFA-06CAB092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EA6085A0-543B-4F77-94A6-AEAFBD3FD986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grpSp>
        <p:nvGrpSpPr>
          <p:cNvPr id="80900" name="Group 3">
            <a:extLst>
              <a:ext uri="{FF2B5EF4-FFF2-40B4-BE49-F238E27FC236}">
                <a16:creationId xmlns:a16="http://schemas.microsoft.com/office/drawing/2014/main" id="{C2A45545-C29B-490B-9EAC-17C7BC4F9DA1}"/>
              </a:ext>
            </a:extLst>
          </p:cNvPr>
          <p:cNvGrpSpPr>
            <a:grpSpLocks/>
          </p:cNvGrpSpPr>
          <p:nvPr/>
        </p:nvGrpSpPr>
        <p:grpSpPr bwMode="auto">
          <a:xfrm>
            <a:off x="3038475" y="3352800"/>
            <a:ext cx="817563" cy="795338"/>
            <a:chOff x="963" y="1131"/>
            <a:chExt cx="515" cy="501"/>
          </a:xfrm>
        </p:grpSpPr>
        <p:sp>
          <p:nvSpPr>
            <p:cNvPr id="80934" name="Oval 4">
              <a:extLst>
                <a:ext uri="{FF2B5EF4-FFF2-40B4-BE49-F238E27FC236}">
                  <a16:creationId xmlns:a16="http://schemas.microsoft.com/office/drawing/2014/main" id="{C1534C09-D9FA-4665-9359-6F7B978C6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0935" name="Text Box 5">
              <a:extLst>
                <a:ext uri="{FF2B5EF4-FFF2-40B4-BE49-F238E27FC236}">
                  <a16:creationId xmlns:a16="http://schemas.microsoft.com/office/drawing/2014/main" id="{1964BA8F-C334-40CA-9ECB-F8D36BC3F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0 from below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0901" name="Line 6">
            <a:extLst>
              <a:ext uri="{FF2B5EF4-FFF2-40B4-BE49-F238E27FC236}">
                <a16:creationId xmlns:a16="http://schemas.microsoft.com/office/drawing/2014/main" id="{67F9B3DC-C9B0-49DD-9543-173D73566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4963" y="2282825"/>
            <a:ext cx="419100" cy="1079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02" name="Freeform 7">
            <a:extLst>
              <a:ext uri="{FF2B5EF4-FFF2-40B4-BE49-F238E27FC236}">
                <a16:creationId xmlns:a16="http://schemas.microsoft.com/office/drawing/2014/main" id="{17CC4943-5784-4A20-ACD9-FAAA096977D1}"/>
              </a:ext>
            </a:extLst>
          </p:cNvPr>
          <p:cNvSpPr>
            <a:spLocks/>
          </p:cNvSpPr>
          <p:nvPr/>
        </p:nvSpPr>
        <p:spPr bwMode="auto">
          <a:xfrm flipV="1">
            <a:off x="3556000" y="2600325"/>
            <a:ext cx="1590675" cy="785813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03" name="Text Box 8">
            <a:extLst>
              <a:ext uri="{FF2B5EF4-FFF2-40B4-BE49-F238E27FC236}">
                <a16:creationId xmlns:a16="http://schemas.microsoft.com/office/drawing/2014/main" id="{61E9C7D0-252E-43D8-938E-9F70BD135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38" y="2959100"/>
            <a:ext cx="30273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make_pkt(NAK, 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4" name="Text Box 9">
            <a:extLst>
              <a:ext uri="{FF2B5EF4-FFF2-40B4-BE49-F238E27FC236}">
                <a16:creationId xmlns:a16="http://schemas.microsoft.com/office/drawing/2014/main" id="{90900156-AA64-4271-AF5F-14DD79DC7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813" y="3671888"/>
            <a:ext cx="26241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  not corrupt(rcvpkt) &amp;&amp;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  has_seq0(rcvpkt)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5" name="Line 10">
            <a:extLst>
              <a:ext uri="{FF2B5EF4-FFF2-40B4-BE49-F238E27FC236}">
                <a16:creationId xmlns:a16="http://schemas.microsoft.com/office/drawing/2014/main" id="{610E0E11-3883-4213-9D4A-5D65A3A15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3950" y="4370388"/>
            <a:ext cx="19383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06" name="Freeform 11">
            <a:extLst>
              <a:ext uri="{FF2B5EF4-FFF2-40B4-BE49-F238E27FC236}">
                <a16:creationId xmlns:a16="http://schemas.microsoft.com/office/drawing/2014/main" id="{071AFA07-26DF-44D7-8F04-9E59C9615B78}"/>
              </a:ext>
            </a:extLst>
          </p:cNvPr>
          <p:cNvSpPr>
            <a:spLocks/>
          </p:cNvSpPr>
          <p:nvPr/>
        </p:nvSpPr>
        <p:spPr bwMode="auto">
          <a:xfrm>
            <a:off x="3573463" y="4168775"/>
            <a:ext cx="1590675" cy="688975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07" name="Text Box 12">
            <a:extLst>
              <a:ext uri="{FF2B5EF4-FFF2-40B4-BE49-F238E27FC236}">
                <a16:creationId xmlns:a16="http://schemas.microsoft.com/office/drawing/2014/main" id="{975B2DB4-2927-48FE-A4BB-2AD2B8710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275" y="4749800"/>
            <a:ext cx="3581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notcorrupt(rcvpkt)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 &amp;&amp; has_seq1(rcvpkt)</a:t>
            </a:r>
            <a:r>
              <a:rPr lang="en-US" altLang="zh-TW" sz="16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8" name="Line 13">
            <a:extLst>
              <a:ext uri="{FF2B5EF4-FFF2-40B4-BE49-F238E27FC236}">
                <a16:creationId xmlns:a16="http://schemas.microsoft.com/office/drawing/2014/main" id="{0A911800-6C4F-4E78-8AB6-280F8EC219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950" y="5307013"/>
            <a:ext cx="28987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09" name="Text Box 14">
            <a:extLst>
              <a:ext uri="{FF2B5EF4-FFF2-40B4-BE49-F238E27FC236}">
                <a16:creationId xmlns:a16="http://schemas.microsoft.com/office/drawing/2014/main" id="{BB230134-DD77-4641-8027-931BDF664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362575"/>
            <a:ext cx="3852863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extract(rcvpkt,data)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deliver_data(data)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make_pkt(ACK, 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0910" name="Group 15">
            <a:extLst>
              <a:ext uri="{FF2B5EF4-FFF2-40B4-BE49-F238E27FC236}">
                <a16:creationId xmlns:a16="http://schemas.microsoft.com/office/drawing/2014/main" id="{0AF27535-E2B8-4844-B648-7FE64232B359}"/>
              </a:ext>
            </a:extLst>
          </p:cNvPr>
          <p:cNvGrpSpPr>
            <a:grpSpLocks/>
          </p:cNvGrpSpPr>
          <p:nvPr/>
        </p:nvGrpSpPr>
        <p:grpSpPr bwMode="auto">
          <a:xfrm>
            <a:off x="4737100" y="3387725"/>
            <a:ext cx="825500" cy="796925"/>
            <a:chOff x="4398" y="3133"/>
            <a:chExt cx="520" cy="502"/>
          </a:xfrm>
        </p:grpSpPr>
        <p:sp>
          <p:nvSpPr>
            <p:cNvPr id="80932" name="Oval 16">
              <a:extLst>
                <a:ext uri="{FF2B5EF4-FFF2-40B4-BE49-F238E27FC236}">
                  <a16:creationId xmlns:a16="http://schemas.microsoft.com/office/drawing/2014/main" id="{0A7D3FDB-0D29-48A5-BD48-1995E6ED1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80933" name="Text Box 17">
              <a:extLst>
                <a:ext uri="{FF2B5EF4-FFF2-40B4-BE49-F238E27FC236}">
                  <a16:creationId xmlns:a16="http://schemas.microsoft.com/office/drawing/2014/main" id="{D26FB338-F5F6-4CBD-96D8-CA39255E2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1 from below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80911" name="Freeform 18">
            <a:extLst>
              <a:ext uri="{FF2B5EF4-FFF2-40B4-BE49-F238E27FC236}">
                <a16:creationId xmlns:a16="http://schemas.microsoft.com/office/drawing/2014/main" id="{19B30C14-0898-4DE8-842C-3E874C0DEBD9}"/>
              </a:ext>
            </a:extLst>
          </p:cNvPr>
          <p:cNvSpPr>
            <a:spLocks/>
          </p:cNvSpPr>
          <p:nvPr/>
        </p:nvSpPr>
        <p:spPr bwMode="auto">
          <a:xfrm rot="-1361013">
            <a:off x="5437188" y="2979738"/>
            <a:ext cx="839787" cy="863600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12" name="Text Box 19">
            <a:extLst>
              <a:ext uri="{FF2B5EF4-FFF2-40B4-BE49-F238E27FC236}">
                <a16:creationId xmlns:a16="http://schemas.microsoft.com/office/drawing/2014/main" id="{FB8938F0-A147-4386-A089-CC2C8D645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284288"/>
            <a:ext cx="3981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rdt_rcv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 &amp;&amp; </a:t>
            </a:r>
            <a:r>
              <a:rPr lang="en-US" altLang="zh-TW" sz="1400" dirty="0" err="1">
                <a:solidFill>
                  <a:srgbClr val="7030A0"/>
                </a:solidFill>
                <a:latin typeface="Arial" panose="020B0604020202020204" pitchFamily="34" charset="0"/>
              </a:rPr>
              <a:t>notcorrupt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  &amp;&amp; has_</a:t>
            </a:r>
            <a:r>
              <a:rPr lang="en-US" altLang="zh-TW" sz="1400" dirty="0">
                <a:solidFill>
                  <a:srgbClr val="7030A0"/>
                </a:solidFill>
                <a:latin typeface="Arial" panose="020B0604020202020204" pitchFamily="34" charset="0"/>
              </a:rPr>
              <a:t>seq0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altLang="zh-TW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13" name="Line 20">
            <a:extLst>
              <a:ext uri="{FF2B5EF4-FFF2-40B4-BE49-F238E27FC236}">
                <a16:creationId xmlns:a16="http://schemas.microsoft.com/office/drawing/2014/main" id="{53803377-8334-48A8-AE3D-76F160D49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3738" y="1854200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14" name="Text Box 21">
            <a:extLst>
              <a:ext uri="{FF2B5EF4-FFF2-40B4-BE49-F238E27FC236}">
                <a16:creationId xmlns:a16="http://schemas.microsoft.com/office/drawing/2014/main" id="{949D075D-B98C-48EE-8A0C-90FB3AEB3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1811338"/>
            <a:ext cx="3475038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>
                <a:solidFill>
                  <a:srgbClr val="7030A0"/>
                </a:solidFill>
                <a:latin typeface="Arial" panose="020B0604020202020204" pitchFamily="34" charset="0"/>
              </a:rPr>
              <a:t>extract(</a:t>
            </a:r>
            <a:r>
              <a:rPr lang="en-US" altLang="zh-TW" sz="1400" dirty="0" err="1">
                <a:solidFill>
                  <a:srgbClr val="7030A0"/>
                </a:solidFill>
                <a:latin typeface="Arial" panose="020B0604020202020204" pitchFamily="34" charset="0"/>
              </a:rPr>
              <a:t>rcvpkt,data</a:t>
            </a:r>
            <a:r>
              <a:rPr lang="en-US" altLang="zh-TW" sz="1400" dirty="0">
                <a:solidFill>
                  <a:srgbClr val="7030A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7030A0"/>
                </a:solidFill>
                <a:latin typeface="Arial" panose="020B0604020202020204" pitchFamily="34" charset="0"/>
              </a:rPr>
              <a:t>deliver_data</a:t>
            </a:r>
            <a:r>
              <a:rPr lang="en-US" altLang="zh-TW" sz="1400" dirty="0">
                <a:solidFill>
                  <a:srgbClr val="7030A0"/>
                </a:solidFill>
                <a:latin typeface="Arial" panose="020B0604020202020204" pitchFamily="34" charset="0"/>
              </a:rPr>
              <a:t>(data)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make_pkt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>
                <a:solidFill>
                  <a:srgbClr val="7030A0"/>
                </a:solidFill>
                <a:latin typeface="Arial" panose="020B0604020202020204" pitchFamily="34" charset="0"/>
              </a:rPr>
              <a:t>ACK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chksum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udt_send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sndpkt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zh-TW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15" name="Freeform 22">
            <a:extLst>
              <a:ext uri="{FF2B5EF4-FFF2-40B4-BE49-F238E27FC236}">
                <a16:creationId xmlns:a16="http://schemas.microsoft.com/office/drawing/2014/main" id="{4A558778-B5FC-47B6-9B36-32AC04BC3849}"/>
              </a:ext>
            </a:extLst>
          </p:cNvPr>
          <p:cNvSpPr>
            <a:spLocks/>
          </p:cNvSpPr>
          <p:nvPr/>
        </p:nvSpPr>
        <p:spPr bwMode="auto">
          <a:xfrm rot="1020547">
            <a:off x="5461000" y="3703638"/>
            <a:ext cx="839788" cy="863600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16" name="Text Box 23">
            <a:extLst>
              <a:ext uri="{FF2B5EF4-FFF2-40B4-BE49-F238E27FC236}">
                <a16:creationId xmlns:a16="http://schemas.microsoft.com/office/drawing/2014/main" id="{FF1FCF36-670F-41AC-BF9C-E341CB8C3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425" y="2662238"/>
            <a:ext cx="2871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(corrupt(rcvpkt)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17" name="Line 24">
            <a:extLst>
              <a:ext uri="{FF2B5EF4-FFF2-40B4-BE49-F238E27FC236}">
                <a16:creationId xmlns:a16="http://schemas.microsoft.com/office/drawing/2014/main" id="{B5849C29-FF04-4E6E-A357-30525F394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2973388"/>
            <a:ext cx="1938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18" name="Text Box 25">
            <a:extLst>
              <a:ext uri="{FF2B5EF4-FFF2-40B4-BE49-F238E27FC236}">
                <a16:creationId xmlns:a16="http://schemas.microsoft.com/office/drawing/2014/main" id="{E2E2685C-561C-4D08-8772-A410F492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363" y="4424363"/>
            <a:ext cx="2940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make_pkt(ACK, 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19" name="Text Box 26">
            <a:extLst>
              <a:ext uri="{FF2B5EF4-FFF2-40B4-BE49-F238E27FC236}">
                <a16:creationId xmlns:a16="http://schemas.microsoft.com/office/drawing/2014/main" id="{882AA902-7B38-4945-80CA-52248A55A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" y="3651250"/>
            <a:ext cx="2624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  </a:t>
            </a:r>
            <a:r>
              <a:rPr lang="en-US" altLang="zh-TW" sz="1400">
                <a:solidFill>
                  <a:srgbClr val="C00000"/>
                </a:solidFill>
                <a:latin typeface="Arial" panose="020B0604020202020204" pitchFamily="34" charset="0"/>
              </a:rPr>
              <a:t>not corrupt</a:t>
            </a: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(rcvpkt) &amp;&amp;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  has_</a:t>
            </a:r>
            <a:r>
              <a:rPr lang="en-US" altLang="zh-TW" sz="1400">
                <a:solidFill>
                  <a:srgbClr val="C00000"/>
                </a:solidFill>
                <a:latin typeface="Arial" panose="020B0604020202020204" pitchFamily="34" charset="0"/>
              </a:rPr>
              <a:t>seq1</a:t>
            </a: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(rcvpkt)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TW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0" name="Line 27">
            <a:extLst>
              <a:ext uri="{FF2B5EF4-FFF2-40B4-BE49-F238E27FC236}">
                <a16:creationId xmlns:a16="http://schemas.microsoft.com/office/drawing/2014/main" id="{C7BE5DED-C347-40D4-B053-E38F7CA4D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813" y="4359275"/>
            <a:ext cx="1938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21" name="Text Box 28">
            <a:extLst>
              <a:ext uri="{FF2B5EF4-FFF2-40B4-BE49-F238E27FC236}">
                <a16:creationId xmlns:a16="http://schemas.microsoft.com/office/drawing/2014/main" id="{888B7FD2-A175-4E83-AFC3-A85BD27E3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2598738"/>
            <a:ext cx="2871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rdt_rcv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 &amp;&amp; (</a:t>
            </a:r>
            <a:r>
              <a:rPr lang="en-US" altLang="zh-TW" sz="1400" dirty="0">
                <a:solidFill>
                  <a:srgbClr val="0070C0"/>
                </a:solidFill>
                <a:latin typeface="Arial" panose="020B0604020202020204" pitchFamily="34" charset="0"/>
              </a:rPr>
              <a:t>corrupt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altLang="zh-TW" sz="1400" dirty="0" err="1">
                <a:solidFill>
                  <a:srgbClr val="000000"/>
                </a:solidFill>
                <a:latin typeface="Arial" panose="020B0604020202020204" pitchFamily="34" charset="0"/>
              </a:rPr>
              <a:t>rcvpkt</a:t>
            </a:r>
            <a:r>
              <a:rPr lang="en-US" altLang="zh-TW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altLang="zh-TW" sz="1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2" name="Line 29">
            <a:extLst>
              <a:ext uri="{FF2B5EF4-FFF2-40B4-BE49-F238E27FC236}">
                <a16:creationId xmlns:a16="http://schemas.microsoft.com/office/drawing/2014/main" id="{DCD21E79-B4A4-4D44-9E73-608F7BF9D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" y="2973388"/>
            <a:ext cx="19383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23" name="Text Box 30">
            <a:extLst>
              <a:ext uri="{FF2B5EF4-FFF2-40B4-BE49-F238E27FC236}">
                <a16:creationId xmlns:a16="http://schemas.microsoft.com/office/drawing/2014/main" id="{2EDDD654-5C2F-4F55-9EE2-F1870A31B0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4381500"/>
            <a:ext cx="2940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</a:t>
            </a:r>
            <a:r>
              <a:rPr lang="en-US" altLang="zh-TW" sz="1400">
                <a:latin typeface="Arial" panose="020B0604020202020204" pitchFamily="34" charset="0"/>
              </a:rPr>
              <a:t>make_pkt(ACK,</a:t>
            </a: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 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4" name="Text Box 31">
            <a:extLst>
              <a:ext uri="{FF2B5EF4-FFF2-40B4-BE49-F238E27FC236}">
                <a16:creationId xmlns:a16="http://schemas.microsoft.com/office/drawing/2014/main" id="{227225D0-DA46-4DF5-91B4-CCE573175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2940050"/>
            <a:ext cx="30273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</a:t>
            </a: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NAK</a:t>
            </a: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, chksum)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25" name="Freeform 32">
            <a:extLst>
              <a:ext uri="{FF2B5EF4-FFF2-40B4-BE49-F238E27FC236}">
                <a16:creationId xmlns:a16="http://schemas.microsoft.com/office/drawing/2014/main" id="{160006B8-704C-4142-A1C4-721778D9C6B6}"/>
              </a:ext>
            </a:extLst>
          </p:cNvPr>
          <p:cNvSpPr>
            <a:spLocks/>
          </p:cNvSpPr>
          <p:nvPr/>
        </p:nvSpPr>
        <p:spPr bwMode="auto">
          <a:xfrm rot="20579453" flipH="1">
            <a:off x="2235200" y="3640138"/>
            <a:ext cx="839788" cy="863600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80926" name="Freeform 33">
            <a:extLst>
              <a:ext uri="{FF2B5EF4-FFF2-40B4-BE49-F238E27FC236}">
                <a16:creationId xmlns:a16="http://schemas.microsoft.com/office/drawing/2014/main" id="{74F1592B-6C81-46B1-8323-B1467DC56FC5}"/>
              </a:ext>
            </a:extLst>
          </p:cNvPr>
          <p:cNvSpPr>
            <a:spLocks/>
          </p:cNvSpPr>
          <p:nvPr/>
        </p:nvSpPr>
        <p:spPr bwMode="auto">
          <a:xfrm rot="1361013" flipH="1">
            <a:off x="2222500" y="2992438"/>
            <a:ext cx="839788" cy="863600"/>
          </a:xfrm>
          <a:custGeom>
            <a:avLst/>
            <a:gdLst>
              <a:gd name="T0" fmla="*/ 2147483646 w 619"/>
              <a:gd name="T1" fmla="*/ 2147483646 h 1815"/>
              <a:gd name="T2" fmla="*/ 0 w 619"/>
              <a:gd name="T3" fmla="*/ 2147483646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80927" name="Picture 34" descr="underline_base">
            <a:extLst>
              <a:ext uri="{FF2B5EF4-FFF2-40B4-BE49-F238E27FC236}">
                <a16:creationId xmlns:a16="http://schemas.microsoft.com/office/drawing/2014/main" id="{61969BDD-C434-4584-8556-463746045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825500"/>
            <a:ext cx="82280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28" name="Rectangle 2">
            <a:extLst>
              <a:ext uri="{FF2B5EF4-FFF2-40B4-BE49-F238E27FC236}">
                <a16:creationId xmlns:a16="http://schemas.microsoft.com/office/drawing/2014/main" id="{3746D3EB-B4C5-4255-86EC-F92440E63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185738"/>
            <a:ext cx="8324850" cy="941387"/>
          </a:xfrm>
        </p:spPr>
        <p:txBody>
          <a:bodyPr/>
          <a:lstStyle/>
          <a:p>
            <a:r>
              <a:rPr lang="en-US" altLang="zh-TW" sz="3600" dirty="0"/>
              <a:t>rdt2.1: </a:t>
            </a:r>
            <a:r>
              <a:rPr lang="en-US" altLang="zh-TW" sz="3600" dirty="0">
                <a:solidFill>
                  <a:srgbClr val="FF0000"/>
                </a:solidFill>
              </a:rPr>
              <a:t>receiver</a:t>
            </a:r>
            <a:r>
              <a:rPr lang="en-US" altLang="zh-TW" sz="3600" dirty="0"/>
              <a:t>, handles garbled </a:t>
            </a:r>
            <a:r>
              <a:rPr lang="en-US" altLang="zh-TW" sz="3200" dirty="0"/>
              <a:t>ACK/NAKs</a:t>
            </a:r>
            <a:endParaRPr lang="en-US" altLang="zh-TW" sz="3600" dirty="0"/>
          </a:p>
        </p:txBody>
      </p:sp>
      <p:sp>
        <p:nvSpPr>
          <p:cNvPr id="80929" name="矩形 36">
            <a:extLst>
              <a:ext uri="{FF2B5EF4-FFF2-40B4-BE49-F238E27FC236}">
                <a16:creationId xmlns:a16="http://schemas.microsoft.com/office/drawing/2014/main" id="{1F5C4E3E-65EB-41F6-BEEF-FAB7E4634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9488" y="1506538"/>
            <a:ext cx="28908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7030A0"/>
                </a:solidFill>
                <a:latin typeface="Arial" panose="020B0604020202020204" pitchFamily="34" charset="0"/>
              </a:rPr>
              <a:t>[Deliver data to upper layer if packet is not corrupted &amp; has correct seq #]</a:t>
            </a:r>
            <a:endParaRPr lang="en-US" altLang="zh-TW" sz="1600" i="1" dirty="0">
              <a:solidFill>
                <a:srgbClr val="7030A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30" name="矩形 37">
            <a:extLst>
              <a:ext uri="{FF2B5EF4-FFF2-40B4-BE49-F238E27FC236}">
                <a16:creationId xmlns:a16="http://schemas.microsoft.com/office/drawing/2014/main" id="{867851B5-DBC5-4CCD-BA3B-2A9F270C7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40300"/>
            <a:ext cx="289083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C00000"/>
                </a:solidFill>
                <a:latin typeface="Arial" panose="020B0604020202020204" pitchFamily="34" charset="0"/>
              </a:rPr>
              <a:t>[Discard duplicate packet if seq # is not correct]</a:t>
            </a:r>
            <a:endParaRPr lang="en-US" altLang="zh-TW" sz="1600" i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31" name="矩形 36">
            <a:extLst>
              <a:ext uri="{FF2B5EF4-FFF2-40B4-BE49-F238E27FC236}">
                <a16:creationId xmlns:a16="http://schemas.microsoft.com/office/drawing/2014/main" id="{9F7B1BC6-5398-44BB-95EB-DC7A8E450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747838"/>
            <a:ext cx="289083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0070C0"/>
                </a:solidFill>
                <a:latin typeface="Arial" panose="020B0604020202020204" pitchFamily="34" charset="0"/>
              </a:rPr>
              <a:t>[Send NAK for corrupted packet]</a:t>
            </a:r>
            <a:endParaRPr lang="en-US" altLang="zh-TW" sz="1600" i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Footer Placeholder 5">
            <a:extLst>
              <a:ext uri="{FF2B5EF4-FFF2-40B4-BE49-F238E27FC236}">
                <a16:creationId xmlns:a16="http://schemas.microsoft.com/office/drawing/2014/main" id="{383A39E0-8401-42BD-9E7F-85BD6F02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82947" name="Slide Number Placeholder 6">
            <a:extLst>
              <a:ext uri="{FF2B5EF4-FFF2-40B4-BE49-F238E27FC236}">
                <a16:creationId xmlns:a16="http://schemas.microsoft.com/office/drawing/2014/main" id="{50C283C3-2909-4AD6-A2FA-D872080C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1696D9FE-6488-4CC3-9F85-10893CE0B33A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281BAC59-CA07-4464-BC9A-17F01B056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19088"/>
            <a:ext cx="7772400" cy="9525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  <a:cs typeface="+mj-cs"/>
              </a:rPr>
              <a:t>rdt2.1: discussion</a:t>
            </a:r>
          </a:p>
        </p:txBody>
      </p:sp>
      <p:sp>
        <p:nvSpPr>
          <p:cNvPr id="82949" name="Rectangle 3">
            <a:extLst>
              <a:ext uri="{FF2B5EF4-FFF2-40B4-BE49-F238E27FC236}">
                <a16:creationId xmlns:a16="http://schemas.microsoft.com/office/drawing/2014/main" id="{740B6BF7-F4E9-4F26-BE3C-3E86499E1D6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u="sng">
                <a:solidFill>
                  <a:srgbClr val="CC0000"/>
                </a:solidFill>
              </a:rPr>
              <a:t>sender:</a:t>
            </a:r>
            <a:endParaRPr lang="en-US" altLang="zh-TW">
              <a:solidFill>
                <a:srgbClr val="CC0000"/>
              </a:solidFill>
            </a:endParaRPr>
          </a:p>
          <a:p>
            <a:r>
              <a:rPr lang="en-US" altLang="zh-TW"/>
              <a:t>seq # added to pkt</a:t>
            </a:r>
          </a:p>
          <a:p>
            <a:pPr lvl="1"/>
            <a:r>
              <a:rPr lang="en-US" altLang="zh-TW"/>
              <a:t>two seq. #</a:t>
            </a:r>
            <a:r>
              <a:rPr lang="ja-JP" altLang="en-US"/>
              <a:t>’</a:t>
            </a:r>
            <a:r>
              <a:rPr lang="en-US" altLang="ja-JP"/>
              <a:t>s (0,1) will suffice</a:t>
            </a:r>
          </a:p>
          <a:p>
            <a:r>
              <a:rPr lang="en-US" altLang="zh-TW"/>
              <a:t>must check if received ACK/NAK corrupted </a:t>
            </a:r>
          </a:p>
          <a:p>
            <a:r>
              <a:rPr lang="en-US" altLang="zh-TW"/>
              <a:t>twice as many states</a:t>
            </a:r>
          </a:p>
          <a:p>
            <a:pPr lvl="1"/>
            <a:r>
              <a:rPr lang="en-US" altLang="zh-TW"/>
              <a:t>state must </a:t>
            </a:r>
            <a:r>
              <a:rPr lang="ja-JP" altLang="en-US"/>
              <a:t>“</a:t>
            </a:r>
            <a:r>
              <a:rPr lang="en-US" altLang="ja-JP"/>
              <a:t>remember</a:t>
            </a:r>
            <a:r>
              <a:rPr lang="ja-JP" altLang="en-US"/>
              <a:t>”</a:t>
            </a:r>
            <a:r>
              <a:rPr lang="en-US" altLang="ja-JP"/>
              <a:t> whether </a:t>
            </a:r>
            <a:r>
              <a:rPr lang="ja-JP" altLang="en-US"/>
              <a:t>“</a:t>
            </a:r>
            <a:r>
              <a:rPr lang="en-US" altLang="ja-JP"/>
              <a:t>expected</a:t>
            </a:r>
            <a:r>
              <a:rPr lang="ja-JP" altLang="en-US"/>
              <a:t>”</a:t>
            </a:r>
            <a:r>
              <a:rPr lang="en-US" altLang="ja-JP"/>
              <a:t> pkt should have seq # of 0 or 1 </a:t>
            </a:r>
          </a:p>
          <a:p>
            <a:endParaRPr lang="en-US" altLang="zh-TW"/>
          </a:p>
        </p:txBody>
      </p:sp>
      <p:sp>
        <p:nvSpPr>
          <p:cNvPr id="82950" name="Rectangle 4">
            <a:extLst>
              <a:ext uri="{FF2B5EF4-FFF2-40B4-BE49-F238E27FC236}">
                <a16:creationId xmlns:a16="http://schemas.microsoft.com/office/drawing/2014/main" id="{EE64F274-BB69-45F2-8931-D652665627A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u="sng">
                <a:solidFill>
                  <a:srgbClr val="CC0000"/>
                </a:solidFill>
              </a:rPr>
              <a:t>receiver:</a:t>
            </a:r>
            <a:endParaRPr lang="en-US" altLang="zh-TW">
              <a:solidFill>
                <a:srgbClr val="CC0000"/>
              </a:solidFill>
            </a:endParaRPr>
          </a:p>
          <a:p>
            <a:r>
              <a:rPr lang="en-US" altLang="zh-TW"/>
              <a:t>must check if received packet is duplicate</a:t>
            </a:r>
          </a:p>
          <a:p>
            <a:pPr lvl="1"/>
            <a:r>
              <a:rPr lang="en-US" altLang="zh-TW"/>
              <a:t>state indicates whether 0 or 1 is expected pkt seq #</a:t>
            </a:r>
          </a:p>
        </p:txBody>
      </p:sp>
      <p:pic>
        <p:nvPicPr>
          <p:cNvPr id="82951" name="Picture 5" descr="underline_base">
            <a:extLst>
              <a:ext uri="{FF2B5EF4-FFF2-40B4-BE49-F238E27FC236}">
                <a16:creationId xmlns:a16="http://schemas.microsoft.com/office/drawing/2014/main" id="{855767DD-C2B8-439E-8E22-6A3878992AF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175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Footer Placeholder 5">
            <a:extLst>
              <a:ext uri="{FF2B5EF4-FFF2-40B4-BE49-F238E27FC236}">
                <a16:creationId xmlns:a16="http://schemas.microsoft.com/office/drawing/2014/main" id="{0A2EE9F8-0767-4671-9243-D5877CA9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84995" name="Slide Number Placeholder 6">
            <a:extLst>
              <a:ext uri="{FF2B5EF4-FFF2-40B4-BE49-F238E27FC236}">
                <a16:creationId xmlns:a16="http://schemas.microsoft.com/office/drawing/2014/main" id="{5302C7C0-054E-4F60-8301-1CE64756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72D59589-A6E8-428B-8191-AD04F8D184F1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84996" name="Picture 4" descr="underline_base">
            <a:extLst>
              <a:ext uri="{FF2B5EF4-FFF2-40B4-BE49-F238E27FC236}">
                <a16:creationId xmlns:a16="http://schemas.microsoft.com/office/drawing/2014/main" id="{D002F371-78B8-45FB-9861-C282D6BEDB8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922338"/>
            <a:ext cx="59420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7" name="Rectangle 2">
            <a:extLst>
              <a:ext uri="{FF2B5EF4-FFF2-40B4-BE49-F238E27FC236}">
                <a16:creationId xmlns:a16="http://schemas.microsoft.com/office/drawing/2014/main" id="{7AFD018B-4EBF-4595-A9E8-E56BA74DB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0188"/>
            <a:ext cx="7772400" cy="985837"/>
          </a:xfrm>
        </p:spPr>
        <p:txBody>
          <a:bodyPr/>
          <a:lstStyle/>
          <a:p>
            <a:r>
              <a:rPr lang="en-US" altLang="zh-TW" sz="4000"/>
              <a:t>rdt2.2: a </a:t>
            </a:r>
            <a:r>
              <a:rPr lang="en-US" altLang="zh-TW" sz="4000">
                <a:solidFill>
                  <a:srgbClr val="FF0000"/>
                </a:solidFill>
              </a:rPr>
              <a:t>NAK-free</a:t>
            </a:r>
            <a:r>
              <a:rPr lang="en-US" altLang="zh-TW" sz="4000"/>
              <a:t> protocol</a:t>
            </a:r>
            <a:endParaRPr lang="en-US" altLang="zh-TW"/>
          </a:p>
        </p:txBody>
      </p:sp>
      <p:sp>
        <p:nvSpPr>
          <p:cNvPr id="79878" name="Rectangle 3">
            <a:extLst>
              <a:ext uri="{FF2B5EF4-FFF2-40B4-BE49-F238E27FC236}">
                <a16:creationId xmlns:a16="http://schemas.microsoft.com/office/drawing/2014/main" id="{5950BA35-08C5-42A9-875F-32B63DF6FD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9100" y="1581150"/>
            <a:ext cx="8064500" cy="2749550"/>
          </a:xfrm>
        </p:spPr>
        <p:txBody>
          <a:bodyPr/>
          <a:lstStyle/>
          <a:p>
            <a:r>
              <a:rPr lang="en-US" altLang="zh-TW" dirty="0"/>
              <a:t>same functionality as rdt2.1, using ACKs only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Q: How to remove NAK?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A: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ACK + seq #</a:t>
            </a:r>
          </a:p>
          <a:p>
            <a:pPr lvl="1"/>
            <a:r>
              <a:rPr lang="en-US" altLang="zh-TW" dirty="0"/>
              <a:t>instead of NAK, receiver </a:t>
            </a:r>
            <a:r>
              <a:rPr lang="en-US" altLang="zh-TW" dirty="0">
                <a:solidFill>
                  <a:srgbClr val="0070C0"/>
                </a:solidFill>
              </a:rPr>
              <a:t>sends ACK for </a:t>
            </a:r>
            <a:r>
              <a:rPr lang="en-US" altLang="zh-TW" u="sng" dirty="0">
                <a:solidFill>
                  <a:srgbClr val="0070C0"/>
                </a:solidFill>
              </a:rPr>
              <a:t>last pkt received OK</a:t>
            </a:r>
          </a:p>
          <a:p>
            <a:pPr lvl="1"/>
            <a:r>
              <a:rPr lang="en-US" altLang="zh-TW" dirty="0">
                <a:solidFill>
                  <a:srgbClr val="0070C0"/>
                </a:solidFill>
              </a:rPr>
              <a:t>receiver must </a:t>
            </a:r>
            <a:r>
              <a:rPr lang="en-US" altLang="zh-TW" i="1" dirty="0">
                <a:solidFill>
                  <a:srgbClr val="0070C0"/>
                </a:solidFill>
              </a:rPr>
              <a:t>explicitly</a:t>
            </a:r>
            <a:r>
              <a:rPr lang="en-US" altLang="zh-TW" dirty="0">
                <a:solidFill>
                  <a:srgbClr val="0070C0"/>
                </a:solidFill>
              </a:rPr>
              <a:t> include seq # of pkt being </a:t>
            </a:r>
            <a:r>
              <a:rPr lang="en-US" altLang="zh-TW" dirty="0" err="1">
                <a:solidFill>
                  <a:srgbClr val="0070C0"/>
                </a:solidFill>
              </a:rPr>
              <a:t>ACKed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</a:p>
          <a:p>
            <a:r>
              <a:rPr lang="en-US" altLang="zh-TW" dirty="0"/>
              <a:t>duplicate ACK at sender results in same action as NAK: </a:t>
            </a:r>
            <a:r>
              <a:rPr lang="en-US" altLang="zh-TW" i="1" dirty="0"/>
              <a:t>retransmit current pkt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4">
            <a:extLst>
              <a:ext uri="{FF2B5EF4-FFF2-40B4-BE49-F238E27FC236}">
                <a16:creationId xmlns:a16="http://schemas.microsoft.com/office/drawing/2014/main" id="{10C62C35-8AE3-4CD0-A6E9-ED140265F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87043" name="Slide Number Placeholder 5">
            <a:extLst>
              <a:ext uri="{FF2B5EF4-FFF2-40B4-BE49-F238E27FC236}">
                <a16:creationId xmlns:a16="http://schemas.microsoft.com/office/drawing/2014/main" id="{51DF724F-9949-4EB2-9FBF-A88E0004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377D5723-A640-4007-A235-4DD22A429307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87044" name="Picture 40" descr="underline_base">
            <a:extLst>
              <a:ext uri="{FF2B5EF4-FFF2-40B4-BE49-F238E27FC236}">
                <a16:creationId xmlns:a16="http://schemas.microsoft.com/office/drawing/2014/main" id="{8ACAB599-5CE2-4430-A651-F572E822ECC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88" y="8048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2">
            <a:extLst>
              <a:ext uri="{FF2B5EF4-FFF2-40B4-BE49-F238E27FC236}">
                <a16:creationId xmlns:a16="http://schemas.microsoft.com/office/drawing/2014/main" id="{5865F0BB-FAD3-4D9A-B78C-1689CEA2D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9263" y="174625"/>
            <a:ext cx="7772400" cy="885825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+mj-cs"/>
              </a:rPr>
              <a:t>rdt2.2: sender, receiver fragments</a:t>
            </a:r>
          </a:p>
        </p:txBody>
      </p:sp>
      <p:grpSp>
        <p:nvGrpSpPr>
          <p:cNvPr id="87046" name="Group 3">
            <a:extLst>
              <a:ext uri="{FF2B5EF4-FFF2-40B4-BE49-F238E27FC236}">
                <a16:creationId xmlns:a16="http://schemas.microsoft.com/office/drawing/2014/main" id="{9BE6FABA-868F-48EC-98AC-99846E747C75}"/>
              </a:ext>
            </a:extLst>
          </p:cNvPr>
          <p:cNvGrpSpPr>
            <a:grpSpLocks/>
          </p:cNvGrpSpPr>
          <p:nvPr/>
        </p:nvGrpSpPr>
        <p:grpSpPr bwMode="auto">
          <a:xfrm>
            <a:off x="2427288" y="1238250"/>
            <a:ext cx="6508750" cy="2841625"/>
            <a:chOff x="1529" y="780"/>
            <a:chExt cx="4100" cy="1790"/>
          </a:xfrm>
        </p:grpSpPr>
        <p:grpSp>
          <p:nvGrpSpPr>
            <p:cNvPr id="87065" name="Group 4">
              <a:extLst>
                <a:ext uri="{FF2B5EF4-FFF2-40B4-BE49-F238E27FC236}">
                  <a16:creationId xmlns:a16="http://schemas.microsoft.com/office/drawing/2014/main" id="{29EF53B7-62B3-4A5B-8728-86260B9CF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87082" name="Oval 5">
                <a:extLst>
                  <a:ext uri="{FF2B5EF4-FFF2-40B4-BE49-F238E27FC236}">
                    <a16:creationId xmlns:a16="http://schemas.microsoft.com/office/drawing/2014/main" id="{33C7E0AC-9C9B-4C6F-90B7-4C3DAAD86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7083" name="Text Box 6">
                <a:extLst>
                  <a:ext uri="{FF2B5EF4-FFF2-40B4-BE49-F238E27FC236}">
                    <a16:creationId xmlns:a16="http://schemas.microsoft.com/office/drawing/2014/main" id="{DA79849A-1CB5-4317-85C7-E9A00A8308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Wait for call 0 from above</a:t>
                </a:r>
                <a:endParaRPr lang="en-US" altLang="zh-TW" sz="1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7066" name="Text Box 7">
              <a:extLst>
                <a:ext uri="{FF2B5EF4-FFF2-40B4-BE49-F238E27FC236}">
                  <a16:creationId xmlns:a16="http://schemas.microsoft.com/office/drawing/2014/main" id="{2CEB1A04-F152-4F0C-B80D-EE6B161CB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3" y="957"/>
              <a:ext cx="234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sndpkt = make_pkt(0, data, checksum)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udt_send(sndpkt)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7" name="Text Box 8">
              <a:extLst>
                <a:ext uri="{FF2B5EF4-FFF2-40B4-BE49-F238E27FC236}">
                  <a16:creationId xmlns:a16="http://schemas.microsoft.com/office/drawing/2014/main" id="{C10513FC-7B7D-49AC-8BBE-8908B9DA3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780"/>
              <a:ext cx="1086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rdt_send(data)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68" name="Line 9">
              <a:extLst>
                <a:ext uri="{FF2B5EF4-FFF2-40B4-BE49-F238E27FC236}">
                  <a16:creationId xmlns:a16="http://schemas.microsoft.com/office/drawing/2014/main" id="{506D4CE8-0259-4ED3-98C0-2D0D64E8F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" y="992"/>
              <a:ext cx="22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69" name="Line 10">
              <a:extLst>
                <a:ext uri="{FF2B5EF4-FFF2-40B4-BE49-F238E27FC236}">
                  <a16:creationId xmlns:a16="http://schemas.microsoft.com/office/drawing/2014/main" id="{0CFD10DD-DEE1-4996-8977-2C259B81A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9" y="1313"/>
              <a:ext cx="264" cy="1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70" name="Freeform 11">
              <a:extLst>
                <a:ext uri="{FF2B5EF4-FFF2-40B4-BE49-F238E27FC236}">
                  <a16:creationId xmlns:a16="http://schemas.microsoft.com/office/drawing/2014/main" id="{3FEDE0EB-810D-4677-A982-1B0BC1369D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6" y="1272"/>
              <a:ext cx="1195" cy="130"/>
            </a:xfrm>
            <a:custGeom>
              <a:avLst/>
              <a:gdLst>
                <a:gd name="T0" fmla="*/ 0 w 2835"/>
                <a:gd name="T1" fmla="*/ 0 h 525"/>
                <a:gd name="T2" fmla="*/ 0 w 2835"/>
                <a:gd name="T3" fmla="*/ 0 h 525"/>
                <a:gd name="T4" fmla="*/ 0 60000 65536"/>
                <a:gd name="T5" fmla="*/ 0 60000 65536"/>
                <a:gd name="T6" fmla="*/ 0 w 2835"/>
                <a:gd name="T7" fmla="*/ 0 h 525"/>
                <a:gd name="T8" fmla="*/ 2835 w 2835"/>
                <a:gd name="T9" fmla="*/ 525 h 5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71" name="Freeform 12">
              <a:extLst>
                <a:ext uri="{FF2B5EF4-FFF2-40B4-BE49-F238E27FC236}">
                  <a16:creationId xmlns:a16="http://schemas.microsoft.com/office/drawing/2014/main" id="{DE0B821B-C252-4B44-B3D4-EF89B4376E89}"/>
                </a:ext>
              </a:extLst>
            </p:cNvPr>
            <p:cNvSpPr>
              <a:spLocks/>
            </p:cNvSpPr>
            <p:nvPr/>
          </p:nvSpPr>
          <p:spPr bwMode="auto">
            <a:xfrm rot="-1357180">
              <a:off x="3655" y="1225"/>
              <a:ext cx="285" cy="542"/>
            </a:xfrm>
            <a:custGeom>
              <a:avLst/>
              <a:gdLst>
                <a:gd name="T0" fmla="*/ 0 w 735"/>
                <a:gd name="T1" fmla="*/ 1 h 1080"/>
                <a:gd name="T2" fmla="*/ 0 w 735"/>
                <a:gd name="T3" fmla="*/ 1 h 1080"/>
                <a:gd name="T4" fmla="*/ 0 60000 65536"/>
                <a:gd name="T5" fmla="*/ 0 60000 65536"/>
                <a:gd name="T6" fmla="*/ 0 w 735"/>
                <a:gd name="T7" fmla="*/ 0 h 1080"/>
                <a:gd name="T8" fmla="*/ 735 w 735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72" name="Text Box 13">
              <a:extLst>
                <a:ext uri="{FF2B5EF4-FFF2-40B4-BE49-F238E27FC236}">
                  <a16:creationId xmlns:a16="http://schemas.microsoft.com/office/drawing/2014/main" id="{813349CD-30A1-446F-83E7-07D6AB846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1670"/>
              <a:ext cx="133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udt_send(sndpkt)</a:t>
              </a:r>
              <a:endParaRPr lang="en-US" altLang="zh-TW" sz="1600">
                <a:latin typeface="Times New Roman" panose="02020603050405020304" pitchFamily="18" charset="0"/>
              </a:endParaRPr>
            </a:p>
          </p:txBody>
        </p:sp>
        <p:sp>
          <p:nvSpPr>
            <p:cNvPr id="87073" name="Text Box 14">
              <a:extLst>
                <a:ext uri="{FF2B5EF4-FFF2-40B4-BE49-F238E27FC236}">
                  <a16:creationId xmlns:a16="http://schemas.microsoft.com/office/drawing/2014/main" id="{EDACBE54-6E02-4482-9193-13EF3FB69D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7" y="1174"/>
              <a:ext cx="171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rdt_rcv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rcvpkt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) &amp;&amp; 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( corrupt(</a:t>
              </a: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rcvpkt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) ||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 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isACK</a:t>
              </a:r>
              <a:r>
                <a:rPr lang="en-US" altLang="zh-TW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(rcvpkt,1)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 )</a:t>
              </a:r>
              <a:endParaRPr lang="en-US" altLang="zh-TW" sz="16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4" name="Line 15">
              <a:extLst>
                <a:ext uri="{FF2B5EF4-FFF2-40B4-BE49-F238E27FC236}">
                  <a16:creationId xmlns:a16="http://schemas.microsoft.com/office/drawing/2014/main" id="{4EAD8A75-422D-400B-B9CC-4B863345D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3" y="1666"/>
              <a:ext cx="895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75" name="Freeform 16">
              <a:extLst>
                <a:ext uri="{FF2B5EF4-FFF2-40B4-BE49-F238E27FC236}">
                  <a16:creationId xmlns:a16="http://schemas.microsoft.com/office/drawing/2014/main" id="{78D76EDC-8303-4051-AC06-6F614CDCA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792"/>
              <a:ext cx="128" cy="774"/>
            </a:xfrm>
            <a:custGeom>
              <a:avLst/>
              <a:gdLst>
                <a:gd name="T0" fmla="*/ 67 w 128"/>
                <a:gd name="T1" fmla="*/ 774 h 774"/>
                <a:gd name="T2" fmla="*/ 0 w 128"/>
                <a:gd name="T3" fmla="*/ 0 h 774"/>
                <a:gd name="T4" fmla="*/ 0 60000 65536"/>
                <a:gd name="T5" fmla="*/ 0 60000 65536"/>
                <a:gd name="T6" fmla="*/ 0 w 128"/>
                <a:gd name="T7" fmla="*/ 0 h 774"/>
                <a:gd name="T8" fmla="*/ 128 w 128"/>
                <a:gd name="T9" fmla="*/ 774 h 7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8" h="774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87076" name="Text Box 17">
              <a:extLst>
                <a:ext uri="{FF2B5EF4-FFF2-40B4-BE49-F238E27FC236}">
                  <a16:creationId xmlns:a16="http://schemas.microsoft.com/office/drawing/2014/main" id="{70E952FA-10A3-4320-9869-C8198E40D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" y="2051"/>
              <a:ext cx="15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rdt_rcv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rcvpkt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)  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&amp;&amp; </a:t>
              </a: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notcorrupt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TW" sz="1600" dirty="0" err="1">
                  <a:solidFill>
                    <a:srgbClr val="000000"/>
                  </a:solidFill>
                  <a:latin typeface="Arial" panose="020B0604020202020204" pitchFamily="34" charset="0"/>
                </a:rPr>
                <a:t>rcvpkt</a:t>
              </a: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)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dirty="0">
                  <a:solidFill>
                    <a:srgbClr val="000000"/>
                  </a:solidFill>
                  <a:latin typeface="Arial" panose="020B0604020202020204" pitchFamily="34" charset="0"/>
                </a:rPr>
                <a:t>&amp;&amp; </a:t>
              </a:r>
              <a:r>
                <a:rPr lang="en-US" altLang="zh-TW" sz="1600" b="1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isACK</a:t>
              </a:r>
              <a:r>
                <a:rPr lang="en-US" altLang="zh-TW" sz="16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(rcvpkt,0)</a:t>
              </a:r>
              <a:r>
                <a:rPr lang="en-US" altLang="zh-TW" sz="1000" dirty="0">
                  <a:solidFill>
                    <a:srgbClr val="000000"/>
                  </a:solidFill>
                  <a:latin typeface="Arial" panose="020B0604020202020204" pitchFamily="34" charset="0"/>
                </a:rPr>
                <a:t> </a:t>
              </a:r>
              <a:endPara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77" name="Line 18">
              <a:extLst>
                <a:ext uri="{FF2B5EF4-FFF2-40B4-BE49-F238E27FC236}">
                  <a16:creationId xmlns:a16="http://schemas.microsoft.com/office/drawing/2014/main" id="{D847A02E-BB1E-4BA1-A498-F76CCDC66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4" y="2570"/>
              <a:ext cx="117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87078" name="Group 19">
              <a:extLst>
                <a:ext uri="{FF2B5EF4-FFF2-40B4-BE49-F238E27FC236}">
                  <a16:creationId xmlns:a16="http://schemas.microsoft.com/office/drawing/2014/main" id="{2C2D937F-E7AD-4375-BDE0-FE37B090F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87080" name="Oval 20">
                <a:extLst>
                  <a:ext uri="{FF2B5EF4-FFF2-40B4-BE49-F238E27FC236}">
                    <a16:creationId xmlns:a16="http://schemas.microsoft.com/office/drawing/2014/main" id="{DAE622C9-E2AA-4D29-A701-ECEA7AE2B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60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87081" name="Text Box 21">
                <a:extLst>
                  <a:ext uri="{FF2B5EF4-FFF2-40B4-BE49-F238E27FC236}">
                    <a16:creationId xmlns:a16="http://schemas.microsoft.com/office/drawing/2014/main" id="{FB3695A4-0A06-4AA8-839F-91642217F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Wait for ACK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0</a:t>
                </a:r>
                <a:endParaRPr lang="en-US" altLang="zh-TW" sz="1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7079" name="Text Box 22">
              <a:extLst>
                <a:ext uri="{FF2B5EF4-FFF2-40B4-BE49-F238E27FC236}">
                  <a16:creationId xmlns:a16="http://schemas.microsoft.com/office/drawing/2014/main" id="{0FBCE4AB-E938-4EDE-A92E-ADB6C72CD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u="sng">
                  <a:solidFill>
                    <a:srgbClr val="000099"/>
                  </a:solidFill>
                  <a:latin typeface="Tahoma" panose="020B0604030504040204" pitchFamily="34" charset="0"/>
                </a:rPr>
                <a:t>sender</a:t>
              </a:r>
              <a:r>
                <a:rPr lang="en-US" altLang="zh-TW" sz="2000">
                  <a:solidFill>
                    <a:srgbClr val="000099"/>
                  </a:solidFill>
                  <a:latin typeface="Tahoma" panose="020B0604030504040204" pitchFamily="34" charset="0"/>
                </a:rPr>
                <a:t> FSM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>
                  <a:solidFill>
                    <a:srgbClr val="000099"/>
                  </a:solidFill>
                  <a:latin typeface="Tahoma" panose="020B0604030504040204" pitchFamily="34" charset="0"/>
                </a:rPr>
                <a:t>fragment</a:t>
              </a:r>
            </a:p>
          </p:txBody>
        </p:sp>
      </p:grpSp>
      <p:sp>
        <p:nvSpPr>
          <p:cNvPr id="87047" name="Line 23">
            <a:extLst>
              <a:ext uri="{FF2B5EF4-FFF2-40B4-BE49-F238E27FC236}">
                <a16:creationId xmlns:a16="http://schemas.microsoft.com/office/drawing/2014/main" id="{B3183946-6514-408D-96F5-61B59E6812A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163" y="2603500"/>
            <a:ext cx="7883525" cy="27574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5" name="Group 24">
            <a:extLst>
              <a:ext uri="{FF2B5EF4-FFF2-40B4-BE49-F238E27FC236}">
                <a16:creationId xmlns:a16="http://schemas.microsoft.com/office/drawing/2014/main" id="{9DE663AE-F26A-41E2-B923-ED71EF86AB7E}"/>
              </a:ext>
            </a:extLst>
          </p:cNvPr>
          <p:cNvGrpSpPr>
            <a:grpSpLocks/>
          </p:cNvGrpSpPr>
          <p:nvPr/>
        </p:nvGrpSpPr>
        <p:grpSpPr bwMode="auto">
          <a:xfrm>
            <a:off x="0" y="3824288"/>
            <a:ext cx="7234238" cy="2535237"/>
            <a:chOff x="0" y="2409"/>
            <a:chExt cx="4557" cy="1597"/>
          </a:xfrm>
        </p:grpSpPr>
        <p:sp>
          <p:nvSpPr>
            <p:cNvPr id="87050" name="Text Box 25">
              <a:extLst>
                <a:ext uri="{FF2B5EF4-FFF2-40B4-BE49-F238E27FC236}">
                  <a16:creationId xmlns:a16="http://schemas.microsoft.com/office/drawing/2014/main" id="{25F71DAA-5063-4A75-97B6-FDB942400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9" y="3217"/>
              <a:ext cx="2482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rdt_rcv(rcvpkt) &amp;&amp; notcorrupt(rcvpkt)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  &amp;&amp; has_</a:t>
              </a:r>
              <a:r>
                <a:rPr lang="en-US" altLang="zh-TW" sz="1600">
                  <a:solidFill>
                    <a:srgbClr val="7030A0"/>
                  </a:solidFill>
                  <a:latin typeface="Arial" panose="020B0604020202020204" pitchFamily="34" charset="0"/>
                </a:rPr>
                <a:t>seq1</a:t>
              </a: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(rcvpkt) 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7051" name="Text Box 26">
              <a:extLst>
                <a:ext uri="{FF2B5EF4-FFF2-40B4-BE49-F238E27FC236}">
                  <a16:creationId xmlns:a16="http://schemas.microsoft.com/office/drawing/2014/main" id="{BDFED429-2956-4DC9-892F-15D652322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9" y="3568"/>
              <a:ext cx="2630" cy="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extract(rcvpkt,data)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deliver_data(data)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latin typeface="Arial" panose="020B0604020202020204" pitchFamily="34" charset="0"/>
                </a:rPr>
                <a:t>sndpkt = make_pkt(</a:t>
              </a:r>
              <a:r>
                <a:rPr lang="en-US" altLang="zh-TW" sz="1600">
                  <a:solidFill>
                    <a:srgbClr val="7030A0"/>
                  </a:solidFill>
                  <a:latin typeface="Arial" panose="020B0604020202020204" pitchFamily="34" charset="0"/>
                </a:rPr>
                <a:t>ACK1</a:t>
              </a:r>
              <a:r>
                <a:rPr lang="en-US" altLang="zh-TW" sz="1600">
                  <a:latin typeface="Arial" panose="020B0604020202020204" pitchFamily="34" charset="0"/>
                </a:rPr>
                <a:t>, chksum)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udt_send(sndpkt)</a:t>
              </a:r>
              <a:endParaRPr lang="en-US" altLang="zh-TW" sz="16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87052" name="Group 27">
              <a:extLst>
                <a:ext uri="{FF2B5EF4-FFF2-40B4-BE49-F238E27FC236}">
                  <a16:creationId xmlns:a16="http://schemas.microsoft.com/office/drawing/2014/main" id="{150B8282-88B9-4784-A157-6C4F9658E0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409"/>
              <a:ext cx="3510" cy="1316"/>
              <a:chOff x="0" y="2409"/>
              <a:chExt cx="3510" cy="1316"/>
            </a:xfrm>
          </p:grpSpPr>
          <p:grpSp>
            <p:nvGrpSpPr>
              <p:cNvPr id="87054" name="Group 28">
                <a:extLst>
                  <a:ext uri="{FF2B5EF4-FFF2-40B4-BE49-F238E27FC236}">
                    <a16:creationId xmlns:a16="http://schemas.microsoft.com/office/drawing/2014/main" id="{DA00A9E0-3CBA-4882-93F1-424201EFE7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87063" name="Oval 29">
                  <a:extLst>
                    <a:ext uri="{FF2B5EF4-FFF2-40B4-BE49-F238E27FC236}">
                      <a16:creationId xmlns:a16="http://schemas.microsoft.com/office/drawing/2014/main" id="{5003F904-660F-4822-80AA-FE71E0138F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TW" altLang="zh-TW" sz="1600">
                    <a:solidFill>
                      <a:srgbClr val="00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87064" name="Text Box 30">
                  <a:extLst>
                    <a:ext uri="{FF2B5EF4-FFF2-40B4-BE49-F238E27FC236}">
                      <a16:creationId xmlns:a16="http://schemas.microsoft.com/office/drawing/2014/main" id="{293F81CC-4644-40E9-9237-9295480465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32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Wait for 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TW" sz="1400">
                      <a:solidFill>
                        <a:srgbClr val="000000"/>
                      </a:solidFill>
                      <a:latin typeface="Arial" panose="020B0604020202020204" pitchFamily="34" charset="0"/>
                    </a:rPr>
                    <a:t>0 from below</a:t>
                  </a:r>
                  <a:endParaRPr lang="en-US" altLang="zh-TW" sz="1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87055" name="Freeform 31">
                <a:extLst>
                  <a:ext uri="{FF2B5EF4-FFF2-40B4-BE49-F238E27FC236}">
                    <a16:creationId xmlns:a16="http://schemas.microsoft.com/office/drawing/2014/main" id="{E12457F6-C54B-4BB9-B3E5-E75A30013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2618"/>
                <a:ext cx="520" cy="117"/>
              </a:xfrm>
              <a:custGeom>
                <a:avLst/>
                <a:gdLst>
                  <a:gd name="T0" fmla="*/ 0 w 520"/>
                  <a:gd name="T1" fmla="*/ 117 h 117"/>
                  <a:gd name="T2" fmla="*/ 520 w 520"/>
                  <a:gd name="T3" fmla="*/ 17 h 117"/>
                  <a:gd name="T4" fmla="*/ 0 60000 65536"/>
                  <a:gd name="T5" fmla="*/ 0 60000 65536"/>
                  <a:gd name="T6" fmla="*/ 0 w 520"/>
                  <a:gd name="T7" fmla="*/ 0 h 117"/>
                  <a:gd name="T8" fmla="*/ 520 w 520"/>
                  <a:gd name="T9" fmla="*/ 117 h 11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20" h="117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7056" name="Freeform 32">
                <a:extLst>
                  <a:ext uri="{FF2B5EF4-FFF2-40B4-BE49-F238E27FC236}">
                    <a16:creationId xmlns:a16="http://schemas.microsoft.com/office/drawing/2014/main" id="{C2B226B0-DC83-4DA5-B470-42590B61C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6" y="3125"/>
                <a:ext cx="1514" cy="130"/>
              </a:xfrm>
              <a:custGeom>
                <a:avLst/>
                <a:gdLst>
                  <a:gd name="T0" fmla="*/ 0 w 1514"/>
                  <a:gd name="T1" fmla="*/ 0 h 130"/>
                  <a:gd name="T2" fmla="*/ 1514 w 1514"/>
                  <a:gd name="T3" fmla="*/ 17 h 130"/>
                  <a:gd name="T4" fmla="*/ 0 60000 65536"/>
                  <a:gd name="T5" fmla="*/ 0 60000 65536"/>
                  <a:gd name="T6" fmla="*/ 0 w 1514"/>
                  <a:gd name="T7" fmla="*/ 0 h 130"/>
                  <a:gd name="T8" fmla="*/ 1514 w 1514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14" h="130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triangl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7057" name="Line 33">
                <a:extLst>
                  <a:ext uri="{FF2B5EF4-FFF2-40B4-BE49-F238E27FC236}">
                    <a16:creationId xmlns:a16="http://schemas.microsoft.com/office/drawing/2014/main" id="{C7D3D9C7-7D66-4E81-A0B1-645CDE249E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9" y="3577"/>
                <a:ext cx="120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7058" name="Freeform 34">
                <a:extLst>
                  <a:ext uri="{FF2B5EF4-FFF2-40B4-BE49-F238E27FC236}">
                    <a16:creationId xmlns:a16="http://schemas.microsoft.com/office/drawing/2014/main" id="{3D112B71-BA38-4AA6-AE1A-830EEC9ECB9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237" y="2468"/>
                <a:ext cx="309" cy="856"/>
              </a:xfrm>
              <a:custGeom>
                <a:avLst/>
                <a:gdLst>
                  <a:gd name="T0" fmla="*/ 0 w 619"/>
                  <a:gd name="T1" fmla="*/ 0 h 1815"/>
                  <a:gd name="T2" fmla="*/ 0 w 619"/>
                  <a:gd name="T3" fmla="*/ 0 h 1815"/>
                  <a:gd name="T4" fmla="*/ 0 60000 65536"/>
                  <a:gd name="T5" fmla="*/ 0 60000 65536"/>
                  <a:gd name="T6" fmla="*/ 0 w 619"/>
                  <a:gd name="T7" fmla="*/ 0 h 1815"/>
                  <a:gd name="T8" fmla="*/ 619 w 619"/>
                  <a:gd name="T9" fmla="*/ 1815 h 181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19" h="1815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7059" name="Line 35">
                <a:extLst>
                  <a:ext uri="{FF2B5EF4-FFF2-40B4-BE49-F238E27FC236}">
                    <a16:creationId xmlns:a16="http://schemas.microsoft.com/office/drawing/2014/main" id="{25AE4615-6BEB-459B-9E82-B324076DC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" y="2936"/>
                <a:ext cx="121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7060" name="Text Box 36">
                <a:extLst>
                  <a:ext uri="{FF2B5EF4-FFF2-40B4-BE49-F238E27FC236}">
                    <a16:creationId xmlns:a16="http://schemas.microsoft.com/office/drawing/2014/main" id="{28D97D84-D828-4A8A-A64C-0EBF32E20A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" y="2409"/>
                <a:ext cx="1487" cy="4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rdt_rcv(rcvpkt) &amp;&amp; 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(corrupt(rcvpkt) ||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   </a:t>
                </a:r>
                <a:r>
                  <a:rPr lang="en-US" altLang="zh-TW" sz="1600">
                    <a:latin typeface="Arial" panose="020B0604020202020204" pitchFamily="34" charset="0"/>
                  </a:rPr>
                  <a:t>has_</a:t>
                </a:r>
                <a:r>
                  <a:rPr lang="en-US" altLang="zh-TW" sz="1600">
                    <a:solidFill>
                      <a:srgbClr val="0070C0"/>
                    </a:solidFill>
                    <a:latin typeface="Arial" panose="020B0604020202020204" pitchFamily="34" charset="0"/>
                  </a:rPr>
                  <a:t>seq1</a:t>
                </a:r>
                <a:r>
                  <a:rPr lang="en-US" altLang="zh-TW" sz="1600">
                    <a:latin typeface="Arial" panose="020B0604020202020204" pitchFamily="34" charset="0"/>
                  </a:rPr>
                  <a:t>(rcvpkt))</a:t>
                </a:r>
                <a:endParaRPr lang="en-US" altLang="zh-TW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061" name="Text Box 37">
                <a:extLst>
                  <a:ext uri="{FF2B5EF4-FFF2-40B4-BE49-F238E27FC236}">
                    <a16:creationId xmlns:a16="http://schemas.microsoft.com/office/drawing/2014/main" id="{2E36E03F-0967-4F94-8453-ED22806FD7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0" y="3056"/>
                <a:ext cx="1551" cy="6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Tahoma" panose="020B0604030504040204" pitchFamily="34" charset="0"/>
                  </a:rPr>
                  <a:t>sndpkt=make_pkt(</a:t>
                </a:r>
                <a:r>
                  <a:rPr lang="en-US" altLang="zh-TW" sz="1600">
                    <a:solidFill>
                      <a:srgbClr val="0070C0"/>
                    </a:solidFill>
                    <a:latin typeface="Tahoma" panose="020B0604030504040204" pitchFamily="34" charset="0"/>
                  </a:rPr>
                  <a:t>ACK1</a:t>
                </a:r>
                <a:r>
                  <a:rPr lang="en-US" altLang="zh-TW" sz="1600">
                    <a:latin typeface="Tahoma" panose="020B0604030504040204" pitchFamily="34" charset="0"/>
                  </a:rPr>
                  <a:t>,chksum)</a:t>
                </a:r>
                <a:endParaRPr lang="en-US" altLang="zh-TW" sz="1600">
                  <a:latin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latin typeface="Arial" panose="020B0604020202020204" pitchFamily="34" charset="0"/>
                  </a:rPr>
                  <a:t>udt_send(sndpkt)</a:t>
                </a:r>
                <a:endParaRPr lang="en-US" altLang="zh-TW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7062" name="Text Box 38">
                <a:extLst>
                  <a:ext uri="{FF2B5EF4-FFF2-40B4-BE49-F238E27FC236}">
                    <a16:creationId xmlns:a16="http://schemas.microsoft.com/office/drawing/2014/main" id="{35FC4461-9DE8-43F8-BAC9-1E37FDA9D2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 u="sng">
                    <a:solidFill>
                      <a:srgbClr val="000099"/>
                    </a:solidFill>
                    <a:latin typeface="Tahoma" panose="020B0604030504040204" pitchFamily="34" charset="0"/>
                  </a:rPr>
                  <a:t>receiver</a:t>
                </a:r>
                <a:r>
                  <a:rPr lang="en-US" altLang="zh-TW" sz="2000">
                    <a:solidFill>
                      <a:srgbClr val="000099"/>
                    </a:solidFill>
                    <a:latin typeface="Tahoma" panose="020B0604030504040204" pitchFamily="34" charset="0"/>
                  </a:rPr>
                  <a:t> FSM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2000">
                    <a:solidFill>
                      <a:srgbClr val="000099"/>
                    </a:solidFill>
                    <a:latin typeface="Tahoma" panose="020B0604030504040204" pitchFamily="34" charset="0"/>
                  </a:rPr>
                  <a:t>fragment</a:t>
                </a:r>
              </a:p>
            </p:txBody>
          </p:sp>
        </p:grpSp>
        <p:sp>
          <p:nvSpPr>
            <p:cNvPr id="87053" name="Text Box 39">
              <a:extLst>
                <a:ext uri="{FF2B5EF4-FFF2-40B4-BE49-F238E27FC236}">
                  <a16:creationId xmlns:a16="http://schemas.microsoft.com/office/drawing/2014/main" id="{BF558F2F-B2E5-40AA-B7FF-06B3B8C5E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</p:grpSp>
      <p:sp>
        <p:nvSpPr>
          <p:cNvPr id="87049" name="矩形 42">
            <a:extLst>
              <a:ext uri="{FF2B5EF4-FFF2-40B4-BE49-F238E27FC236}">
                <a16:creationId xmlns:a16="http://schemas.microsoft.com/office/drawing/2014/main" id="{1C7823CF-2A12-4FC4-924D-E2B11E345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188" y="923925"/>
            <a:ext cx="218281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dirty="0">
                <a:solidFill>
                  <a:srgbClr val="FF0000"/>
                </a:solidFill>
                <a:latin typeface="Tahoma" panose="020B0604030504040204" pitchFamily="34" charset="0"/>
              </a:rPr>
              <a:t>instead of NAK, receiver sends ACK for last pkt received OK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5">
            <a:extLst>
              <a:ext uri="{FF2B5EF4-FFF2-40B4-BE49-F238E27FC236}">
                <a16:creationId xmlns:a16="http://schemas.microsoft.com/office/drawing/2014/main" id="{E34F3082-776C-4991-B0DC-2C86A1B6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88067" name="Slide Number Placeholder 6">
            <a:extLst>
              <a:ext uri="{FF2B5EF4-FFF2-40B4-BE49-F238E27FC236}">
                <a16:creationId xmlns:a16="http://schemas.microsoft.com/office/drawing/2014/main" id="{905C5436-744F-417E-A3D4-765971E8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6D9E7B4C-3BF1-4866-AE96-FAA7DC3D2BF1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8068" name="Rectangle 2">
            <a:extLst>
              <a:ext uri="{FF2B5EF4-FFF2-40B4-BE49-F238E27FC236}">
                <a16:creationId xmlns:a16="http://schemas.microsoft.com/office/drawing/2014/main" id="{6147EC03-D15C-4776-A1E7-3796829A9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063" y="219075"/>
            <a:ext cx="7772400" cy="963613"/>
          </a:xfrm>
        </p:spPr>
        <p:txBody>
          <a:bodyPr/>
          <a:lstStyle/>
          <a:p>
            <a:r>
              <a:rPr lang="en-US" altLang="zh-TW" sz="3600"/>
              <a:t>rdt3.0: channels with errors </a:t>
            </a:r>
            <a:r>
              <a:rPr lang="en-US" altLang="zh-TW" sz="3600" i="1">
                <a:solidFill>
                  <a:srgbClr val="FF0000"/>
                </a:solidFill>
              </a:rPr>
              <a:t>and</a:t>
            </a:r>
            <a:r>
              <a:rPr lang="en-US" altLang="zh-TW" sz="3600">
                <a:solidFill>
                  <a:srgbClr val="FF0000"/>
                </a:solidFill>
              </a:rPr>
              <a:t> loss</a:t>
            </a:r>
            <a:endParaRPr lang="en-US" altLang="zh-TW">
              <a:solidFill>
                <a:srgbClr val="FF0000"/>
              </a:solidFill>
            </a:endParaRPr>
          </a:p>
        </p:txBody>
      </p:sp>
      <p:sp>
        <p:nvSpPr>
          <p:cNvPr id="88069" name="Rectangle 3">
            <a:extLst>
              <a:ext uri="{FF2B5EF4-FFF2-40B4-BE49-F238E27FC236}">
                <a16:creationId xmlns:a16="http://schemas.microsoft.com/office/drawing/2014/main" id="{3DCBDE85-3A07-4733-A2CC-8D68B63EDB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u="sng" dirty="0">
                <a:solidFill>
                  <a:srgbClr val="CC0000"/>
                </a:solidFill>
              </a:rPr>
              <a:t>new assumption:</a:t>
            </a:r>
            <a:r>
              <a:rPr lang="en-US" altLang="zh-TW" dirty="0"/>
              <a:t> underlying channel can also </a:t>
            </a:r>
            <a:r>
              <a:rPr lang="en-US" altLang="zh-TW" dirty="0">
                <a:solidFill>
                  <a:srgbClr val="FF0000"/>
                </a:solidFill>
              </a:rPr>
              <a:t>lose packets </a:t>
            </a:r>
            <a:r>
              <a:rPr lang="en-US" altLang="zh-TW" dirty="0"/>
              <a:t>(data, ACKs)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checksum, seq. #, ACKs, retransmissions will be of help … but not enough</a:t>
            </a:r>
          </a:p>
        </p:txBody>
      </p:sp>
      <p:sp>
        <p:nvSpPr>
          <p:cNvPr id="345092" name="Rectangle 4">
            <a:extLst>
              <a:ext uri="{FF2B5EF4-FFF2-40B4-BE49-F238E27FC236}">
                <a16:creationId xmlns:a16="http://schemas.microsoft.com/office/drawing/2014/main" id="{D1EE2454-4B70-4A49-A766-6F74D728AC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600200"/>
            <a:ext cx="409575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u="sng">
                <a:solidFill>
                  <a:srgbClr val="CC0000"/>
                </a:solidFill>
              </a:rPr>
              <a:t>approach:</a:t>
            </a:r>
            <a:r>
              <a:rPr lang="en-US" altLang="zh-TW"/>
              <a:t> </a:t>
            </a:r>
            <a:r>
              <a:rPr lang="en-US" altLang="zh-TW">
                <a:solidFill>
                  <a:srgbClr val="FF0000"/>
                </a:solidFill>
              </a:rPr>
              <a:t>sender waits </a:t>
            </a:r>
            <a:r>
              <a:rPr lang="ja-JP" altLang="en-US">
                <a:solidFill>
                  <a:srgbClr val="FF0000"/>
                </a:solidFill>
              </a:rPr>
              <a:t>“</a:t>
            </a:r>
            <a:r>
              <a:rPr lang="en-US" altLang="ja-JP">
                <a:solidFill>
                  <a:srgbClr val="FF0000"/>
                </a:solidFill>
              </a:rPr>
              <a:t>reasonable</a:t>
            </a:r>
            <a:r>
              <a:rPr lang="ja-JP" altLang="en-US">
                <a:solidFill>
                  <a:srgbClr val="FF0000"/>
                </a:solidFill>
              </a:rPr>
              <a:t>”</a:t>
            </a:r>
            <a:r>
              <a:rPr lang="en-US" altLang="ja-JP">
                <a:solidFill>
                  <a:srgbClr val="FF0000"/>
                </a:solidFill>
              </a:rPr>
              <a:t> amount of time for ACK </a:t>
            </a:r>
          </a:p>
          <a:p>
            <a:pPr>
              <a:lnSpc>
                <a:spcPct val="80000"/>
              </a:lnSpc>
            </a:pPr>
            <a:r>
              <a:rPr lang="en-US" altLang="zh-TW" sz="2400">
                <a:solidFill>
                  <a:srgbClr val="0070C0"/>
                </a:solidFill>
              </a:rPr>
              <a:t>retransmits if no ACK received in this time</a:t>
            </a:r>
          </a:p>
          <a:p>
            <a:pPr>
              <a:lnSpc>
                <a:spcPct val="70000"/>
              </a:lnSpc>
            </a:pPr>
            <a:r>
              <a:rPr lang="en-US" altLang="zh-TW" sz="2400"/>
              <a:t>if pkt (or ACK) just delayed (not lost):</a:t>
            </a:r>
          </a:p>
          <a:p>
            <a:pPr lvl="1"/>
            <a:r>
              <a:rPr lang="en-US" altLang="zh-TW"/>
              <a:t>retransmission will be  duplicate, but seq. #</a:t>
            </a:r>
            <a:r>
              <a:rPr lang="ja-JP" altLang="en-US"/>
              <a:t>’</a:t>
            </a:r>
            <a:r>
              <a:rPr lang="en-US" altLang="ja-JP"/>
              <a:t>s already handles this</a:t>
            </a:r>
            <a:endParaRPr lang="en-US" altLang="ja-JP" sz="2000"/>
          </a:p>
          <a:p>
            <a:pPr lvl="1"/>
            <a:r>
              <a:rPr lang="en-US" altLang="zh-TW"/>
              <a:t>receiver must specify seq # of pkt being ACKed</a:t>
            </a:r>
            <a:endParaRPr lang="en-US" altLang="zh-TW" sz="2000"/>
          </a:p>
          <a:p>
            <a:pPr>
              <a:lnSpc>
                <a:spcPct val="70000"/>
              </a:lnSpc>
            </a:pPr>
            <a:r>
              <a:rPr lang="en-US" altLang="zh-TW" sz="2400"/>
              <a:t>requires </a:t>
            </a:r>
            <a:r>
              <a:rPr lang="en-US" altLang="zh-TW" sz="2400">
                <a:solidFill>
                  <a:srgbClr val="FF0000"/>
                </a:solidFill>
              </a:rPr>
              <a:t>countdown timer</a:t>
            </a:r>
          </a:p>
        </p:txBody>
      </p:sp>
      <p:pic>
        <p:nvPicPr>
          <p:cNvPr id="88071" name="Picture 5" descr="underline_base">
            <a:extLst>
              <a:ext uri="{FF2B5EF4-FFF2-40B4-BE49-F238E27FC236}">
                <a16:creationId xmlns:a16="http://schemas.microsoft.com/office/drawing/2014/main" id="{2ED81D49-C76D-426A-B253-6B43677F6CC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87947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E750E761-4191-4456-8C47-5AC11D90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0115" name="Slide Number Placeholder 4">
            <a:extLst>
              <a:ext uri="{FF2B5EF4-FFF2-40B4-BE49-F238E27FC236}">
                <a16:creationId xmlns:a16="http://schemas.microsoft.com/office/drawing/2014/main" id="{6DCA467C-5D2B-46A0-BA57-A01C3C1B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7C96A7C8-185A-4531-8E61-2A8869B56007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0116" name="Rectangle 2">
            <a:extLst>
              <a:ext uri="{FF2B5EF4-FFF2-40B4-BE49-F238E27FC236}">
                <a16:creationId xmlns:a16="http://schemas.microsoft.com/office/drawing/2014/main" id="{BFB845B3-726E-4829-AA71-725B78569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725" y="242888"/>
            <a:ext cx="3560763" cy="893762"/>
          </a:xfrm>
        </p:spPr>
        <p:txBody>
          <a:bodyPr/>
          <a:lstStyle/>
          <a:p>
            <a:r>
              <a:rPr lang="en-US" altLang="zh-TW" sz="4000"/>
              <a:t>rdt3.0 sender</a:t>
            </a:r>
            <a:endParaRPr lang="en-US" altLang="zh-TW"/>
          </a:p>
        </p:txBody>
      </p:sp>
      <p:sp>
        <p:nvSpPr>
          <p:cNvPr id="90117" name="Text Box 3">
            <a:extLst>
              <a:ext uri="{FF2B5EF4-FFF2-40B4-BE49-F238E27FC236}">
                <a16:creationId xmlns:a16="http://schemas.microsoft.com/office/drawing/2014/main" id="{7FB8C315-A264-49E9-B077-E5340DCFC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1384300"/>
            <a:ext cx="3860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make_pkt(0, 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start_timer</a:t>
            </a:r>
            <a:endParaRPr lang="en-US" altLang="zh-TW" sz="14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8" name="Text Box 4">
            <a:extLst>
              <a:ext uri="{FF2B5EF4-FFF2-40B4-BE49-F238E27FC236}">
                <a16:creationId xmlns:a16="http://schemas.microsoft.com/office/drawing/2014/main" id="{02D0599E-73F5-415C-9265-453211D41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1090613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9" name="Line 5">
            <a:extLst>
              <a:ext uri="{FF2B5EF4-FFF2-40B4-BE49-F238E27FC236}">
                <a16:creationId xmlns:a16="http://schemas.microsoft.com/office/drawing/2014/main" id="{8C72788E-A7EC-4AD6-B005-519F362CD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2300" y="14287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20" name="Line 6">
            <a:extLst>
              <a:ext uri="{FF2B5EF4-FFF2-40B4-BE49-F238E27FC236}">
                <a16:creationId xmlns:a16="http://schemas.microsoft.com/office/drawing/2014/main" id="{3EE102C8-CB03-46CE-8ACE-CD304E40C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9550" y="1544638"/>
            <a:ext cx="157163" cy="5762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90121" name="Group 7">
            <a:extLst>
              <a:ext uri="{FF2B5EF4-FFF2-40B4-BE49-F238E27FC236}">
                <a16:creationId xmlns:a16="http://schemas.microsoft.com/office/drawing/2014/main" id="{ABBE34C3-EB25-4285-AB0C-EFE180A60340}"/>
              </a:ext>
            </a:extLst>
          </p:cNvPr>
          <p:cNvGrpSpPr>
            <a:grpSpLocks/>
          </p:cNvGrpSpPr>
          <p:nvPr/>
        </p:nvGrpSpPr>
        <p:grpSpPr bwMode="auto">
          <a:xfrm>
            <a:off x="5360988" y="2090738"/>
            <a:ext cx="889000" cy="865187"/>
            <a:chOff x="445" y="1273"/>
            <a:chExt cx="560" cy="545"/>
          </a:xfrm>
        </p:grpSpPr>
        <p:sp>
          <p:nvSpPr>
            <p:cNvPr id="90170" name="Oval 8">
              <a:extLst>
                <a:ext uri="{FF2B5EF4-FFF2-40B4-BE49-F238E27FC236}">
                  <a16:creationId xmlns:a16="http://schemas.microsoft.com/office/drawing/2014/main" id="{7F064077-5D35-41FF-97BA-1BFBF5030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0171" name="Text Box 9">
              <a:extLst>
                <a:ext uri="{FF2B5EF4-FFF2-40B4-BE49-F238E27FC236}">
                  <a16:creationId xmlns:a16="http://schemas.microsoft.com/office/drawing/2014/main" id="{CD4F99C8-6821-4DA7-B79B-BE1796C08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ACK0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22" name="Freeform 10">
            <a:extLst>
              <a:ext uri="{FF2B5EF4-FFF2-40B4-BE49-F238E27FC236}">
                <a16:creationId xmlns:a16="http://schemas.microsoft.com/office/drawing/2014/main" id="{290A4B88-915B-4303-A0DB-37B566C9DFEE}"/>
              </a:ext>
            </a:extLst>
          </p:cNvPr>
          <p:cNvSpPr>
            <a:spLocks/>
          </p:cNvSpPr>
          <p:nvPr/>
        </p:nvSpPr>
        <p:spPr bwMode="auto">
          <a:xfrm flipV="1">
            <a:off x="3384550" y="2071688"/>
            <a:ext cx="2090738" cy="163512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23" name="Freeform 11">
            <a:extLst>
              <a:ext uri="{FF2B5EF4-FFF2-40B4-BE49-F238E27FC236}">
                <a16:creationId xmlns:a16="http://schemas.microsoft.com/office/drawing/2014/main" id="{88F4E7D2-7E48-49CB-9431-87424090969A}"/>
              </a:ext>
            </a:extLst>
          </p:cNvPr>
          <p:cNvSpPr>
            <a:spLocks/>
          </p:cNvSpPr>
          <p:nvPr/>
        </p:nvSpPr>
        <p:spPr bwMode="auto">
          <a:xfrm>
            <a:off x="6069013" y="1674813"/>
            <a:ext cx="871537" cy="666750"/>
          </a:xfrm>
          <a:custGeom>
            <a:avLst/>
            <a:gdLst>
              <a:gd name="T0" fmla="*/ 0 w 549"/>
              <a:gd name="T1" fmla="*/ 2147483646 h 420"/>
              <a:gd name="T2" fmla="*/ 2147483646 w 549"/>
              <a:gd name="T3" fmla="*/ 2147483646 h 420"/>
              <a:gd name="T4" fmla="*/ 0 60000 65536"/>
              <a:gd name="T5" fmla="*/ 0 60000 65536"/>
              <a:gd name="T6" fmla="*/ 0 w 549"/>
              <a:gd name="T7" fmla="*/ 0 h 420"/>
              <a:gd name="T8" fmla="*/ 549 w 549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49" h="420">
                <a:moveTo>
                  <a:pt x="0" y="306"/>
                </a:moveTo>
                <a:cubicBezTo>
                  <a:pt x="78" y="0"/>
                  <a:pt x="549" y="315"/>
                  <a:pt x="87" y="42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24" name="Text Box 12">
            <a:extLst>
              <a:ext uri="{FF2B5EF4-FFF2-40B4-BE49-F238E27FC236}">
                <a16:creationId xmlns:a16="http://schemas.microsoft.com/office/drawing/2014/main" id="{7C70A80A-914B-4847-86FF-9002788A8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1196975"/>
            <a:ext cx="17049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( corrupt(rcvpkt) ||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isACK(rcvpkt,1) 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5" name="Line 13">
            <a:extLst>
              <a:ext uri="{FF2B5EF4-FFF2-40B4-BE49-F238E27FC236}">
                <a16:creationId xmlns:a16="http://schemas.microsoft.com/office/drawing/2014/main" id="{F2675B54-875A-419A-B853-BA7C97FD2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1313" y="1898650"/>
            <a:ext cx="13509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90126" name="Group 14">
            <a:extLst>
              <a:ext uri="{FF2B5EF4-FFF2-40B4-BE49-F238E27FC236}">
                <a16:creationId xmlns:a16="http://schemas.microsoft.com/office/drawing/2014/main" id="{26FE1286-1E53-4444-801D-92908E940E77}"/>
              </a:ext>
            </a:extLst>
          </p:cNvPr>
          <p:cNvGrpSpPr>
            <a:grpSpLocks/>
          </p:cNvGrpSpPr>
          <p:nvPr/>
        </p:nvGrpSpPr>
        <p:grpSpPr bwMode="auto">
          <a:xfrm>
            <a:off x="5453063" y="4005263"/>
            <a:ext cx="1189037" cy="850900"/>
            <a:chOff x="4090" y="3230"/>
            <a:chExt cx="749" cy="536"/>
          </a:xfrm>
        </p:grpSpPr>
        <p:sp>
          <p:nvSpPr>
            <p:cNvPr id="90168" name="Oval 15">
              <a:extLst>
                <a:ext uri="{FF2B5EF4-FFF2-40B4-BE49-F238E27FC236}">
                  <a16:creationId xmlns:a16="http://schemas.microsoft.com/office/drawing/2014/main" id="{5398E370-D1E2-4A9E-829C-8DEF2C59F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0169" name="Text Box 16">
              <a:extLst>
                <a:ext uri="{FF2B5EF4-FFF2-40B4-BE49-F238E27FC236}">
                  <a16:creationId xmlns:a16="http://schemas.microsoft.com/office/drawing/2014/main" id="{221B520F-501C-4EBB-A9CF-5D2DDA4BE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call 1 from above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27" name="Freeform 17">
            <a:extLst>
              <a:ext uri="{FF2B5EF4-FFF2-40B4-BE49-F238E27FC236}">
                <a16:creationId xmlns:a16="http://schemas.microsoft.com/office/drawing/2014/main" id="{F2C09787-DE45-4A6E-ADAF-E9EAF89D65E5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2140744" y="3402806"/>
            <a:ext cx="1254125" cy="150813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28" name="Freeform 18">
            <a:extLst>
              <a:ext uri="{FF2B5EF4-FFF2-40B4-BE49-F238E27FC236}">
                <a16:creationId xmlns:a16="http://schemas.microsoft.com/office/drawing/2014/main" id="{23F06FD1-7910-4B26-9051-1AFDF23F2BCC}"/>
              </a:ext>
            </a:extLst>
          </p:cNvPr>
          <p:cNvSpPr>
            <a:spLocks/>
          </p:cNvSpPr>
          <p:nvPr/>
        </p:nvSpPr>
        <p:spPr bwMode="auto">
          <a:xfrm>
            <a:off x="3370263" y="4738688"/>
            <a:ext cx="2312987" cy="274637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29" name="Freeform 19">
            <a:extLst>
              <a:ext uri="{FF2B5EF4-FFF2-40B4-BE49-F238E27FC236}">
                <a16:creationId xmlns:a16="http://schemas.microsoft.com/office/drawing/2014/main" id="{BC3C1479-782D-4E57-AF30-1759034B3882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5611019" y="3328194"/>
            <a:ext cx="1184275" cy="166687"/>
          </a:xfrm>
          <a:custGeom>
            <a:avLst/>
            <a:gdLst>
              <a:gd name="T0" fmla="*/ 0 w 2835"/>
              <a:gd name="T1" fmla="*/ 0 h 525"/>
              <a:gd name="T2" fmla="*/ 2147483646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30" name="Text Box 20">
            <a:extLst>
              <a:ext uri="{FF2B5EF4-FFF2-40B4-BE49-F238E27FC236}">
                <a16:creationId xmlns:a16="http://schemas.microsoft.com/office/drawing/2014/main" id="{2B395B98-E32A-4788-9C95-37AB673F3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8" y="5224463"/>
            <a:ext cx="34448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sndpkt = make_pkt(1, data, checksum)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start_timer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31" name="Text Box 21">
            <a:extLst>
              <a:ext uri="{FF2B5EF4-FFF2-40B4-BE49-F238E27FC236}">
                <a16:creationId xmlns:a16="http://schemas.microsoft.com/office/drawing/2014/main" id="{E6006432-631F-46CF-BA76-645483F63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288" y="4941888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rdt_send(data)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32" name="Line 22">
            <a:extLst>
              <a:ext uri="{FF2B5EF4-FFF2-40B4-BE49-F238E27FC236}">
                <a16:creationId xmlns:a16="http://schemas.microsoft.com/office/drawing/2014/main" id="{5C3AE99A-3E10-47C3-9C07-905B29274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5350" y="5253038"/>
            <a:ext cx="25987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33" name="Text Box 23">
            <a:extLst>
              <a:ext uri="{FF2B5EF4-FFF2-40B4-BE49-F238E27FC236}">
                <a16:creationId xmlns:a16="http://schemas.microsoft.com/office/drawing/2014/main" id="{0EB06530-9E01-49F3-9F57-6E9C47471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150" y="3106738"/>
            <a:ext cx="21494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&amp;&amp; notcorrupt(rcvpkt)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&amp;&amp; isACK(rcvpkt,0)</a:t>
            </a: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34" name="Line 24">
            <a:extLst>
              <a:ext uri="{FF2B5EF4-FFF2-40B4-BE49-F238E27FC236}">
                <a16:creationId xmlns:a16="http://schemas.microsoft.com/office/drawing/2014/main" id="{4E7211BC-BFD8-4F88-A471-03F33A88E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6038" y="3817938"/>
            <a:ext cx="1419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35" name="Text Box 25">
            <a:extLst>
              <a:ext uri="{FF2B5EF4-FFF2-40B4-BE49-F238E27FC236}">
                <a16:creationId xmlns:a16="http://schemas.microsoft.com/office/drawing/2014/main" id="{BBF65E5F-0A7C-4721-89B5-B10E6DC9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0638" y="5062538"/>
            <a:ext cx="16224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&amp;&amp;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( corrupt(rcvpkt) ||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isACK(rcvpkt,0) 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36" name="Line 26">
            <a:extLst>
              <a:ext uri="{FF2B5EF4-FFF2-40B4-BE49-F238E27FC236}">
                <a16:creationId xmlns:a16="http://schemas.microsoft.com/office/drawing/2014/main" id="{DBE0F926-ED0A-48C6-B407-8F7068FC7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3825" y="5788025"/>
            <a:ext cx="12541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37" name="Text Box 27">
            <a:extLst>
              <a:ext uri="{FF2B5EF4-FFF2-40B4-BE49-F238E27FC236}">
                <a16:creationId xmlns:a16="http://schemas.microsoft.com/office/drawing/2014/main" id="{6DEFDF40-7D97-4681-A936-32180686A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2865438"/>
            <a:ext cx="19129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  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&amp;&amp; notcorrupt(rcvpkt)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&amp;&amp; isACK(rcvpkt,1)</a:t>
            </a:r>
            <a:r>
              <a:rPr lang="en-US" altLang="zh-TW" sz="1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n-US" altLang="zh-TW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38" name="Line 28">
            <a:extLst>
              <a:ext uri="{FF2B5EF4-FFF2-40B4-BE49-F238E27FC236}">
                <a16:creationId xmlns:a16="http://schemas.microsoft.com/office/drawing/2014/main" id="{231F1FB0-0752-4952-A254-3F23F0CD2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050" y="3605213"/>
            <a:ext cx="15176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39" name="Text Box 29">
            <a:extLst>
              <a:ext uri="{FF2B5EF4-FFF2-40B4-BE49-F238E27FC236}">
                <a16:creationId xmlns:a16="http://schemas.microsoft.com/office/drawing/2014/main" id="{9C99FDF5-00D0-428B-96ED-A46B16192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3798888"/>
            <a:ext cx="1514475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stop_timer</a:t>
            </a:r>
            <a:endParaRPr lang="en-US" altLang="zh-TW" sz="14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0" name="Text Box 30">
            <a:extLst>
              <a:ext uri="{FF2B5EF4-FFF2-40B4-BE49-F238E27FC236}">
                <a16:creationId xmlns:a16="http://schemas.microsoft.com/office/drawing/2014/main" id="{20743C8E-1C49-4C4F-A1B7-BFED03D48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578225"/>
            <a:ext cx="151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stop_timer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1" name="Freeform 31">
            <a:extLst>
              <a:ext uri="{FF2B5EF4-FFF2-40B4-BE49-F238E27FC236}">
                <a16:creationId xmlns:a16="http://schemas.microsoft.com/office/drawing/2014/main" id="{7D1A1ABC-B493-40C0-A001-1EF237546224}"/>
              </a:ext>
            </a:extLst>
          </p:cNvPr>
          <p:cNvSpPr>
            <a:spLocks/>
          </p:cNvSpPr>
          <p:nvPr/>
        </p:nvSpPr>
        <p:spPr bwMode="auto">
          <a:xfrm>
            <a:off x="6238875" y="2338388"/>
            <a:ext cx="461963" cy="682625"/>
          </a:xfrm>
          <a:custGeom>
            <a:avLst/>
            <a:gdLst>
              <a:gd name="T0" fmla="*/ 0 w 291"/>
              <a:gd name="T1" fmla="*/ 2147483646 h 430"/>
              <a:gd name="T2" fmla="*/ 2147483646 w 291"/>
              <a:gd name="T3" fmla="*/ 2147483646 h 430"/>
              <a:gd name="T4" fmla="*/ 0 60000 65536"/>
              <a:gd name="T5" fmla="*/ 0 60000 65536"/>
              <a:gd name="T6" fmla="*/ 0 w 291"/>
              <a:gd name="T7" fmla="*/ 0 h 430"/>
              <a:gd name="T8" fmla="*/ 291 w 291"/>
              <a:gd name="T9" fmla="*/ 430 h 4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1" h="430">
                <a:moveTo>
                  <a:pt x="0" y="120"/>
                </a:moveTo>
                <a:cubicBezTo>
                  <a:pt x="291" y="0"/>
                  <a:pt x="259" y="430"/>
                  <a:pt x="15" y="25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42" name="Text Box 32">
            <a:extLst>
              <a:ext uri="{FF2B5EF4-FFF2-40B4-BE49-F238E27FC236}">
                <a16:creationId xmlns:a16="http://schemas.microsoft.com/office/drawing/2014/main" id="{FDB6B720-898C-42E5-AACC-16D2B16D5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663" y="2516188"/>
            <a:ext cx="21161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udt_send(sndpkt)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start_timer</a:t>
            </a:r>
            <a:endParaRPr lang="en-US" altLang="zh-TW" sz="14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3" name="Text Box 33">
            <a:extLst>
              <a:ext uri="{FF2B5EF4-FFF2-40B4-BE49-F238E27FC236}">
                <a16:creationId xmlns:a16="http://schemas.microsoft.com/office/drawing/2014/main" id="{A1F57BB7-CD68-4E4C-A6F3-328BEFDBB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2888" y="2279650"/>
            <a:ext cx="1114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70C0"/>
                </a:solidFill>
                <a:latin typeface="Arial" panose="020B0604020202020204" pitchFamily="34" charset="0"/>
              </a:rPr>
              <a:t>timeout</a:t>
            </a:r>
            <a:endParaRPr lang="en-US" altLang="zh-TW" sz="140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4" name="Line 34">
            <a:extLst>
              <a:ext uri="{FF2B5EF4-FFF2-40B4-BE49-F238E27FC236}">
                <a16:creationId xmlns:a16="http://schemas.microsoft.com/office/drawing/2014/main" id="{AF843B22-6ED2-417D-A1E4-CA771824D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1788" y="25336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45" name="Freeform 35">
            <a:extLst>
              <a:ext uri="{FF2B5EF4-FFF2-40B4-BE49-F238E27FC236}">
                <a16:creationId xmlns:a16="http://schemas.microsoft.com/office/drawing/2014/main" id="{47B9335A-072E-48BD-BA8C-D3EF246C459B}"/>
              </a:ext>
            </a:extLst>
          </p:cNvPr>
          <p:cNvSpPr>
            <a:spLocks/>
          </p:cNvSpPr>
          <p:nvPr/>
        </p:nvSpPr>
        <p:spPr bwMode="auto">
          <a:xfrm>
            <a:off x="2230438" y="4702175"/>
            <a:ext cx="692150" cy="631825"/>
          </a:xfrm>
          <a:custGeom>
            <a:avLst/>
            <a:gdLst>
              <a:gd name="T0" fmla="*/ 2147483646 w 436"/>
              <a:gd name="T1" fmla="*/ 2147483646 h 398"/>
              <a:gd name="T2" fmla="*/ 2147483646 w 436"/>
              <a:gd name="T3" fmla="*/ 0 h 398"/>
              <a:gd name="T4" fmla="*/ 0 60000 65536"/>
              <a:gd name="T5" fmla="*/ 0 60000 65536"/>
              <a:gd name="T6" fmla="*/ 0 w 436"/>
              <a:gd name="T7" fmla="*/ 0 h 398"/>
              <a:gd name="T8" fmla="*/ 436 w 436"/>
              <a:gd name="T9" fmla="*/ 398 h 3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6" h="398">
                <a:moveTo>
                  <a:pt x="436" y="101"/>
                </a:moveTo>
                <a:cubicBezTo>
                  <a:pt x="367" y="398"/>
                  <a:pt x="0" y="31"/>
                  <a:pt x="300" y="0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46" name="Freeform 36">
            <a:extLst>
              <a:ext uri="{FF2B5EF4-FFF2-40B4-BE49-F238E27FC236}">
                <a16:creationId xmlns:a16="http://schemas.microsoft.com/office/drawing/2014/main" id="{0EF3F6F3-C11F-4E3D-B217-817167A37DCE}"/>
              </a:ext>
            </a:extLst>
          </p:cNvPr>
          <p:cNvSpPr>
            <a:spLocks/>
          </p:cNvSpPr>
          <p:nvPr/>
        </p:nvSpPr>
        <p:spPr bwMode="auto">
          <a:xfrm>
            <a:off x="2030413" y="4413250"/>
            <a:ext cx="571500" cy="420688"/>
          </a:xfrm>
          <a:custGeom>
            <a:avLst/>
            <a:gdLst>
              <a:gd name="T0" fmla="*/ 2147483646 w 900"/>
              <a:gd name="T1" fmla="*/ 2147483646 h 662"/>
              <a:gd name="T2" fmla="*/ 2147483646 w 900"/>
              <a:gd name="T3" fmla="*/ 2147483646 h 662"/>
              <a:gd name="T4" fmla="*/ 0 60000 65536"/>
              <a:gd name="T5" fmla="*/ 0 60000 65536"/>
              <a:gd name="T6" fmla="*/ 0 w 900"/>
              <a:gd name="T7" fmla="*/ 0 h 662"/>
              <a:gd name="T8" fmla="*/ 900 w 900"/>
              <a:gd name="T9" fmla="*/ 662 h 6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0" h="662">
                <a:moveTo>
                  <a:pt x="900" y="360"/>
                </a:moveTo>
                <a:cubicBezTo>
                  <a:pt x="171" y="662"/>
                  <a:pt x="0" y="0"/>
                  <a:pt x="825" y="1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47" name="Text Box 37">
            <a:extLst>
              <a:ext uri="{FF2B5EF4-FFF2-40B4-BE49-F238E27FC236}">
                <a16:creationId xmlns:a16="http://schemas.microsoft.com/office/drawing/2014/main" id="{4EBB7452-41EB-40F0-A8A8-6BC5C5645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4460875"/>
            <a:ext cx="18240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udt_send(sndpkt)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start_timer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8" name="Text Box 38">
            <a:extLst>
              <a:ext uri="{FF2B5EF4-FFF2-40B4-BE49-F238E27FC236}">
                <a16:creationId xmlns:a16="http://schemas.microsoft.com/office/drawing/2014/main" id="{86E0E3A3-EBC3-402F-A1C0-BDF88B3B9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206875"/>
            <a:ext cx="1114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timeout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49" name="Line 39">
            <a:extLst>
              <a:ext uri="{FF2B5EF4-FFF2-40B4-BE49-F238E27FC236}">
                <a16:creationId xmlns:a16="http://schemas.microsoft.com/office/drawing/2014/main" id="{F1EB1907-ED13-49F0-A4D2-1FB92F710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125" y="44894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50" name="Freeform 40">
            <a:extLst>
              <a:ext uri="{FF2B5EF4-FFF2-40B4-BE49-F238E27FC236}">
                <a16:creationId xmlns:a16="http://schemas.microsoft.com/office/drawing/2014/main" id="{8CD358AB-A6B6-4290-A322-D11F7794EB25}"/>
              </a:ext>
            </a:extLst>
          </p:cNvPr>
          <p:cNvSpPr>
            <a:spLocks/>
          </p:cNvSpPr>
          <p:nvPr/>
        </p:nvSpPr>
        <p:spPr bwMode="auto">
          <a:xfrm>
            <a:off x="6426200" y="4373563"/>
            <a:ext cx="579438" cy="890587"/>
          </a:xfrm>
          <a:custGeom>
            <a:avLst/>
            <a:gdLst>
              <a:gd name="T0" fmla="*/ 2147483646 w 322"/>
              <a:gd name="T1" fmla="*/ 2147483646 h 483"/>
              <a:gd name="T2" fmla="*/ 0 w 322"/>
              <a:gd name="T3" fmla="*/ 2147483646 h 483"/>
              <a:gd name="T4" fmla="*/ 0 60000 65536"/>
              <a:gd name="T5" fmla="*/ 0 60000 65536"/>
              <a:gd name="T6" fmla="*/ 0 w 322"/>
              <a:gd name="T7" fmla="*/ 0 h 483"/>
              <a:gd name="T8" fmla="*/ 322 w 322"/>
              <a:gd name="T9" fmla="*/ 483 h 4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51" name="Text Box 41">
            <a:extLst>
              <a:ext uri="{FF2B5EF4-FFF2-40B4-BE49-F238E27FC236}">
                <a16:creationId xmlns:a16="http://schemas.microsoft.com/office/drawing/2014/main" id="{03A9684A-EBB9-4885-AD50-24F07F174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1874838"/>
            <a:ext cx="1428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0152" name="Group 42">
            <a:extLst>
              <a:ext uri="{FF2B5EF4-FFF2-40B4-BE49-F238E27FC236}">
                <a16:creationId xmlns:a16="http://schemas.microsoft.com/office/drawing/2014/main" id="{97FE4459-FF5F-439A-BF4B-4775ED05FE27}"/>
              </a:ext>
            </a:extLst>
          </p:cNvPr>
          <p:cNvGrpSpPr>
            <a:grpSpLocks/>
          </p:cNvGrpSpPr>
          <p:nvPr/>
        </p:nvGrpSpPr>
        <p:grpSpPr bwMode="auto">
          <a:xfrm>
            <a:off x="2419350" y="2135188"/>
            <a:ext cx="1189038" cy="850900"/>
            <a:chOff x="4090" y="3230"/>
            <a:chExt cx="749" cy="536"/>
          </a:xfrm>
        </p:grpSpPr>
        <p:sp>
          <p:nvSpPr>
            <p:cNvPr id="90166" name="Oval 43">
              <a:extLst>
                <a:ext uri="{FF2B5EF4-FFF2-40B4-BE49-F238E27FC236}">
                  <a16:creationId xmlns:a16="http://schemas.microsoft.com/office/drawing/2014/main" id="{09F2B21F-653F-4F7C-8124-1661C7AB9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0167" name="Text Box 44">
              <a:extLst>
                <a:ext uri="{FF2B5EF4-FFF2-40B4-BE49-F238E27FC236}">
                  <a16:creationId xmlns:a16="http://schemas.microsoft.com/office/drawing/2014/main" id="{4CC64E4A-64CD-4CD2-8494-D4FAB6BD6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call 0 from above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53" name="Line 45">
            <a:extLst>
              <a:ext uri="{FF2B5EF4-FFF2-40B4-BE49-F238E27FC236}">
                <a16:creationId xmlns:a16="http://schemas.microsoft.com/office/drawing/2014/main" id="{D4DC2450-03D3-4DB1-AFB4-2B51F9128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3950" y="2160588"/>
            <a:ext cx="1101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90154" name="Group 46">
            <a:extLst>
              <a:ext uri="{FF2B5EF4-FFF2-40B4-BE49-F238E27FC236}">
                <a16:creationId xmlns:a16="http://schemas.microsoft.com/office/drawing/2014/main" id="{221019AB-B489-484D-AC89-AEC9F6ABBBE9}"/>
              </a:ext>
            </a:extLst>
          </p:cNvPr>
          <p:cNvGrpSpPr>
            <a:grpSpLocks/>
          </p:cNvGrpSpPr>
          <p:nvPr/>
        </p:nvGrpSpPr>
        <p:grpSpPr bwMode="auto">
          <a:xfrm>
            <a:off x="2630488" y="3989388"/>
            <a:ext cx="889000" cy="865187"/>
            <a:chOff x="445" y="1273"/>
            <a:chExt cx="560" cy="545"/>
          </a:xfrm>
        </p:grpSpPr>
        <p:sp>
          <p:nvSpPr>
            <p:cNvPr id="90164" name="Oval 47">
              <a:extLst>
                <a:ext uri="{FF2B5EF4-FFF2-40B4-BE49-F238E27FC236}">
                  <a16:creationId xmlns:a16="http://schemas.microsoft.com/office/drawing/2014/main" id="{2E7C769B-E20D-40EC-AB19-3266E2565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6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0165" name="Text Box 48">
              <a:extLst>
                <a:ext uri="{FF2B5EF4-FFF2-40B4-BE49-F238E27FC236}">
                  <a16:creationId xmlns:a16="http://schemas.microsoft.com/office/drawing/2014/main" id="{22443C82-0FB2-402D-85D6-39CC7615D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ACK1</a:t>
              </a:r>
              <a:endParaRPr lang="en-US" altLang="zh-TW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0155" name="Freeform 49">
            <a:extLst>
              <a:ext uri="{FF2B5EF4-FFF2-40B4-BE49-F238E27FC236}">
                <a16:creationId xmlns:a16="http://schemas.microsoft.com/office/drawing/2014/main" id="{21FF9423-0B6B-47EE-AE66-6D2A6E59F93B}"/>
              </a:ext>
            </a:extLst>
          </p:cNvPr>
          <p:cNvSpPr>
            <a:spLocks/>
          </p:cNvSpPr>
          <p:nvPr/>
        </p:nvSpPr>
        <p:spPr bwMode="auto">
          <a:xfrm flipH="1" flipV="1">
            <a:off x="2006600" y="1782763"/>
            <a:ext cx="579438" cy="890587"/>
          </a:xfrm>
          <a:custGeom>
            <a:avLst/>
            <a:gdLst>
              <a:gd name="T0" fmla="*/ 2147483646 w 322"/>
              <a:gd name="T1" fmla="*/ 2147483646 h 483"/>
              <a:gd name="T2" fmla="*/ 0 w 322"/>
              <a:gd name="T3" fmla="*/ 2147483646 h 483"/>
              <a:gd name="T4" fmla="*/ 0 60000 65536"/>
              <a:gd name="T5" fmla="*/ 0 60000 65536"/>
              <a:gd name="T6" fmla="*/ 0 w 322"/>
              <a:gd name="T7" fmla="*/ 0 h 483"/>
              <a:gd name="T8" fmla="*/ 322 w 322"/>
              <a:gd name="T9" fmla="*/ 483 h 4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56" name="Text Box 50">
            <a:extLst>
              <a:ext uri="{FF2B5EF4-FFF2-40B4-BE49-F238E27FC236}">
                <a16:creationId xmlns:a16="http://schemas.microsoft.com/office/drawing/2014/main" id="{525FA3AD-9F02-4665-B6A7-CA9775D06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4713" y="48529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90157" name="Text Box 51">
            <a:extLst>
              <a:ext uri="{FF2B5EF4-FFF2-40B4-BE49-F238E27FC236}">
                <a16:creationId xmlns:a16="http://schemas.microsoft.com/office/drawing/2014/main" id="{E86B0EA3-4FA6-4A70-A2C1-6E85F9097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7988" y="4603750"/>
            <a:ext cx="1428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solidFill>
                  <a:srgbClr val="000000"/>
                </a:solidFill>
                <a:latin typeface="Arial" panose="020B0604020202020204" pitchFamily="34" charset="0"/>
              </a:rPr>
              <a:t>rdt_rcv(rcvpkt)</a:t>
            </a:r>
            <a:endParaRPr lang="en-US" altLang="zh-TW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58" name="Line 52">
            <a:extLst>
              <a:ext uri="{FF2B5EF4-FFF2-40B4-BE49-F238E27FC236}">
                <a16:creationId xmlns:a16="http://schemas.microsoft.com/office/drawing/2014/main" id="{45615E91-2AD3-4B49-B8C0-03E463746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5300" y="4889500"/>
            <a:ext cx="1101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90159" name="Text Box 53">
            <a:extLst>
              <a:ext uri="{FF2B5EF4-FFF2-40B4-BE49-F238E27FC236}">
                <a16:creationId xmlns:a16="http://schemas.microsoft.com/office/drawing/2014/main" id="{A3F4DA0E-B0DD-41B6-8E18-F3FC57FE2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18478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90160" name="Text Box 54">
            <a:extLst>
              <a:ext uri="{FF2B5EF4-FFF2-40B4-BE49-F238E27FC236}">
                <a16:creationId xmlns:a16="http://schemas.microsoft.com/office/drawing/2014/main" id="{57D8B982-C942-4BFA-AC78-F5174492B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212407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90161" name="Text Box 55">
            <a:extLst>
              <a:ext uri="{FF2B5EF4-FFF2-40B4-BE49-F238E27FC236}">
                <a16:creationId xmlns:a16="http://schemas.microsoft.com/office/drawing/2014/main" id="{02CC9534-CA4F-42CD-86B6-BED984AC0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600" y="579437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rgbClr val="000000"/>
                </a:solidFill>
                <a:latin typeface="Symbol" panose="05050102010706020507" pitchFamily="18" charset="2"/>
              </a:rPr>
              <a:t>L</a:t>
            </a:r>
          </a:p>
        </p:txBody>
      </p:sp>
      <p:pic>
        <p:nvPicPr>
          <p:cNvPr id="90162" name="Picture 56" descr="underline_base">
            <a:extLst>
              <a:ext uri="{FF2B5EF4-FFF2-40B4-BE49-F238E27FC236}">
                <a16:creationId xmlns:a16="http://schemas.microsoft.com/office/drawing/2014/main" id="{91DF699F-1245-4CD2-B565-D767C74E9B2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877888"/>
            <a:ext cx="3016250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63" name="Rectangle 1">
            <a:extLst>
              <a:ext uri="{FF2B5EF4-FFF2-40B4-BE49-F238E27FC236}">
                <a16:creationId xmlns:a16="http://schemas.microsoft.com/office/drawing/2014/main" id="{D2D4A4A5-D3C9-4443-B019-FDF4FC09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8" y="342900"/>
            <a:ext cx="32893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>
                <a:solidFill>
                  <a:srgbClr val="0070C0"/>
                </a:solidFill>
                <a:latin typeface="Tahoma" panose="020B0604030504040204" pitchFamily="34" charset="0"/>
              </a:rPr>
              <a:t>[Retransmits packet after timeout]</a:t>
            </a:r>
            <a:endParaRPr lang="en-US" altLang="en-US" sz="1600" i="1" dirty="0">
              <a:solidFill>
                <a:srgbClr val="0070C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標題 1">
            <a:extLst>
              <a:ext uri="{FF2B5EF4-FFF2-40B4-BE49-F238E27FC236}">
                <a16:creationId xmlns:a16="http://schemas.microsoft.com/office/drawing/2014/main" id="{83F39D13-6657-4BF1-80D8-2C1C9AEA71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rdt 3.0 (Summary)</a:t>
            </a:r>
            <a:endParaRPr lang="zh-TW" altLang="en-US"/>
          </a:p>
        </p:txBody>
      </p:sp>
      <p:sp>
        <p:nvSpPr>
          <p:cNvPr id="91139" name="內容版面配置區 2">
            <a:extLst>
              <a:ext uri="{FF2B5EF4-FFF2-40B4-BE49-F238E27FC236}">
                <a16:creationId xmlns:a16="http://schemas.microsoft.com/office/drawing/2014/main" id="{C12153D6-D1FB-40C6-B57A-1A28A18347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Stop-and-wait protocol: At most </a:t>
            </a:r>
            <a:r>
              <a:rPr lang="en-US" altLang="zh-TW" sz="2800" dirty="0">
                <a:solidFill>
                  <a:srgbClr val="0070C0"/>
                </a:solidFill>
              </a:rPr>
              <a:t>one packet in flight</a:t>
            </a:r>
            <a:r>
              <a:rPr lang="en-US" altLang="zh-TW" sz="2800" dirty="0"/>
              <a:t> at any time</a:t>
            </a:r>
          </a:p>
          <a:p>
            <a:r>
              <a:rPr lang="en-US" altLang="zh-TW" sz="2800" dirty="0"/>
              <a:t>Receiver sends </a:t>
            </a:r>
            <a:r>
              <a:rPr lang="en-US" altLang="zh-TW" sz="2800" dirty="0">
                <a:solidFill>
                  <a:srgbClr val="FF0000"/>
                </a:solidFill>
              </a:rPr>
              <a:t>ACK </a:t>
            </a:r>
            <a:r>
              <a:rPr lang="en-US" altLang="zh-TW" sz="2800" dirty="0"/>
              <a:t>when it receives data</a:t>
            </a:r>
          </a:p>
          <a:p>
            <a:r>
              <a:rPr lang="en-US" altLang="zh-TW" sz="2800" dirty="0"/>
              <a:t>Sender:</a:t>
            </a:r>
          </a:p>
          <a:p>
            <a:pPr lvl="1"/>
            <a:r>
              <a:rPr lang="en-US" altLang="zh-TW" dirty="0"/>
              <a:t>On receiving </a:t>
            </a:r>
            <a:r>
              <a:rPr lang="en-US" altLang="zh-TW" dirty="0">
                <a:solidFill>
                  <a:srgbClr val="FF0000"/>
                </a:solidFill>
              </a:rPr>
              <a:t>ACK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70C0"/>
                </a:solidFill>
              </a:rPr>
              <a:t>sends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0070C0"/>
                </a:solidFill>
              </a:rPr>
              <a:t>new data</a:t>
            </a:r>
          </a:p>
          <a:p>
            <a:pPr lvl="1"/>
            <a:r>
              <a:rPr lang="en-US" altLang="zh-TW" dirty="0"/>
              <a:t>On </a:t>
            </a:r>
            <a:r>
              <a:rPr lang="en-US" altLang="zh-TW" dirty="0">
                <a:solidFill>
                  <a:srgbClr val="FF0000"/>
                </a:solidFill>
              </a:rPr>
              <a:t>timeout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0070C0"/>
                </a:solidFill>
              </a:rPr>
              <a:t>resends</a:t>
            </a:r>
            <a:r>
              <a:rPr lang="en-US" altLang="zh-TW" dirty="0"/>
              <a:t> current data</a:t>
            </a:r>
          </a:p>
          <a:p>
            <a:r>
              <a:rPr lang="en-US" altLang="zh-TW" sz="2800" dirty="0"/>
              <a:t>Summary: rdt3.0 is a protocol that </a:t>
            </a:r>
            <a:r>
              <a:rPr lang="en-US" altLang="zh-TW" sz="2800" dirty="0">
                <a:solidFill>
                  <a:srgbClr val="FF0000"/>
                </a:solidFill>
              </a:rPr>
              <a:t>reliably transfers data</a:t>
            </a:r>
            <a:r>
              <a:rPr lang="en-US" altLang="zh-TW" sz="2800" dirty="0"/>
              <a:t> over a channel that can </a:t>
            </a:r>
            <a:r>
              <a:rPr lang="en-US" altLang="zh-TW" sz="2800" dirty="0">
                <a:solidFill>
                  <a:srgbClr val="FF0000"/>
                </a:solidFill>
              </a:rPr>
              <a:t>corrupt</a:t>
            </a:r>
            <a:r>
              <a:rPr lang="en-US" altLang="zh-TW" sz="2800" dirty="0"/>
              <a:t> or </a:t>
            </a:r>
            <a:r>
              <a:rPr lang="en-US" altLang="zh-TW" sz="2800" dirty="0">
                <a:solidFill>
                  <a:srgbClr val="FF0000"/>
                </a:solidFill>
              </a:rPr>
              <a:t>lose</a:t>
            </a:r>
            <a:r>
              <a:rPr lang="en-US" altLang="zh-TW" sz="2800" dirty="0"/>
              <a:t> packets</a:t>
            </a:r>
            <a:endParaRPr lang="zh-TW" altLang="en-US" sz="2800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301B268-4BE9-4FFE-A5EC-0D9D4C5C9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Transport</a:t>
            </a:r>
            <a:r>
              <a:rPr lang="en-US" sz="1400"/>
              <a:t> </a:t>
            </a:r>
            <a:r>
              <a:rPr lang="en-US"/>
              <a:t>Layer</a:t>
            </a:r>
          </a:p>
        </p:txBody>
      </p:sp>
      <p:sp>
        <p:nvSpPr>
          <p:cNvPr id="91141" name="投影片編號版面配置區 4">
            <a:extLst>
              <a:ext uri="{FF2B5EF4-FFF2-40B4-BE49-F238E27FC236}">
                <a16:creationId xmlns:a16="http://schemas.microsoft.com/office/drawing/2014/main" id="{9009B7D6-331E-4C57-8D75-2455FA60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t>3-</a:t>
            </a:r>
            <a:fld id="{3637C7E6-2842-4221-9E25-A67097AAC5D0}" type="slidenum">
              <a:rPr lang="en-US" altLang="zh-TW" sz="1200" smtClean="0">
                <a:solidFill>
                  <a:srgbClr val="000000"/>
                </a:solidFill>
                <a:latin typeface="Arial" panose="020B060402020202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E3797871-95C0-4B9B-9DC1-F931AFD0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2163" name="Slide Number Placeholder 4">
            <a:extLst>
              <a:ext uri="{FF2B5EF4-FFF2-40B4-BE49-F238E27FC236}">
                <a16:creationId xmlns:a16="http://schemas.microsoft.com/office/drawing/2014/main" id="{750A0584-C33A-49A3-9628-F037AE1F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8CFEF07-D34E-48B0-AA07-1AC3C89C7332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92164" name="Text Box 5">
            <a:extLst>
              <a:ext uri="{FF2B5EF4-FFF2-40B4-BE49-F238E27FC236}">
                <a16:creationId xmlns:a16="http://schemas.microsoft.com/office/drawing/2014/main" id="{8C38FD6F-4A53-438A-82E3-80666DC3A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330325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0099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92165" name="Text Box 6">
            <a:extLst>
              <a:ext uri="{FF2B5EF4-FFF2-40B4-BE49-F238E27FC236}">
                <a16:creationId xmlns:a16="http://schemas.microsoft.com/office/drawing/2014/main" id="{A68540E3-6F8A-443B-8A79-ECD30DFE4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463" y="1325563"/>
            <a:ext cx="1071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8000"/>
                </a:solidFill>
                <a:latin typeface="Tahoma" panose="020B0604030504040204" pitchFamily="34" charset="0"/>
              </a:rPr>
              <a:t>receiver</a:t>
            </a:r>
          </a:p>
        </p:txBody>
      </p:sp>
      <p:sp>
        <p:nvSpPr>
          <p:cNvPr id="368648" name="Text Box 8">
            <a:extLst>
              <a:ext uri="{FF2B5EF4-FFF2-40B4-BE49-F238E27FC236}">
                <a16:creationId xmlns:a16="http://schemas.microsoft.com/office/drawing/2014/main" id="{A557BCAF-29DD-46F9-8480-DAC196845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2949575"/>
            <a:ext cx="1000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pkt1</a:t>
            </a:r>
          </a:p>
        </p:txBody>
      </p:sp>
      <p:sp>
        <p:nvSpPr>
          <p:cNvPr id="368650" name="Text Box 10">
            <a:extLst>
              <a:ext uri="{FF2B5EF4-FFF2-40B4-BE49-F238E27FC236}">
                <a16:creationId xmlns:a16="http://schemas.microsoft.com/office/drawing/2014/main" id="{680978B4-565E-462B-83EE-762F826E5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988" y="3805238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sp>
        <p:nvSpPr>
          <p:cNvPr id="368651" name="Text Box 11">
            <a:extLst>
              <a:ext uri="{FF2B5EF4-FFF2-40B4-BE49-F238E27FC236}">
                <a16:creationId xmlns:a16="http://schemas.microsoft.com/office/drawing/2014/main" id="{5A058406-AE3A-4D1F-AE3E-36A537F8D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7813" y="2263775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8652" name="Text Box 12">
            <a:extLst>
              <a:ext uri="{FF2B5EF4-FFF2-40B4-BE49-F238E27FC236}">
                <a16:creationId xmlns:a16="http://schemas.microsoft.com/office/drawing/2014/main" id="{DEC3038B-79D1-40C6-86D8-98D9FCD6F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3175000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ack1</a:t>
            </a:r>
          </a:p>
        </p:txBody>
      </p:sp>
      <p:sp>
        <p:nvSpPr>
          <p:cNvPr id="368653" name="Text Box 13">
            <a:extLst>
              <a:ext uri="{FF2B5EF4-FFF2-40B4-BE49-F238E27FC236}">
                <a16:creationId xmlns:a16="http://schemas.microsoft.com/office/drawing/2014/main" id="{AAA9D8CC-CA24-4780-80EA-29FDB43BB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4000500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8654" name="Text Box 14">
            <a:extLst>
              <a:ext uri="{FF2B5EF4-FFF2-40B4-BE49-F238E27FC236}">
                <a16:creationId xmlns:a16="http://schemas.microsoft.com/office/drawing/2014/main" id="{47B25FF2-645C-45D5-BCF0-C0C4FEC30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513013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ack0</a:t>
            </a:r>
          </a:p>
        </p:txBody>
      </p:sp>
      <p:sp>
        <p:nvSpPr>
          <p:cNvPr id="368655" name="Text Box 15">
            <a:extLst>
              <a:ext uri="{FF2B5EF4-FFF2-40B4-BE49-F238E27FC236}">
                <a16:creationId xmlns:a16="http://schemas.microsoft.com/office/drawing/2014/main" id="{17EB3437-F555-49A8-B8CA-85E27E5F6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3606800"/>
            <a:ext cx="1174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8657" name="Text Box 17">
            <a:extLst>
              <a:ext uri="{FF2B5EF4-FFF2-40B4-BE49-F238E27FC236}">
                <a16:creationId xmlns:a16="http://schemas.microsoft.com/office/drawing/2014/main" id="{FE89A237-E9F8-432D-A7B6-989167981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2732088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pkt1</a:t>
            </a:r>
          </a:p>
        </p:txBody>
      </p:sp>
      <p:sp>
        <p:nvSpPr>
          <p:cNvPr id="368658" name="Text Box 18">
            <a:extLst>
              <a:ext uri="{FF2B5EF4-FFF2-40B4-BE49-F238E27FC236}">
                <a16:creationId xmlns:a16="http://schemas.microsoft.com/office/drawing/2014/main" id="{37C56C17-7686-4582-BDBB-76451852B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336708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ack1</a:t>
            </a:r>
          </a:p>
        </p:txBody>
      </p:sp>
      <p:sp>
        <p:nvSpPr>
          <p:cNvPr id="92175" name="Text Box 7">
            <a:extLst>
              <a:ext uri="{FF2B5EF4-FFF2-40B4-BE49-F238E27FC236}">
                <a16:creationId xmlns:a16="http://schemas.microsoft.com/office/drawing/2014/main" id="{4CDB2DE8-7999-4A79-B8DB-CAE882485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77006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8649" name="Text Box 9">
            <a:extLst>
              <a:ext uri="{FF2B5EF4-FFF2-40B4-BE49-F238E27FC236}">
                <a16:creationId xmlns:a16="http://schemas.microsoft.com/office/drawing/2014/main" id="{ECE8E085-19C6-466A-BC9D-B4A68320B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5" y="2052638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001B22B-D76A-4571-BD31-C9CDCDD5B775}"/>
              </a:ext>
            </a:extLst>
          </p:cNvPr>
          <p:cNvGrpSpPr>
            <a:grpSpLocks/>
          </p:cNvGrpSpPr>
          <p:nvPr/>
        </p:nvGrpSpPr>
        <p:grpSpPr bwMode="auto">
          <a:xfrm>
            <a:off x="1349375" y="1839913"/>
            <a:ext cx="1471613" cy="512762"/>
            <a:chOff x="850" y="1159"/>
            <a:chExt cx="927" cy="323"/>
          </a:xfrm>
        </p:grpSpPr>
        <p:sp>
          <p:nvSpPr>
            <p:cNvPr id="92240" name="Line 19">
              <a:extLst>
                <a:ext uri="{FF2B5EF4-FFF2-40B4-BE49-F238E27FC236}">
                  <a16:creationId xmlns:a16="http://schemas.microsoft.com/office/drawing/2014/main" id="{2C8F9BAE-76C2-4ECB-BE36-C23674A4B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41" name="Text Box 28">
              <a:extLst>
                <a:ext uri="{FF2B5EF4-FFF2-40B4-BE49-F238E27FC236}">
                  <a16:creationId xmlns:a16="http://schemas.microsoft.com/office/drawing/2014/main" id="{35B6FBB1-D730-40E4-8E3C-1EE20BB8F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3933F39D-F4BA-4DED-B784-874DA85AE049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3576638"/>
            <a:ext cx="1471613" cy="487362"/>
            <a:chOff x="846" y="2253"/>
            <a:chExt cx="927" cy="307"/>
          </a:xfrm>
        </p:grpSpPr>
        <p:sp>
          <p:nvSpPr>
            <p:cNvPr id="92238" name="Line 24">
              <a:extLst>
                <a:ext uri="{FF2B5EF4-FFF2-40B4-BE49-F238E27FC236}">
                  <a16:creationId xmlns:a16="http://schemas.microsoft.com/office/drawing/2014/main" id="{710B631E-438D-47BF-B46E-1A7835A030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39" name="Text Box 29">
              <a:extLst>
                <a:ext uri="{FF2B5EF4-FFF2-40B4-BE49-F238E27FC236}">
                  <a16:creationId xmlns:a16="http://schemas.microsoft.com/office/drawing/2014/main" id="{30AFF03B-11C7-4AC3-8E62-B54780FEE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4" name="Group 39">
            <a:extLst>
              <a:ext uri="{FF2B5EF4-FFF2-40B4-BE49-F238E27FC236}">
                <a16:creationId xmlns:a16="http://schemas.microsoft.com/office/drawing/2014/main" id="{80FCFFC3-527A-4D70-844C-10352F1DC8D5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2714625"/>
            <a:ext cx="1471612" cy="504825"/>
            <a:chOff x="855" y="1710"/>
            <a:chExt cx="927" cy="318"/>
          </a:xfrm>
        </p:grpSpPr>
        <p:sp>
          <p:nvSpPr>
            <p:cNvPr id="92236" name="Line 23">
              <a:extLst>
                <a:ext uri="{FF2B5EF4-FFF2-40B4-BE49-F238E27FC236}">
                  <a16:creationId xmlns:a16="http://schemas.microsoft.com/office/drawing/2014/main" id="{CE528827-B369-4027-83A7-221B913A6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37" name="Text Box 30">
              <a:extLst>
                <a:ext uri="{FF2B5EF4-FFF2-40B4-BE49-F238E27FC236}">
                  <a16:creationId xmlns:a16="http://schemas.microsoft.com/office/drawing/2014/main" id="{C037A840-701C-488A-A931-2ED828BB7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pkt1</a:t>
              </a:r>
            </a:p>
          </p:txBody>
        </p:sp>
      </p:grpSp>
      <p:grpSp>
        <p:nvGrpSpPr>
          <p:cNvPr id="5" name="Group 40">
            <a:extLst>
              <a:ext uri="{FF2B5EF4-FFF2-40B4-BE49-F238E27FC236}">
                <a16:creationId xmlns:a16="http://schemas.microsoft.com/office/drawing/2014/main" id="{E4396F16-D9F4-4A5B-8FA3-0FC793662861}"/>
              </a:ext>
            </a:extLst>
          </p:cNvPr>
          <p:cNvGrpSpPr>
            <a:grpSpLocks/>
          </p:cNvGrpSpPr>
          <p:nvPr/>
        </p:nvGrpSpPr>
        <p:grpSpPr bwMode="auto">
          <a:xfrm>
            <a:off x="1343025" y="3179763"/>
            <a:ext cx="1471613" cy="471487"/>
            <a:chOff x="846" y="2003"/>
            <a:chExt cx="927" cy="297"/>
          </a:xfrm>
        </p:grpSpPr>
        <p:sp>
          <p:nvSpPr>
            <p:cNvPr id="92234" name="Line 26">
              <a:extLst>
                <a:ext uri="{FF2B5EF4-FFF2-40B4-BE49-F238E27FC236}">
                  <a16:creationId xmlns:a16="http://schemas.microsoft.com/office/drawing/2014/main" id="{6BBB6C14-6EAB-479C-B2C2-A879B037E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35" name="Text Box 31">
              <a:extLst>
                <a:ext uri="{FF2B5EF4-FFF2-40B4-BE49-F238E27FC236}">
                  <a16:creationId xmlns:a16="http://schemas.microsoft.com/office/drawing/2014/main" id="{96694DF2-1650-470A-BAF2-9485A7C39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ack1</a:t>
              </a:r>
            </a:p>
          </p:txBody>
        </p:sp>
      </p:grpSp>
      <p:grpSp>
        <p:nvGrpSpPr>
          <p:cNvPr id="6" name="Group 38">
            <a:extLst>
              <a:ext uri="{FF2B5EF4-FFF2-40B4-BE49-F238E27FC236}">
                <a16:creationId xmlns:a16="http://schemas.microsoft.com/office/drawing/2014/main" id="{BDF9FEF1-CEF7-4047-9DF4-E027F0843B90}"/>
              </a:ext>
            </a:extLst>
          </p:cNvPr>
          <p:cNvGrpSpPr>
            <a:grpSpLocks/>
          </p:cNvGrpSpPr>
          <p:nvPr/>
        </p:nvGrpSpPr>
        <p:grpSpPr bwMode="auto">
          <a:xfrm>
            <a:off x="1335088" y="2339975"/>
            <a:ext cx="1471612" cy="455613"/>
            <a:chOff x="841" y="1474"/>
            <a:chExt cx="927" cy="287"/>
          </a:xfrm>
        </p:grpSpPr>
        <p:sp>
          <p:nvSpPr>
            <p:cNvPr id="92232" name="Line 25">
              <a:extLst>
                <a:ext uri="{FF2B5EF4-FFF2-40B4-BE49-F238E27FC236}">
                  <a16:creationId xmlns:a16="http://schemas.microsoft.com/office/drawing/2014/main" id="{D8161541-7848-4538-B724-97FC680873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33" name="Text Box 32">
              <a:extLst>
                <a:ext uri="{FF2B5EF4-FFF2-40B4-BE49-F238E27FC236}">
                  <a16:creationId xmlns:a16="http://schemas.microsoft.com/office/drawing/2014/main" id="{F9BAFDD5-490C-4B20-B9B2-83DDB761B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ack0</a:t>
              </a:r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78AC7BA1-AC87-4964-8EAA-E15B37F9F5D8}"/>
              </a:ext>
            </a:extLst>
          </p:cNvPr>
          <p:cNvGrpSpPr>
            <a:grpSpLocks/>
          </p:cNvGrpSpPr>
          <p:nvPr/>
        </p:nvGrpSpPr>
        <p:grpSpPr bwMode="auto">
          <a:xfrm>
            <a:off x="1328738" y="4032250"/>
            <a:ext cx="1471612" cy="461963"/>
            <a:chOff x="837" y="2540"/>
            <a:chExt cx="927" cy="291"/>
          </a:xfrm>
        </p:grpSpPr>
        <p:sp>
          <p:nvSpPr>
            <p:cNvPr id="92230" name="Line 27">
              <a:extLst>
                <a:ext uri="{FF2B5EF4-FFF2-40B4-BE49-F238E27FC236}">
                  <a16:creationId xmlns:a16="http://schemas.microsoft.com/office/drawing/2014/main" id="{D218A77A-BF52-4450-8323-91A872929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31" name="Text Box 33">
              <a:extLst>
                <a:ext uri="{FF2B5EF4-FFF2-40B4-BE49-F238E27FC236}">
                  <a16:creationId xmlns:a16="http://schemas.microsoft.com/office/drawing/2014/main" id="{A6C88920-2ED8-488C-9658-0ABF70DC9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ack0</a:t>
              </a:r>
            </a:p>
          </p:txBody>
        </p:sp>
      </p:grpSp>
      <p:sp>
        <p:nvSpPr>
          <p:cNvPr id="92183" name="Text Box 45">
            <a:extLst>
              <a:ext uri="{FF2B5EF4-FFF2-40B4-BE49-F238E27FC236}">
                <a16:creationId xmlns:a16="http://schemas.microsoft.com/office/drawing/2014/main" id="{A8BD4F47-576E-490E-BEE4-3211603D5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3" y="5111750"/>
            <a:ext cx="12525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(a) no loss</a:t>
            </a:r>
          </a:p>
        </p:txBody>
      </p:sp>
      <p:sp>
        <p:nvSpPr>
          <p:cNvPr id="92184" name="Text Box 46">
            <a:extLst>
              <a:ext uri="{FF2B5EF4-FFF2-40B4-BE49-F238E27FC236}">
                <a16:creationId xmlns:a16="http://schemas.microsoft.com/office/drawing/2014/main" id="{3BF47381-64BA-41C7-9F08-9BBCA47A4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8" y="1327150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0099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92185" name="Text Box 47">
            <a:extLst>
              <a:ext uri="{FF2B5EF4-FFF2-40B4-BE49-F238E27FC236}">
                <a16:creationId xmlns:a16="http://schemas.microsoft.com/office/drawing/2014/main" id="{448035F1-624A-4C35-854F-DC48FB193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9175" y="1322388"/>
            <a:ext cx="1071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8000"/>
                </a:solidFill>
                <a:latin typeface="Tahoma" panose="020B0604030504040204" pitchFamily="34" charset="0"/>
              </a:rPr>
              <a:t>receiver</a:t>
            </a:r>
          </a:p>
        </p:txBody>
      </p:sp>
      <p:sp>
        <p:nvSpPr>
          <p:cNvPr id="368688" name="Text Box 48">
            <a:extLst>
              <a:ext uri="{FF2B5EF4-FFF2-40B4-BE49-F238E27FC236}">
                <a16:creationId xmlns:a16="http://schemas.microsoft.com/office/drawing/2014/main" id="{6AF0091B-4022-4999-9356-522403C71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63" y="4238625"/>
            <a:ext cx="1000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pkt1</a:t>
            </a:r>
          </a:p>
        </p:txBody>
      </p:sp>
      <p:sp>
        <p:nvSpPr>
          <p:cNvPr id="368689" name="Text Box 49">
            <a:extLst>
              <a:ext uri="{FF2B5EF4-FFF2-40B4-BE49-F238E27FC236}">
                <a16:creationId xmlns:a16="http://schemas.microsoft.com/office/drawing/2014/main" id="{C105D0D0-EFAB-4A54-9753-41528A3D9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700" y="5080000"/>
            <a:ext cx="1000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sp>
        <p:nvSpPr>
          <p:cNvPr id="368690" name="Text Box 50">
            <a:extLst>
              <a:ext uri="{FF2B5EF4-FFF2-40B4-BE49-F238E27FC236}">
                <a16:creationId xmlns:a16="http://schemas.microsoft.com/office/drawing/2014/main" id="{AC450362-2DEA-4D10-BA67-4379FD424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2260600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8691" name="Text Box 51">
            <a:extLst>
              <a:ext uri="{FF2B5EF4-FFF2-40B4-BE49-F238E27FC236}">
                <a16:creationId xmlns:a16="http://schemas.microsoft.com/office/drawing/2014/main" id="{AA6FB55B-468F-434D-A4CF-F7ABDA8B9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4449763"/>
            <a:ext cx="1196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ack1</a:t>
            </a:r>
          </a:p>
        </p:txBody>
      </p:sp>
      <p:sp>
        <p:nvSpPr>
          <p:cNvPr id="368692" name="Text Box 52">
            <a:extLst>
              <a:ext uri="{FF2B5EF4-FFF2-40B4-BE49-F238E27FC236}">
                <a16:creationId xmlns:a16="http://schemas.microsoft.com/office/drawing/2014/main" id="{078133AF-55EF-47ED-A802-D24B4EADE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5275263"/>
            <a:ext cx="1196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8693" name="Text Box 53">
            <a:extLst>
              <a:ext uri="{FF2B5EF4-FFF2-40B4-BE49-F238E27FC236}">
                <a16:creationId xmlns:a16="http://schemas.microsoft.com/office/drawing/2014/main" id="{87A28240-8B1A-4436-96FC-5AAEEB51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250983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ack0</a:t>
            </a:r>
          </a:p>
        </p:txBody>
      </p:sp>
      <p:sp>
        <p:nvSpPr>
          <p:cNvPr id="368694" name="Text Box 54">
            <a:extLst>
              <a:ext uri="{FF2B5EF4-FFF2-40B4-BE49-F238E27FC236}">
                <a16:creationId xmlns:a16="http://schemas.microsoft.com/office/drawing/2014/main" id="{CE861003-7670-485B-9108-A9C019A65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5" y="488156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8695" name="Text Box 55">
            <a:extLst>
              <a:ext uri="{FF2B5EF4-FFF2-40B4-BE49-F238E27FC236}">
                <a16:creationId xmlns:a16="http://schemas.microsoft.com/office/drawing/2014/main" id="{B7B142A8-300B-45B8-B3D1-CCA3845FB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2175" y="272891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pkt1</a:t>
            </a:r>
          </a:p>
        </p:txBody>
      </p:sp>
      <p:sp>
        <p:nvSpPr>
          <p:cNvPr id="368696" name="Text Box 56">
            <a:extLst>
              <a:ext uri="{FF2B5EF4-FFF2-40B4-BE49-F238E27FC236}">
                <a16:creationId xmlns:a16="http://schemas.microsoft.com/office/drawing/2014/main" id="{5B743B22-DEAD-4A51-99BC-35B308D89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6638" y="4641850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ack1</a:t>
            </a:r>
          </a:p>
        </p:txBody>
      </p:sp>
      <p:sp>
        <p:nvSpPr>
          <p:cNvPr id="92195" name="Text Box 57">
            <a:extLst>
              <a:ext uri="{FF2B5EF4-FFF2-40B4-BE49-F238E27FC236}">
                <a16:creationId xmlns:a16="http://schemas.microsoft.com/office/drawing/2014/main" id="{F40CC41E-9DA4-4326-803E-C3AD3E1CD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063" y="1766888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8698" name="Text Box 58">
            <a:extLst>
              <a:ext uri="{FF2B5EF4-FFF2-40B4-BE49-F238E27FC236}">
                <a16:creationId xmlns:a16="http://schemas.microsoft.com/office/drawing/2014/main" id="{2CF79440-62C6-4728-851A-5EDF273D8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7588" y="2049463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grpSp>
        <p:nvGrpSpPr>
          <p:cNvPr id="8" name="Group 59">
            <a:extLst>
              <a:ext uri="{FF2B5EF4-FFF2-40B4-BE49-F238E27FC236}">
                <a16:creationId xmlns:a16="http://schemas.microsoft.com/office/drawing/2014/main" id="{0F416A7E-5324-4DDC-B7E1-131A460AF570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1836738"/>
            <a:ext cx="1471612" cy="512762"/>
            <a:chOff x="850" y="1159"/>
            <a:chExt cx="927" cy="323"/>
          </a:xfrm>
        </p:grpSpPr>
        <p:sp>
          <p:nvSpPr>
            <p:cNvPr id="92228" name="Line 60">
              <a:extLst>
                <a:ext uri="{FF2B5EF4-FFF2-40B4-BE49-F238E27FC236}">
                  <a16:creationId xmlns:a16="http://schemas.microsoft.com/office/drawing/2014/main" id="{61390D66-82C5-42AC-94F8-CCE8A4A71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29" name="Text Box 61">
              <a:extLst>
                <a:ext uri="{FF2B5EF4-FFF2-40B4-BE49-F238E27FC236}">
                  <a16:creationId xmlns:a16="http://schemas.microsoft.com/office/drawing/2014/main" id="{14FC1232-D9E2-4491-B529-103C6A5EF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9" name="Group 62">
            <a:extLst>
              <a:ext uri="{FF2B5EF4-FFF2-40B4-BE49-F238E27FC236}">
                <a16:creationId xmlns:a16="http://schemas.microsoft.com/office/drawing/2014/main" id="{236ADF57-97B0-4D5E-8A29-DCC5479D45B7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4851400"/>
            <a:ext cx="1471612" cy="487363"/>
            <a:chOff x="846" y="2253"/>
            <a:chExt cx="927" cy="307"/>
          </a:xfrm>
        </p:grpSpPr>
        <p:sp>
          <p:nvSpPr>
            <p:cNvPr id="92226" name="Line 63">
              <a:extLst>
                <a:ext uri="{FF2B5EF4-FFF2-40B4-BE49-F238E27FC236}">
                  <a16:creationId xmlns:a16="http://schemas.microsoft.com/office/drawing/2014/main" id="{B0702D7A-1FEF-4DAC-ABAB-B10FF764E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27" name="Text Box 64">
              <a:extLst>
                <a:ext uri="{FF2B5EF4-FFF2-40B4-BE49-F238E27FC236}">
                  <a16:creationId xmlns:a16="http://schemas.microsoft.com/office/drawing/2014/main" id="{78171108-C3DE-4208-80E1-27FE2FC37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10" name="Group 68">
            <a:extLst>
              <a:ext uri="{FF2B5EF4-FFF2-40B4-BE49-F238E27FC236}">
                <a16:creationId xmlns:a16="http://schemas.microsoft.com/office/drawing/2014/main" id="{3498271D-99C3-41CE-B4FB-8B987D3EB18A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4454525"/>
            <a:ext cx="1471612" cy="471488"/>
            <a:chOff x="846" y="2003"/>
            <a:chExt cx="927" cy="297"/>
          </a:xfrm>
        </p:grpSpPr>
        <p:sp>
          <p:nvSpPr>
            <p:cNvPr id="92224" name="Line 69">
              <a:extLst>
                <a:ext uri="{FF2B5EF4-FFF2-40B4-BE49-F238E27FC236}">
                  <a16:creationId xmlns:a16="http://schemas.microsoft.com/office/drawing/2014/main" id="{19BC2F57-F097-449C-9E34-F757688B4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25" name="Text Box 70">
              <a:extLst>
                <a:ext uri="{FF2B5EF4-FFF2-40B4-BE49-F238E27FC236}">
                  <a16:creationId xmlns:a16="http://schemas.microsoft.com/office/drawing/2014/main" id="{5A6B1716-469A-406F-BFE8-2BD55F7C2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ack1</a:t>
              </a:r>
            </a:p>
          </p:txBody>
        </p:sp>
      </p:grpSp>
      <p:grpSp>
        <p:nvGrpSpPr>
          <p:cNvPr id="11" name="Group 71">
            <a:extLst>
              <a:ext uri="{FF2B5EF4-FFF2-40B4-BE49-F238E27FC236}">
                <a16:creationId xmlns:a16="http://schemas.microsoft.com/office/drawing/2014/main" id="{927DA2EC-AED6-43F6-8B1B-A963ED1A1881}"/>
              </a:ext>
            </a:extLst>
          </p:cNvPr>
          <p:cNvGrpSpPr>
            <a:grpSpLocks/>
          </p:cNvGrpSpPr>
          <p:nvPr/>
        </p:nvGrpSpPr>
        <p:grpSpPr bwMode="auto">
          <a:xfrm>
            <a:off x="5892800" y="2336800"/>
            <a:ext cx="1471613" cy="455613"/>
            <a:chOff x="841" y="1474"/>
            <a:chExt cx="927" cy="287"/>
          </a:xfrm>
        </p:grpSpPr>
        <p:sp>
          <p:nvSpPr>
            <p:cNvPr id="92222" name="Line 72">
              <a:extLst>
                <a:ext uri="{FF2B5EF4-FFF2-40B4-BE49-F238E27FC236}">
                  <a16:creationId xmlns:a16="http://schemas.microsoft.com/office/drawing/2014/main" id="{3F2D4314-78A9-46D6-84BC-AEB91DA27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23" name="Text Box 73">
              <a:extLst>
                <a:ext uri="{FF2B5EF4-FFF2-40B4-BE49-F238E27FC236}">
                  <a16:creationId xmlns:a16="http://schemas.microsoft.com/office/drawing/2014/main" id="{FA3C9F70-CA9D-493F-B616-F1235AE25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ack0</a:t>
              </a:r>
            </a:p>
          </p:txBody>
        </p:sp>
      </p:grpSp>
      <p:grpSp>
        <p:nvGrpSpPr>
          <p:cNvPr id="12" name="Group 74">
            <a:extLst>
              <a:ext uri="{FF2B5EF4-FFF2-40B4-BE49-F238E27FC236}">
                <a16:creationId xmlns:a16="http://schemas.microsoft.com/office/drawing/2014/main" id="{548DDE18-F39F-4948-AC0D-B2618BF43387}"/>
              </a:ext>
            </a:extLst>
          </p:cNvPr>
          <p:cNvGrpSpPr>
            <a:grpSpLocks/>
          </p:cNvGrpSpPr>
          <p:nvPr/>
        </p:nvGrpSpPr>
        <p:grpSpPr bwMode="auto">
          <a:xfrm>
            <a:off x="5886450" y="5302250"/>
            <a:ext cx="1471613" cy="466725"/>
            <a:chOff x="837" y="2537"/>
            <a:chExt cx="927" cy="294"/>
          </a:xfrm>
        </p:grpSpPr>
        <p:sp>
          <p:nvSpPr>
            <p:cNvPr id="92220" name="Line 75">
              <a:extLst>
                <a:ext uri="{FF2B5EF4-FFF2-40B4-BE49-F238E27FC236}">
                  <a16:creationId xmlns:a16="http://schemas.microsoft.com/office/drawing/2014/main" id="{0D89C5E8-B4C3-4080-8A11-63EAED908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21" name="Text Box 76">
              <a:extLst>
                <a:ext uri="{FF2B5EF4-FFF2-40B4-BE49-F238E27FC236}">
                  <a16:creationId xmlns:a16="http://schemas.microsoft.com/office/drawing/2014/main" id="{FD546268-F890-48FC-B570-DD1047E5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1" y="2537"/>
              <a:ext cx="3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Tahoma" panose="020B0604030504040204" pitchFamily="34" charset="0"/>
                </a:rPr>
                <a:t>ack0</a:t>
              </a:r>
            </a:p>
          </p:txBody>
        </p:sp>
      </p:grpSp>
      <p:sp>
        <p:nvSpPr>
          <p:cNvPr id="92202" name="Text Box 78">
            <a:extLst>
              <a:ext uri="{FF2B5EF4-FFF2-40B4-BE49-F238E27FC236}">
                <a16:creationId xmlns:a16="http://schemas.microsoft.com/office/drawing/2014/main" id="{6BE5F6FD-D6B1-4BF4-8168-C5F0BFFFF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113" y="6019800"/>
            <a:ext cx="16716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(b) packet loss</a:t>
            </a:r>
          </a:p>
        </p:txBody>
      </p:sp>
      <p:grpSp>
        <p:nvGrpSpPr>
          <p:cNvPr id="13" name="Group 81">
            <a:extLst>
              <a:ext uri="{FF2B5EF4-FFF2-40B4-BE49-F238E27FC236}">
                <a16:creationId xmlns:a16="http://schemas.microsoft.com/office/drawing/2014/main" id="{4723602C-8F80-478B-9A59-197E337D8200}"/>
              </a:ext>
            </a:extLst>
          </p:cNvPr>
          <p:cNvGrpSpPr>
            <a:grpSpLocks/>
          </p:cNvGrpSpPr>
          <p:nvPr/>
        </p:nvGrpSpPr>
        <p:grpSpPr bwMode="auto">
          <a:xfrm>
            <a:off x="5915025" y="2711450"/>
            <a:ext cx="1157288" cy="738188"/>
            <a:chOff x="3726" y="1687"/>
            <a:chExt cx="729" cy="465"/>
          </a:xfrm>
        </p:grpSpPr>
        <p:sp>
          <p:nvSpPr>
            <p:cNvPr id="92216" name="Line 66">
              <a:extLst>
                <a:ext uri="{FF2B5EF4-FFF2-40B4-BE49-F238E27FC236}">
                  <a16:creationId xmlns:a16="http://schemas.microsoft.com/office/drawing/2014/main" id="{D64B4D4F-B55B-4D39-9AA4-4F8AFCED4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1780"/>
              <a:ext cx="548" cy="14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17" name="Text Box 67">
              <a:extLst>
                <a:ext uri="{FF2B5EF4-FFF2-40B4-BE49-F238E27FC236}">
                  <a16:creationId xmlns:a16="http://schemas.microsoft.com/office/drawing/2014/main" id="{B044E6F8-E334-4661-ABBF-FA3DCFCBD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5" y="1687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pkt1</a:t>
              </a:r>
            </a:p>
          </p:txBody>
        </p:sp>
        <p:sp>
          <p:nvSpPr>
            <p:cNvPr id="92218" name="Text Box 79">
              <a:extLst>
                <a:ext uri="{FF2B5EF4-FFF2-40B4-BE49-F238E27FC236}">
                  <a16:creationId xmlns:a16="http://schemas.microsoft.com/office/drawing/2014/main" id="{522308F3-0C29-423F-817D-967BDFC5C8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" y="1808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2219" name="Text Box 80">
              <a:extLst>
                <a:ext uri="{FF2B5EF4-FFF2-40B4-BE49-F238E27FC236}">
                  <a16:creationId xmlns:a16="http://schemas.microsoft.com/office/drawing/2014/main" id="{808F756A-F040-40DF-8ADF-514B09F79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6" y="1940"/>
              <a:ext cx="3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solidFill>
                    <a:srgbClr val="FF0000"/>
                  </a:solidFill>
                  <a:latin typeface="Tahoma" panose="020B0604030504040204" pitchFamily="34" charset="0"/>
                </a:rPr>
                <a:t>loss</a:t>
              </a:r>
            </a:p>
          </p:txBody>
        </p:sp>
      </p:grpSp>
      <p:grpSp>
        <p:nvGrpSpPr>
          <p:cNvPr id="14" name="Group 86">
            <a:extLst>
              <a:ext uri="{FF2B5EF4-FFF2-40B4-BE49-F238E27FC236}">
                <a16:creationId xmlns:a16="http://schemas.microsoft.com/office/drawing/2014/main" id="{5FFF0D64-BD02-447A-B076-B644421B4062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3014663"/>
            <a:ext cx="122237" cy="1033462"/>
            <a:chOff x="3651" y="1878"/>
            <a:chExt cx="78" cy="963"/>
          </a:xfrm>
        </p:grpSpPr>
        <p:sp>
          <p:nvSpPr>
            <p:cNvPr id="92213" name="Line 82">
              <a:extLst>
                <a:ext uri="{FF2B5EF4-FFF2-40B4-BE49-F238E27FC236}">
                  <a16:creationId xmlns:a16="http://schemas.microsoft.com/office/drawing/2014/main" id="{26AA1CAF-4164-48C5-BFB5-B3404D513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14" name="Line 84">
              <a:extLst>
                <a:ext uri="{FF2B5EF4-FFF2-40B4-BE49-F238E27FC236}">
                  <a16:creationId xmlns:a16="http://schemas.microsoft.com/office/drawing/2014/main" id="{D0A6893E-4E09-46CE-80F9-ED3F3A9EE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15" name="Line 85">
              <a:extLst>
                <a:ext uri="{FF2B5EF4-FFF2-40B4-BE49-F238E27FC236}">
                  <a16:creationId xmlns:a16="http://schemas.microsoft.com/office/drawing/2014/main" id="{BEB7F289-0002-4953-B682-D4471D0B4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5" name="Group 88">
            <a:extLst>
              <a:ext uri="{FF2B5EF4-FFF2-40B4-BE49-F238E27FC236}">
                <a16:creationId xmlns:a16="http://schemas.microsoft.com/office/drawing/2014/main" id="{90013D35-C936-471E-832F-EBD23B9F8E27}"/>
              </a:ext>
            </a:extLst>
          </p:cNvPr>
          <p:cNvGrpSpPr>
            <a:grpSpLocks/>
          </p:cNvGrpSpPr>
          <p:nvPr/>
        </p:nvGrpSpPr>
        <p:grpSpPr bwMode="auto">
          <a:xfrm>
            <a:off x="5924550" y="4003675"/>
            <a:ext cx="1471613" cy="504825"/>
            <a:chOff x="855" y="1710"/>
            <a:chExt cx="927" cy="318"/>
          </a:xfrm>
        </p:grpSpPr>
        <p:sp>
          <p:nvSpPr>
            <p:cNvPr id="92211" name="Line 89">
              <a:extLst>
                <a:ext uri="{FF2B5EF4-FFF2-40B4-BE49-F238E27FC236}">
                  <a16:creationId xmlns:a16="http://schemas.microsoft.com/office/drawing/2014/main" id="{DB27E797-DDDB-45AD-BE92-65FD7F1C0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2212" name="Text Box 90">
              <a:extLst>
                <a:ext uri="{FF2B5EF4-FFF2-40B4-BE49-F238E27FC236}">
                  <a16:creationId xmlns:a16="http://schemas.microsoft.com/office/drawing/2014/main" id="{84866624-1DDF-4779-B547-694815079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pkt1</a:t>
              </a:r>
            </a:p>
          </p:txBody>
        </p:sp>
      </p:grpSp>
      <p:grpSp>
        <p:nvGrpSpPr>
          <p:cNvPr id="16" name="Group 92">
            <a:extLst>
              <a:ext uri="{FF2B5EF4-FFF2-40B4-BE49-F238E27FC236}">
                <a16:creationId xmlns:a16="http://schemas.microsoft.com/office/drawing/2014/main" id="{5666662B-E954-4B85-925E-3234DDA01D26}"/>
              </a:ext>
            </a:extLst>
          </p:cNvPr>
          <p:cNvGrpSpPr>
            <a:grpSpLocks/>
          </p:cNvGrpSpPr>
          <p:nvPr/>
        </p:nvGrpSpPr>
        <p:grpSpPr bwMode="auto">
          <a:xfrm>
            <a:off x="4492625" y="3627438"/>
            <a:ext cx="1377950" cy="731837"/>
            <a:chOff x="2802" y="2348"/>
            <a:chExt cx="868" cy="461"/>
          </a:xfrm>
        </p:grpSpPr>
        <p:pic>
          <p:nvPicPr>
            <p:cNvPr id="92209" name="Picture 87" descr="alarm_clock_ringing">
              <a:extLst>
                <a:ext uri="{FF2B5EF4-FFF2-40B4-BE49-F238E27FC236}">
                  <a16:creationId xmlns:a16="http://schemas.microsoft.com/office/drawing/2014/main" id="{1BB3D7D0-F167-429E-92D9-D96066E693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10" name="Text Box 91">
              <a:extLst>
                <a:ext uri="{FF2B5EF4-FFF2-40B4-BE49-F238E27FC236}">
                  <a16:creationId xmlns:a16="http://schemas.microsoft.com/office/drawing/2014/main" id="{9178E550-0839-4AB6-817F-357C8005A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solidFill>
                    <a:srgbClr val="FF0000"/>
                  </a:solidFill>
                  <a:latin typeface="Tahoma" panose="020B0604030504040204" pitchFamily="34" charset="0"/>
                </a:rPr>
                <a:t>timeout</a:t>
              </a:r>
            </a:p>
            <a:p>
              <a:pPr algn="r"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FF0000"/>
                  </a:solidFill>
                  <a:latin typeface="Tahoma" panose="020B0604030504040204" pitchFamily="34" charset="0"/>
                </a:rPr>
                <a:t>resend pkt1</a:t>
              </a:r>
            </a:p>
          </p:txBody>
        </p:sp>
      </p:grpSp>
      <p:sp>
        <p:nvSpPr>
          <p:cNvPr id="92207" name="Rectangle 95">
            <a:extLst>
              <a:ext uri="{FF2B5EF4-FFF2-40B4-BE49-F238E27FC236}">
                <a16:creationId xmlns:a16="http://schemas.microsoft.com/office/drawing/2014/main" id="{994D0F32-9997-48E2-A1AE-615BA2945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252413"/>
            <a:ext cx="6096000" cy="619125"/>
          </a:xfrm>
        </p:spPr>
        <p:txBody>
          <a:bodyPr/>
          <a:lstStyle/>
          <a:p>
            <a:r>
              <a:rPr lang="en-US" altLang="zh-TW"/>
              <a:t>rdt3.0 in action</a:t>
            </a:r>
          </a:p>
        </p:txBody>
      </p:sp>
      <p:pic>
        <p:nvPicPr>
          <p:cNvPr id="92208" name="Picture 96" descr="underline_base">
            <a:extLst>
              <a:ext uri="{FF2B5EF4-FFF2-40B4-BE49-F238E27FC236}">
                <a16:creationId xmlns:a16="http://schemas.microsoft.com/office/drawing/2014/main" id="{F3513374-519C-4F3E-A82F-996E54C8488C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768350"/>
            <a:ext cx="338296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8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6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6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686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6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6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6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68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68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6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68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6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6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6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6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36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50" grpId="0"/>
      <p:bldP spid="368651" grpId="0"/>
      <p:bldP spid="368652" grpId="0"/>
      <p:bldP spid="368654" grpId="0"/>
      <p:bldP spid="368655" grpId="0"/>
      <p:bldP spid="368657" grpId="0"/>
      <p:bldP spid="368658" grpId="0"/>
      <p:bldP spid="368689" grpId="0"/>
      <p:bldP spid="368690" grpId="0"/>
      <p:bldP spid="368691" grpId="0"/>
      <p:bldP spid="368693" grpId="0"/>
      <p:bldP spid="368694" grpId="0"/>
      <p:bldP spid="368695" grpId="0"/>
      <p:bldP spid="36869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Footer Placeholder 3">
            <a:extLst>
              <a:ext uri="{FF2B5EF4-FFF2-40B4-BE49-F238E27FC236}">
                <a16:creationId xmlns:a16="http://schemas.microsoft.com/office/drawing/2014/main" id="{CCF1C407-E089-436E-8656-21BAC698D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Transport</a:t>
            </a:r>
            <a:r>
              <a:rPr lang="en-US" altLang="zh-TW" sz="1400">
                <a:latin typeface="Tahoma" panose="020B0604030504040204" pitchFamily="34" charset="0"/>
              </a:rPr>
              <a:t> </a:t>
            </a:r>
            <a:r>
              <a:rPr lang="en-US" altLang="zh-TW" sz="1200">
                <a:latin typeface="Tahoma" panose="020B0604030504040204" pitchFamily="34" charset="0"/>
              </a:rPr>
              <a:t>Layer</a:t>
            </a:r>
          </a:p>
        </p:txBody>
      </p:sp>
      <p:sp>
        <p:nvSpPr>
          <p:cNvPr id="93187" name="Slide Number Placeholder 4">
            <a:extLst>
              <a:ext uri="{FF2B5EF4-FFF2-40B4-BE49-F238E27FC236}">
                <a16:creationId xmlns:a16="http://schemas.microsoft.com/office/drawing/2014/main" id="{8C304FE4-1AAB-4E7B-90FC-3F08A950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3-</a:t>
            </a:r>
            <a:fld id="{032A3FDF-5C9D-4600-A293-EA48C39FC8B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93188" name="Rectangle 2">
            <a:extLst>
              <a:ext uri="{FF2B5EF4-FFF2-40B4-BE49-F238E27FC236}">
                <a16:creationId xmlns:a16="http://schemas.microsoft.com/office/drawing/2014/main" id="{77920EA3-2992-495D-8D25-A23323B66F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7825" y="252413"/>
            <a:ext cx="5846763" cy="619125"/>
          </a:xfrm>
        </p:spPr>
        <p:txBody>
          <a:bodyPr/>
          <a:lstStyle/>
          <a:p>
            <a:r>
              <a:rPr lang="en-US" altLang="zh-TW" sz="4000"/>
              <a:t>rdt3.0 in action</a:t>
            </a:r>
            <a:endParaRPr lang="en-US" altLang="zh-TW"/>
          </a:p>
        </p:txBody>
      </p:sp>
      <p:pic>
        <p:nvPicPr>
          <p:cNvPr id="93189" name="Picture 3" descr="underline_base">
            <a:extLst>
              <a:ext uri="{FF2B5EF4-FFF2-40B4-BE49-F238E27FC236}">
                <a16:creationId xmlns:a16="http://schemas.microsoft.com/office/drawing/2014/main" id="{A9D6E391-DAE3-492E-967C-C40196DD183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768350"/>
            <a:ext cx="338296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670" name="Text Box 6">
            <a:extLst>
              <a:ext uri="{FF2B5EF4-FFF2-40B4-BE49-F238E27FC236}">
                <a16:creationId xmlns:a16="http://schemas.microsoft.com/office/drawing/2014/main" id="{DA4D4AE0-1FAB-4382-AB9E-F67535CEE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2713038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pkt1</a:t>
            </a:r>
          </a:p>
        </p:txBody>
      </p:sp>
      <p:sp>
        <p:nvSpPr>
          <p:cNvPr id="369673" name="Text Box 9">
            <a:extLst>
              <a:ext uri="{FF2B5EF4-FFF2-40B4-BE49-F238E27FC236}">
                <a16:creationId xmlns:a16="http://schemas.microsoft.com/office/drawing/2014/main" id="{7048B2E7-28CB-4604-8AD5-CFDBF4033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2425" y="2938463"/>
            <a:ext cx="1196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ack1</a:t>
            </a:r>
          </a:p>
        </p:txBody>
      </p:sp>
      <p:sp>
        <p:nvSpPr>
          <p:cNvPr id="369678" name="Text Box 14">
            <a:extLst>
              <a:ext uri="{FF2B5EF4-FFF2-40B4-BE49-F238E27FC236}">
                <a16:creationId xmlns:a16="http://schemas.microsoft.com/office/drawing/2014/main" id="{E00BD1AA-31E8-4C6A-8F07-FC48FB8E8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4129088"/>
            <a:ext cx="1568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>
                <a:latin typeface="Tahoma" panose="020B0604030504040204" pitchFamily="34" charset="0"/>
              </a:rPr>
              <a:t>(</a:t>
            </a:r>
            <a:r>
              <a:rPr lang="en-US" altLang="zh-TW" sz="1400">
                <a:solidFill>
                  <a:srgbClr val="0070C0"/>
                </a:solidFill>
                <a:latin typeface="Tahoma" panose="020B0604030504040204" pitchFamily="34" charset="0"/>
              </a:rPr>
              <a:t>detect duplicate</a:t>
            </a:r>
            <a:r>
              <a:rPr lang="en-US" altLang="zh-TW" sz="1400">
                <a:latin typeface="Tahoma" panose="020B0604030504040204" pitchFamily="34" charset="0"/>
              </a:rPr>
              <a:t>)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A3BE07C8-F0E3-411E-B0BA-5391156F860D}"/>
              </a:ext>
            </a:extLst>
          </p:cNvPr>
          <p:cNvGrpSpPr>
            <a:grpSpLocks/>
          </p:cNvGrpSpPr>
          <p:nvPr/>
        </p:nvGrpSpPr>
        <p:grpSpPr bwMode="auto">
          <a:xfrm>
            <a:off x="1423988" y="2486025"/>
            <a:ext cx="1471612" cy="504825"/>
            <a:chOff x="855" y="1710"/>
            <a:chExt cx="927" cy="318"/>
          </a:xfrm>
        </p:grpSpPr>
        <p:sp>
          <p:nvSpPr>
            <p:cNvPr id="93303" name="Line 24">
              <a:extLst>
                <a:ext uri="{FF2B5EF4-FFF2-40B4-BE49-F238E27FC236}">
                  <a16:creationId xmlns:a16="http://schemas.microsoft.com/office/drawing/2014/main" id="{7B4FB3F5-44A3-475E-8BED-252D55167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304" name="Text Box 25">
              <a:extLst>
                <a:ext uri="{FF2B5EF4-FFF2-40B4-BE49-F238E27FC236}">
                  <a16:creationId xmlns:a16="http://schemas.microsoft.com/office/drawing/2014/main" id="{6F471C25-E75C-46F0-B955-A96039082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pkt1</a:t>
              </a:r>
            </a:p>
          </p:txBody>
        </p:sp>
      </p:grpSp>
      <p:sp>
        <p:nvSpPr>
          <p:cNvPr id="93194" name="Text Box 36">
            <a:extLst>
              <a:ext uri="{FF2B5EF4-FFF2-40B4-BE49-F238E27FC236}">
                <a16:creationId xmlns:a16="http://schemas.microsoft.com/office/drawing/2014/main" id="{CAD26DAA-17D8-4077-BE98-2D7E4FD27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3" y="1104900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0099"/>
                </a:solidFill>
                <a:latin typeface="Tahoma" panose="020B0604030504040204" pitchFamily="34" charset="0"/>
              </a:rPr>
              <a:t>sender</a:t>
            </a:r>
          </a:p>
        </p:txBody>
      </p:sp>
      <p:sp>
        <p:nvSpPr>
          <p:cNvPr id="93195" name="Text Box 37">
            <a:extLst>
              <a:ext uri="{FF2B5EF4-FFF2-40B4-BE49-F238E27FC236}">
                <a16:creationId xmlns:a16="http://schemas.microsoft.com/office/drawing/2014/main" id="{CC0D9510-C98B-47A6-B73F-375630D6B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6550" y="1100138"/>
            <a:ext cx="1071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u="sng">
                <a:solidFill>
                  <a:srgbClr val="008000"/>
                </a:solidFill>
                <a:latin typeface="Tahoma" panose="020B0604030504040204" pitchFamily="34" charset="0"/>
              </a:rPr>
              <a:t>receiver</a:t>
            </a:r>
          </a:p>
        </p:txBody>
      </p:sp>
      <p:sp>
        <p:nvSpPr>
          <p:cNvPr id="369702" name="Text Box 38">
            <a:extLst>
              <a:ext uri="{FF2B5EF4-FFF2-40B4-BE49-F238E27FC236}">
                <a16:creationId xmlns:a16="http://schemas.microsoft.com/office/drawing/2014/main" id="{55D7D4EC-C3E9-47B6-A4B1-A3708B5B4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3860800"/>
            <a:ext cx="1000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pkt1</a:t>
            </a:r>
          </a:p>
        </p:txBody>
      </p:sp>
      <p:sp>
        <p:nvSpPr>
          <p:cNvPr id="369703" name="Text Box 39">
            <a:extLst>
              <a:ext uri="{FF2B5EF4-FFF2-40B4-BE49-F238E27FC236}">
                <a16:creationId xmlns:a16="http://schemas.microsoft.com/office/drawing/2014/main" id="{FD5BE188-E855-41AE-AF0B-084495DEE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75" y="4857750"/>
            <a:ext cx="1000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sp>
        <p:nvSpPr>
          <p:cNvPr id="369704" name="Text Box 40">
            <a:extLst>
              <a:ext uri="{FF2B5EF4-FFF2-40B4-BE49-F238E27FC236}">
                <a16:creationId xmlns:a16="http://schemas.microsoft.com/office/drawing/2014/main" id="{5C498C75-B496-452F-94B5-3A1AD85E4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00" y="2038350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9705" name="Text Box 41">
            <a:extLst>
              <a:ext uri="{FF2B5EF4-FFF2-40B4-BE49-F238E27FC236}">
                <a16:creationId xmlns:a16="http://schemas.microsoft.com/office/drawing/2014/main" id="{701F9634-2D18-4DD1-8644-907AEA897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950" y="4283075"/>
            <a:ext cx="1196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70C0"/>
                </a:solidFill>
                <a:latin typeface="Tahoma" panose="020B0604030504040204" pitchFamily="34" charset="0"/>
              </a:rPr>
              <a:t>send ack1</a:t>
            </a:r>
          </a:p>
        </p:txBody>
      </p:sp>
      <p:sp>
        <p:nvSpPr>
          <p:cNvPr id="369706" name="Text Box 42">
            <a:extLst>
              <a:ext uri="{FF2B5EF4-FFF2-40B4-BE49-F238E27FC236}">
                <a16:creationId xmlns:a16="http://schemas.microsoft.com/office/drawing/2014/main" id="{892B0F73-DAD9-457D-BB26-042CE6A01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053013"/>
            <a:ext cx="1196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ack0</a:t>
            </a:r>
          </a:p>
        </p:txBody>
      </p:sp>
      <p:sp>
        <p:nvSpPr>
          <p:cNvPr id="369707" name="Text Box 43">
            <a:extLst>
              <a:ext uri="{FF2B5EF4-FFF2-40B4-BE49-F238E27FC236}">
                <a16:creationId xmlns:a16="http://schemas.microsoft.com/office/drawing/2014/main" id="{8AEFF718-0C89-4D61-ADBB-69FA198C5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2287588"/>
            <a:ext cx="1022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ack0</a:t>
            </a:r>
          </a:p>
        </p:txBody>
      </p:sp>
      <p:sp>
        <p:nvSpPr>
          <p:cNvPr id="369708" name="Text Box 44">
            <a:extLst>
              <a:ext uri="{FF2B5EF4-FFF2-40B4-BE49-F238E27FC236}">
                <a16:creationId xmlns:a16="http://schemas.microsoft.com/office/drawing/2014/main" id="{4F65E55E-82DD-4321-843F-7640A984E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465931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9709" name="Text Box 45">
            <a:extLst>
              <a:ext uri="{FF2B5EF4-FFF2-40B4-BE49-F238E27FC236}">
                <a16:creationId xmlns:a16="http://schemas.microsoft.com/office/drawing/2014/main" id="{5BCF7470-2E57-41A9-8DA7-EDFD7E665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250666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pkt1</a:t>
            </a:r>
          </a:p>
        </p:txBody>
      </p:sp>
      <p:sp>
        <p:nvSpPr>
          <p:cNvPr id="369710" name="Text Box 46">
            <a:extLst>
              <a:ext uri="{FF2B5EF4-FFF2-40B4-BE49-F238E27FC236}">
                <a16:creationId xmlns:a16="http://schemas.microsoft.com/office/drawing/2014/main" id="{F9E48268-10AA-438A-8D56-FDBE84DA9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13" y="4419600"/>
            <a:ext cx="1022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ack1</a:t>
            </a:r>
          </a:p>
        </p:txBody>
      </p:sp>
      <p:sp>
        <p:nvSpPr>
          <p:cNvPr id="93205" name="Text Box 47">
            <a:extLst>
              <a:ext uri="{FF2B5EF4-FFF2-40B4-BE49-F238E27FC236}">
                <a16:creationId xmlns:a16="http://schemas.microsoft.com/office/drawing/2014/main" id="{7969E5E1-0DC2-4553-BD0C-CE612BFC3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1544638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send pkt0</a:t>
            </a:r>
          </a:p>
        </p:txBody>
      </p:sp>
      <p:sp>
        <p:nvSpPr>
          <p:cNvPr id="369712" name="Text Box 48">
            <a:extLst>
              <a:ext uri="{FF2B5EF4-FFF2-40B4-BE49-F238E27FC236}">
                <a16:creationId xmlns:a16="http://schemas.microsoft.com/office/drawing/2014/main" id="{D7B20D38-F9CB-4356-A351-7E24F50A7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963" y="1827213"/>
            <a:ext cx="1000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rcv pkt0</a:t>
            </a:r>
          </a:p>
        </p:txBody>
      </p:sp>
      <p:grpSp>
        <p:nvGrpSpPr>
          <p:cNvPr id="3" name="Group 49">
            <a:extLst>
              <a:ext uri="{FF2B5EF4-FFF2-40B4-BE49-F238E27FC236}">
                <a16:creationId xmlns:a16="http://schemas.microsoft.com/office/drawing/2014/main" id="{25E328BF-742B-4C2A-8646-6F00EF35E6CB}"/>
              </a:ext>
            </a:extLst>
          </p:cNvPr>
          <p:cNvGrpSpPr>
            <a:grpSpLocks/>
          </p:cNvGrpSpPr>
          <p:nvPr/>
        </p:nvGrpSpPr>
        <p:grpSpPr bwMode="auto">
          <a:xfrm>
            <a:off x="1414463" y="1614488"/>
            <a:ext cx="1471612" cy="512762"/>
            <a:chOff x="850" y="1159"/>
            <a:chExt cx="927" cy="323"/>
          </a:xfrm>
        </p:grpSpPr>
        <p:sp>
          <p:nvSpPr>
            <p:cNvPr id="93301" name="Line 50">
              <a:extLst>
                <a:ext uri="{FF2B5EF4-FFF2-40B4-BE49-F238E27FC236}">
                  <a16:creationId xmlns:a16="http://schemas.microsoft.com/office/drawing/2014/main" id="{1B560E73-F473-4D52-B82C-AA16BC7BD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0" y="1257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302" name="Text Box 51">
              <a:extLst>
                <a:ext uri="{FF2B5EF4-FFF2-40B4-BE49-F238E27FC236}">
                  <a16:creationId xmlns:a16="http://schemas.microsoft.com/office/drawing/2014/main" id="{F5EA4790-2F45-4C84-B525-2210DDE06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0" y="1159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4" name="Group 52">
            <a:extLst>
              <a:ext uri="{FF2B5EF4-FFF2-40B4-BE49-F238E27FC236}">
                <a16:creationId xmlns:a16="http://schemas.microsoft.com/office/drawing/2014/main" id="{551933DA-37A2-4721-8989-005503218966}"/>
              </a:ext>
            </a:extLst>
          </p:cNvPr>
          <p:cNvGrpSpPr>
            <a:grpSpLocks/>
          </p:cNvGrpSpPr>
          <p:nvPr/>
        </p:nvGrpSpPr>
        <p:grpSpPr bwMode="auto">
          <a:xfrm>
            <a:off x="1408113" y="4629150"/>
            <a:ext cx="1471612" cy="487363"/>
            <a:chOff x="846" y="2253"/>
            <a:chExt cx="927" cy="307"/>
          </a:xfrm>
        </p:grpSpPr>
        <p:sp>
          <p:nvSpPr>
            <p:cNvPr id="93299" name="Line 53">
              <a:extLst>
                <a:ext uri="{FF2B5EF4-FFF2-40B4-BE49-F238E27FC236}">
                  <a16:creationId xmlns:a16="http://schemas.microsoft.com/office/drawing/2014/main" id="{A8202045-84BA-4948-BAFE-9C5CE5DC15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" y="2335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300" name="Text Box 54">
              <a:extLst>
                <a:ext uri="{FF2B5EF4-FFF2-40B4-BE49-F238E27FC236}">
                  <a16:creationId xmlns:a16="http://schemas.microsoft.com/office/drawing/2014/main" id="{841AF580-4FE4-4C65-A370-E901BFFC5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7" y="2253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pkt0</a:t>
              </a:r>
            </a:p>
          </p:txBody>
        </p:sp>
      </p:grpSp>
      <p:grpSp>
        <p:nvGrpSpPr>
          <p:cNvPr id="5" name="Group 55">
            <a:extLst>
              <a:ext uri="{FF2B5EF4-FFF2-40B4-BE49-F238E27FC236}">
                <a16:creationId xmlns:a16="http://schemas.microsoft.com/office/drawing/2014/main" id="{7FF8B4D3-F4D7-4429-884F-2B6E7691BB9C}"/>
              </a:ext>
            </a:extLst>
          </p:cNvPr>
          <p:cNvGrpSpPr>
            <a:grpSpLocks/>
          </p:cNvGrpSpPr>
          <p:nvPr/>
        </p:nvGrpSpPr>
        <p:grpSpPr bwMode="auto">
          <a:xfrm>
            <a:off x="1408113" y="4232275"/>
            <a:ext cx="1471612" cy="471488"/>
            <a:chOff x="846" y="2003"/>
            <a:chExt cx="927" cy="297"/>
          </a:xfrm>
        </p:grpSpPr>
        <p:sp>
          <p:nvSpPr>
            <p:cNvPr id="93297" name="Line 56">
              <a:extLst>
                <a:ext uri="{FF2B5EF4-FFF2-40B4-BE49-F238E27FC236}">
                  <a16:creationId xmlns:a16="http://schemas.microsoft.com/office/drawing/2014/main" id="{37D4CDF6-30AD-4AE5-8AC0-0B70662619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6" y="2075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98" name="Text Box 57">
              <a:extLst>
                <a:ext uri="{FF2B5EF4-FFF2-40B4-BE49-F238E27FC236}">
                  <a16:creationId xmlns:a16="http://schemas.microsoft.com/office/drawing/2014/main" id="{950AB991-1C7A-4B1C-A1BF-FD4298E83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003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ack1</a:t>
              </a:r>
            </a:p>
          </p:txBody>
        </p:sp>
      </p:grpSp>
      <p:grpSp>
        <p:nvGrpSpPr>
          <p:cNvPr id="6" name="Group 58">
            <a:extLst>
              <a:ext uri="{FF2B5EF4-FFF2-40B4-BE49-F238E27FC236}">
                <a16:creationId xmlns:a16="http://schemas.microsoft.com/office/drawing/2014/main" id="{2193657C-2CBE-45C0-A3CA-ED61665E3434}"/>
              </a:ext>
            </a:extLst>
          </p:cNvPr>
          <p:cNvGrpSpPr>
            <a:grpSpLocks/>
          </p:cNvGrpSpPr>
          <p:nvPr/>
        </p:nvGrpSpPr>
        <p:grpSpPr bwMode="auto">
          <a:xfrm>
            <a:off x="1400175" y="2114550"/>
            <a:ext cx="1471613" cy="455613"/>
            <a:chOff x="841" y="1474"/>
            <a:chExt cx="927" cy="287"/>
          </a:xfrm>
        </p:grpSpPr>
        <p:sp>
          <p:nvSpPr>
            <p:cNvPr id="93295" name="Line 59">
              <a:extLst>
                <a:ext uri="{FF2B5EF4-FFF2-40B4-BE49-F238E27FC236}">
                  <a16:creationId xmlns:a16="http://schemas.microsoft.com/office/drawing/2014/main" id="{C728F476-6562-414C-8C94-B6DE3B898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1" y="153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96" name="Text Box 60">
              <a:extLst>
                <a:ext uri="{FF2B5EF4-FFF2-40B4-BE49-F238E27FC236}">
                  <a16:creationId xmlns:a16="http://schemas.microsoft.com/office/drawing/2014/main" id="{D4F91A75-4885-493C-A5AA-648C77177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9" y="1474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ack0</a:t>
              </a:r>
            </a:p>
          </p:txBody>
        </p:sp>
      </p:grpSp>
      <p:grpSp>
        <p:nvGrpSpPr>
          <p:cNvPr id="7" name="Group 61">
            <a:extLst>
              <a:ext uri="{FF2B5EF4-FFF2-40B4-BE49-F238E27FC236}">
                <a16:creationId xmlns:a16="http://schemas.microsoft.com/office/drawing/2014/main" id="{68F5D16B-D5F4-40F9-9071-558D458CB9A9}"/>
              </a:ext>
            </a:extLst>
          </p:cNvPr>
          <p:cNvGrpSpPr>
            <a:grpSpLocks/>
          </p:cNvGrpSpPr>
          <p:nvPr/>
        </p:nvGrpSpPr>
        <p:grpSpPr bwMode="auto">
          <a:xfrm>
            <a:off x="1393825" y="5084763"/>
            <a:ext cx="1471613" cy="461962"/>
            <a:chOff x="837" y="2540"/>
            <a:chExt cx="927" cy="291"/>
          </a:xfrm>
        </p:grpSpPr>
        <p:sp>
          <p:nvSpPr>
            <p:cNvPr id="93293" name="Line 62">
              <a:extLst>
                <a:ext uri="{FF2B5EF4-FFF2-40B4-BE49-F238E27FC236}">
                  <a16:creationId xmlns:a16="http://schemas.microsoft.com/office/drawing/2014/main" id="{D4B73905-7D69-4CE3-A794-D181BF6F8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7" y="2606"/>
              <a:ext cx="927" cy="225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94" name="Text Box 63">
              <a:extLst>
                <a:ext uri="{FF2B5EF4-FFF2-40B4-BE49-F238E27FC236}">
                  <a16:creationId xmlns:a16="http://schemas.microsoft.com/office/drawing/2014/main" id="{03EA6A9C-87A9-49B1-8203-B345556B7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6" y="2540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ack0</a:t>
              </a:r>
            </a:p>
          </p:txBody>
        </p:sp>
      </p:grpSp>
      <p:sp>
        <p:nvSpPr>
          <p:cNvPr id="93212" name="Text Box 64">
            <a:extLst>
              <a:ext uri="{FF2B5EF4-FFF2-40B4-BE49-F238E27FC236}">
                <a16:creationId xmlns:a16="http://schemas.microsoft.com/office/drawing/2014/main" id="{A21F2C7F-154B-4A4F-857D-3E8EA539B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3" y="5797550"/>
            <a:ext cx="1393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Tahoma" panose="020B0604030504040204" pitchFamily="34" charset="0"/>
              </a:rPr>
              <a:t>(c) ACK loss</a:t>
            </a:r>
          </a:p>
        </p:txBody>
      </p:sp>
      <p:grpSp>
        <p:nvGrpSpPr>
          <p:cNvPr id="8" name="Group 81">
            <a:extLst>
              <a:ext uri="{FF2B5EF4-FFF2-40B4-BE49-F238E27FC236}">
                <a16:creationId xmlns:a16="http://schemas.microsoft.com/office/drawing/2014/main" id="{B38AC9AD-52F4-428A-82C3-F69E6338CAD5}"/>
              </a:ext>
            </a:extLst>
          </p:cNvPr>
          <p:cNvGrpSpPr>
            <a:grpSpLocks/>
          </p:cNvGrpSpPr>
          <p:nvPr/>
        </p:nvGrpSpPr>
        <p:grpSpPr bwMode="auto">
          <a:xfrm>
            <a:off x="1679575" y="2886075"/>
            <a:ext cx="1212850" cy="719138"/>
            <a:chOff x="1324" y="1931"/>
            <a:chExt cx="764" cy="453"/>
          </a:xfrm>
        </p:grpSpPr>
        <p:sp>
          <p:nvSpPr>
            <p:cNvPr id="93289" name="Line 27">
              <a:extLst>
                <a:ext uri="{FF2B5EF4-FFF2-40B4-BE49-F238E27FC236}">
                  <a16:creationId xmlns:a16="http://schemas.microsoft.com/office/drawing/2014/main" id="{FBFEBBE1-1C74-495C-A4C4-48BE8EBDCA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4" y="2031"/>
              <a:ext cx="574" cy="132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90" name="Text Box 28">
              <a:extLst>
                <a:ext uri="{FF2B5EF4-FFF2-40B4-BE49-F238E27FC236}">
                  <a16:creationId xmlns:a16="http://schemas.microsoft.com/office/drawing/2014/main" id="{CAAB26AD-6EF4-4326-8796-B0D3CFF85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1931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8000"/>
                  </a:solidFill>
                  <a:latin typeface="Arial" panose="020B0604020202020204" pitchFamily="34" charset="0"/>
                </a:rPr>
                <a:t>ack1</a:t>
              </a:r>
            </a:p>
          </p:txBody>
        </p:sp>
        <p:sp>
          <p:nvSpPr>
            <p:cNvPr id="93291" name="Text Box 68">
              <a:extLst>
                <a:ext uri="{FF2B5EF4-FFF2-40B4-BE49-F238E27FC236}">
                  <a16:creationId xmlns:a16="http://schemas.microsoft.com/office/drawing/2014/main" id="{C4BDB351-C5E0-4F5F-9A76-B540727087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040"/>
              <a:ext cx="2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>
                  <a:solidFill>
                    <a:srgbClr val="FF0000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93292" name="Text Box 69">
              <a:extLst>
                <a:ext uri="{FF2B5EF4-FFF2-40B4-BE49-F238E27FC236}">
                  <a16:creationId xmlns:a16="http://schemas.microsoft.com/office/drawing/2014/main" id="{1F08EC73-F5D7-45EE-8DD5-C95B39A0D9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4" y="2172"/>
              <a:ext cx="32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 i="1">
                  <a:solidFill>
                    <a:srgbClr val="FF0000"/>
                  </a:solidFill>
                  <a:latin typeface="Tahoma" panose="020B0604030504040204" pitchFamily="34" charset="0"/>
                </a:rPr>
                <a:t>loss</a:t>
              </a:r>
            </a:p>
          </p:txBody>
        </p:sp>
      </p:grpSp>
      <p:grpSp>
        <p:nvGrpSpPr>
          <p:cNvPr id="9" name="Group 70">
            <a:extLst>
              <a:ext uri="{FF2B5EF4-FFF2-40B4-BE49-F238E27FC236}">
                <a16:creationId xmlns:a16="http://schemas.microsoft.com/office/drawing/2014/main" id="{B29A8D2F-2D1E-4139-91D7-FDB3A5D9E2E2}"/>
              </a:ext>
            </a:extLst>
          </p:cNvPr>
          <p:cNvGrpSpPr>
            <a:grpSpLocks/>
          </p:cNvGrpSpPr>
          <p:nvPr/>
        </p:nvGrpSpPr>
        <p:grpSpPr bwMode="auto">
          <a:xfrm>
            <a:off x="1303338" y="2792413"/>
            <a:ext cx="122237" cy="1033462"/>
            <a:chOff x="3651" y="1878"/>
            <a:chExt cx="78" cy="963"/>
          </a:xfrm>
        </p:grpSpPr>
        <p:sp>
          <p:nvSpPr>
            <p:cNvPr id="93286" name="Line 71">
              <a:extLst>
                <a:ext uri="{FF2B5EF4-FFF2-40B4-BE49-F238E27FC236}">
                  <a16:creationId xmlns:a16="http://schemas.microsoft.com/office/drawing/2014/main" id="{F7567137-F59C-43A2-A8CD-8ABAF9579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" y="1879"/>
              <a:ext cx="0" cy="9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87" name="Line 72">
              <a:extLst>
                <a:ext uri="{FF2B5EF4-FFF2-40B4-BE49-F238E27FC236}">
                  <a16:creationId xmlns:a16="http://schemas.microsoft.com/office/drawing/2014/main" id="{2D1381C3-7F59-4DB4-87A4-D734380D8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1878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88" name="Line 73">
              <a:extLst>
                <a:ext uri="{FF2B5EF4-FFF2-40B4-BE49-F238E27FC236}">
                  <a16:creationId xmlns:a16="http://schemas.microsoft.com/office/drawing/2014/main" id="{8587EE77-1F0D-4E32-BCA6-00EC81F59E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51" y="2841"/>
              <a:ext cx="7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" name="Group 74">
            <a:extLst>
              <a:ext uri="{FF2B5EF4-FFF2-40B4-BE49-F238E27FC236}">
                <a16:creationId xmlns:a16="http://schemas.microsoft.com/office/drawing/2014/main" id="{2A9BA05E-C2AB-471A-99B2-CCD6D0F7CA45}"/>
              </a:ext>
            </a:extLst>
          </p:cNvPr>
          <p:cNvGrpSpPr>
            <a:grpSpLocks/>
          </p:cNvGrpSpPr>
          <p:nvPr/>
        </p:nvGrpSpPr>
        <p:grpSpPr bwMode="auto">
          <a:xfrm>
            <a:off x="1431925" y="3781425"/>
            <a:ext cx="1471613" cy="504825"/>
            <a:chOff x="855" y="1710"/>
            <a:chExt cx="927" cy="318"/>
          </a:xfrm>
        </p:grpSpPr>
        <p:sp>
          <p:nvSpPr>
            <p:cNvPr id="93284" name="Line 75">
              <a:extLst>
                <a:ext uri="{FF2B5EF4-FFF2-40B4-BE49-F238E27FC236}">
                  <a16:creationId xmlns:a16="http://schemas.microsoft.com/office/drawing/2014/main" id="{EDBC1088-7C6E-4251-AF6D-228B4A21A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" y="1803"/>
              <a:ext cx="927" cy="225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  <p:sp>
          <p:nvSpPr>
            <p:cNvPr id="93285" name="Text Box 76">
              <a:extLst>
                <a:ext uri="{FF2B5EF4-FFF2-40B4-BE49-F238E27FC236}">
                  <a16:creationId xmlns:a16="http://schemas.microsoft.com/office/drawing/2014/main" id="{92701B5A-D5A3-4368-8E0F-20B94EB12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4" y="1710"/>
              <a:ext cx="3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99"/>
                  </a:solidFill>
                  <a:latin typeface="Arial" panose="020B0604020202020204" pitchFamily="34" charset="0"/>
                </a:rPr>
                <a:t>pkt1</a:t>
              </a:r>
            </a:p>
          </p:txBody>
        </p:sp>
      </p:grpSp>
      <p:grpSp>
        <p:nvGrpSpPr>
          <p:cNvPr id="11" name="Group 77">
            <a:extLst>
              <a:ext uri="{FF2B5EF4-FFF2-40B4-BE49-F238E27FC236}">
                <a16:creationId xmlns:a16="http://schemas.microsoft.com/office/drawing/2014/main" id="{AD58D1CD-802D-4EB4-9C8B-89D381C2892C}"/>
              </a:ext>
            </a:extLst>
          </p:cNvPr>
          <p:cNvGrpSpPr>
            <a:grpSpLocks/>
          </p:cNvGrpSpPr>
          <p:nvPr/>
        </p:nvGrpSpPr>
        <p:grpSpPr bwMode="auto">
          <a:xfrm>
            <a:off x="0" y="3405188"/>
            <a:ext cx="1377950" cy="731837"/>
            <a:chOff x="2802" y="2348"/>
            <a:chExt cx="868" cy="461"/>
          </a:xfrm>
        </p:grpSpPr>
        <p:pic>
          <p:nvPicPr>
            <p:cNvPr id="93282" name="Picture 78" descr="alarm_clock_ringing">
              <a:extLst>
                <a:ext uri="{FF2B5EF4-FFF2-40B4-BE49-F238E27FC236}">
                  <a16:creationId xmlns:a16="http://schemas.microsoft.com/office/drawing/2014/main" id="{DCF18082-4E1F-4144-8FAD-35CFB2C9AE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283" name="Text Box 79">
              <a:extLst>
                <a:ext uri="{FF2B5EF4-FFF2-40B4-BE49-F238E27FC236}">
                  <a16:creationId xmlns:a16="http://schemas.microsoft.com/office/drawing/2014/main" id="{BCAD861C-2767-4DC1-BD2B-B7029AC383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2" y="2491"/>
              <a:ext cx="86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solidFill>
                    <a:srgbClr val="FF0000"/>
                  </a:solidFill>
                  <a:latin typeface="Tahoma" panose="020B0604030504040204" pitchFamily="34" charset="0"/>
                </a:rPr>
                <a:t>timeout</a:t>
              </a:r>
            </a:p>
            <a:p>
              <a:pPr algn="r">
                <a:lnSpc>
                  <a:spcPct val="7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FF0000"/>
                  </a:solidFill>
                  <a:latin typeface="Tahoma" panose="020B0604030504040204" pitchFamily="34" charset="0"/>
                </a:rPr>
                <a:t>resend pkt1</a:t>
              </a:r>
            </a:p>
          </p:txBody>
        </p:sp>
      </p:grpSp>
      <p:pic>
        <p:nvPicPr>
          <p:cNvPr id="121" name="圖片 120">
            <a:extLst>
              <a:ext uri="{FF2B5EF4-FFF2-40B4-BE49-F238E27FC236}">
                <a16:creationId xmlns:a16="http://schemas.microsoft.com/office/drawing/2014/main" id="{69259EEB-6CA8-4287-BCEC-88D045A00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1487" y="1051853"/>
            <a:ext cx="4671575" cy="48795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9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6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69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69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69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6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6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6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69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9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73" grpId="0"/>
      <p:bldP spid="369678" grpId="0"/>
      <p:bldP spid="369703" grpId="0"/>
      <p:bldP spid="369704" grpId="0"/>
      <p:bldP spid="369705" grpId="0"/>
      <p:bldP spid="369707" grpId="0"/>
      <p:bldP spid="369708" grpId="0"/>
      <p:bldP spid="369709" grpId="0"/>
      <p:bldP spid="369710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 anchor="ctr"/>
      <a:lstStyle>
        <a:defPPr algn="ctr">
          <a:lnSpc>
            <a:spcPct val="100000"/>
          </a:lnSpc>
          <a:spcBef>
            <a:spcPct val="0"/>
          </a:spcBef>
          <a:buClrTx/>
          <a:buSzTx/>
          <a:buFontTx/>
          <a:buNone/>
          <a:defRPr sz="1600">
            <a:solidFill>
              <a:srgbClr val="000000"/>
            </a:solidFill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27090</TotalTime>
  <Words>3996</Words>
  <Application>Microsoft Office PowerPoint</Application>
  <PresentationFormat>如螢幕大小 (4:3)</PresentationFormat>
  <Paragraphs>917</Paragraphs>
  <Slides>44</Slides>
  <Notes>40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44</vt:i4>
      </vt:variant>
    </vt:vector>
  </HeadingPairs>
  <TitlesOfParts>
    <vt:vector size="57" baseType="lpstr">
      <vt:lpstr>ＭＳ Ｐゴシック</vt:lpstr>
      <vt:lpstr>新細明體</vt:lpstr>
      <vt:lpstr>Arial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Default Design</vt:lpstr>
      <vt:lpstr>7_Default Design</vt:lpstr>
      <vt:lpstr>6_Default Design</vt:lpstr>
      <vt:lpstr>PowerPoint 簡報</vt:lpstr>
      <vt:lpstr>Chapter 3: Transport Layer</vt:lpstr>
      <vt:lpstr>Chapter 3 outline</vt:lpstr>
      <vt:lpstr>Transport services and protocols</vt:lpstr>
      <vt:lpstr>“Packet” at different layers</vt:lpstr>
      <vt:lpstr>Transport vs. network layer</vt:lpstr>
      <vt:lpstr>Internet transport-layer protocols</vt:lpstr>
      <vt:lpstr>Chapter 3 outline</vt:lpstr>
      <vt:lpstr>Multiplexing/demultiplexing</vt:lpstr>
      <vt:lpstr>How demultiplexing works</vt:lpstr>
      <vt:lpstr>UDP Connectionless demultiplexing</vt:lpstr>
      <vt:lpstr>Connectionless demux: example</vt:lpstr>
      <vt:lpstr>TCP Connection-oriented demux</vt:lpstr>
      <vt:lpstr>Connection-oriented demux: example</vt:lpstr>
      <vt:lpstr>Connection-oriented demux: example</vt:lpstr>
      <vt:lpstr>Chapter 3 outline</vt:lpstr>
      <vt:lpstr>UDP: User Datagram Protocol [RFC 768]</vt:lpstr>
      <vt:lpstr>UDP: segment header</vt:lpstr>
      <vt:lpstr>UDP checksum</vt:lpstr>
      <vt:lpstr>Internet checksum: example</vt:lpstr>
      <vt:lpstr>Chapter 3 outline</vt:lpstr>
      <vt:lpstr>Principles of reliable data transfer</vt:lpstr>
      <vt:lpstr>Principles of reliable data transfer</vt:lpstr>
      <vt:lpstr>Principles of reliable data transfer</vt:lpstr>
      <vt:lpstr>Reliable data transfer: getting started</vt:lpstr>
      <vt:lpstr>Reliable data transfer: getting started</vt:lpstr>
      <vt:lpstr>Reliable data transfer: getting started</vt:lpstr>
      <vt:lpstr>rdt1.0: reliable transfer over a reliable channel</vt:lpstr>
      <vt:lpstr>rdt2.0: channel with bit errors</vt:lpstr>
      <vt:lpstr>rdt2.0: channel with bit errors</vt:lpstr>
      <vt:lpstr>rdt2.0: FSM specification</vt:lpstr>
      <vt:lpstr>rdt2.0: operation with no errors</vt:lpstr>
      <vt:lpstr>rdt2.0: error scenario</vt:lpstr>
      <vt:lpstr>rdt2.0 has a fatal flaw!</vt:lpstr>
      <vt:lpstr>rdt2.1: sender, handles garbled ACK/NAKs</vt:lpstr>
      <vt:lpstr>rdt2.1: receiver, handles garbled ACK/NAKs</vt:lpstr>
      <vt:lpstr>rdt2.1: discussion</vt:lpstr>
      <vt:lpstr>rdt2.2: a NAK-free protocol</vt:lpstr>
      <vt:lpstr>rdt2.2: sender, receiver fragments</vt:lpstr>
      <vt:lpstr>rdt3.0: channels with errors and loss</vt:lpstr>
      <vt:lpstr>rdt3.0 sender</vt:lpstr>
      <vt:lpstr>rdt 3.0 (Summary)</vt:lpstr>
      <vt:lpstr>rdt3.0 in action</vt:lpstr>
      <vt:lpstr>rdt3.0 in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3</dc:title>
  <dc:creator>Jim Kurose &amp; Keith Ross</dc:creator>
  <cp:lastModifiedBy>Prof. CHEUNG Man Hon Michael</cp:lastModifiedBy>
  <cp:revision>588</cp:revision>
  <cp:lastPrinted>2018-02-09T10:25:28Z</cp:lastPrinted>
  <dcterms:created xsi:type="dcterms:W3CDTF">1999-10-08T19:08:27Z</dcterms:created>
  <dcterms:modified xsi:type="dcterms:W3CDTF">2026-09-26T11:08:29Z</dcterms:modified>
</cp:coreProperties>
</file>