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</p:sldMasterIdLst>
  <p:notesMasterIdLst>
    <p:notesMasterId r:id="rId31"/>
  </p:notesMasterIdLst>
  <p:handoutMasterIdLst>
    <p:handoutMasterId r:id="rId32"/>
  </p:handoutMasterIdLst>
  <p:sldIdLst>
    <p:sldId id="331" r:id="rId2"/>
    <p:sldId id="309" r:id="rId3"/>
    <p:sldId id="445" r:id="rId4"/>
    <p:sldId id="391" r:id="rId5"/>
    <p:sldId id="392" r:id="rId6"/>
    <p:sldId id="393" r:id="rId7"/>
    <p:sldId id="428" r:id="rId8"/>
    <p:sldId id="286" r:id="rId9"/>
    <p:sldId id="343" r:id="rId10"/>
    <p:sldId id="354" r:id="rId11"/>
    <p:sldId id="347" r:id="rId12"/>
    <p:sldId id="359" r:id="rId13"/>
    <p:sldId id="399" r:id="rId14"/>
    <p:sldId id="546" r:id="rId15"/>
    <p:sldId id="540" r:id="rId16"/>
    <p:sldId id="545" r:id="rId17"/>
    <p:sldId id="429" r:id="rId18"/>
    <p:sldId id="403" r:id="rId19"/>
    <p:sldId id="406" r:id="rId20"/>
    <p:sldId id="407" r:id="rId21"/>
    <p:sldId id="409" r:id="rId22"/>
    <p:sldId id="411" r:id="rId23"/>
    <p:sldId id="430" r:id="rId24"/>
    <p:sldId id="362" r:id="rId25"/>
    <p:sldId id="363" r:id="rId26"/>
    <p:sldId id="369" r:id="rId27"/>
    <p:sldId id="364" r:id="rId28"/>
    <p:sldId id="402" r:id="rId29"/>
    <p:sldId id="353" r:id="rId3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9900"/>
    <a:srgbClr val="336600"/>
    <a:srgbClr val="000099"/>
    <a:srgbClr val="33CCFF"/>
    <a:srgbClr val="0099CC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764" autoAdjust="0"/>
  </p:normalViewPr>
  <p:slideViewPr>
    <p:cSldViewPr snapToGrid="0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D6318AF-D318-4269-9127-F5997392C4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BD28452-0739-4014-8EA5-8BCEF11F2F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3272254C-B425-49DF-B17F-3100CB1FAA9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7F5D1E33-37D5-4605-BC55-DC4C770100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77A6017-5678-4F09-8EAA-6FD41F5062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C9CC55F-E926-45B1-AC25-838E22A673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D1E9DFD-2A7C-4B66-9318-2443D1953C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1B5AFCA-749E-4799-A5F6-F2194FC346C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565DF1F-9830-4CB8-B63A-4B5E0E6C81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3BB02AB-3E72-4F62-8634-858D7106C6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2F32E74-A9AC-4A72-96E7-F201EDE58B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6166F97-2486-494B-8FC8-D028E078E3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EC355BFC-8754-4F76-82C8-584115B07D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B5FDEE-97EE-489B-964E-388B13C9A9A0}" type="slidenum">
              <a:rPr lang="en-US" altLang="zh-TW" sz="1300">
                <a:latin typeface="Times New Roman" panose="02020603050405020304" pitchFamily="18" charset="0"/>
              </a:rPr>
              <a:pPr/>
              <a:t>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F4E3BB7-0E26-49F2-BA3E-DD5104E2FE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C5FB7C39-5CF1-460D-A3F0-136DCDAD3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43DA0B35-F71F-4EE7-80D7-F7C1AE82E9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AB553E4-7E71-4CE0-ADFE-4E671B1C9280}" type="slidenum">
              <a:rPr lang="en-US" altLang="zh-TW" sz="1300">
                <a:latin typeface="Times New Roman" panose="02020603050405020304" pitchFamily="18" charset="0"/>
              </a:rPr>
              <a:pPr/>
              <a:t>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D7AA5ED2-C782-4212-9AEF-1B780234C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CC3DE022-8589-4334-A8EF-AE2CFA83C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89DFC103-EA29-4828-8A34-8EB4D243BB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750B9C-0EDC-4694-B0C5-F1BA31777A73}" type="slidenum">
              <a:rPr lang="en-US" altLang="zh-TW" sz="1300">
                <a:latin typeface="Times New Roman" panose="02020603050405020304" pitchFamily="18" charset="0"/>
              </a:rPr>
              <a:pPr/>
              <a:t>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EFE230FD-61AD-4087-B536-2CBC2947F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26F31A8E-75A6-48FF-B97D-F1EC25499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3504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4999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8352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6C29268-1642-460E-BA56-D1490B4FD6A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65AB298-7ACF-40A1-A480-F5C590243F65}" type="slidenum">
              <a:rPr lang="en-US" altLang="zh-TW" sz="1300">
                <a:latin typeface="Times New Roman" panose="02020603050405020304" pitchFamily="18" charset="0"/>
              </a:rPr>
              <a:pPr algn="r"/>
              <a:t>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496F236F-1EDF-412B-8C9A-105B57BA14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57DE6223-A924-4740-A3C0-D0E020D84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2B616B99-30F4-45AF-9596-7EAA988D37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2DD22D-6DEE-4064-8ED6-2EFD46C589AE}" type="slidenum">
              <a:rPr lang="en-US" altLang="zh-TW" sz="1300">
                <a:latin typeface="Times New Roman" panose="02020603050405020304" pitchFamily="18" charset="0"/>
              </a:rPr>
              <a:pPr/>
              <a:t>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1080DD68-CD3B-42C6-A667-43B2D951C0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6A704035-9184-4EC6-A7B0-75135BD0C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9B0736C9-604D-4DED-84CF-D11225F2FC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634BCC3-23AE-4AEE-BF86-15DECC9C6F9D}" type="slidenum">
              <a:rPr lang="en-US" altLang="zh-TW" sz="1300">
                <a:latin typeface="Times New Roman" panose="02020603050405020304" pitchFamily="18" charset="0"/>
              </a:rPr>
              <a:pPr/>
              <a:t>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B9FF666D-ABF0-49DC-AEEE-EC7847017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61EDB99-FC52-4E03-ADAD-0F09A58CC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DF461ED6-268E-4F46-A0D1-C3F9522400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9781FA-DC8B-4CE6-9A95-8E9B2CCB7CFF}" type="slidenum">
              <a:rPr lang="en-US" altLang="zh-TW" sz="1300">
                <a:latin typeface="Times New Roman" panose="02020603050405020304" pitchFamily="18" charset="0"/>
              </a:rPr>
              <a:pPr/>
              <a:t>10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5F01901B-D695-49D6-8DCB-13336BFB0E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5E6944B5-A6A5-416A-9630-F5D668DE2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7E6DE0F7-DC6E-457A-8C3C-5102D4E3D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D983F3-1B27-4CC0-A5B1-E8A59E061274}" type="slidenum">
              <a:rPr lang="en-US" altLang="zh-TW" sz="1300">
                <a:latin typeface="Times New Roman" panose="02020603050405020304" pitchFamily="18" charset="0"/>
              </a:rPr>
              <a:pPr/>
              <a:t>11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0F08FE79-66A0-4861-880F-C381597B0D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2CB8A4E-BE89-4855-B042-8FB9F3EDE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629130DB-59B5-496F-BE0D-60A25DB165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CA30DB-5317-43C3-B2BF-F9BAD578818D}" type="slidenum">
              <a:rPr lang="en-US" altLang="zh-TW" sz="1300">
                <a:latin typeface="Times New Roman" panose="02020603050405020304" pitchFamily="18" charset="0"/>
              </a:rPr>
              <a:pPr/>
              <a:t>12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62E4FE8-FB20-4CD3-A6A4-77B00A163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57EEA778-F678-4029-AC7B-3BDC18CB2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altLang="zh-TW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87A70EF1-85EC-4283-8D27-FD98C41F4E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66399B-F793-4DBA-8626-DEC4EA124BAD}" type="slidenum">
              <a:rPr lang="en-US" altLang="zh-TW" sz="1300">
                <a:latin typeface="Times New Roman" panose="02020603050405020304" pitchFamily="18" charset="0"/>
              </a:rPr>
              <a:pPr/>
              <a:t>13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70878CFA-593B-4E28-AC70-798744A4B8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B9A268B8-125D-49A6-8651-675CC8320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zh-TW" altLang="zh-TW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1704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>
            <a:extLst>
              <a:ext uri="{FF2B5EF4-FFF2-40B4-BE49-F238E27FC236}">
                <a16:creationId xmlns:a16="http://schemas.microsoft.com/office/drawing/2014/main" id="{2EEC46A1-A6A1-45B5-A8B4-95DCC4CBF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5010FC-C843-48CB-94FF-DCB0A40A919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6EE15D10-A1CF-4319-8F98-40463AB7AF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3C7739D1-5AF7-4DCF-9A06-4BA4643FD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062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80DEC23-0D4F-4187-A44F-51BFB69A45C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549E30D-5C50-4762-9298-B854ECCDE470}" type="slidenum">
              <a:rPr lang="en-US" altLang="zh-TW" sz="1300">
                <a:latin typeface="Times New Roman" panose="02020603050405020304" pitchFamily="18" charset="0"/>
              </a:rPr>
              <a:pPr algn="r"/>
              <a:t>17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EF0696C0-BE7E-49D6-9C86-727F54AB1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26D9B8EF-8A80-45F3-B67B-7C40BFF11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463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72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86184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6744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002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A0A4925A-BEBF-4D03-B2FD-110DBA5F392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1340B82-F126-4121-A91C-EE79D1A2869B}" type="slidenum">
              <a:rPr lang="en-US" altLang="zh-TW" sz="1300">
                <a:latin typeface="Times New Roman" panose="02020603050405020304" pitchFamily="18" charset="0"/>
              </a:rPr>
              <a:pPr algn="r"/>
              <a:t>23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08E7CC53-1F95-4D43-9BD0-88FBA137F3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BD8DB6E5-C344-468D-9911-A15A7DE4C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3F695FAB-5CCD-48C4-B2FC-FF69F23ED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2FCCA1-4D5F-4DD1-ABB8-85F463866F32}" type="slidenum">
              <a:rPr lang="en-US" altLang="zh-TW" sz="1300">
                <a:latin typeface="Times New Roman" panose="02020603050405020304" pitchFamily="18" charset="0"/>
              </a:rPr>
              <a:pPr/>
              <a:t>24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F7BC21D5-44E6-4151-BAAF-2FB7E6182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920713EF-F27A-4B77-AFAE-F1FBEFCA1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ECDFB35E-1F93-42E6-9CF6-8FAC62FDD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56A712-0F56-4750-BDC2-28743842873C}" type="slidenum">
              <a:rPr lang="en-US" altLang="zh-TW" sz="1300">
                <a:latin typeface="Times New Roman" panose="02020603050405020304" pitchFamily="18" charset="0"/>
              </a:rPr>
              <a:pPr/>
              <a:t>25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7BD9564F-62EC-4466-A307-A750BD483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802C9897-E398-40DD-831C-E0C633103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E9303144-B63F-4E56-AE15-51309E84E2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467640-A70C-4390-A1DD-1806B79A1D5B}" type="slidenum">
              <a:rPr lang="en-US" altLang="zh-TW" sz="1300">
                <a:latin typeface="Times New Roman" panose="02020603050405020304" pitchFamily="18" charset="0"/>
              </a:rPr>
              <a:pPr/>
              <a:t>26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FC6BFFC9-BD8A-4742-8EB6-36A436B65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685C756E-444B-45FF-AB47-FD47868CEE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B6614816-0A20-4F41-881F-E0D42BB5C3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999EE4-961F-408E-9336-4B64BF42A6C0}" type="slidenum">
              <a:rPr lang="en-US" altLang="zh-TW" sz="1300">
                <a:latin typeface="Times New Roman" panose="02020603050405020304" pitchFamily="18" charset="0"/>
              </a:rPr>
              <a:pPr/>
              <a:t>27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00E439A0-4F0B-492C-A322-6593230066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182DF810-F11E-47DC-BF9A-515512AB6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3D11AFCD-1126-4989-BDF2-72A46B8138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B9D741-1508-48D4-A3D1-F0DEBBC15118}" type="slidenum">
              <a:rPr lang="en-US" altLang="zh-TW" sz="1300">
                <a:latin typeface="Times New Roman" panose="02020603050405020304" pitchFamily="18" charset="0"/>
              </a:rPr>
              <a:pPr/>
              <a:t>28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E1D47E12-4243-4BFD-A268-1CCCF8261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695C435E-284D-4B23-A76D-5B4118A59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08D84178-F7DD-4F89-8366-BCF9844FC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6F151F-8798-4235-BD56-579DDCCF0DEB}" type="slidenum">
              <a:rPr lang="en-US" altLang="zh-TW" sz="1300">
                <a:latin typeface="Times New Roman" panose="02020603050405020304" pitchFamily="18" charset="0"/>
              </a:rPr>
              <a:pPr/>
              <a:t>29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BE2C4FB3-3603-4EFF-B74A-63CDDB430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E067BBC4-7169-40C8-AE21-EC187047E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50EBED-A73B-470E-A80F-7CEBEA107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CAFEF-1355-4A4A-9E0C-FF86C0F89753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A39A1B-C188-41DE-8E96-0E1DE51F2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9943F7-834D-4991-9279-BE12E06C9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6AF30A9E-9ADB-4E71-8364-E2F29982ADC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789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53AFEA-FC29-4176-A3E0-37F7CDD0D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49296-F519-4E92-BF44-ED41CCDAF8D4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6E9598-0776-4A4E-BA9D-556667B6C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3FCAAD-628A-4FC5-A5EF-60D6DDB56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FC0AB51-971B-4C57-858E-470AFD35CE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1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ACB0F-5019-41B4-8765-08D07E2D4B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94C33-C194-42AF-89C2-9B8DC202C98B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98C73F-FF6D-430D-8B1A-380E6E50C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00C742-BE5B-455B-9D7B-13F602F69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F969CE4-1684-4EBF-9C79-8CC4BBE2479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762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D2238-BAF6-4169-8F8C-2ACDA2E80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196FA-28C5-4D04-8661-228FF11F1DAF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09346-F847-4022-94A4-3C4A24007F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CDE07-F350-48D6-BE39-BC3A71BC3B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5F157DF-64D4-45B4-8E7A-0F06D4F1DE3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0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08202C-4302-4E07-B5AD-4916270D3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E3317-EB85-4043-87D9-3FB989809272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6648E1-98AD-447C-9951-E294610843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84FAB3-5FAF-4DFA-95E7-EE3E85983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DE7051D-633B-45AD-849D-7646664D664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137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990D9F6-B962-489D-8452-4015D7FA5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0A3E-847E-443B-B5EE-8BF99A08DAB6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8DC649-E361-485A-BE98-A61FC5906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908FE8-3BFB-49BD-80E2-66F389151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DE93DD7-90A1-426C-9B32-A7E6CDD6DE2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037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573F2-D09B-4859-8CDE-97C19A7B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0ADB0-13A5-4AB6-886C-6BF2A9D4030E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DE23E-C7C3-4D26-8FC6-62C11381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CDD8-8878-4E73-9F15-DFE87C6C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606A24FC-C676-45DE-88ED-E7F5C9538BE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867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E98DE-BA26-4DBE-8A36-1B991B0C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BCEDF-EC53-46F7-B3A0-C20E2D417269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7D251-B1E1-4D99-B9E0-63BBDE4F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0E722-AC38-4D88-8811-A4612FCB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581B5D01-AC3F-43AD-A122-610BD5C4399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413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714EA-ADFF-42D0-971F-2E3407753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89ECB-B166-49FD-B84B-2087B7410610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CD1D6-B60D-40CB-98CE-943537A993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E5A22-7EB0-40D9-851A-B9C4E2684B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6489120-B757-4AC5-93AB-23876975F92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434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0E93A-1435-48DA-8470-D87A93CE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804D7-736D-46C4-88F1-A92F53CFB679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4009-9ABF-4084-9407-97089A87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1FD0-C6A1-40AF-9CBE-94BC9546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A1FF0331-65F9-431E-B22B-EE08E3174B8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32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7494-F101-4530-9BB7-E347F97E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C48E8-12BE-425E-BB31-E8345E422FAE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8559-17B3-43F5-AF51-624862F9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2C2E-17B6-4826-A482-6EDDD355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BAF5C245-C97C-47ED-8140-F641D0C51B6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7922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BC892D-54A7-4CB5-B678-EEF40257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77093-EDEC-4D0A-A6B6-A9684B4FDA62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847D3E-58C2-46B9-8553-18CA3493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6D632-3DB8-4C23-A4A6-4C18844A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</a:t>
            </a:r>
            <a:fld id="{1797E1E5-C2C9-435F-8BC2-F5AED8AB529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78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6D8DBE-C4AB-4F52-A486-1C17C6F98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4A306C-D054-4CF4-ACC8-ADA2E6943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65E9DE-D4B4-44EB-853F-DF13C29158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AAB2B02-054A-4F50-AC18-38FBD3E0E221}" type="datetime1">
              <a:rPr lang="en-US" altLang="zh-TW"/>
              <a:pPr>
                <a:defRPr/>
              </a:pPr>
              <a:t>9/5/2026</a:t>
            </a:fld>
            <a:endParaRPr lang="en-US" altLang="zh-TW" dirty="0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0E890FB6-7C0B-477F-818F-8788F6AE91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0A8C595B-FFBD-4B1D-9A85-215BA4E716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C574B9E9-E960-4101-A82A-BA6429D2628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78" r:id="rId7"/>
    <p:sldLayoutId id="2147484179" r:id="rId8"/>
    <p:sldLayoutId id="2147484165" r:id="rId9"/>
    <p:sldLayoutId id="2147484180" r:id="rId10"/>
    <p:sldLayoutId id="2147484181" r:id="rId11"/>
    <p:sldLayoutId id="214748418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en.wikipedia.org/wiki/Encapsulation_(networking)#cite_note-cissp-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2">
            <a:extLst>
              <a:ext uri="{FF2B5EF4-FFF2-40B4-BE49-F238E27FC236}">
                <a16:creationId xmlns:a16="http://schemas.microsoft.com/office/drawing/2014/main" id="{4EA5CAB8-25E1-49AD-82C0-07157648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03427" name="Picture 99" descr="underline_base">
            <a:extLst>
              <a:ext uri="{FF2B5EF4-FFF2-40B4-BE49-F238E27FC236}">
                <a16:creationId xmlns:a16="http://schemas.microsoft.com/office/drawing/2014/main" id="{FDCBC0F6-1232-417B-9EFF-54696AE457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89693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8" name="Rectangle 2">
            <a:extLst>
              <a:ext uri="{FF2B5EF4-FFF2-40B4-BE49-F238E27FC236}">
                <a16:creationId xmlns:a16="http://schemas.microsoft.com/office/drawing/2014/main" id="{BCB0A1C2-ADCC-4B91-B3F0-CD5AA139B5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85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z="4000">
                <a:ea typeface="ＭＳ Ｐゴシック" panose="020B0600070205080204" pitchFamily="34" charset="-128"/>
              </a:rPr>
              <a:t>“</a:t>
            </a:r>
            <a:r>
              <a:rPr lang="en-US" altLang="ja-JP" sz="4000">
                <a:ea typeface="ＭＳ Ｐゴシック" panose="020B0600070205080204" pitchFamily="34" charset="-128"/>
              </a:rPr>
              <a:t>Real</a:t>
            </a:r>
            <a:r>
              <a:rPr lang="ja-JP" altLang="en-US" sz="4000">
                <a:ea typeface="ＭＳ Ｐゴシック" panose="020B0600070205080204" pitchFamily="34" charset="-128"/>
              </a:rPr>
              <a:t>”</a:t>
            </a:r>
            <a:r>
              <a:rPr lang="en-US" altLang="ja-JP" sz="4000">
                <a:ea typeface="ＭＳ Ｐゴシック" panose="020B0600070205080204" pitchFamily="34" charset="-128"/>
              </a:rPr>
              <a:t> Internet delays and routes</a:t>
            </a:r>
            <a:endParaRPr lang="en-US" altLang="zh-TW" sz="4000">
              <a:ea typeface="ＭＳ Ｐゴシック" panose="020B0600070205080204" pitchFamily="34" charset="-128"/>
            </a:endParaRPr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FC4B57B6-E9A6-452B-8B58-2EF0B06D6A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270000"/>
            <a:ext cx="7772400" cy="3098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dirty="0">
                <a:ea typeface="ＭＳ Ｐゴシック" panose="020B0600070205080204" pitchFamily="34" charset="-128"/>
              </a:rPr>
              <a:t>what do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real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Internet delay &amp; loss look like? </a:t>
            </a:r>
          </a:p>
          <a:p>
            <a:pPr eaLnBrk="1" hangingPunct="1">
              <a:buSzPct val="75000"/>
            </a:pPr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traceroute </a:t>
            </a:r>
            <a:r>
              <a:rPr lang="en-US" altLang="zh-TW" dirty="0">
                <a:ea typeface="ＭＳ Ｐゴシック" panose="020B0600070205080204" pitchFamily="34" charset="-128"/>
                <a:cs typeface="Courier New" panose="02070309020205020404" pitchFamily="49" charset="0"/>
              </a:rPr>
              <a:t>program: </a:t>
            </a:r>
            <a:r>
              <a:rPr lang="en-US" altLang="zh-TW" dirty="0">
                <a:ea typeface="ＭＳ Ｐゴシック" panose="020B0600070205080204" pitchFamily="34" charset="-128"/>
              </a:rPr>
              <a:t>provides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delay measurement</a:t>
            </a:r>
            <a:r>
              <a:rPr lang="en-US" altLang="zh-TW" dirty="0">
                <a:ea typeface="ＭＳ Ｐゴシック" panose="020B0600070205080204" pitchFamily="34" charset="-128"/>
              </a:rPr>
              <a:t> from source to router along end-end Internet path towards destination.  For all </a:t>
            </a:r>
            <a:r>
              <a:rPr lang="en-US" altLang="zh-TW" i="1" dirty="0">
                <a:ea typeface="ＭＳ Ｐゴシック" panose="020B0600070205080204" pitchFamily="34" charset="-128"/>
              </a:rPr>
              <a:t>i: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sends three packets that will reach router </a:t>
            </a:r>
            <a:r>
              <a:rPr lang="en-US" altLang="zh-TW" i="1" dirty="0" err="1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on path towards destination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router </a:t>
            </a:r>
            <a:r>
              <a:rPr lang="en-US" altLang="zh-TW" i="1" dirty="0" err="1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will return packets to sender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sender times interval between transmission and reply.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  <p:sp>
        <p:nvSpPr>
          <p:cNvPr id="103430" name="Line 38">
            <a:extLst>
              <a:ext uri="{FF2B5EF4-FFF2-40B4-BE49-F238E27FC236}">
                <a16:creationId xmlns:a16="http://schemas.microsoft.com/office/drawing/2014/main" id="{2482F3E2-1F82-42D4-81A5-F7EF52417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1" name="Line 105">
            <a:extLst>
              <a:ext uri="{FF2B5EF4-FFF2-40B4-BE49-F238E27FC236}">
                <a16:creationId xmlns:a16="http://schemas.microsoft.com/office/drawing/2014/main" id="{C07B52A1-2792-4572-B563-062A7A5483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9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2" name="Line 106">
            <a:extLst>
              <a:ext uri="{FF2B5EF4-FFF2-40B4-BE49-F238E27FC236}">
                <a16:creationId xmlns:a16="http://schemas.microsoft.com/office/drawing/2014/main" id="{092C1708-DC1A-40D2-8C24-3A30F2D75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663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3" name="Line 108">
            <a:extLst>
              <a:ext uri="{FF2B5EF4-FFF2-40B4-BE49-F238E27FC236}">
                <a16:creationId xmlns:a16="http://schemas.microsoft.com/office/drawing/2014/main" id="{B2473FD8-B93A-48F7-A9E8-F012ABBFE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6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4" name="Line 113">
            <a:extLst>
              <a:ext uri="{FF2B5EF4-FFF2-40B4-BE49-F238E27FC236}">
                <a16:creationId xmlns:a16="http://schemas.microsoft.com/office/drawing/2014/main" id="{ECACD1AD-A3B9-49C7-8EA2-F5D5970BC4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0975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5" name="Line 260">
            <a:extLst>
              <a:ext uri="{FF2B5EF4-FFF2-40B4-BE49-F238E27FC236}">
                <a16:creationId xmlns:a16="http://schemas.microsoft.com/office/drawing/2014/main" id="{8E6A306E-8BB6-4245-8D1B-8B64F1C93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0163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6" name="Line 261">
            <a:extLst>
              <a:ext uri="{FF2B5EF4-FFF2-40B4-BE49-F238E27FC236}">
                <a16:creationId xmlns:a16="http://schemas.microsoft.com/office/drawing/2014/main" id="{39D57876-E30F-4B63-A131-078B8409F9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8375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7" name="Line 291">
            <a:extLst>
              <a:ext uri="{FF2B5EF4-FFF2-40B4-BE49-F238E27FC236}">
                <a16:creationId xmlns:a16="http://schemas.microsoft.com/office/drawing/2014/main" id="{335BBFD5-8873-4878-9676-9810C9913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4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8" name="Line 292">
            <a:extLst>
              <a:ext uri="{FF2B5EF4-FFF2-40B4-BE49-F238E27FC236}">
                <a16:creationId xmlns:a16="http://schemas.microsoft.com/office/drawing/2014/main" id="{2C6172D3-05C6-4F0D-B015-36156A573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8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39" name="Line 294">
            <a:extLst>
              <a:ext uri="{FF2B5EF4-FFF2-40B4-BE49-F238E27FC236}">
                <a16:creationId xmlns:a16="http://schemas.microsoft.com/office/drawing/2014/main" id="{1B40BD88-2022-4253-B240-45002AB479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6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3440" name="Line 295">
            <a:extLst>
              <a:ext uri="{FF2B5EF4-FFF2-40B4-BE49-F238E27FC236}">
                <a16:creationId xmlns:a16="http://schemas.microsoft.com/office/drawing/2014/main" id="{5E137DCA-9BA3-4D9A-9E19-85C682931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83244" name="Text Box 300">
            <a:extLst>
              <a:ext uri="{FF2B5EF4-FFF2-40B4-BE49-F238E27FC236}">
                <a16:creationId xmlns:a16="http://schemas.microsoft.com/office/drawing/2014/main" id="{BA4B3750-E32B-486F-B832-CA88A4C6B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50387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</a:rPr>
              <a:t>3 probes</a:t>
            </a:r>
          </a:p>
        </p:txBody>
      </p:sp>
      <p:sp>
        <p:nvSpPr>
          <p:cNvPr id="83246" name="Text Box 302">
            <a:extLst>
              <a:ext uri="{FF2B5EF4-FFF2-40B4-BE49-F238E27FC236}">
                <a16:creationId xmlns:a16="http://schemas.microsoft.com/office/drawing/2014/main" id="{A6F46DC1-91D1-46EA-8624-74D69E4A2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1838" y="5599113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</a:rPr>
              <a:t>3 probes</a:t>
            </a:r>
          </a:p>
        </p:txBody>
      </p:sp>
      <p:sp>
        <p:nvSpPr>
          <p:cNvPr id="83248" name="Text Box 304">
            <a:extLst>
              <a:ext uri="{FF2B5EF4-FFF2-40B4-BE49-F238E27FC236}">
                <a16:creationId xmlns:a16="http://schemas.microsoft.com/office/drawing/2014/main" id="{08827424-9D45-451C-93C0-0F120D60F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50133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</a:rPr>
              <a:t>3 probes</a:t>
            </a:r>
          </a:p>
        </p:txBody>
      </p:sp>
      <p:grpSp>
        <p:nvGrpSpPr>
          <p:cNvPr id="103444" name="Group 100">
            <a:extLst>
              <a:ext uri="{FF2B5EF4-FFF2-40B4-BE49-F238E27FC236}">
                <a16:creationId xmlns:a16="http://schemas.microsoft.com/office/drawing/2014/main" id="{F6C70690-4C67-4045-9E34-9AA92B08B2DC}"/>
              </a:ext>
            </a:extLst>
          </p:cNvPr>
          <p:cNvGrpSpPr>
            <a:grpSpLocks/>
          </p:cNvGrpSpPr>
          <p:nvPr/>
        </p:nvGrpSpPr>
        <p:grpSpPr bwMode="auto">
          <a:xfrm>
            <a:off x="517525" y="4975225"/>
            <a:ext cx="820738" cy="688975"/>
            <a:chOff x="-44" y="1473"/>
            <a:chExt cx="981" cy="1105"/>
          </a:xfrm>
        </p:grpSpPr>
        <p:pic>
          <p:nvPicPr>
            <p:cNvPr id="103497" name="Picture 101" descr="desktop_computer_stylized_medium">
              <a:extLst>
                <a:ext uri="{FF2B5EF4-FFF2-40B4-BE49-F238E27FC236}">
                  <a16:creationId xmlns:a16="http://schemas.microsoft.com/office/drawing/2014/main" id="{0A729D13-0962-442B-A196-043C4703E5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98" name="Freeform 102">
              <a:extLst>
                <a:ext uri="{FF2B5EF4-FFF2-40B4-BE49-F238E27FC236}">
                  <a16:creationId xmlns:a16="http://schemas.microsoft.com/office/drawing/2014/main" id="{6AE16441-2CE7-4138-A364-F89390F35B0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03445" name="Group 103">
            <a:extLst>
              <a:ext uri="{FF2B5EF4-FFF2-40B4-BE49-F238E27FC236}">
                <a16:creationId xmlns:a16="http://schemas.microsoft.com/office/drawing/2014/main" id="{D2909BBC-B45C-4E7E-8398-ECF378DDBB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565900" y="5013325"/>
            <a:ext cx="754063" cy="669925"/>
            <a:chOff x="-44" y="1473"/>
            <a:chExt cx="981" cy="1105"/>
          </a:xfrm>
        </p:grpSpPr>
        <p:pic>
          <p:nvPicPr>
            <p:cNvPr id="103495" name="Picture 104" descr="desktop_computer_stylized_medium">
              <a:extLst>
                <a:ext uri="{FF2B5EF4-FFF2-40B4-BE49-F238E27FC236}">
                  <a16:creationId xmlns:a16="http://schemas.microsoft.com/office/drawing/2014/main" id="{77879423-7D0F-4A77-8453-84AD0FBBD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96" name="Freeform 105">
              <a:extLst>
                <a:ext uri="{FF2B5EF4-FFF2-40B4-BE49-F238E27FC236}">
                  <a16:creationId xmlns:a16="http://schemas.microsoft.com/office/drawing/2014/main" id="{33847BE2-460D-4F06-A47A-0D3F430319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03446" name="Group 124">
            <a:extLst>
              <a:ext uri="{FF2B5EF4-FFF2-40B4-BE49-F238E27FC236}">
                <a16:creationId xmlns:a16="http://schemas.microsoft.com/office/drawing/2014/main" id="{4345CC0D-C115-462A-AF9E-1D6948E825AC}"/>
              </a:ext>
            </a:extLst>
          </p:cNvPr>
          <p:cNvGrpSpPr>
            <a:grpSpLocks/>
          </p:cNvGrpSpPr>
          <p:nvPr/>
        </p:nvGrpSpPr>
        <p:grpSpPr bwMode="auto">
          <a:xfrm>
            <a:off x="5513388" y="5513388"/>
            <a:ext cx="617537" cy="250825"/>
            <a:chOff x="2356" y="1300"/>
            <a:chExt cx="555" cy="194"/>
          </a:xfrm>
        </p:grpSpPr>
        <p:sp>
          <p:nvSpPr>
            <p:cNvPr id="103487" name="Oval 407">
              <a:extLst>
                <a:ext uri="{FF2B5EF4-FFF2-40B4-BE49-F238E27FC236}">
                  <a16:creationId xmlns:a16="http://schemas.microsoft.com/office/drawing/2014/main" id="{AD3B3301-F876-4FC4-A8D4-005A1129D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88" name="Rectangle 410">
              <a:extLst>
                <a:ext uri="{FF2B5EF4-FFF2-40B4-BE49-F238E27FC236}">
                  <a16:creationId xmlns:a16="http://schemas.microsoft.com/office/drawing/2014/main" id="{2437B2D9-EBE4-48B5-BC8E-72DFA71D0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89" name="Oval 411">
              <a:extLst>
                <a:ext uri="{FF2B5EF4-FFF2-40B4-BE49-F238E27FC236}">
                  <a16:creationId xmlns:a16="http://schemas.microsoft.com/office/drawing/2014/main" id="{F9A67865-C940-471B-93CC-47C204109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90" name="Group 128">
              <a:extLst>
                <a:ext uri="{FF2B5EF4-FFF2-40B4-BE49-F238E27FC236}">
                  <a16:creationId xmlns:a16="http://schemas.microsoft.com/office/drawing/2014/main" id="{9DA3A369-E2AB-4CFD-867F-95E5FC4E15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93" name="Freeform 129">
                <a:extLst>
                  <a:ext uri="{FF2B5EF4-FFF2-40B4-BE49-F238E27FC236}">
                    <a16:creationId xmlns:a16="http://schemas.microsoft.com/office/drawing/2014/main" id="{9DD6AFFD-1F52-40AB-B5C0-3FCC40B37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3494" name="Freeform 130">
                <a:extLst>
                  <a:ext uri="{FF2B5EF4-FFF2-40B4-BE49-F238E27FC236}">
                    <a16:creationId xmlns:a16="http://schemas.microsoft.com/office/drawing/2014/main" id="{A37D9EBF-84E1-422D-BD85-740524FA3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3491" name="Line 131">
              <a:extLst>
                <a:ext uri="{FF2B5EF4-FFF2-40B4-BE49-F238E27FC236}">
                  <a16:creationId xmlns:a16="http://schemas.microsoft.com/office/drawing/2014/main" id="{940F1C74-FBD7-4E56-87C2-7783FDC72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3492" name="Line 132">
              <a:extLst>
                <a:ext uri="{FF2B5EF4-FFF2-40B4-BE49-F238E27FC236}">
                  <a16:creationId xmlns:a16="http://schemas.microsoft.com/office/drawing/2014/main" id="{8D582FF6-8D6E-453E-8445-868AF0046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03447" name="Group 133">
            <a:extLst>
              <a:ext uri="{FF2B5EF4-FFF2-40B4-BE49-F238E27FC236}">
                <a16:creationId xmlns:a16="http://schemas.microsoft.com/office/drawing/2014/main" id="{FDA5C355-0FEB-4258-864E-4551957A30DC}"/>
              </a:ext>
            </a:extLst>
          </p:cNvPr>
          <p:cNvGrpSpPr>
            <a:grpSpLocks/>
          </p:cNvGrpSpPr>
          <p:nvPr/>
        </p:nvGrpSpPr>
        <p:grpSpPr bwMode="auto">
          <a:xfrm>
            <a:off x="4545013" y="5241925"/>
            <a:ext cx="617537" cy="250825"/>
            <a:chOff x="2356" y="1300"/>
            <a:chExt cx="555" cy="194"/>
          </a:xfrm>
        </p:grpSpPr>
        <p:sp>
          <p:nvSpPr>
            <p:cNvPr id="103479" name="Oval 407">
              <a:extLst>
                <a:ext uri="{FF2B5EF4-FFF2-40B4-BE49-F238E27FC236}">
                  <a16:creationId xmlns:a16="http://schemas.microsoft.com/office/drawing/2014/main" id="{73754767-3EBC-4336-AC26-24244779C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80" name="Rectangle 410">
              <a:extLst>
                <a:ext uri="{FF2B5EF4-FFF2-40B4-BE49-F238E27FC236}">
                  <a16:creationId xmlns:a16="http://schemas.microsoft.com/office/drawing/2014/main" id="{A86D3BFA-7910-40B6-BCE3-8E9D1A630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81" name="Oval 411">
              <a:extLst>
                <a:ext uri="{FF2B5EF4-FFF2-40B4-BE49-F238E27FC236}">
                  <a16:creationId xmlns:a16="http://schemas.microsoft.com/office/drawing/2014/main" id="{208A659C-BC0B-43B0-9A78-7BC6FFD79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82" name="Group 137">
              <a:extLst>
                <a:ext uri="{FF2B5EF4-FFF2-40B4-BE49-F238E27FC236}">
                  <a16:creationId xmlns:a16="http://schemas.microsoft.com/office/drawing/2014/main" id="{AD9390CE-B977-48E5-80CB-20B8EF070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85" name="Freeform 138">
                <a:extLst>
                  <a:ext uri="{FF2B5EF4-FFF2-40B4-BE49-F238E27FC236}">
                    <a16:creationId xmlns:a16="http://schemas.microsoft.com/office/drawing/2014/main" id="{3511615C-9414-4DE2-8D19-FC759F137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3486" name="Freeform 139">
                <a:extLst>
                  <a:ext uri="{FF2B5EF4-FFF2-40B4-BE49-F238E27FC236}">
                    <a16:creationId xmlns:a16="http://schemas.microsoft.com/office/drawing/2014/main" id="{1459C400-E3ED-4F3C-999C-F0D965142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3483" name="Line 140">
              <a:extLst>
                <a:ext uri="{FF2B5EF4-FFF2-40B4-BE49-F238E27FC236}">
                  <a16:creationId xmlns:a16="http://schemas.microsoft.com/office/drawing/2014/main" id="{01E5829D-106D-4803-87CA-0BE4F6E96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3484" name="Line 141">
              <a:extLst>
                <a:ext uri="{FF2B5EF4-FFF2-40B4-BE49-F238E27FC236}">
                  <a16:creationId xmlns:a16="http://schemas.microsoft.com/office/drawing/2014/main" id="{D9288FF6-4D35-45EA-A571-CFF7D9135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03448" name="Group 142">
            <a:extLst>
              <a:ext uri="{FF2B5EF4-FFF2-40B4-BE49-F238E27FC236}">
                <a16:creationId xmlns:a16="http://schemas.microsoft.com/office/drawing/2014/main" id="{91274BEB-9D98-4098-A143-AF5122E85DC0}"/>
              </a:ext>
            </a:extLst>
          </p:cNvPr>
          <p:cNvGrpSpPr>
            <a:grpSpLocks/>
          </p:cNvGrpSpPr>
          <p:nvPr/>
        </p:nvGrpSpPr>
        <p:grpSpPr bwMode="auto">
          <a:xfrm>
            <a:off x="3394075" y="5451475"/>
            <a:ext cx="617538" cy="250825"/>
            <a:chOff x="2356" y="1300"/>
            <a:chExt cx="555" cy="194"/>
          </a:xfrm>
        </p:grpSpPr>
        <p:sp>
          <p:nvSpPr>
            <p:cNvPr id="103471" name="Oval 407">
              <a:extLst>
                <a:ext uri="{FF2B5EF4-FFF2-40B4-BE49-F238E27FC236}">
                  <a16:creationId xmlns:a16="http://schemas.microsoft.com/office/drawing/2014/main" id="{C7ADE210-E69F-4185-80C3-C67490DB7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72" name="Rectangle 410">
              <a:extLst>
                <a:ext uri="{FF2B5EF4-FFF2-40B4-BE49-F238E27FC236}">
                  <a16:creationId xmlns:a16="http://schemas.microsoft.com/office/drawing/2014/main" id="{26B5A55F-12FE-4C8D-9C7C-9D31B9D7F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73" name="Oval 411">
              <a:extLst>
                <a:ext uri="{FF2B5EF4-FFF2-40B4-BE49-F238E27FC236}">
                  <a16:creationId xmlns:a16="http://schemas.microsoft.com/office/drawing/2014/main" id="{B34A9139-CC26-4AA6-9EA8-25DA33BCA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74" name="Group 146">
              <a:extLst>
                <a:ext uri="{FF2B5EF4-FFF2-40B4-BE49-F238E27FC236}">
                  <a16:creationId xmlns:a16="http://schemas.microsoft.com/office/drawing/2014/main" id="{D778B89E-875A-449F-881C-5263759D3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77" name="Freeform 147">
                <a:extLst>
                  <a:ext uri="{FF2B5EF4-FFF2-40B4-BE49-F238E27FC236}">
                    <a16:creationId xmlns:a16="http://schemas.microsoft.com/office/drawing/2014/main" id="{758734ED-4454-4767-AD2E-FD5915B08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3478" name="Freeform 148">
                <a:extLst>
                  <a:ext uri="{FF2B5EF4-FFF2-40B4-BE49-F238E27FC236}">
                    <a16:creationId xmlns:a16="http://schemas.microsoft.com/office/drawing/2014/main" id="{D2931588-3C3C-4C9E-BC12-0ADA2BDE4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3475" name="Line 149">
              <a:extLst>
                <a:ext uri="{FF2B5EF4-FFF2-40B4-BE49-F238E27FC236}">
                  <a16:creationId xmlns:a16="http://schemas.microsoft.com/office/drawing/2014/main" id="{01542459-77DB-4EC3-B83C-46B4771BF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3476" name="Line 150">
              <a:extLst>
                <a:ext uri="{FF2B5EF4-FFF2-40B4-BE49-F238E27FC236}">
                  <a16:creationId xmlns:a16="http://schemas.microsoft.com/office/drawing/2014/main" id="{7C27AA6E-1FF9-4943-9C37-B126DF118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03449" name="Group 151">
            <a:extLst>
              <a:ext uri="{FF2B5EF4-FFF2-40B4-BE49-F238E27FC236}">
                <a16:creationId xmlns:a16="http://schemas.microsoft.com/office/drawing/2014/main" id="{74351B48-C4A4-4733-A709-04819297801F}"/>
              </a:ext>
            </a:extLst>
          </p:cNvPr>
          <p:cNvGrpSpPr>
            <a:grpSpLocks/>
          </p:cNvGrpSpPr>
          <p:nvPr/>
        </p:nvGrpSpPr>
        <p:grpSpPr bwMode="auto">
          <a:xfrm>
            <a:off x="2392363" y="5205413"/>
            <a:ext cx="617537" cy="250825"/>
            <a:chOff x="2356" y="1300"/>
            <a:chExt cx="555" cy="194"/>
          </a:xfrm>
        </p:grpSpPr>
        <p:sp>
          <p:nvSpPr>
            <p:cNvPr id="103463" name="Oval 407">
              <a:extLst>
                <a:ext uri="{FF2B5EF4-FFF2-40B4-BE49-F238E27FC236}">
                  <a16:creationId xmlns:a16="http://schemas.microsoft.com/office/drawing/2014/main" id="{FA1F301A-9BCA-4FF7-858D-15A46FA47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64" name="Rectangle 410">
              <a:extLst>
                <a:ext uri="{FF2B5EF4-FFF2-40B4-BE49-F238E27FC236}">
                  <a16:creationId xmlns:a16="http://schemas.microsoft.com/office/drawing/2014/main" id="{87007023-F2EB-4823-A5A3-C5265CE94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65" name="Oval 411">
              <a:extLst>
                <a:ext uri="{FF2B5EF4-FFF2-40B4-BE49-F238E27FC236}">
                  <a16:creationId xmlns:a16="http://schemas.microsoft.com/office/drawing/2014/main" id="{99724E22-6FBD-49BD-BF2F-37A6C2365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66" name="Group 155">
              <a:extLst>
                <a:ext uri="{FF2B5EF4-FFF2-40B4-BE49-F238E27FC236}">
                  <a16:creationId xmlns:a16="http://schemas.microsoft.com/office/drawing/2014/main" id="{2D9D33A7-A6AD-43D1-B7D7-07B624EBF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69" name="Freeform 156">
                <a:extLst>
                  <a:ext uri="{FF2B5EF4-FFF2-40B4-BE49-F238E27FC236}">
                    <a16:creationId xmlns:a16="http://schemas.microsoft.com/office/drawing/2014/main" id="{5EC94660-63EF-42ED-9565-2D9FB0B9C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3470" name="Freeform 157">
                <a:extLst>
                  <a:ext uri="{FF2B5EF4-FFF2-40B4-BE49-F238E27FC236}">
                    <a16:creationId xmlns:a16="http://schemas.microsoft.com/office/drawing/2014/main" id="{17502D7D-F1CA-4254-8B7C-AEC97C6B4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3467" name="Line 158">
              <a:extLst>
                <a:ext uri="{FF2B5EF4-FFF2-40B4-BE49-F238E27FC236}">
                  <a16:creationId xmlns:a16="http://schemas.microsoft.com/office/drawing/2014/main" id="{A19F4565-4CAC-4ECE-9223-B1DA5A849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3468" name="Line 159">
              <a:extLst>
                <a:ext uri="{FF2B5EF4-FFF2-40B4-BE49-F238E27FC236}">
                  <a16:creationId xmlns:a16="http://schemas.microsoft.com/office/drawing/2014/main" id="{1E7DDC19-4F69-483E-8ED4-DEBAD2A18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03450" name="Group 160">
            <a:extLst>
              <a:ext uri="{FF2B5EF4-FFF2-40B4-BE49-F238E27FC236}">
                <a16:creationId xmlns:a16="http://schemas.microsoft.com/office/drawing/2014/main" id="{8BE94EFC-C8E7-4C46-8F5A-A4B07D894130}"/>
              </a:ext>
            </a:extLst>
          </p:cNvPr>
          <p:cNvGrpSpPr>
            <a:grpSpLocks/>
          </p:cNvGrpSpPr>
          <p:nvPr/>
        </p:nvGrpSpPr>
        <p:grpSpPr bwMode="auto">
          <a:xfrm>
            <a:off x="1517650" y="5472113"/>
            <a:ext cx="617538" cy="250825"/>
            <a:chOff x="2356" y="1300"/>
            <a:chExt cx="555" cy="194"/>
          </a:xfrm>
        </p:grpSpPr>
        <p:sp>
          <p:nvSpPr>
            <p:cNvPr id="103455" name="Oval 407">
              <a:extLst>
                <a:ext uri="{FF2B5EF4-FFF2-40B4-BE49-F238E27FC236}">
                  <a16:creationId xmlns:a16="http://schemas.microsoft.com/office/drawing/2014/main" id="{2D3E3A86-54F6-4105-9E00-1EA70227E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56" name="Rectangle 410">
              <a:extLst>
                <a:ext uri="{FF2B5EF4-FFF2-40B4-BE49-F238E27FC236}">
                  <a16:creationId xmlns:a16="http://schemas.microsoft.com/office/drawing/2014/main" id="{A6DD127D-0ECA-4D20-AD31-55CC8B79D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57" name="Oval 411">
              <a:extLst>
                <a:ext uri="{FF2B5EF4-FFF2-40B4-BE49-F238E27FC236}">
                  <a16:creationId xmlns:a16="http://schemas.microsoft.com/office/drawing/2014/main" id="{EE5CF6A6-9F9C-4FBC-B42A-E4ED9C380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58" name="Group 164">
              <a:extLst>
                <a:ext uri="{FF2B5EF4-FFF2-40B4-BE49-F238E27FC236}">
                  <a16:creationId xmlns:a16="http://schemas.microsoft.com/office/drawing/2014/main" id="{13632026-08C7-4941-B010-AF4F107BBC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03461" name="Freeform 165">
                <a:extLst>
                  <a:ext uri="{FF2B5EF4-FFF2-40B4-BE49-F238E27FC236}">
                    <a16:creationId xmlns:a16="http://schemas.microsoft.com/office/drawing/2014/main" id="{16F560D8-0295-44E4-B95F-7CC7B2E56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3462" name="Freeform 166">
                <a:extLst>
                  <a:ext uri="{FF2B5EF4-FFF2-40B4-BE49-F238E27FC236}">
                    <a16:creationId xmlns:a16="http://schemas.microsoft.com/office/drawing/2014/main" id="{C7507E9F-C2B6-4631-8C62-48D0CBF8A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3459" name="Line 167">
              <a:extLst>
                <a:ext uri="{FF2B5EF4-FFF2-40B4-BE49-F238E27FC236}">
                  <a16:creationId xmlns:a16="http://schemas.microsoft.com/office/drawing/2014/main" id="{361877EB-CB84-41B2-B3C4-226BDD139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3460" name="Line 168">
              <a:extLst>
                <a:ext uri="{FF2B5EF4-FFF2-40B4-BE49-F238E27FC236}">
                  <a16:creationId xmlns:a16="http://schemas.microsoft.com/office/drawing/2014/main" id="{8B2F340C-27D3-4BD7-920D-9A6B1C408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83247" name="Freeform 303">
            <a:extLst>
              <a:ext uri="{FF2B5EF4-FFF2-40B4-BE49-F238E27FC236}">
                <a16:creationId xmlns:a16="http://schemas.microsoft.com/office/drawing/2014/main" id="{A57ECDF2-A45B-4312-B75A-C1C3EB91E1F9}"/>
              </a:ext>
            </a:extLst>
          </p:cNvPr>
          <p:cNvSpPr>
            <a:spLocks/>
          </p:cNvSpPr>
          <p:nvPr/>
        </p:nvSpPr>
        <p:spPr bwMode="auto">
          <a:xfrm>
            <a:off x="1257300" y="5259388"/>
            <a:ext cx="2247900" cy="403225"/>
          </a:xfrm>
          <a:custGeom>
            <a:avLst/>
            <a:gdLst>
              <a:gd name="T0" fmla="*/ 2147483646 w 1416"/>
              <a:gd name="T1" fmla="*/ 2147483646 h 254"/>
              <a:gd name="T2" fmla="*/ 2147483646 w 1416"/>
              <a:gd name="T3" fmla="*/ 2147483646 h 254"/>
              <a:gd name="T4" fmla="*/ 2147483646 w 1416"/>
              <a:gd name="T5" fmla="*/ 2147483646 h 254"/>
              <a:gd name="T6" fmla="*/ 2147483646 w 1416"/>
              <a:gd name="T7" fmla="*/ 2147483646 h 254"/>
              <a:gd name="T8" fmla="*/ 2147483646 w 1416"/>
              <a:gd name="T9" fmla="*/ 2147483646 h 254"/>
              <a:gd name="T10" fmla="*/ 2147483646 w 1416"/>
              <a:gd name="T11" fmla="*/ 2147483646 h 254"/>
              <a:gd name="T12" fmla="*/ 0 w 1416"/>
              <a:gd name="T13" fmla="*/ 2147483646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3243" name="Freeform 299">
            <a:extLst>
              <a:ext uri="{FF2B5EF4-FFF2-40B4-BE49-F238E27FC236}">
                <a16:creationId xmlns:a16="http://schemas.microsoft.com/office/drawing/2014/main" id="{914668FC-E0E7-4DDE-87ED-0F1F3F4CAA45}"/>
              </a:ext>
            </a:extLst>
          </p:cNvPr>
          <p:cNvSpPr>
            <a:spLocks/>
          </p:cNvSpPr>
          <p:nvPr/>
        </p:nvSpPr>
        <p:spPr bwMode="auto">
          <a:xfrm>
            <a:off x="1289050" y="5295900"/>
            <a:ext cx="419100" cy="419100"/>
          </a:xfrm>
          <a:custGeom>
            <a:avLst/>
            <a:gdLst>
              <a:gd name="T0" fmla="*/ 2147483646 w 264"/>
              <a:gd name="T1" fmla="*/ 0 h 264"/>
              <a:gd name="T2" fmla="*/ 2147483646 w 264"/>
              <a:gd name="T3" fmla="*/ 2147483646 h 264"/>
              <a:gd name="T4" fmla="*/ 0 w 264"/>
              <a:gd name="T5" fmla="*/ 2147483646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3245" name="Freeform 301">
            <a:extLst>
              <a:ext uri="{FF2B5EF4-FFF2-40B4-BE49-F238E27FC236}">
                <a16:creationId xmlns:a16="http://schemas.microsoft.com/office/drawing/2014/main" id="{6FCBE592-0345-4DA1-B1DE-83174B131A47}"/>
              </a:ext>
            </a:extLst>
          </p:cNvPr>
          <p:cNvSpPr>
            <a:spLocks/>
          </p:cNvSpPr>
          <p:nvPr/>
        </p:nvSpPr>
        <p:spPr bwMode="auto">
          <a:xfrm>
            <a:off x="1282700" y="5210175"/>
            <a:ext cx="1346200" cy="474663"/>
          </a:xfrm>
          <a:custGeom>
            <a:avLst/>
            <a:gdLst>
              <a:gd name="T0" fmla="*/ 2147483646 w 848"/>
              <a:gd name="T1" fmla="*/ 2147483646 h 299"/>
              <a:gd name="T2" fmla="*/ 2147483646 w 848"/>
              <a:gd name="T3" fmla="*/ 2147483646 h 299"/>
              <a:gd name="T4" fmla="*/ 2147483646 w 848"/>
              <a:gd name="T5" fmla="*/ 2147483646 h 299"/>
              <a:gd name="T6" fmla="*/ 2147483646 w 848"/>
              <a:gd name="T7" fmla="*/ 2147483646 h 299"/>
              <a:gd name="T8" fmla="*/ 0 w 848"/>
              <a:gd name="T9" fmla="*/ 214748364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3454" name="Slide Number Placeholder 3">
            <a:extLst>
              <a:ext uri="{FF2B5EF4-FFF2-40B4-BE49-F238E27FC236}">
                <a16:creationId xmlns:a16="http://schemas.microsoft.com/office/drawing/2014/main" id="{61F03EF5-07C4-43C8-910D-EBDC6B43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98083DE9-EC24-4857-8047-ADED66290CE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4" grpId="0"/>
      <p:bldP spid="83246" grpId="0"/>
      <p:bldP spid="832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2">
            <a:extLst>
              <a:ext uri="{FF2B5EF4-FFF2-40B4-BE49-F238E27FC236}">
                <a16:creationId xmlns:a16="http://schemas.microsoft.com/office/drawing/2014/main" id="{ACA70486-86F4-44CE-852E-879F845C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CFFA7245-2DDE-48A2-8671-DDF15EF06B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1313" y="166688"/>
            <a:ext cx="7772400" cy="892175"/>
          </a:xfrm>
        </p:spPr>
        <p:txBody>
          <a:bodyPr/>
          <a:lstStyle/>
          <a:p>
            <a:pPr eaLnBrk="1" hangingPunct="1"/>
            <a:r>
              <a:rPr lang="ja-JP" altLang="en-US" sz="4000">
                <a:ea typeface="ＭＳ Ｐゴシック" panose="020B0600070205080204" pitchFamily="34" charset="-128"/>
              </a:rPr>
              <a:t>“</a:t>
            </a:r>
            <a:r>
              <a:rPr lang="en-US" altLang="ja-JP" sz="4000">
                <a:ea typeface="ＭＳ Ｐゴシック" panose="020B0600070205080204" pitchFamily="34" charset="-128"/>
              </a:rPr>
              <a:t>Real</a:t>
            </a:r>
            <a:r>
              <a:rPr lang="ja-JP" altLang="en-US" sz="4000">
                <a:ea typeface="ＭＳ Ｐゴシック" panose="020B0600070205080204" pitchFamily="34" charset="-128"/>
              </a:rPr>
              <a:t>”</a:t>
            </a:r>
            <a:r>
              <a:rPr lang="en-US" altLang="ja-JP" sz="4000">
                <a:ea typeface="ＭＳ Ｐゴシック" panose="020B0600070205080204" pitchFamily="34" charset="-128"/>
              </a:rPr>
              <a:t> Internet delays, routes</a:t>
            </a:r>
            <a:endParaRPr lang="en-US" altLang="zh-TW" sz="4000">
              <a:ea typeface="ＭＳ Ｐゴシック" panose="020B0600070205080204" pitchFamily="34" charset="-128"/>
            </a:endParaRPr>
          </a:p>
        </p:txBody>
      </p:sp>
      <p:sp>
        <p:nvSpPr>
          <p:cNvPr id="105476" name="Text Box 4">
            <a:extLst>
              <a:ext uri="{FF2B5EF4-FFF2-40B4-BE49-F238E27FC236}">
                <a16:creationId xmlns:a16="http://schemas.microsoft.com/office/drawing/2014/main" id="{3917ED6F-A100-45D7-AC44-417F99411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2338388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  cs-gw (128.119.240.254)  1 ms  1 ms  2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2  border1-rt-fa5-1-0.gw.umass.edu (128.119.3.145)  1 ms  1 ms  2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3  cht-vbns.gw.umass.edu (128.119.3.130)  6 ms 5 ms 5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4  jn1-at1-0-0-19.wor.vbns.net (204.147.132.129)  16 ms 11 ms 13 ms 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5  jn1-so7-0-0-0.wae.vbns.net (204.147.136.136)  21 ms 18 ms 18 ms 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6  abilene-vbns.abilene.ucaid.edu (198.32.11.9)  22 ms  18 ms  22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7  nycm-wash.abilene.ucaid.edu (198.32.8.46)  22 ms  22 ms  22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8  62.40.103.253 (62.40.103.253)  104 ms 109 ms 106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9  de2-1.de1.de.geant.net (62.40.96.129)  109 ms 102 ms 104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10  de.fr1.fr.geant.net (62.40.96.50)  113 ms 121 ms 114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11  renater-gw.fr1.fr.geant.net (62.40.103.54)  112 ms  114 ms  112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12  nio-n2.cssi.renater.fr (193.51.206.13)  111 ms  114 ms  116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13  nice.cssi.renater.fr (195.220.98.102)  123 ms  125 ms  124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14  r3t2-nice.cssi.renater.fr (195.220.98.110)  126 ms  126 ms  124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15  eurecom-valbonne.r3t2.ft.net (193.48.50.54)  135 ms  128 ms  133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16  194.214.211.25 (194.214.211.25)  126 ms  128 ms  126 ms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17  * * *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18  * * *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19  fantasia.eurecom.fr (193.55.113.142)  132 ms  128 ms  136</a:t>
            </a:r>
            <a:r>
              <a:rPr lang="en-US" altLang="zh-TW" sz="2400">
                <a:latin typeface="Times New Roman" panose="02020603050405020304" pitchFamily="18" charset="0"/>
              </a:rPr>
              <a:t> </a:t>
            </a:r>
            <a:r>
              <a:rPr lang="en-US" altLang="zh-TW" sz="1600">
                <a:latin typeface="Times New Roman" panose="02020603050405020304" pitchFamily="18" charset="0"/>
              </a:rPr>
              <a:t>ms</a:t>
            </a:r>
          </a:p>
        </p:txBody>
      </p:sp>
      <p:sp>
        <p:nvSpPr>
          <p:cNvPr id="105477" name="Text Box 5">
            <a:extLst>
              <a:ext uri="{FF2B5EF4-FFF2-40B4-BE49-F238E27FC236}">
                <a16:creationId xmlns:a16="http://schemas.microsoft.com/office/drawing/2014/main" id="{EBF7CF07-8C9D-4800-B376-A47C38666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1235075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CC0000"/>
                </a:solidFill>
                <a:latin typeface="Arial" panose="020B0604020202020204" pitchFamily="34" charset="0"/>
              </a:rPr>
              <a:t>traceroute:</a:t>
            </a:r>
            <a:r>
              <a:rPr lang="en-US" altLang="zh-TW" sz="2400" dirty="0">
                <a:latin typeface="Arial" panose="020B0604020202020204" pitchFamily="34" charset="0"/>
              </a:rPr>
              <a:t> gaia.cs.umass.edu to www.eurecom.fr</a:t>
            </a:r>
          </a:p>
        </p:txBody>
      </p:sp>
      <p:sp>
        <p:nvSpPr>
          <p:cNvPr id="105478" name="Line 6">
            <a:extLst>
              <a:ext uri="{FF2B5EF4-FFF2-40B4-BE49-F238E27FC236}">
                <a16:creationId xmlns:a16="http://schemas.microsoft.com/office/drawing/2014/main" id="{CBDC16F8-2B8C-48AD-A9D3-6C3FCA4B1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1313" y="5634038"/>
            <a:ext cx="968375" cy="2698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79" name="Text Box 7">
            <a:extLst>
              <a:ext uri="{FF2B5EF4-FFF2-40B4-BE49-F238E27FC236}">
                <a16:creationId xmlns:a16="http://schemas.microsoft.com/office/drawing/2014/main" id="{B02DF731-4A15-4E9C-A44A-282285416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350" y="1738313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3 delay measurements from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gaia.cs.umass.edu to cs-gw.cs.umass.edu </a:t>
            </a:r>
          </a:p>
        </p:txBody>
      </p:sp>
      <p:sp>
        <p:nvSpPr>
          <p:cNvPr id="105480" name="Line 8">
            <a:extLst>
              <a:ext uri="{FF2B5EF4-FFF2-40B4-BE49-F238E27FC236}">
                <a16:creationId xmlns:a16="http://schemas.microsoft.com/office/drawing/2014/main" id="{69606BD6-9B23-4834-B815-A3967EDBA8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1863" y="1965325"/>
            <a:ext cx="671512" cy="4127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1" name="Line 9">
            <a:extLst>
              <a:ext uri="{FF2B5EF4-FFF2-40B4-BE49-F238E27FC236}">
                <a16:creationId xmlns:a16="http://schemas.microsoft.com/office/drawing/2014/main" id="{10B7716C-D9C5-49CE-99DF-12D9CD2B2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1613" y="1954213"/>
            <a:ext cx="139700" cy="4048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2" name="Line 10">
            <a:extLst>
              <a:ext uri="{FF2B5EF4-FFF2-40B4-BE49-F238E27FC236}">
                <a16:creationId xmlns:a16="http://schemas.microsoft.com/office/drawing/2014/main" id="{67835CDE-96D0-4033-9AC6-032D245032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46550" y="1963738"/>
            <a:ext cx="366713" cy="3905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3" name="Line 11">
            <a:extLst>
              <a:ext uri="{FF2B5EF4-FFF2-40B4-BE49-F238E27FC236}">
                <a16:creationId xmlns:a16="http://schemas.microsoft.com/office/drawing/2014/main" id="{508659D3-FF51-4C4B-A68E-7672164A17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8613" y="1970088"/>
            <a:ext cx="377825" cy="31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5484" name="Text Box 12">
            <a:extLst>
              <a:ext uri="{FF2B5EF4-FFF2-40B4-BE49-F238E27FC236}">
                <a16:creationId xmlns:a16="http://schemas.microsoft.com/office/drawing/2014/main" id="{5F71DCA7-318C-48B2-B69C-08CD3F71C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5564188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rgbClr val="CC0000"/>
                </a:solidFill>
                <a:latin typeface="Arial" panose="020B0604020202020204" pitchFamily="34" charset="0"/>
              </a:rPr>
              <a:t>* means no response (probe lost, router not replying)</a:t>
            </a:r>
          </a:p>
        </p:txBody>
      </p:sp>
      <p:sp>
        <p:nvSpPr>
          <p:cNvPr id="105485" name="Freeform 14">
            <a:extLst>
              <a:ext uri="{FF2B5EF4-FFF2-40B4-BE49-F238E27FC236}">
                <a16:creationId xmlns:a16="http://schemas.microsoft.com/office/drawing/2014/main" id="{CA7ED70E-2275-4922-B71D-8A4C4F66477B}"/>
              </a:ext>
            </a:extLst>
          </p:cNvPr>
          <p:cNvSpPr>
            <a:spLocks/>
          </p:cNvSpPr>
          <p:nvPr/>
        </p:nvSpPr>
        <p:spPr bwMode="auto">
          <a:xfrm>
            <a:off x="6092825" y="3651250"/>
            <a:ext cx="1012825" cy="246063"/>
          </a:xfrm>
          <a:custGeom>
            <a:avLst/>
            <a:gdLst>
              <a:gd name="T0" fmla="*/ 2147483646 w 638"/>
              <a:gd name="T1" fmla="*/ 0 h 155"/>
              <a:gd name="T2" fmla="*/ 2147483646 w 638"/>
              <a:gd name="T3" fmla="*/ 2147483646 h 155"/>
              <a:gd name="T4" fmla="*/ 2147483646 w 638"/>
              <a:gd name="T5" fmla="*/ 2147483646 h 155"/>
              <a:gd name="T6" fmla="*/ 2147483646 w 638"/>
              <a:gd name="T7" fmla="*/ 2147483646 h 155"/>
              <a:gd name="T8" fmla="*/ 0 w 638"/>
              <a:gd name="T9" fmla="*/ 2147483646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5486" name="Text Box 15">
            <a:extLst>
              <a:ext uri="{FF2B5EF4-FFF2-40B4-BE49-F238E27FC236}">
                <a16:creationId xmlns:a16="http://schemas.microsoft.com/office/drawing/2014/main" id="{71A6E45C-049A-43BD-BA63-8470A1FAE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3436938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0000"/>
                </a:solidFill>
                <a:latin typeface="Arial" panose="020B0604020202020204" pitchFamily="34" charset="0"/>
              </a:rPr>
              <a:t>trans-oceanic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0000"/>
                </a:solidFill>
                <a:latin typeface="Arial" panose="020B0604020202020204" pitchFamily="34" charset="0"/>
              </a:rPr>
              <a:t>link</a:t>
            </a:r>
          </a:p>
        </p:txBody>
      </p:sp>
      <p:pic>
        <p:nvPicPr>
          <p:cNvPr id="105487" name="Picture 19" descr="underline_base">
            <a:extLst>
              <a:ext uri="{FF2B5EF4-FFF2-40B4-BE49-F238E27FC236}">
                <a16:creationId xmlns:a16="http://schemas.microsoft.com/office/drawing/2014/main" id="{C766B8BE-32C7-41F8-A655-A3E39F83612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81597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8" name="Slide Number Placeholder 3">
            <a:extLst>
              <a:ext uri="{FF2B5EF4-FFF2-40B4-BE49-F238E27FC236}">
                <a16:creationId xmlns:a16="http://schemas.microsoft.com/office/drawing/2014/main" id="{E5919326-C739-45E0-BB39-8411FE83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AFB4EB7-D3D1-4658-9D98-989D08972D1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 animBg="1"/>
      <p:bldP spid="105479" grpId="0"/>
      <p:bldP spid="105480" grpId="0" animBg="1"/>
      <p:bldP spid="105481" grpId="0" animBg="1"/>
      <p:bldP spid="105482" grpId="0" animBg="1"/>
      <p:bldP spid="105483" grpId="0" animBg="1"/>
      <p:bldP spid="105484" grpId="0"/>
      <p:bldP spid="105485" grpId="0" animBg="1"/>
      <p:bldP spid="1054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2">
            <a:extLst>
              <a:ext uri="{FF2B5EF4-FFF2-40B4-BE49-F238E27FC236}">
                <a16:creationId xmlns:a16="http://schemas.microsoft.com/office/drawing/2014/main" id="{A97C7095-B966-4060-A341-28ED4218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7647D94-51CE-477C-AE94-E9143B3F30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61950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Packet loss</a:t>
            </a:r>
          </a:p>
        </p:txBody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A275000-1626-499A-848C-1947A00ED9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5125" y="1333500"/>
            <a:ext cx="8394700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queue (aka buffer) preceding link in buffer has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finite capacity</a:t>
            </a:r>
          </a:p>
          <a:p>
            <a:pPr eaLnBrk="1" hangingPunct="1"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packet arriving to full queue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dropped</a:t>
            </a:r>
            <a:r>
              <a:rPr lang="en-US" altLang="zh-TW">
                <a:ea typeface="ＭＳ Ｐゴシック" panose="020B0600070205080204" pitchFamily="34" charset="-128"/>
              </a:rPr>
              <a:t> (aka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lost</a:t>
            </a:r>
            <a:r>
              <a:rPr lang="en-US" altLang="zh-TW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lost packet may be retransmitted by previous node, by source end system, or not at all</a:t>
            </a:r>
          </a:p>
        </p:txBody>
      </p:sp>
      <p:sp>
        <p:nvSpPr>
          <p:cNvPr id="107525" name="Oval 6">
            <a:extLst>
              <a:ext uri="{FF2B5EF4-FFF2-40B4-BE49-F238E27FC236}">
                <a16:creationId xmlns:a16="http://schemas.microsoft.com/office/drawing/2014/main" id="{EE58E871-515E-4673-9518-056418721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50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26" name="Rectangle 7">
            <a:extLst>
              <a:ext uri="{FF2B5EF4-FFF2-40B4-BE49-F238E27FC236}">
                <a16:creationId xmlns:a16="http://schemas.microsoft.com/office/drawing/2014/main" id="{A049796D-6172-43C2-BE8F-182B12C69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50" y="5037138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27" name="Oval 8">
            <a:extLst>
              <a:ext uri="{FF2B5EF4-FFF2-40B4-BE49-F238E27FC236}">
                <a16:creationId xmlns:a16="http://schemas.microsoft.com/office/drawing/2014/main" id="{0EBDB1F8-9F8B-41AE-998B-46B482F8E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7528" name="Group 9">
            <a:extLst>
              <a:ext uri="{FF2B5EF4-FFF2-40B4-BE49-F238E27FC236}">
                <a16:creationId xmlns:a16="http://schemas.microsoft.com/office/drawing/2014/main" id="{FA884A37-7F82-4E77-8295-D293F2F7023E}"/>
              </a:ext>
            </a:extLst>
          </p:cNvPr>
          <p:cNvGrpSpPr>
            <a:grpSpLocks/>
          </p:cNvGrpSpPr>
          <p:nvPr/>
        </p:nvGrpSpPr>
        <p:grpSpPr bwMode="auto">
          <a:xfrm>
            <a:off x="3448050" y="4838700"/>
            <a:ext cx="498475" cy="119063"/>
            <a:chOff x="2208" y="2184"/>
            <a:chExt cx="176" cy="69"/>
          </a:xfrm>
        </p:grpSpPr>
        <p:grpSp>
          <p:nvGrpSpPr>
            <p:cNvPr id="107560" name="Group 10">
              <a:extLst>
                <a:ext uri="{FF2B5EF4-FFF2-40B4-BE49-F238E27FC236}">
                  <a16:creationId xmlns:a16="http://schemas.microsoft.com/office/drawing/2014/main" id="{DD4A55AB-83BC-412B-8C67-A9EDE0D426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7565" name="Line 11">
                <a:extLst>
                  <a:ext uri="{FF2B5EF4-FFF2-40B4-BE49-F238E27FC236}">
                    <a16:creationId xmlns:a16="http://schemas.microsoft.com/office/drawing/2014/main" id="{655EE077-87AD-43FE-A28B-BDA3D74E2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7566" name="Line 12">
                <a:extLst>
                  <a:ext uri="{FF2B5EF4-FFF2-40B4-BE49-F238E27FC236}">
                    <a16:creationId xmlns:a16="http://schemas.microsoft.com/office/drawing/2014/main" id="{F2775026-552F-4F91-9ACF-77AB2E985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7567" name="Line 13">
                <a:extLst>
                  <a:ext uri="{FF2B5EF4-FFF2-40B4-BE49-F238E27FC236}">
                    <a16:creationId xmlns:a16="http://schemas.microsoft.com/office/drawing/2014/main" id="{2D883022-5B92-4D97-9281-3AA421D2E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107561" name="Group 14">
              <a:extLst>
                <a:ext uri="{FF2B5EF4-FFF2-40B4-BE49-F238E27FC236}">
                  <a16:creationId xmlns:a16="http://schemas.microsoft.com/office/drawing/2014/main" id="{D404BF20-3EF7-47E0-8E11-343E6E748F2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7562" name="Line 15">
                <a:extLst>
                  <a:ext uri="{FF2B5EF4-FFF2-40B4-BE49-F238E27FC236}">
                    <a16:creationId xmlns:a16="http://schemas.microsoft.com/office/drawing/2014/main" id="{01C5F76C-5297-4915-8897-D1E822707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7563" name="Line 16">
                <a:extLst>
                  <a:ext uri="{FF2B5EF4-FFF2-40B4-BE49-F238E27FC236}">
                    <a16:creationId xmlns:a16="http://schemas.microsoft.com/office/drawing/2014/main" id="{50E8C8F1-AC5B-4E19-A4E7-8296C003F9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7564" name="Line 17">
                <a:extLst>
                  <a:ext uri="{FF2B5EF4-FFF2-40B4-BE49-F238E27FC236}">
                    <a16:creationId xmlns:a16="http://schemas.microsoft.com/office/drawing/2014/main" id="{266F8F9C-1827-4333-B0BA-ED3D68605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107529" name="Line 23">
            <a:extLst>
              <a:ext uri="{FF2B5EF4-FFF2-40B4-BE49-F238E27FC236}">
                <a16:creationId xmlns:a16="http://schemas.microsoft.com/office/drawing/2014/main" id="{854DF4FA-1736-48D1-9D83-AE7CA79E9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743450"/>
            <a:ext cx="698500" cy="33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7530" name="Line 24">
            <a:extLst>
              <a:ext uri="{FF2B5EF4-FFF2-40B4-BE49-F238E27FC236}">
                <a16:creationId xmlns:a16="http://schemas.microsoft.com/office/drawing/2014/main" id="{4AB39E42-9598-4374-AA9D-349439EEC3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5208588"/>
            <a:ext cx="411163" cy="525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7531" name="Line 25">
            <a:extLst>
              <a:ext uri="{FF2B5EF4-FFF2-40B4-BE49-F238E27FC236}">
                <a16:creationId xmlns:a16="http://schemas.microsoft.com/office/drawing/2014/main" id="{089E0E41-35BF-4CC8-850D-8892D1743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5162550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7532" name="Rectangle 28">
            <a:extLst>
              <a:ext uri="{FF2B5EF4-FFF2-40B4-BE49-F238E27FC236}">
                <a16:creationId xmlns:a16="http://schemas.microsoft.com/office/drawing/2014/main" id="{F5CCA76C-523D-4AE2-988C-669210B78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49625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33" name="Rectangle 29">
            <a:extLst>
              <a:ext uri="{FF2B5EF4-FFF2-40B4-BE49-F238E27FC236}">
                <a16:creationId xmlns:a16="http://schemas.microsoft.com/office/drawing/2014/main" id="{003C4BF1-AAB3-4B97-B2ED-797F60EE5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34" name="Rectangle 30">
            <a:extLst>
              <a:ext uri="{FF2B5EF4-FFF2-40B4-BE49-F238E27FC236}">
                <a16:creationId xmlns:a16="http://schemas.microsoft.com/office/drawing/2014/main" id="{E7C4150C-C864-467F-9295-3BA0A5DC1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03396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35" name="Rectangle 31">
            <a:extLst>
              <a:ext uri="{FF2B5EF4-FFF2-40B4-BE49-F238E27FC236}">
                <a16:creationId xmlns:a16="http://schemas.microsoft.com/office/drawing/2014/main" id="{91539408-E4FC-4F80-9E39-FBB2F0120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538162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36" name="Line 33">
            <a:extLst>
              <a:ext uri="{FF2B5EF4-FFF2-40B4-BE49-F238E27FC236}">
                <a16:creationId xmlns:a16="http://schemas.microsoft.com/office/drawing/2014/main" id="{ED8452F1-5739-4836-902C-0CF5AFA5F1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5227638"/>
            <a:ext cx="106363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7537" name="Text Box 35">
            <a:extLst>
              <a:ext uri="{FF2B5EF4-FFF2-40B4-BE49-F238E27FC236}">
                <a16:creationId xmlns:a16="http://schemas.microsoft.com/office/drawing/2014/main" id="{068BECE4-84C8-4AAE-A1E5-1B5343050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42941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07538" name="Text Box 36">
            <a:extLst>
              <a:ext uri="{FF2B5EF4-FFF2-40B4-BE49-F238E27FC236}">
                <a16:creationId xmlns:a16="http://schemas.microsoft.com/office/drawing/2014/main" id="{2B260C9D-A177-404B-B2B1-28AA6BC6B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52800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07539" name="Text Box 40">
            <a:extLst>
              <a:ext uri="{FF2B5EF4-FFF2-40B4-BE49-F238E27FC236}">
                <a16:creationId xmlns:a16="http://schemas.microsoft.com/office/drawing/2014/main" id="{68AE1FD8-79F2-4584-9276-1127AC4CD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675" y="4203700"/>
            <a:ext cx="2673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packet being transmitted</a:t>
            </a:r>
          </a:p>
        </p:txBody>
      </p:sp>
      <p:sp>
        <p:nvSpPr>
          <p:cNvPr id="107540" name="Line 41">
            <a:extLst>
              <a:ext uri="{FF2B5EF4-FFF2-40B4-BE49-F238E27FC236}">
                <a16:creationId xmlns:a16="http://schemas.microsoft.com/office/drawing/2014/main" id="{FDE7A33A-33AF-41D9-8F98-FE30703FDB5F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329113" y="4495800"/>
            <a:ext cx="681037" cy="565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7541" name="Rectangle 56">
            <a:extLst>
              <a:ext uri="{FF2B5EF4-FFF2-40B4-BE49-F238E27FC236}">
                <a16:creationId xmlns:a16="http://schemas.microsoft.com/office/drawing/2014/main" id="{A9667C79-C260-4F0C-B3A4-E38ED1179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50323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42" name="Rectangle 57">
            <a:extLst>
              <a:ext uri="{FF2B5EF4-FFF2-40B4-BE49-F238E27FC236}">
                <a16:creationId xmlns:a16="http://schemas.microsoft.com/office/drawing/2014/main" id="{F1E158D5-F305-48C3-8106-031A5241E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43" name="Rectangle 58">
            <a:extLst>
              <a:ext uri="{FF2B5EF4-FFF2-40B4-BE49-F238E27FC236}">
                <a16:creationId xmlns:a16="http://schemas.microsoft.com/office/drawing/2014/main" id="{BBC5C382-9B72-4438-A2BC-AD4FBF4B8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44" name="Rectangle 59">
            <a:extLst>
              <a:ext uri="{FF2B5EF4-FFF2-40B4-BE49-F238E27FC236}">
                <a16:creationId xmlns:a16="http://schemas.microsoft.com/office/drawing/2014/main" id="{040A64A6-263D-4F7C-BE56-C9D29A07F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503237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45" name="Rectangle 61">
            <a:extLst>
              <a:ext uri="{FF2B5EF4-FFF2-40B4-BE49-F238E27FC236}">
                <a16:creationId xmlns:a16="http://schemas.microsoft.com/office/drawing/2014/main" id="{CEF916EB-B242-4FFB-A5C9-1CF5FC5F6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46" name="Rectangle 62">
            <a:extLst>
              <a:ext uri="{FF2B5EF4-FFF2-40B4-BE49-F238E27FC236}">
                <a16:creationId xmlns:a16="http://schemas.microsoft.com/office/drawing/2014/main" id="{6D4CAF91-2EBE-496B-9E62-154050C5F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7547" name="Line 63">
            <a:extLst>
              <a:ext uri="{FF2B5EF4-FFF2-40B4-BE49-F238E27FC236}">
                <a16:creationId xmlns:a16="http://schemas.microsoft.com/office/drawing/2014/main" id="{EE4C568B-B844-4638-ACA3-7CC52B7233F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092450" y="5502275"/>
            <a:ext cx="687388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7548" name="Text Box 64">
            <a:extLst>
              <a:ext uri="{FF2B5EF4-FFF2-40B4-BE49-F238E27FC236}">
                <a16:creationId xmlns:a16="http://schemas.microsoft.com/office/drawing/2014/main" id="{6B93B626-AC6A-4BCF-B672-3A8185EB4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661025"/>
            <a:ext cx="192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packet arriving to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full buffer is </a:t>
            </a:r>
            <a:r>
              <a:rPr lang="en-US" altLang="zh-TW" sz="1800" i="1">
                <a:solidFill>
                  <a:srgbClr val="CC0000"/>
                </a:solidFill>
                <a:latin typeface="Arial" panose="020B0604020202020204" pitchFamily="34" charset="0"/>
              </a:rPr>
              <a:t>lost</a:t>
            </a:r>
          </a:p>
        </p:txBody>
      </p:sp>
      <p:sp>
        <p:nvSpPr>
          <p:cNvPr id="107549" name="Text Box 65">
            <a:extLst>
              <a:ext uri="{FF2B5EF4-FFF2-40B4-BE49-F238E27FC236}">
                <a16:creationId xmlns:a16="http://schemas.microsoft.com/office/drawing/2014/main" id="{B7DDB9AA-919E-4E99-A274-26529CF86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325" y="4022725"/>
            <a:ext cx="1568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buffer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(waiting area)</a:t>
            </a:r>
          </a:p>
        </p:txBody>
      </p:sp>
      <p:sp>
        <p:nvSpPr>
          <p:cNvPr id="107550" name="Line 66">
            <a:extLst>
              <a:ext uri="{FF2B5EF4-FFF2-40B4-BE49-F238E27FC236}">
                <a16:creationId xmlns:a16="http://schemas.microsoft.com/office/drawing/2014/main" id="{D4B69AC3-086E-48A9-8BF4-64AA7CFCD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630738"/>
            <a:ext cx="0" cy="3333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107551" name="Picture 47" descr="underline_base">
            <a:extLst>
              <a:ext uri="{FF2B5EF4-FFF2-40B4-BE49-F238E27FC236}">
                <a16:creationId xmlns:a16="http://schemas.microsoft.com/office/drawing/2014/main" id="{4A09C246-8575-4DAF-98B2-3F4FB6355DC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1863"/>
            <a:ext cx="2913062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7552" name="Group 48">
            <a:extLst>
              <a:ext uri="{FF2B5EF4-FFF2-40B4-BE49-F238E27FC236}">
                <a16:creationId xmlns:a16="http://schemas.microsoft.com/office/drawing/2014/main" id="{40C6C1F9-54FA-4E33-AC80-4B394DB20DA9}"/>
              </a:ext>
            </a:extLst>
          </p:cNvPr>
          <p:cNvGrpSpPr>
            <a:grpSpLocks/>
          </p:cNvGrpSpPr>
          <p:nvPr/>
        </p:nvGrpSpPr>
        <p:grpSpPr bwMode="auto">
          <a:xfrm>
            <a:off x="1593850" y="4314825"/>
            <a:ext cx="820738" cy="688975"/>
            <a:chOff x="-44" y="1473"/>
            <a:chExt cx="981" cy="1105"/>
          </a:xfrm>
        </p:grpSpPr>
        <p:pic>
          <p:nvPicPr>
            <p:cNvPr id="107558" name="Picture 49" descr="desktop_computer_stylized_medium">
              <a:extLst>
                <a:ext uri="{FF2B5EF4-FFF2-40B4-BE49-F238E27FC236}">
                  <a16:creationId xmlns:a16="http://schemas.microsoft.com/office/drawing/2014/main" id="{E5F06737-DFF9-4EB6-82BF-4A453F4CF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59" name="Freeform 50">
              <a:extLst>
                <a:ext uri="{FF2B5EF4-FFF2-40B4-BE49-F238E27FC236}">
                  <a16:creationId xmlns:a16="http://schemas.microsoft.com/office/drawing/2014/main" id="{A58024F2-9E22-4DE2-826D-DA191E97351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07553" name="Group 51">
            <a:extLst>
              <a:ext uri="{FF2B5EF4-FFF2-40B4-BE49-F238E27FC236}">
                <a16:creationId xmlns:a16="http://schemas.microsoft.com/office/drawing/2014/main" id="{4524883A-DDEA-4635-B598-047ACEAD16B0}"/>
              </a:ext>
            </a:extLst>
          </p:cNvPr>
          <p:cNvGrpSpPr>
            <a:grpSpLocks/>
          </p:cNvGrpSpPr>
          <p:nvPr/>
        </p:nvGrpSpPr>
        <p:grpSpPr bwMode="auto">
          <a:xfrm>
            <a:off x="1922463" y="5305425"/>
            <a:ext cx="820737" cy="688975"/>
            <a:chOff x="-44" y="1473"/>
            <a:chExt cx="981" cy="1105"/>
          </a:xfrm>
        </p:grpSpPr>
        <p:pic>
          <p:nvPicPr>
            <p:cNvPr id="107556" name="Picture 52" descr="desktop_computer_stylized_medium">
              <a:extLst>
                <a:ext uri="{FF2B5EF4-FFF2-40B4-BE49-F238E27FC236}">
                  <a16:creationId xmlns:a16="http://schemas.microsoft.com/office/drawing/2014/main" id="{E0623A10-467F-40B2-B300-7830E899A1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57" name="Freeform 53">
              <a:extLst>
                <a:ext uri="{FF2B5EF4-FFF2-40B4-BE49-F238E27FC236}">
                  <a16:creationId xmlns:a16="http://schemas.microsoft.com/office/drawing/2014/main" id="{117116B8-B61E-4464-AEC5-07A382E1D3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2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07554" name="Slide Number Placeholder 3">
            <a:extLst>
              <a:ext uri="{FF2B5EF4-FFF2-40B4-BE49-F238E27FC236}">
                <a16:creationId xmlns:a16="http://schemas.microsoft.com/office/drawing/2014/main" id="{85FB6AAB-2176-4F74-A63E-FF473C99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822966F8-5301-45CF-9069-6EA0553B998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7555" name="TextBox 1">
            <a:extLst>
              <a:ext uri="{FF2B5EF4-FFF2-40B4-BE49-F238E27FC236}">
                <a16:creationId xmlns:a16="http://schemas.microsoft.com/office/drawing/2014/main" id="{2E17ADF7-F9E9-49D9-9F8A-2D0BE8C93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6402388"/>
            <a:ext cx="622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Arial" panose="020B0604020202020204" pitchFamily="34" charset="0"/>
              </a:rPr>
              <a:t>* Check out the Java applet for an interactive animation on queuing and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2">
            <a:extLst>
              <a:ext uri="{FF2B5EF4-FFF2-40B4-BE49-F238E27FC236}">
                <a16:creationId xmlns:a16="http://schemas.microsoft.com/office/drawing/2014/main" id="{E8EB8C29-522B-4A22-868D-DAB08C14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09571" name="AutoShape 327">
            <a:extLst>
              <a:ext uri="{FF2B5EF4-FFF2-40B4-BE49-F238E27FC236}">
                <a16:creationId xmlns:a16="http://schemas.microsoft.com/office/drawing/2014/main" id="{4F464F32-1F66-4E82-98FA-E18F5B87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3671888"/>
            <a:ext cx="500062" cy="581025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grpSp>
        <p:nvGrpSpPr>
          <p:cNvPr id="109572" name="Group 64">
            <a:extLst>
              <a:ext uri="{FF2B5EF4-FFF2-40B4-BE49-F238E27FC236}">
                <a16:creationId xmlns:a16="http://schemas.microsoft.com/office/drawing/2014/main" id="{8471D363-5232-4F75-8B40-DFC94576489C}"/>
              </a:ext>
            </a:extLst>
          </p:cNvPr>
          <p:cNvGrpSpPr>
            <a:grpSpLocks/>
          </p:cNvGrpSpPr>
          <p:nvPr/>
        </p:nvGrpSpPr>
        <p:grpSpPr bwMode="auto">
          <a:xfrm>
            <a:off x="974725" y="4071938"/>
            <a:ext cx="352425" cy="876300"/>
            <a:chOff x="4140" y="429"/>
            <a:chExt cx="1425" cy="2396"/>
          </a:xfrm>
        </p:grpSpPr>
        <p:sp>
          <p:nvSpPr>
            <p:cNvPr id="109618" name="Freeform 65">
              <a:extLst>
                <a:ext uri="{FF2B5EF4-FFF2-40B4-BE49-F238E27FC236}">
                  <a16:creationId xmlns:a16="http://schemas.microsoft.com/office/drawing/2014/main" id="{AEEBF034-7FEB-408F-8427-4EC6D903E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9619" name="Rectangle 66">
              <a:extLst>
                <a:ext uri="{FF2B5EF4-FFF2-40B4-BE49-F238E27FC236}">
                  <a16:creationId xmlns:a16="http://schemas.microsoft.com/office/drawing/2014/main" id="{1ACF95F4-073E-4F4C-A9DC-6EF09EC9A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20" name="Freeform 67">
              <a:extLst>
                <a:ext uri="{FF2B5EF4-FFF2-40B4-BE49-F238E27FC236}">
                  <a16:creationId xmlns:a16="http://schemas.microsoft.com/office/drawing/2014/main" id="{D4731338-FC39-4D24-8239-E678320A7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9621" name="Freeform 68">
              <a:extLst>
                <a:ext uri="{FF2B5EF4-FFF2-40B4-BE49-F238E27FC236}">
                  <a16:creationId xmlns:a16="http://schemas.microsoft.com/office/drawing/2014/main" id="{CCA9B3E1-D7BE-4210-85D2-58A5274C7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9622" name="Rectangle 69">
              <a:extLst>
                <a:ext uri="{FF2B5EF4-FFF2-40B4-BE49-F238E27FC236}">
                  <a16:creationId xmlns:a16="http://schemas.microsoft.com/office/drawing/2014/main" id="{DCC120E7-36B6-4D55-AFF0-EF4C1EC33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09623" name="Group 70">
              <a:extLst>
                <a:ext uri="{FF2B5EF4-FFF2-40B4-BE49-F238E27FC236}">
                  <a16:creationId xmlns:a16="http://schemas.microsoft.com/office/drawing/2014/main" id="{0F063DE6-5D51-4C35-8A3E-DDC8438623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9648" name="AutoShape 71">
                <a:extLst>
                  <a:ext uri="{FF2B5EF4-FFF2-40B4-BE49-F238E27FC236}">
                    <a16:creationId xmlns:a16="http://schemas.microsoft.com/office/drawing/2014/main" id="{823F5646-95DF-49DC-A130-C6AA6AEE0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9649" name="AutoShape 72">
                <a:extLst>
                  <a:ext uri="{FF2B5EF4-FFF2-40B4-BE49-F238E27FC236}">
                    <a16:creationId xmlns:a16="http://schemas.microsoft.com/office/drawing/2014/main" id="{C5A203E4-83D5-4E9F-A1DC-91449CE77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9624" name="Rectangle 73">
              <a:extLst>
                <a:ext uri="{FF2B5EF4-FFF2-40B4-BE49-F238E27FC236}">
                  <a16:creationId xmlns:a16="http://schemas.microsoft.com/office/drawing/2014/main" id="{2A59FC7C-5EDF-44B6-830F-AA7289E6B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09625" name="Group 74">
              <a:extLst>
                <a:ext uri="{FF2B5EF4-FFF2-40B4-BE49-F238E27FC236}">
                  <a16:creationId xmlns:a16="http://schemas.microsoft.com/office/drawing/2014/main" id="{5E551D43-A15C-4BCA-BE64-12107C0DEC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9646" name="AutoShape 75">
                <a:extLst>
                  <a:ext uri="{FF2B5EF4-FFF2-40B4-BE49-F238E27FC236}">
                    <a16:creationId xmlns:a16="http://schemas.microsoft.com/office/drawing/2014/main" id="{59A562BE-9CAC-4BDB-9837-E2321A1A2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9647" name="AutoShape 76">
                <a:extLst>
                  <a:ext uri="{FF2B5EF4-FFF2-40B4-BE49-F238E27FC236}">
                    <a16:creationId xmlns:a16="http://schemas.microsoft.com/office/drawing/2014/main" id="{72E9D182-80E7-44D7-9D29-5D34A6AAB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9626" name="Rectangle 77">
              <a:extLst>
                <a:ext uri="{FF2B5EF4-FFF2-40B4-BE49-F238E27FC236}">
                  <a16:creationId xmlns:a16="http://schemas.microsoft.com/office/drawing/2014/main" id="{F4E585FA-6F3D-449C-B09C-8B7611F80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27" name="Rectangle 78">
              <a:extLst>
                <a:ext uri="{FF2B5EF4-FFF2-40B4-BE49-F238E27FC236}">
                  <a16:creationId xmlns:a16="http://schemas.microsoft.com/office/drawing/2014/main" id="{9A75849F-47B2-40BC-8B91-7AD4E2505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09628" name="Group 79">
              <a:extLst>
                <a:ext uri="{FF2B5EF4-FFF2-40B4-BE49-F238E27FC236}">
                  <a16:creationId xmlns:a16="http://schemas.microsoft.com/office/drawing/2014/main" id="{7E71B887-7918-4F95-AC86-71652084E5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9644" name="AutoShape 80">
                <a:extLst>
                  <a:ext uri="{FF2B5EF4-FFF2-40B4-BE49-F238E27FC236}">
                    <a16:creationId xmlns:a16="http://schemas.microsoft.com/office/drawing/2014/main" id="{E9A202DE-3F71-4A7C-BF7F-4FE9D9B6C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9645" name="AutoShape 81">
                <a:extLst>
                  <a:ext uri="{FF2B5EF4-FFF2-40B4-BE49-F238E27FC236}">
                    <a16:creationId xmlns:a16="http://schemas.microsoft.com/office/drawing/2014/main" id="{059F9EDC-1B02-4494-B543-DA30CF78E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9629" name="Freeform 82">
              <a:extLst>
                <a:ext uri="{FF2B5EF4-FFF2-40B4-BE49-F238E27FC236}">
                  <a16:creationId xmlns:a16="http://schemas.microsoft.com/office/drawing/2014/main" id="{E16EB7A5-D57E-4B40-AD5A-7039D7D83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9630" name="Group 83">
              <a:extLst>
                <a:ext uri="{FF2B5EF4-FFF2-40B4-BE49-F238E27FC236}">
                  <a16:creationId xmlns:a16="http://schemas.microsoft.com/office/drawing/2014/main" id="{F12D83DC-1FD9-48AF-8C14-CBD4CDEEB8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9642" name="AutoShape 84">
                <a:extLst>
                  <a:ext uri="{FF2B5EF4-FFF2-40B4-BE49-F238E27FC236}">
                    <a16:creationId xmlns:a16="http://schemas.microsoft.com/office/drawing/2014/main" id="{574832B0-F749-4883-9D4B-DD7834062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09643" name="AutoShape 85">
                <a:extLst>
                  <a:ext uri="{FF2B5EF4-FFF2-40B4-BE49-F238E27FC236}">
                    <a16:creationId xmlns:a16="http://schemas.microsoft.com/office/drawing/2014/main" id="{E3C32804-034F-4D97-B5E9-A75AE8A2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9631" name="Rectangle 86">
              <a:extLst>
                <a:ext uri="{FF2B5EF4-FFF2-40B4-BE49-F238E27FC236}">
                  <a16:creationId xmlns:a16="http://schemas.microsoft.com/office/drawing/2014/main" id="{2E68719D-BE90-458D-9442-EE34CF93B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32" name="Freeform 87">
              <a:extLst>
                <a:ext uri="{FF2B5EF4-FFF2-40B4-BE49-F238E27FC236}">
                  <a16:creationId xmlns:a16="http://schemas.microsoft.com/office/drawing/2014/main" id="{BEB78928-2F84-448E-910C-B8106C2E4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9633" name="Freeform 88">
              <a:extLst>
                <a:ext uri="{FF2B5EF4-FFF2-40B4-BE49-F238E27FC236}">
                  <a16:creationId xmlns:a16="http://schemas.microsoft.com/office/drawing/2014/main" id="{99004A71-E5AA-40FB-BDB0-07DA4FF27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9634" name="Oval 89">
              <a:extLst>
                <a:ext uri="{FF2B5EF4-FFF2-40B4-BE49-F238E27FC236}">
                  <a16:creationId xmlns:a16="http://schemas.microsoft.com/office/drawing/2014/main" id="{EBEF1597-648A-4885-90A4-1F576014F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35" name="Freeform 90">
              <a:extLst>
                <a:ext uri="{FF2B5EF4-FFF2-40B4-BE49-F238E27FC236}">
                  <a16:creationId xmlns:a16="http://schemas.microsoft.com/office/drawing/2014/main" id="{7C74683C-02B0-40BA-A1F4-F76AD92CE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9636" name="AutoShape 91">
              <a:extLst>
                <a:ext uri="{FF2B5EF4-FFF2-40B4-BE49-F238E27FC236}">
                  <a16:creationId xmlns:a16="http://schemas.microsoft.com/office/drawing/2014/main" id="{D44B5535-B45F-4815-B8FC-F9C76517A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37" name="AutoShape 92">
              <a:extLst>
                <a:ext uri="{FF2B5EF4-FFF2-40B4-BE49-F238E27FC236}">
                  <a16:creationId xmlns:a16="http://schemas.microsoft.com/office/drawing/2014/main" id="{9545423A-C744-4F75-A9AE-C30F30947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38" name="Oval 93">
              <a:extLst>
                <a:ext uri="{FF2B5EF4-FFF2-40B4-BE49-F238E27FC236}">
                  <a16:creationId xmlns:a16="http://schemas.microsoft.com/office/drawing/2014/main" id="{4B24829C-2A2E-4AC5-A241-B4BC35C26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39" name="Oval 94">
              <a:extLst>
                <a:ext uri="{FF2B5EF4-FFF2-40B4-BE49-F238E27FC236}">
                  <a16:creationId xmlns:a16="http://schemas.microsoft.com/office/drawing/2014/main" id="{597A1472-DAF8-4BC3-B2A6-253B54537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640" name="Oval 95">
              <a:extLst>
                <a:ext uri="{FF2B5EF4-FFF2-40B4-BE49-F238E27FC236}">
                  <a16:creationId xmlns:a16="http://schemas.microsoft.com/office/drawing/2014/main" id="{66528475-D2F3-429D-9899-F3907B2A4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09641" name="Rectangle 96">
              <a:extLst>
                <a:ext uri="{FF2B5EF4-FFF2-40B4-BE49-F238E27FC236}">
                  <a16:creationId xmlns:a16="http://schemas.microsoft.com/office/drawing/2014/main" id="{31285334-120C-46D7-A0C6-8EDE9025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09573" name="Group 61">
            <a:extLst>
              <a:ext uri="{FF2B5EF4-FFF2-40B4-BE49-F238E27FC236}">
                <a16:creationId xmlns:a16="http://schemas.microsoft.com/office/drawing/2014/main" id="{594E3F36-8D26-4538-AD56-88DB717AF53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48613" y="4133850"/>
            <a:ext cx="1192212" cy="1171575"/>
            <a:chOff x="-44" y="1473"/>
            <a:chExt cx="981" cy="1105"/>
          </a:xfrm>
        </p:grpSpPr>
        <p:pic>
          <p:nvPicPr>
            <p:cNvPr id="109616" name="Picture 62" descr="desktop_computer_stylized_medium">
              <a:extLst>
                <a:ext uri="{FF2B5EF4-FFF2-40B4-BE49-F238E27FC236}">
                  <a16:creationId xmlns:a16="http://schemas.microsoft.com/office/drawing/2014/main" id="{7D840756-31F9-47F7-A648-8D1C31ED50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617" name="Freeform 63">
              <a:extLst>
                <a:ext uri="{FF2B5EF4-FFF2-40B4-BE49-F238E27FC236}">
                  <a16:creationId xmlns:a16="http://schemas.microsoft.com/office/drawing/2014/main" id="{7047DAD8-4D6B-451C-B0BA-A2D15EC647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09574" name="Rectangle 2">
            <a:extLst>
              <a:ext uri="{FF2B5EF4-FFF2-40B4-BE49-F238E27FC236}">
                <a16:creationId xmlns:a16="http://schemas.microsoft.com/office/drawing/2014/main" id="{B919FAF3-0598-4EBC-8E0C-862B2904C2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1143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Throughput</a:t>
            </a:r>
          </a:p>
        </p:txBody>
      </p:sp>
      <p:sp>
        <p:nvSpPr>
          <p:cNvPr id="109575" name="Rectangle 3">
            <a:extLst>
              <a:ext uri="{FF2B5EF4-FFF2-40B4-BE49-F238E27FC236}">
                <a16:creationId xmlns:a16="http://schemas.microsoft.com/office/drawing/2014/main" id="{BE1153A1-4FFB-4FE7-BF05-B275DB5513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447800"/>
            <a:ext cx="7772400" cy="177958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throughput:</a:t>
            </a:r>
            <a:r>
              <a:rPr lang="en-US" altLang="zh-TW">
                <a:ea typeface="ＭＳ Ｐゴシック" panose="020B0600070205080204" pitchFamily="34" charset="-128"/>
              </a:rPr>
              <a:t> rate (bits/time unit) at which bits transferred between sender/receiver</a:t>
            </a:r>
          </a:p>
          <a:p>
            <a:pPr lvl="1" eaLnBrk="1" hangingPunct="1"/>
            <a:r>
              <a:rPr lang="en-US" altLang="zh-TW" i="1">
                <a:solidFill>
                  <a:srgbClr val="CC0000"/>
                </a:solidFill>
                <a:ea typeface="新細明體" panose="02020500000000000000" pitchFamily="18" charset="-120"/>
              </a:rPr>
              <a:t>instantaneous:</a:t>
            </a:r>
            <a:r>
              <a:rPr lang="en-US" altLang="zh-TW">
                <a:ea typeface="新細明體" panose="02020500000000000000" pitchFamily="18" charset="-120"/>
              </a:rPr>
              <a:t> rate at given point in time</a:t>
            </a:r>
          </a:p>
          <a:p>
            <a:pPr lvl="1" eaLnBrk="1" hangingPunct="1"/>
            <a:r>
              <a:rPr lang="en-US" altLang="zh-TW" i="1">
                <a:solidFill>
                  <a:srgbClr val="CC0000"/>
                </a:solidFill>
                <a:ea typeface="新細明體" panose="02020500000000000000" pitchFamily="18" charset="-120"/>
              </a:rPr>
              <a:t>average:</a:t>
            </a:r>
            <a:r>
              <a:rPr lang="en-US" altLang="zh-TW">
                <a:ea typeface="新細明體" panose="02020500000000000000" pitchFamily="18" charset="-120"/>
              </a:rPr>
              <a:t> rate over longer period of time</a:t>
            </a:r>
          </a:p>
        </p:txBody>
      </p:sp>
      <p:sp>
        <p:nvSpPr>
          <p:cNvPr id="109576" name="Text Box 325">
            <a:extLst>
              <a:ext uri="{FF2B5EF4-FFF2-40B4-BE49-F238E27FC236}">
                <a16:creationId xmlns:a16="http://schemas.microsoft.com/office/drawing/2014/main" id="{1EB223D4-1FC1-4A6C-B9BB-736810060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5043488"/>
            <a:ext cx="18748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server, with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file of F bits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to send to client</a:t>
            </a:r>
          </a:p>
        </p:txBody>
      </p:sp>
      <p:sp>
        <p:nvSpPr>
          <p:cNvPr id="109577" name="Text Box 328">
            <a:extLst>
              <a:ext uri="{FF2B5EF4-FFF2-40B4-BE49-F238E27FC236}">
                <a16:creationId xmlns:a16="http://schemas.microsoft.com/office/drawing/2014/main" id="{A9ED7B41-C66D-4C81-B9B1-C46C31C95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475" y="5040313"/>
            <a:ext cx="14303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link capacity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 R</a:t>
            </a:r>
            <a:r>
              <a:rPr lang="en-US" altLang="zh-TW" baseline="-25000"/>
              <a:t>s</a:t>
            </a:r>
            <a:r>
              <a:rPr lang="en-US" altLang="zh-TW" sz="2000" baseline="-25000"/>
              <a:t> </a:t>
            </a:r>
            <a:r>
              <a:rPr lang="en-US" altLang="zh-TW" sz="2000"/>
              <a:t>bits/sec</a:t>
            </a:r>
          </a:p>
        </p:txBody>
      </p:sp>
      <p:sp>
        <p:nvSpPr>
          <p:cNvPr id="109578" name="Text Box 329">
            <a:extLst>
              <a:ext uri="{FF2B5EF4-FFF2-40B4-BE49-F238E27FC236}">
                <a16:creationId xmlns:a16="http://schemas.microsoft.com/office/drawing/2014/main" id="{8A055E26-8B1A-4D80-922B-86CD3BCFF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5048250"/>
            <a:ext cx="14303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link capacity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 R</a:t>
            </a:r>
            <a:r>
              <a:rPr lang="en-US" altLang="zh-TW" baseline="-25000"/>
              <a:t>c</a:t>
            </a:r>
            <a:r>
              <a:rPr lang="en-US" altLang="zh-TW" sz="2000" baseline="-25000"/>
              <a:t> </a:t>
            </a:r>
            <a:r>
              <a:rPr lang="en-US" altLang="zh-TW" sz="2000"/>
              <a:t>bits/sec</a:t>
            </a:r>
          </a:p>
        </p:txBody>
      </p:sp>
      <p:sp>
        <p:nvSpPr>
          <p:cNvPr id="109579" name="Line 337">
            <a:extLst>
              <a:ext uri="{FF2B5EF4-FFF2-40B4-BE49-F238E27FC236}">
                <a16:creationId xmlns:a16="http://schemas.microsoft.com/office/drawing/2014/main" id="{5C3DD6C5-497C-446B-81C0-52561B9F03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97200" y="4806950"/>
            <a:ext cx="282575" cy="3032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9580" name="Line 347">
            <a:extLst>
              <a:ext uri="{FF2B5EF4-FFF2-40B4-BE49-F238E27FC236}">
                <a16:creationId xmlns:a16="http://schemas.microsoft.com/office/drawing/2014/main" id="{3EA95F9A-EBEC-4520-9FA3-E97D857D26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9813" y="4876800"/>
            <a:ext cx="193675" cy="203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9581" name="Line 352">
            <a:extLst>
              <a:ext uri="{FF2B5EF4-FFF2-40B4-BE49-F238E27FC236}">
                <a16:creationId xmlns:a16="http://schemas.microsoft.com/office/drawing/2014/main" id="{FC13FD1B-A5E1-48D5-B6EA-E74DA1F79C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688" y="4716463"/>
            <a:ext cx="11112" cy="4111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9582" name="Line 321">
            <a:extLst>
              <a:ext uri="{FF2B5EF4-FFF2-40B4-BE49-F238E27FC236}">
                <a16:creationId xmlns:a16="http://schemas.microsoft.com/office/drawing/2014/main" id="{8D6FE27B-5280-496B-A165-3DA3997B8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1450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109583" name="Group 246">
            <a:extLst>
              <a:ext uri="{FF2B5EF4-FFF2-40B4-BE49-F238E27FC236}">
                <a16:creationId xmlns:a16="http://schemas.microsoft.com/office/drawing/2014/main" id="{4E30C2E7-59EA-451C-ABFD-8EF668CC6469}"/>
              </a:ext>
            </a:extLst>
          </p:cNvPr>
          <p:cNvGrpSpPr>
            <a:grpSpLocks/>
          </p:cNvGrpSpPr>
          <p:nvPr/>
        </p:nvGrpSpPr>
        <p:grpSpPr bwMode="auto">
          <a:xfrm>
            <a:off x="3806825" y="4394200"/>
            <a:ext cx="1055688" cy="360363"/>
            <a:chOff x="3600" y="219"/>
            <a:chExt cx="360" cy="175"/>
          </a:xfrm>
        </p:grpSpPr>
        <p:sp>
          <p:nvSpPr>
            <p:cNvPr id="109603" name="Oval 247">
              <a:extLst>
                <a:ext uri="{FF2B5EF4-FFF2-40B4-BE49-F238E27FC236}">
                  <a16:creationId xmlns:a16="http://schemas.microsoft.com/office/drawing/2014/main" id="{E6EC4C70-3FE6-4F55-AC88-9EF72CC98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9604" name="Line 248">
              <a:extLst>
                <a:ext uri="{FF2B5EF4-FFF2-40B4-BE49-F238E27FC236}">
                  <a16:creationId xmlns:a16="http://schemas.microsoft.com/office/drawing/2014/main" id="{CB61440D-A8C7-436C-800E-3D1E0E32B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9605" name="Line 249">
              <a:extLst>
                <a:ext uri="{FF2B5EF4-FFF2-40B4-BE49-F238E27FC236}">
                  <a16:creationId xmlns:a16="http://schemas.microsoft.com/office/drawing/2014/main" id="{7F526E21-915C-4D23-A3F7-8AB5F6780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9606" name="Rectangle 250">
              <a:extLst>
                <a:ext uri="{FF2B5EF4-FFF2-40B4-BE49-F238E27FC236}">
                  <a16:creationId xmlns:a16="http://schemas.microsoft.com/office/drawing/2014/main" id="{29D70901-6216-48CE-A5F6-335ADBCA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9607" name="Oval 251">
              <a:extLst>
                <a:ext uri="{FF2B5EF4-FFF2-40B4-BE49-F238E27FC236}">
                  <a16:creationId xmlns:a16="http://schemas.microsoft.com/office/drawing/2014/main" id="{42E4F69A-8CA2-435B-B6D3-3E1B71037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9608" name="Group 252">
              <a:extLst>
                <a:ext uri="{FF2B5EF4-FFF2-40B4-BE49-F238E27FC236}">
                  <a16:creationId xmlns:a16="http://schemas.microsoft.com/office/drawing/2014/main" id="{A2E47F1D-5602-4428-A80A-D6AA87ED9C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09613" name="Line 253">
                <a:extLst>
                  <a:ext uri="{FF2B5EF4-FFF2-40B4-BE49-F238E27FC236}">
                    <a16:creationId xmlns:a16="http://schemas.microsoft.com/office/drawing/2014/main" id="{A6B2DC5E-F9BC-4112-8C96-9A2E127151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9614" name="Line 254">
                <a:extLst>
                  <a:ext uri="{FF2B5EF4-FFF2-40B4-BE49-F238E27FC236}">
                    <a16:creationId xmlns:a16="http://schemas.microsoft.com/office/drawing/2014/main" id="{9DBD156C-1108-44B9-A77F-CD2597E60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9615" name="Line 255">
                <a:extLst>
                  <a:ext uri="{FF2B5EF4-FFF2-40B4-BE49-F238E27FC236}">
                    <a16:creationId xmlns:a16="http://schemas.microsoft.com/office/drawing/2014/main" id="{59522AD1-473F-455A-94D1-7C6ECEC7D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109609" name="Group 256">
              <a:extLst>
                <a:ext uri="{FF2B5EF4-FFF2-40B4-BE49-F238E27FC236}">
                  <a16:creationId xmlns:a16="http://schemas.microsoft.com/office/drawing/2014/main" id="{83523BE7-DC38-4618-92EC-89B7037407B1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09610" name="Line 257">
                <a:extLst>
                  <a:ext uri="{FF2B5EF4-FFF2-40B4-BE49-F238E27FC236}">
                    <a16:creationId xmlns:a16="http://schemas.microsoft.com/office/drawing/2014/main" id="{A9CC233E-668A-469C-AB79-9A793E5F4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9611" name="Line 258">
                <a:extLst>
                  <a:ext uri="{FF2B5EF4-FFF2-40B4-BE49-F238E27FC236}">
                    <a16:creationId xmlns:a16="http://schemas.microsoft.com/office/drawing/2014/main" id="{B714B8CB-18EC-41BB-ADC0-A8194BCEB2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09612" name="Line 259">
                <a:extLst>
                  <a:ext uri="{FF2B5EF4-FFF2-40B4-BE49-F238E27FC236}">
                    <a16:creationId xmlns:a16="http://schemas.microsoft.com/office/drawing/2014/main" id="{0029848E-D4CA-4E9D-91FF-F5FD05C12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109584" name="AutoShape 350">
            <a:extLst>
              <a:ext uri="{FF2B5EF4-FFF2-40B4-BE49-F238E27FC236}">
                <a16:creationId xmlns:a16="http://schemas.microsoft.com/office/drawing/2014/main" id="{852AFE02-72AB-4032-87CF-B34B2A76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4325938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grpSp>
        <p:nvGrpSpPr>
          <p:cNvPr id="109585" name="Group 335">
            <a:extLst>
              <a:ext uri="{FF2B5EF4-FFF2-40B4-BE49-F238E27FC236}">
                <a16:creationId xmlns:a16="http://schemas.microsoft.com/office/drawing/2014/main" id="{420241EE-CB91-440F-934E-8BB82D64042E}"/>
              </a:ext>
            </a:extLst>
          </p:cNvPr>
          <p:cNvGrpSpPr>
            <a:grpSpLocks/>
          </p:cNvGrpSpPr>
          <p:nvPr/>
        </p:nvGrpSpPr>
        <p:grpSpPr bwMode="auto">
          <a:xfrm>
            <a:off x="1404938" y="4360863"/>
            <a:ext cx="2322512" cy="392112"/>
            <a:chOff x="2249" y="3430"/>
            <a:chExt cx="1389" cy="256"/>
          </a:xfrm>
        </p:grpSpPr>
        <p:sp>
          <p:nvSpPr>
            <p:cNvPr id="255309" name="Oval 333">
              <a:extLst>
                <a:ext uri="{FF2B5EF4-FFF2-40B4-BE49-F238E27FC236}">
                  <a16:creationId xmlns:a16="http://schemas.microsoft.com/office/drawing/2014/main" id="{E96AF753-C4E0-4DEE-BB75-82DC53C95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latin typeface="Times New Roman" pitchFamily="18" charset="0"/>
              </a:endParaRPr>
            </a:p>
          </p:txBody>
        </p:sp>
        <p:sp>
          <p:nvSpPr>
            <p:cNvPr id="255308" name="Rectangle 332">
              <a:extLst>
                <a:ext uri="{FF2B5EF4-FFF2-40B4-BE49-F238E27FC236}">
                  <a16:creationId xmlns:a16="http://schemas.microsoft.com/office/drawing/2014/main" id="{72AF0E0F-85B8-4290-B0E4-28692A13E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latin typeface="Times New Roman" pitchFamily="18" charset="0"/>
              </a:endParaRPr>
            </a:p>
          </p:txBody>
        </p:sp>
        <p:sp>
          <p:nvSpPr>
            <p:cNvPr id="109601" name="Oval 331">
              <a:extLst>
                <a:ext uri="{FF2B5EF4-FFF2-40B4-BE49-F238E27FC236}">
                  <a16:creationId xmlns:a16="http://schemas.microsoft.com/office/drawing/2014/main" id="{BF2AA295-2F8C-4E95-B163-941FEAB4C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255310" name="Rectangle 334">
              <a:extLst>
                <a:ext uri="{FF2B5EF4-FFF2-40B4-BE49-F238E27FC236}">
                  <a16:creationId xmlns:a16="http://schemas.microsoft.com/office/drawing/2014/main" id="{02550FE6-9181-42A0-BBBE-4E256A758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latin typeface="Times New Roman" pitchFamily="18" charset="0"/>
              </a:endParaRPr>
            </a:p>
          </p:txBody>
        </p:sp>
      </p:grpSp>
      <p:grpSp>
        <p:nvGrpSpPr>
          <p:cNvPr id="109586" name="Group 341">
            <a:extLst>
              <a:ext uri="{FF2B5EF4-FFF2-40B4-BE49-F238E27FC236}">
                <a16:creationId xmlns:a16="http://schemas.microsoft.com/office/drawing/2014/main" id="{FF898642-B718-42A2-84AC-2FDE79A6BD73}"/>
              </a:ext>
            </a:extLst>
          </p:cNvPr>
          <p:cNvGrpSpPr>
            <a:grpSpLocks/>
          </p:cNvGrpSpPr>
          <p:nvPr/>
        </p:nvGrpSpPr>
        <p:grpSpPr bwMode="auto">
          <a:xfrm>
            <a:off x="4910138" y="4248150"/>
            <a:ext cx="2801937" cy="581025"/>
            <a:chOff x="2249" y="3430"/>
            <a:chExt cx="1389" cy="256"/>
          </a:xfrm>
        </p:grpSpPr>
        <p:sp>
          <p:nvSpPr>
            <p:cNvPr id="255318" name="Oval 342">
              <a:extLst>
                <a:ext uri="{FF2B5EF4-FFF2-40B4-BE49-F238E27FC236}">
                  <a16:creationId xmlns:a16="http://schemas.microsoft.com/office/drawing/2014/main" id="{87E77729-85A8-4A6D-8DEE-71421BFC3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latin typeface="Times New Roman" pitchFamily="18" charset="0"/>
              </a:endParaRPr>
            </a:p>
          </p:txBody>
        </p:sp>
        <p:sp>
          <p:nvSpPr>
            <p:cNvPr id="255319" name="Rectangle 343">
              <a:extLst>
                <a:ext uri="{FF2B5EF4-FFF2-40B4-BE49-F238E27FC236}">
                  <a16:creationId xmlns:a16="http://schemas.microsoft.com/office/drawing/2014/main" id="{E2F58C59-DEE3-43F4-805D-9C736FCE7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latin typeface="Times New Roman" pitchFamily="18" charset="0"/>
              </a:endParaRPr>
            </a:p>
          </p:txBody>
        </p:sp>
        <p:sp>
          <p:nvSpPr>
            <p:cNvPr id="109597" name="Oval 344">
              <a:extLst>
                <a:ext uri="{FF2B5EF4-FFF2-40B4-BE49-F238E27FC236}">
                  <a16:creationId xmlns:a16="http://schemas.microsoft.com/office/drawing/2014/main" id="{F45B9A7F-9ED8-4807-982F-4A01A2B45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255321" name="Rectangle 345">
              <a:extLst>
                <a:ext uri="{FF2B5EF4-FFF2-40B4-BE49-F238E27FC236}">
                  <a16:creationId xmlns:a16="http://schemas.microsoft.com/office/drawing/2014/main" id="{FB0B7B7E-287C-44F8-B5FD-D5547C696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>
                <a:latin typeface="Times New Roman" pitchFamily="18" charset="0"/>
              </a:endParaRPr>
            </a:p>
          </p:txBody>
        </p:sp>
      </p:grpSp>
      <p:grpSp>
        <p:nvGrpSpPr>
          <p:cNvPr id="13" name="Group 99">
            <a:extLst>
              <a:ext uri="{FF2B5EF4-FFF2-40B4-BE49-F238E27FC236}">
                <a16:creationId xmlns:a16="http://schemas.microsoft.com/office/drawing/2014/main" id="{8A83CD83-1B88-4EBA-AE70-C5C367162B1B}"/>
              </a:ext>
            </a:extLst>
          </p:cNvPr>
          <p:cNvGrpSpPr>
            <a:grpSpLocks/>
          </p:cNvGrpSpPr>
          <p:nvPr/>
        </p:nvGrpSpPr>
        <p:grpSpPr bwMode="auto">
          <a:xfrm>
            <a:off x="239713" y="5111750"/>
            <a:ext cx="8235950" cy="896938"/>
            <a:chOff x="0" y="3803"/>
            <a:chExt cx="5188" cy="565"/>
          </a:xfrm>
        </p:grpSpPr>
        <p:sp>
          <p:nvSpPr>
            <p:cNvPr id="109592" name="Text Box 353">
              <a:extLst>
                <a:ext uri="{FF2B5EF4-FFF2-40B4-BE49-F238E27FC236}">
                  <a16:creationId xmlns:a16="http://schemas.microsoft.com/office/drawing/2014/main" id="{6875694C-AE78-4467-9C86-BD611B5E4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21"/>
              <a:ext cx="1461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server sends bits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(fluid) into pipe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/>
            </a:p>
          </p:txBody>
        </p:sp>
        <p:sp>
          <p:nvSpPr>
            <p:cNvPr id="109593" name="Text Box 336">
              <a:extLst>
                <a:ext uri="{FF2B5EF4-FFF2-40B4-BE49-F238E27FC236}">
                  <a16:creationId xmlns:a16="http://schemas.microsoft.com/office/drawing/2014/main" id="{50C672B3-2E10-482E-9C2F-8F65E1949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3" y="3803"/>
              <a:ext cx="1769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 pipe that can carry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fluid at rate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 R</a:t>
              </a:r>
              <a:r>
                <a:rPr lang="en-US" altLang="zh-TW" baseline="-25000"/>
                <a:t>s</a:t>
              </a:r>
              <a:r>
                <a:rPr lang="en-US" altLang="zh-TW" sz="2000" baseline="-25000"/>
                <a:t> </a:t>
              </a:r>
              <a:r>
                <a:rPr lang="en-US" altLang="zh-TW" sz="2000"/>
                <a:t>bits/sec)</a:t>
              </a:r>
            </a:p>
          </p:txBody>
        </p:sp>
        <p:sp>
          <p:nvSpPr>
            <p:cNvPr id="109594" name="Text Box 346">
              <a:extLst>
                <a:ext uri="{FF2B5EF4-FFF2-40B4-BE49-F238E27FC236}">
                  <a16:creationId xmlns:a16="http://schemas.microsoft.com/office/drawing/2014/main" id="{D084C329-D012-4944-BE93-D38B828FC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3812"/>
              <a:ext cx="1860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 pipe that can carry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fluid at rate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/>
                <a:t> R</a:t>
              </a:r>
              <a:r>
                <a:rPr lang="en-US" altLang="zh-TW" baseline="-25000"/>
                <a:t>c</a:t>
              </a:r>
              <a:r>
                <a:rPr lang="en-US" altLang="zh-TW" sz="2000" baseline="-25000"/>
                <a:t> </a:t>
              </a:r>
              <a:r>
                <a:rPr lang="en-US" altLang="zh-TW" sz="2000"/>
                <a:t>bits/sec)</a:t>
              </a:r>
            </a:p>
          </p:txBody>
        </p:sp>
      </p:grpSp>
      <p:pic>
        <p:nvPicPr>
          <p:cNvPr id="109588" name="Picture 60" descr="underline_base">
            <a:extLst>
              <a:ext uri="{FF2B5EF4-FFF2-40B4-BE49-F238E27FC236}">
                <a16:creationId xmlns:a16="http://schemas.microsoft.com/office/drawing/2014/main" id="{0373DC11-0D15-4680-823F-E5D9C14A1B3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1863"/>
            <a:ext cx="2913062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89" name="AutoShape 351">
            <a:extLst>
              <a:ext uri="{FF2B5EF4-FFF2-40B4-BE49-F238E27FC236}">
                <a16:creationId xmlns:a16="http://schemas.microsoft.com/office/drawing/2014/main" id="{10F0F5B2-F5C5-44E1-B4D8-777F14FAC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3" y="4308475"/>
            <a:ext cx="1279525" cy="485775"/>
          </a:xfrm>
          <a:prstGeom prst="rightArrow">
            <a:avLst>
              <a:gd name="adj1" fmla="val 50000"/>
              <a:gd name="adj2" fmla="val 6585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9590" name="AutoShape 349">
            <a:extLst>
              <a:ext uri="{FF2B5EF4-FFF2-40B4-BE49-F238E27FC236}">
                <a16:creationId xmlns:a16="http://schemas.microsoft.com/office/drawing/2014/main" id="{9728DB5C-3751-4448-9C4E-D0D0B6663D9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08000" y="4064000"/>
            <a:ext cx="974725" cy="72072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zh-HK" altLang="en-US"/>
          </a:p>
        </p:txBody>
      </p:sp>
      <p:sp>
        <p:nvSpPr>
          <p:cNvPr id="109591" name="Slide Number Placeholder 3">
            <a:extLst>
              <a:ext uri="{FF2B5EF4-FFF2-40B4-BE49-F238E27FC236}">
                <a16:creationId xmlns:a16="http://schemas.microsoft.com/office/drawing/2014/main" id="{785642B8-79B0-4C52-AB89-0F7CFB68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C437205B-2748-4BFD-B63D-B39282A4B3B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2">
            <a:extLst>
              <a:ext uri="{FF2B5EF4-FFF2-40B4-BE49-F238E27FC236}">
                <a16:creationId xmlns:a16="http://schemas.microsoft.com/office/drawing/2014/main" id="{1F0B4B46-0BE1-487D-80A6-8B8D22D6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10595" name="Picture 208" descr="underline_base">
            <a:extLst>
              <a:ext uri="{FF2B5EF4-FFF2-40B4-BE49-F238E27FC236}">
                <a16:creationId xmlns:a16="http://schemas.microsoft.com/office/drawing/2014/main" id="{E713B873-2E3D-4304-98BB-CA6E5B39BD2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921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0596" name="Group 140">
            <a:extLst>
              <a:ext uri="{FF2B5EF4-FFF2-40B4-BE49-F238E27FC236}">
                <a16:creationId xmlns:a16="http://schemas.microsoft.com/office/drawing/2014/main" id="{F1CFEE86-0A8D-42C1-9D78-8CBD2F8EAEB7}"/>
              </a:ext>
            </a:extLst>
          </p:cNvPr>
          <p:cNvGrpSpPr>
            <a:grpSpLocks/>
          </p:cNvGrpSpPr>
          <p:nvPr/>
        </p:nvGrpSpPr>
        <p:grpSpPr bwMode="auto">
          <a:xfrm>
            <a:off x="1614488" y="2254250"/>
            <a:ext cx="352425" cy="876300"/>
            <a:chOff x="4140" y="429"/>
            <a:chExt cx="1425" cy="2396"/>
          </a:xfrm>
        </p:grpSpPr>
        <p:sp>
          <p:nvSpPr>
            <p:cNvPr id="110707" name="Freeform 141">
              <a:extLst>
                <a:ext uri="{FF2B5EF4-FFF2-40B4-BE49-F238E27FC236}">
                  <a16:creationId xmlns:a16="http://schemas.microsoft.com/office/drawing/2014/main" id="{F99565E5-C365-4725-B103-85E8E8F17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0708" name="Rectangle 142">
              <a:extLst>
                <a:ext uri="{FF2B5EF4-FFF2-40B4-BE49-F238E27FC236}">
                  <a16:creationId xmlns:a16="http://schemas.microsoft.com/office/drawing/2014/main" id="{E515BEA3-31E6-498E-BAC8-0A22D3FB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09" name="Freeform 143">
              <a:extLst>
                <a:ext uri="{FF2B5EF4-FFF2-40B4-BE49-F238E27FC236}">
                  <a16:creationId xmlns:a16="http://schemas.microsoft.com/office/drawing/2014/main" id="{D1613C46-A610-447C-A0B7-44FD208E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0710" name="Freeform 144">
              <a:extLst>
                <a:ext uri="{FF2B5EF4-FFF2-40B4-BE49-F238E27FC236}">
                  <a16:creationId xmlns:a16="http://schemas.microsoft.com/office/drawing/2014/main" id="{CDDB8BE8-96AE-4763-A032-6090CDF85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0711" name="Rectangle 145">
              <a:extLst>
                <a:ext uri="{FF2B5EF4-FFF2-40B4-BE49-F238E27FC236}">
                  <a16:creationId xmlns:a16="http://schemas.microsoft.com/office/drawing/2014/main" id="{EEED1666-882B-4951-9BBA-49EC69041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0712" name="Group 146">
              <a:extLst>
                <a:ext uri="{FF2B5EF4-FFF2-40B4-BE49-F238E27FC236}">
                  <a16:creationId xmlns:a16="http://schemas.microsoft.com/office/drawing/2014/main" id="{BC7DFF28-745D-473E-A108-F2B01B8D7C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0737" name="AutoShape 147">
                <a:extLst>
                  <a:ext uri="{FF2B5EF4-FFF2-40B4-BE49-F238E27FC236}">
                    <a16:creationId xmlns:a16="http://schemas.microsoft.com/office/drawing/2014/main" id="{2BB6E23D-E775-4404-932A-6D9B9F111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738" name="AutoShape 148">
                <a:extLst>
                  <a:ext uri="{FF2B5EF4-FFF2-40B4-BE49-F238E27FC236}">
                    <a16:creationId xmlns:a16="http://schemas.microsoft.com/office/drawing/2014/main" id="{8EC52C5C-DBC7-43AB-AE86-DB76DD8FC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0713" name="Rectangle 149">
              <a:extLst>
                <a:ext uri="{FF2B5EF4-FFF2-40B4-BE49-F238E27FC236}">
                  <a16:creationId xmlns:a16="http://schemas.microsoft.com/office/drawing/2014/main" id="{B50E7348-1D71-4A06-AFD9-E8ACAA836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0714" name="Group 150">
              <a:extLst>
                <a:ext uri="{FF2B5EF4-FFF2-40B4-BE49-F238E27FC236}">
                  <a16:creationId xmlns:a16="http://schemas.microsoft.com/office/drawing/2014/main" id="{907382A7-2ACC-40D7-B346-5249E8C232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0735" name="AutoShape 151">
                <a:extLst>
                  <a:ext uri="{FF2B5EF4-FFF2-40B4-BE49-F238E27FC236}">
                    <a16:creationId xmlns:a16="http://schemas.microsoft.com/office/drawing/2014/main" id="{06626C48-0226-46F4-99C1-97EDEBA1F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736" name="AutoShape 152">
                <a:extLst>
                  <a:ext uri="{FF2B5EF4-FFF2-40B4-BE49-F238E27FC236}">
                    <a16:creationId xmlns:a16="http://schemas.microsoft.com/office/drawing/2014/main" id="{7B9C19BC-D6C9-4E79-B488-DECD1C373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0715" name="Rectangle 153">
              <a:extLst>
                <a:ext uri="{FF2B5EF4-FFF2-40B4-BE49-F238E27FC236}">
                  <a16:creationId xmlns:a16="http://schemas.microsoft.com/office/drawing/2014/main" id="{1DCD5BF7-527B-4D6A-93FF-81A6580FA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16" name="Rectangle 154">
              <a:extLst>
                <a:ext uri="{FF2B5EF4-FFF2-40B4-BE49-F238E27FC236}">
                  <a16:creationId xmlns:a16="http://schemas.microsoft.com/office/drawing/2014/main" id="{C61927D9-6753-4714-AEF4-15BF5ED82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0717" name="Group 155">
              <a:extLst>
                <a:ext uri="{FF2B5EF4-FFF2-40B4-BE49-F238E27FC236}">
                  <a16:creationId xmlns:a16="http://schemas.microsoft.com/office/drawing/2014/main" id="{B9B46F51-54CC-45C0-8D58-EB8FA3632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733" name="AutoShape 156">
                <a:extLst>
                  <a:ext uri="{FF2B5EF4-FFF2-40B4-BE49-F238E27FC236}">
                    <a16:creationId xmlns:a16="http://schemas.microsoft.com/office/drawing/2014/main" id="{4E73447B-2192-42C7-AF66-372C9EBD4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734" name="AutoShape 157">
                <a:extLst>
                  <a:ext uri="{FF2B5EF4-FFF2-40B4-BE49-F238E27FC236}">
                    <a16:creationId xmlns:a16="http://schemas.microsoft.com/office/drawing/2014/main" id="{9A545D54-02EC-4AF4-B662-1BDD4AFBC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0718" name="Freeform 158">
              <a:extLst>
                <a:ext uri="{FF2B5EF4-FFF2-40B4-BE49-F238E27FC236}">
                  <a16:creationId xmlns:a16="http://schemas.microsoft.com/office/drawing/2014/main" id="{044E611F-E194-41FC-9E8E-885301999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10719" name="Group 159">
              <a:extLst>
                <a:ext uri="{FF2B5EF4-FFF2-40B4-BE49-F238E27FC236}">
                  <a16:creationId xmlns:a16="http://schemas.microsoft.com/office/drawing/2014/main" id="{BB079913-52C0-49B4-92DA-D83895801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0731" name="AutoShape 160">
                <a:extLst>
                  <a:ext uri="{FF2B5EF4-FFF2-40B4-BE49-F238E27FC236}">
                    <a16:creationId xmlns:a16="http://schemas.microsoft.com/office/drawing/2014/main" id="{DDDACB36-75F1-4FF3-B6D9-A7DA7FEA2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732" name="AutoShape 161">
                <a:extLst>
                  <a:ext uri="{FF2B5EF4-FFF2-40B4-BE49-F238E27FC236}">
                    <a16:creationId xmlns:a16="http://schemas.microsoft.com/office/drawing/2014/main" id="{9F42DC14-C0C5-4A00-AB0C-581D9B9FD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0720" name="Rectangle 162">
              <a:extLst>
                <a:ext uri="{FF2B5EF4-FFF2-40B4-BE49-F238E27FC236}">
                  <a16:creationId xmlns:a16="http://schemas.microsoft.com/office/drawing/2014/main" id="{E0E35E08-5AD0-4BDB-AB89-66C4E8645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21" name="Freeform 163">
              <a:extLst>
                <a:ext uri="{FF2B5EF4-FFF2-40B4-BE49-F238E27FC236}">
                  <a16:creationId xmlns:a16="http://schemas.microsoft.com/office/drawing/2014/main" id="{18C88475-82DE-4169-9D2A-AEABC897B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0722" name="Freeform 164">
              <a:extLst>
                <a:ext uri="{FF2B5EF4-FFF2-40B4-BE49-F238E27FC236}">
                  <a16:creationId xmlns:a16="http://schemas.microsoft.com/office/drawing/2014/main" id="{20D51C6D-8B07-46E9-80C3-AACE20CB6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0723" name="Oval 165">
              <a:extLst>
                <a:ext uri="{FF2B5EF4-FFF2-40B4-BE49-F238E27FC236}">
                  <a16:creationId xmlns:a16="http://schemas.microsoft.com/office/drawing/2014/main" id="{F9F566FD-CD1F-4366-A05B-FDB747FC0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24" name="Freeform 166">
              <a:extLst>
                <a:ext uri="{FF2B5EF4-FFF2-40B4-BE49-F238E27FC236}">
                  <a16:creationId xmlns:a16="http://schemas.microsoft.com/office/drawing/2014/main" id="{C85CC53D-E92D-44A8-B153-A39B02EBE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0725" name="AutoShape 167">
              <a:extLst>
                <a:ext uri="{FF2B5EF4-FFF2-40B4-BE49-F238E27FC236}">
                  <a16:creationId xmlns:a16="http://schemas.microsoft.com/office/drawing/2014/main" id="{CAB94C0D-2935-4DCD-B29C-30704D7A0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26" name="AutoShape 168">
              <a:extLst>
                <a:ext uri="{FF2B5EF4-FFF2-40B4-BE49-F238E27FC236}">
                  <a16:creationId xmlns:a16="http://schemas.microsoft.com/office/drawing/2014/main" id="{69F9D259-BF6E-41E7-ACE0-E2BC6B0BA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27" name="Oval 169">
              <a:extLst>
                <a:ext uri="{FF2B5EF4-FFF2-40B4-BE49-F238E27FC236}">
                  <a16:creationId xmlns:a16="http://schemas.microsoft.com/office/drawing/2014/main" id="{40354D46-B474-4D39-A376-AC62E40CF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28" name="Oval 170">
              <a:extLst>
                <a:ext uri="{FF2B5EF4-FFF2-40B4-BE49-F238E27FC236}">
                  <a16:creationId xmlns:a16="http://schemas.microsoft.com/office/drawing/2014/main" id="{F947D29D-0BD9-4056-A7A1-D97F07258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729" name="Oval 171">
              <a:extLst>
                <a:ext uri="{FF2B5EF4-FFF2-40B4-BE49-F238E27FC236}">
                  <a16:creationId xmlns:a16="http://schemas.microsoft.com/office/drawing/2014/main" id="{6065FA65-31BF-4D9F-AE15-946100AAD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730" name="Rectangle 172">
              <a:extLst>
                <a:ext uri="{FF2B5EF4-FFF2-40B4-BE49-F238E27FC236}">
                  <a16:creationId xmlns:a16="http://schemas.microsoft.com/office/drawing/2014/main" id="{7B3D85E3-5987-4EF5-9B1D-FD36E0405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110597" name="Rectangle 3">
            <a:extLst>
              <a:ext uri="{FF2B5EF4-FFF2-40B4-BE49-F238E27FC236}">
                <a16:creationId xmlns:a16="http://schemas.microsoft.com/office/drawing/2014/main" id="{5D4F9F03-CB98-486B-A17F-DD048D9DAF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0001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Throughput (more)</a:t>
            </a:r>
          </a:p>
        </p:txBody>
      </p:sp>
      <p:sp>
        <p:nvSpPr>
          <p:cNvPr id="110598" name="Rectangle 4">
            <a:extLst>
              <a:ext uri="{FF2B5EF4-FFF2-40B4-BE49-F238E27FC236}">
                <a16:creationId xmlns:a16="http://schemas.microsoft.com/office/drawing/2014/main" id="{8DF65B9F-2D80-45BB-92D7-5C5743121E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447800"/>
            <a:ext cx="8150225" cy="55403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i="1" baseline="-25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&lt; </a:t>
            </a:r>
            <a:r>
              <a:rPr lang="en-US" altLang="zh-TW" i="1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i="1" baseline="-25000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zh-TW" i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dirty="0">
                <a:ea typeface="ＭＳ Ｐゴシック" panose="020B0600070205080204" pitchFamily="34" charset="-128"/>
              </a:rPr>
              <a:t>What is average end-end throughput?</a:t>
            </a:r>
          </a:p>
        </p:txBody>
      </p:sp>
      <p:grpSp>
        <p:nvGrpSpPr>
          <p:cNvPr id="110599" name="Group 34">
            <a:extLst>
              <a:ext uri="{FF2B5EF4-FFF2-40B4-BE49-F238E27FC236}">
                <a16:creationId xmlns:a16="http://schemas.microsoft.com/office/drawing/2014/main" id="{4D7595AA-917E-4072-BF81-E853394991DF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2606675"/>
            <a:ext cx="2136775" cy="307975"/>
            <a:chOff x="2249" y="3430"/>
            <a:chExt cx="1389" cy="256"/>
          </a:xfrm>
        </p:grpSpPr>
        <p:sp>
          <p:nvSpPr>
            <p:cNvPr id="256035" name="Oval 35">
              <a:extLst>
                <a:ext uri="{FF2B5EF4-FFF2-40B4-BE49-F238E27FC236}">
                  <a16:creationId xmlns:a16="http://schemas.microsoft.com/office/drawing/2014/main" id="{045A5EEE-F45F-4063-8734-F7E97A9BF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/>
            </a:p>
          </p:txBody>
        </p:sp>
        <p:sp>
          <p:nvSpPr>
            <p:cNvPr id="256036" name="Rectangle 36">
              <a:extLst>
                <a:ext uri="{FF2B5EF4-FFF2-40B4-BE49-F238E27FC236}">
                  <a16:creationId xmlns:a16="http://schemas.microsoft.com/office/drawing/2014/main" id="{03D54CB7-716E-4B4F-B9B9-123B88FD1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/>
            </a:p>
          </p:txBody>
        </p:sp>
        <p:sp>
          <p:nvSpPr>
            <p:cNvPr id="110705" name="Oval 37">
              <a:extLst>
                <a:ext uri="{FF2B5EF4-FFF2-40B4-BE49-F238E27FC236}">
                  <a16:creationId xmlns:a16="http://schemas.microsoft.com/office/drawing/2014/main" id="{C4C0200A-059D-49BF-836A-E017CC487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56038" name="Rectangle 38">
              <a:extLst>
                <a:ext uri="{FF2B5EF4-FFF2-40B4-BE49-F238E27FC236}">
                  <a16:creationId xmlns:a16="http://schemas.microsoft.com/office/drawing/2014/main" id="{27F09BDD-E1DE-40AE-AF70-61D61BCB9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zh-TW"/>
            </a:p>
          </p:txBody>
        </p:sp>
      </p:grpSp>
      <p:sp>
        <p:nvSpPr>
          <p:cNvPr id="110600" name="Text Box 39">
            <a:extLst>
              <a:ext uri="{FF2B5EF4-FFF2-40B4-BE49-F238E27FC236}">
                <a16:creationId xmlns:a16="http://schemas.microsoft.com/office/drawing/2014/main" id="{F70C6D60-7A55-4F30-838E-8F3E2344A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2562225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  R</a:t>
            </a:r>
            <a:r>
              <a:rPr lang="en-US" altLang="zh-TW" baseline="-25000">
                <a:latin typeface="Arial" panose="020B0604020202020204" pitchFamily="34" charset="0"/>
              </a:rPr>
              <a:t>s</a:t>
            </a:r>
            <a:r>
              <a:rPr lang="en-US" altLang="zh-TW" sz="2000" baseline="-25000">
                <a:latin typeface="Arial" panose="020B0604020202020204" pitchFamily="34" charset="0"/>
              </a:rPr>
              <a:t> </a:t>
            </a:r>
            <a:r>
              <a:rPr lang="en-US" altLang="zh-TW" sz="2000">
                <a:latin typeface="Arial" panose="020B0604020202020204" pitchFamily="34" charset="0"/>
              </a:rPr>
              <a:t>bits/sec</a:t>
            </a:r>
          </a:p>
        </p:txBody>
      </p:sp>
      <p:sp>
        <p:nvSpPr>
          <p:cNvPr id="110601" name="AutoShape 42">
            <a:extLst>
              <a:ext uri="{FF2B5EF4-FFF2-40B4-BE49-F238E27FC236}">
                <a16:creationId xmlns:a16="http://schemas.microsoft.com/office/drawing/2014/main" id="{58779451-E570-451B-803D-08E8424EB2C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55713" y="2374900"/>
            <a:ext cx="895350" cy="56515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zh-HK" altLang="en-US"/>
          </a:p>
        </p:txBody>
      </p:sp>
      <p:sp>
        <p:nvSpPr>
          <p:cNvPr id="110602" name="AutoShape 43">
            <a:extLst>
              <a:ext uri="{FF2B5EF4-FFF2-40B4-BE49-F238E27FC236}">
                <a16:creationId xmlns:a16="http://schemas.microsoft.com/office/drawing/2014/main" id="{EF7C8162-4225-4C7F-918C-5F31661D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9825" y="2581275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110603" name="Group 54">
            <a:extLst>
              <a:ext uri="{FF2B5EF4-FFF2-40B4-BE49-F238E27FC236}">
                <a16:creationId xmlns:a16="http://schemas.microsoft.com/office/drawing/2014/main" id="{77EC1D0A-CB4B-404F-9563-B19BC45B2E96}"/>
              </a:ext>
            </a:extLst>
          </p:cNvPr>
          <p:cNvGrpSpPr>
            <a:grpSpLocks/>
          </p:cNvGrpSpPr>
          <p:nvPr/>
        </p:nvGrpSpPr>
        <p:grpSpPr bwMode="auto">
          <a:xfrm>
            <a:off x="5440363" y="2473325"/>
            <a:ext cx="2790825" cy="569913"/>
            <a:chOff x="3130" y="3069"/>
            <a:chExt cx="1911" cy="366"/>
          </a:xfrm>
        </p:grpSpPr>
        <p:grpSp>
          <p:nvGrpSpPr>
            <p:cNvPr id="110697" name="Group 45">
              <a:extLst>
                <a:ext uri="{FF2B5EF4-FFF2-40B4-BE49-F238E27FC236}">
                  <a16:creationId xmlns:a16="http://schemas.microsoft.com/office/drawing/2014/main" id="{4CDAF250-9ADD-4306-BCFE-695B7FB5B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>
                <a:extLst>
                  <a:ext uri="{FF2B5EF4-FFF2-40B4-BE49-F238E27FC236}">
                    <a16:creationId xmlns:a16="http://schemas.microsoft.com/office/drawing/2014/main" id="{30DD9383-A076-47BE-923D-D48E17F21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  <p:sp>
            <p:nvSpPr>
              <p:cNvPr id="256047" name="Rectangle 47">
                <a:extLst>
                  <a:ext uri="{FF2B5EF4-FFF2-40B4-BE49-F238E27FC236}">
                    <a16:creationId xmlns:a16="http://schemas.microsoft.com/office/drawing/2014/main" id="{C54ED209-6E73-4195-BF30-E89370CAE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  <p:sp>
            <p:nvSpPr>
              <p:cNvPr id="110701" name="Oval 48">
                <a:extLst>
                  <a:ext uri="{FF2B5EF4-FFF2-40B4-BE49-F238E27FC236}">
                    <a16:creationId xmlns:a16="http://schemas.microsoft.com/office/drawing/2014/main" id="{2A1BBBD3-9941-4546-9D7C-E87C87447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56049" name="Rectangle 49">
                <a:extLst>
                  <a:ext uri="{FF2B5EF4-FFF2-40B4-BE49-F238E27FC236}">
                    <a16:creationId xmlns:a16="http://schemas.microsoft.com/office/drawing/2014/main" id="{515BACF4-5A9E-4003-8FA1-A38399DF5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</p:grpSp>
        <p:sp>
          <p:nvSpPr>
            <p:cNvPr id="110698" name="Text Box 50">
              <a:extLst>
                <a:ext uri="{FF2B5EF4-FFF2-40B4-BE49-F238E27FC236}">
                  <a16:creationId xmlns:a16="http://schemas.microsoft.com/office/drawing/2014/main" id="{8542B89C-CB9C-4AE5-93CB-947EC7126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R</a:t>
              </a:r>
              <a:r>
                <a:rPr lang="en-US" altLang="zh-TW" baseline="-25000">
                  <a:latin typeface="Arial" panose="020B0604020202020204" pitchFamily="34" charset="0"/>
                </a:rPr>
                <a:t>c</a:t>
              </a:r>
              <a:r>
                <a:rPr lang="en-US" altLang="zh-TW" sz="2000" baseline="-25000">
                  <a:latin typeface="Arial" panose="020B0604020202020204" pitchFamily="34" charset="0"/>
                </a:rPr>
                <a:t> </a:t>
              </a:r>
              <a:r>
                <a:rPr lang="en-US" altLang="zh-TW" sz="2000">
                  <a:latin typeface="Arial" panose="020B0604020202020204" pitchFamily="34" charset="0"/>
                </a:rPr>
                <a:t>bits/sec</a:t>
              </a:r>
            </a:p>
          </p:txBody>
        </p:sp>
      </p:grpSp>
      <p:grpSp>
        <p:nvGrpSpPr>
          <p:cNvPr id="110604" name="Group 5">
            <a:extLst>
              <a:ext uri="{FF2B5EF4-FFF2-40B4-BE49-F238E27FC236}">
                <a16:creationId xmlns:a16="http://schemas.microsoft.com/office/drawing/2014/main" id="{D88F1E47-4C83-4A5D-9275-B3FB94DCE930}"/>
              </a:ext>
            </a:extLst>
          </p:cNvPr>
          <p:cNvGrpSpPr>
            <a:grpSpLocks/>
          </p:cNvGrpSpPr>
          <p:nvPr/>
        </p:nvGrpSpPr>
        <p:grpSpPr bwMode="auto">
          <a:xfrm>
            <a:off x="4289425" y="2633663"/>
            <a:ext cx="971550" cy="282575"/>
            <a:chOff x="3600" y="219"/>
            <a:chExt cx="360" cy="175"/>
          </a:xfrm>
        </p:grpSpPr>
        <p:sp>
          <p:nvSpPr>
            <p:cNvPr id="110684" name="Oval 6">
              <a:extLst>
                <a:ext uri="{FF2B5EF4-FFF2-40B4-BE49-F238E27FC236}">
                  <a16:creationId xmlns:a16="http://schemas.microsoft.com/office/drawing/2014/main" id="{E38D6302-3D4C-4540-A88E-15498DCBF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685" name="Line 7">
              <a:extLst>
                <a:ext uri="{FF2B5EF4-FFF2-40B4-BE49-F238E27FC236}">
                  <a16:creationId xmlns:a16="http://schemas.microsoft.com/office/drawing/2014/main" id="{73FD4110-A78F-4DBE-8EBA-356F02690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10686" name="Line 8">
              <a:extLst>
                <a:ext uri="{FF2B5EF4-FFF2-40B4-BE49-F238E27FC236}">
                  <a16:creationId xmlns:a16="http://schemas.microsoft.com/office/drawing/2014/main" id="{C15EE6B3-E4DE-4066-9738-5CE7464BB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10687" name="Rectangle 9">
              <a:extLst>
                <a:ext uri="{FF2B5EF4-FFF2-40B4-BE49-F238E27FC236}">
                  <a16:creationId xmlns:a16="http://schemas.microsoft.com/office/drawing/2014/main" id="{CBB9238C-EAF8-4089-B9E1-7E2707CD8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688" name="Oval 10">
              <a:extLst>
                <a:ext uri="{FF2B5EF4-FFF2-40B4-BE49-F238E27FC236}">
                  <a16:creationId xmlns:a16="http://schemas.microsoft.com/office/drawing/2014/main" id="{6CAAA976-BD5B-4D55-BD52-F59437AE4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0689" name="Group 11">
              <a:extLst>
                <a:ext uri="{FF2B5EF4-FFF2-40B4-BE49-F238E27FC236}">
                  <a16:creationId xmlns:a16="http://schemas.microsoft.com/office/drawing/2014/main" id="{3DE1D254-7F9E-4A81-82F9-26E4EFB25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0694" name="Line 12">
                <a:extLst>
                  <a:ext uri="{FF2B5EF4-FFF2-40B4-BE49-F238E27FC236}">
                    <a16:creationId xmlns:a16="http://schemas.microsoft.com/office/drawing/2014/main" id="{52877F1F-5F69-45E0-8B29-9214C1BB1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10695" name="Line 13">
                <a:extLst>
                  <a:ext uri="{FF2B5EF4-FFF2-40B4-BE49-F238E27FC236}">
                    <a16:creationId xmlns:a16="http://schemas.microsoft.com/office/drawing/2014/main" id="{2B3DB4E5-651A-4E02-BC20-713415B11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10696" name="Line 14">
                <a:extLst>
                  <a:ext uri="{FF2B5EF4-FFF2-40B4-BE49-F238E27FC236}">
                    <a16:creationId xmlns:a16="http://schemas.microsoft.com/office/drawing/2014/main" id="{2793464D-E903-4000-A22A-B45A4153D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grpSp>
          <p:nvGrpSpPr>
            <p:cNvPr id="110690" name="Group 15">
              <a:extLst>
                <a:ext uri="{FF2B5EF4-FFF2-40B4-BE49-F238E27FC236}">
                  <a16:creationId xmlns:a16="http://schemas.microsoft.com/office/drawing/2014/main" id="{5880367A-E88E-4E98-8B78-5E4AEAE083F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0691" name="Line 16">
                <a:extLst>
                  <a:ext uri="{FF2B5EF4-FFF2-40B4-BE49-F238E27FC236}">
                    <a16:creationId xmlns:a16="http://schemas.microsoft.com/office/drawing/2014/main" id="{22BBBF4E-D840-4563-BC20-1FDC83266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10692" name="Line 17">
                <a:extLst>
                  <a:ext uri="{FF2B5EF4-FFF2-40B4-BE49-F238E27FC236}">
                    <a16:creationId xmlns:a16="http://schemas.microsoft.com/office/drawing/2014/main" id="{555876B2-36D3-4E16-998C-64FF7276E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10693" name="Line 18">
                <a:extLst>
                  <a:ext uri="{FF2B5EF4-FFF2-40B4-BE49-F238E27FC236}">
                    <a16:creationId xmlns:a16="http://schemas.microsoft.com/office/drawing/2014/main" id="{5FAC0442-520B-4F6F-9B3C-6ED1686550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</p:grpSp>
      <p:sp>
        <p:nvSpPr>
          <p:cNvPr id="25623" name="Rectangle 56">
            <a:extLst>
              <a:ext uri="{FF2B5EF4-FFF2-40B4-BE49-F238E27FC236}">
                <a16:creationId xmlns:a16="http://schemas.microsoft.com/office/drawing/2014/main" id="{BA0677C9-1DD4-483F-8100-586B6D625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330575"/>
            <a:ext cx="806291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SzPct val="75000"/>
            </a:pPr>
            <a:r>
              <a:rPr lang="en-US" altLang="zh-TW" i="1">
                <a:solidFill>
                  <a:srgbClr val="CC0000"/>
                </a:solidFill>
              </a:rPr>
              <a:t>R</a:t>
            </a:r>
            <a:r>
              <a:rPr lang="en-US" altLang="zh-TW" i="1" baseline="-25000">
                <a:solidFill>
                  <a:srgbClr val="CC0000"/>
                </a:solidFill>
              </a:rPr>
              <a:t>s</a:t>
            </a:r>
            <a:r>
              <a:rPr lang="en-US" altLang="zh-TW" i="1">
                <a:solidFill>
                  <a:srgbClr val="CC0000"/>
                </a:solidFill>
              </a:rPr>
              <a:t> &gt; R</a:t>
            </a:r>
            <a:r>
              <a:rPr lang="en-US" altLang="zh-TW" i="1" baseline="-25000">
                <a:solidFill>
                  <a:srgbClr val="CC0000"/>
                </a:solidFill>
              </a:rPr>
              <a:t>c</a:t>
            </a:r>
            <a:r>
              <a:rPr lang="en-US" altLang="zh-TW" i="1">
                <a:solidFill>
                  <a:srgbClr val="FF3300"/>
                </a:solidFill>
              </a:rPr>
              <a:t>  </a:t>
            </a:r>
            <a:r>
              <a:rPr lang="en-US" altLang="zh-TW"/>
              <a:t>What is average end-end throughput?</a:t>
            </a:r>
          </a:p>
        </p:txBody>
      </p:sp>
      <p:grpSp>
        <p:nvGrpSpPr>
          <p:cNvPr id="13" name="Group 209">
            <a:extLst>
              <a:ext uri="{FF2B5EF4-FFF2-40B4-BE49-F238E27FC236}">
                <a16:creationId xmlns:a16="http://schemas.microsoft.com/office/drawing/2014/main" id="{D3854D3A-D27F-43D4-98F3-7AD1A47D02D6}"/>
              </a:ext>
            </a:extLst>
          </p:cNvPr>
          <p:cNvGrpSpPr>
            <a:grpSpLocks/>
          </p:cNvGrpSpPr>
          <p:nvPr/>
        </p:nvGrpSpPr>
        <p:grpSpPr bwMode="auto">
          <a:xfrm>
            <a:off x="295275" y="5167313"/>
            <a:ext cx="8577263" cy="1211262"/>
            <a:chOff x="186" y="3255"/>
            <a:chExt cx="5403" cy="763"/>
          </a:xfrm>
        </p:grpSpPr>
        <p:sp>
          <p:nvSpPr>
            <p:cNvPr id="110681" name="Rectangle 102">
              <a:extLst>
                <a:ext uri="{FF2B5EF4-FFF2-40B4-BE49-F238E27FC236}">
                  <a16:creationId xmlns:a16="http://schemas.microsoft.com/office/drawing/2014/main" id="{85A2EB75-505F-41C7-B198-87BD0B956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3378"/>
              <a:ext cx="5403" cy="6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/>
            </a:p>
          </p:txBody>
        </p:sp>
        <p:sp>
          <p:nvSpPr>
            <p:cNvPr id="110682" name="Text Box 101">
              <a:extLst>
                <a:ext uri="{FF2B5EF4-FFF2-40B4-BE49-F238E27FC236}">
                  <a16:creationId xmlns:a16="http://schemas.microsoft.com/office/drawing/2014/main" id="{E7D407C5-51D2-44A3-B9A5-64DA2C98D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" y="3549"/>
              <a:ext cx="5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/>
                <a:t>link on end-end path that constrains  end-end throughput</a:t>
              </a:r>
            </a:p>
          </p:txBody>
        </p:sp>
        <p:sp>
          <p:nvSpPr>
            <p:cNvPr id="110683" name="Text Box 104">
              <a:extLst>
                <a:ext uri="{FF2B5EF4-FFF2-40B4-BE49-F238E27FC236}">
                  <a16:creationId xmlns:a16="http://schemas.microsoft.com/office/drawing/2014/main" id="{BE0507F6-BCD9-4378-A73C-418FE46E3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" y="3255"/>
              <a:ext cx="1403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i="1">
                  <a:solidFill>
                    <a:srgbClr val="CC0000"/>
                  </a:solidFill>
                </a:rPr>
                <a:t>bottleneck link</a:t>
              </a:r>
            </a:p>
          </p:txBody>
        </p:sp>
      </p:grpSp>
      <p:sp>
        <p:nvSpPr>
          <p:cNvPr id="110607" name="AutoShape 51">
            <a:extLst>
              <a:ext uri="{FF2B5EF4-FFF2-40B4-BE49-F238E27FC236}">
                <a16:creationId xmlns:a16="http://schemas.microsoft.com/office/drawing/2014/main" id="{098AD122-6771-4086-B610-4BEADDD15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110608" name="Group 132">
            <a:extLst>
              <a:ext uri="{FF2B5EF4-FFF2-40B4-BE49-F238E27FC236}">
                <a16:creationId xmlns:a16="http://schemas.microsoft.com/office/drawing/2014/main" id="{A3FC8921-952A-4451-A762-C8A5824D5F9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32775" y="2420938"/>
            <a:ext cx="871538" cy="885825"/>
            <a:chOff x="-44" y="1473"/>
            <a:chExt cx="981" cy="1105"/>
          </a:xfrm>
        </p:grpSpPr>
        <p:pic>
          <p:nvPicPr>
            <p:cNvPr id="110679" name="Picture 133" descr="desktop_computer_stylized_medium">
              <a:extLst>
                <a:ext uri="{FF2B5EF4-FFF2-40B4-BE49-F238E27FC236}">
                  <a16:creationId xmlns:a16="http://schemas.microsoft.com/office/drawing/2014/main" id="{F24BBFC6-CEC9-4C25-8962-E5CB5AAF4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680" name="Freeform 134">
              <a:extLst>
                <a:ext uri="{FF2B5EF4-FFF2-40B4-BE49-F238E27FC236}">
                  <a16:creationId xmlns:a16="http://schemas.microsoft.com/office/drawing/2014/main" id="{E9ACFBD3-338F-4A80-86E2-ABB02D213CA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10609" name="AutoShape 327">
            <a:extLst>
              <a:ext uri="{FF2B5EF4-FFF2-40B4-BE49-F238E27FC236}">
                <a16:creationId xmlns:a16="http://schemas.microsoft.com/office/drawing/2014/main" id="{74D8964A-328B-475D-8DC1-5D48FE43D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0" y="2117725"/>
            <a:ext cx="407988" cy="43180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15" name="Group 206">
            <a:extLst>
              <a:ext uri="{FF2B5EF4-FFF2-40B4-BE49-F238E27FC236}">
                <a16:creationId xmlns:a16="http://schemas.microsoft.com/office/drawing/2014/main" id="{584CFA69-EAA0-44CD-A880-C2FEB1726C35}"/>
              </a:ext>
            </a:extLst>
          </p:cNvPr>
          <p:cNvGrpSpPr>
            <a:grpSpLocks/>
          </p:cNvGrpSpPr>
          <p:nvPr/>
        </p:nvGrpSpPr>
        <p:grpSpPr bwMode="auto">
          <a:xfrm>
            <a:off x="1230313" y="3927475"/>
            <a:ext cx="7935912" cy="1166813"/>
            <a:chOff x="775" y="2474"/>
            <a:chExt cx="4999" cy="735"/>
          </a:xfrm>
        </p:grpSpPr>
        <p:grpSp>
          <p:nvGrpSpPr>
            <p:cNvPr id="110612" name="Group 173">
              <a:extLst>
                <a:ext uri="{FF2B5EF4-FFF2-40B4-BE49-F238E27FC236}">
                  <a16:creationId xmlns:a16="http://schemas.microsoft.com/office/drawing/2014/main" id="{FE19091C-653E-483B-8CC4-0D41B5A6B4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110647" name="Freeform 174">
                <a:extLst>
                  <a:ext uri="{FF2B5EF4-FFF2-40B4-BE49-F238E27FC236}">
                    <a16:creationId xmlns:a16="http://schemas.microsoft.com/office/drawing/2014/main" id="{355A17BE-64CB-4219-BEF5-7487CC667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10648" name="Rectangle 175">
                <a:extLst>
                  <a:ext uri="{FF2B5EF4-FFF2-40B4-BE49-F238E27FC236}">
                    <a16:creationId xmlns:a16="http://schemas.microsoft.com/office/drawing/2014/main" id="{021312FD-CB3B-4A62-A43B-2CB7C09B0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49" name="Freeform 176">
                <a:extLst>
                  <a:ext uri="{FF2B5EF4-FFF2-40B4-BE49-F238E27FC236}">
                    <a16:creationId xmlns:a16="http://schemas.microsoft.com/office/drawing/2014/main" id="{361EE6CF-50F9-4274-99F9-2EEC97BCE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10650" name="Freeform 177">
                <a:extLst>
                  <a:ext uri="{FF2B5EF4-FFF2-40B4-BE49-F238E27FC236}">
                    <a16:creationId xmlns:a16="http://schemas.microsoft.com/office/drawing/2014/main" id="{35E5E107-F7D4-479E-9F22-8A39834AB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10651" name="Rectangle 178">
                <a:extLst>
                  <a:ext uri="{FF2B5EF4-FFF2-40B4-BE49-F238E27FC236}">
                    <a16:creationId xmlns:a16="http://schemas.microsoft.com/office/drawing/2014/main" id="{719B906D-F4A2-4B3D-BD59-491A3BC94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10652" name="Group 179">
                <a:extLst>
                  <a:ext uri="{FF2B5EF4-FFF2-40B4-BE49-F238E27FC236}">
                    <a16:creationId xmlns:a16="http://schemas.microsoft.com/office/drawing/2014/main" id="{5C604D79-7BC5-47BA-8CA5-A92F72FBE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0677" name="AutoShape 180">
                  <a:extLst>
                    <a:ext uri="{FF2B5EF4-FFF2-40B4-BE49-F238E27FC236}">
                      <a16:creationId xmlns:a16="http://schemas.microsoft.com/office/drawing/2014/main" id="{2B3312D1-A28A-49A9-A2A5-F7FBEB2281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678" name="AutoShape 181">
                  <a:extLst>
                    <a:ext uri="{FF2B5EF4-FFF2-40B4-BE49-F238E27FC236}">
                      <a16:creationId xmlns:a16="http://schemas.microsoft.com/office/drawing/2014/main" id="{08380A4D-86F3-4561-9132-D1A0A0D7C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10653" name="Rectangle 182">
                <a:extLst>
                  <a:ext uri="{FF2B5EF4-FFF2-40B4-BE49-F238E27FC236}">
                    <a16:creationId xmlns:a16="http://schemas.microsoft.com/office/drawing/2014/main" id="{58E14AF1-C2F1-4133-BB45-6EE808BE8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10654" name="Group 183">
                <a:extLst>
                  <a:ext uri="{FF2B5EF4-FFF2-40B4-BE49-F238E27FC236}">
                    <a16:creationId xmlns:a16="http://schemas.microsoft.com/office/drawing/2014/main" id="{E450E33E-8537-4805-BF6D-A624C41BCF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0675" name="AutoShape 184">
                  <a:extLst>
                    <a:ext uri="{FF2B5EF4-FFF2-40B4-BE49-F238E27FC236}">
                      <a16:creationId xmlns:a16="http://schemas.microsoft.com/office/drawing/2014/main" id="{175851FF-7996-4B4D-875B-72A7B4C2AB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676" name="AutoShape 185">
                  <a:extLst>
                    <a:ext uri="{FF2B5EF4-FFF2-40B4-BE49-F238E27FC236}">
                      <a16:creationId xmlns:a16="http://schemas.microsoft.com/office/drawing/2014/main" id="{ACE6F57C-14FD-44A4-A348-4BF62E4EE5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10655" name="Rectangle 186">
                <a:extLst>
                  <a:ext uri="{FF2B5EF4-FFF2-40B4-BE49-F238E27FC236}">
                    <a16:creationId xmlns:a16="http://schemas.microsoft.com/office/drawing/2014/main" id="{00528848-D591-4219-9377-B39FDA3AD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56" name="Rectangle 187">
                <a:extLst>
                  <a:ext uri="{FF2B5EF4-FFF2-40B4-BE49-F238E27FC236}">
                    <a16:creationId xmlns:a16="http://schemas.microsoft.com/office/drawing/2014/main" id="{0B71D8E6-CADA-48DF-B254-66AC34238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10657" name="Group 188">
                <a:extLst>
                  <a:ext uri="{FF2B5EF4-FFF2-40B4-BE49-F238E27FC236}">
                    <a16:creationId xmlns:a16="http://schemas.microsoft.com/office/drawing/2014/main" id="{C8E945EE-B563-4A6F-9D95-57E2777387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0673" name="AutoShape 189">
                  <a:extLst>
                    <a:ext uri="{FF2B5EF4-FFF2-40B4-BE49-F238E27FC236}">
                      <a16:creationId xmlns:a16="http://schemas.microsoft.com/office/drawing/2014/main" id="{EB646782-29C3-4EE0-9E7E-CBA16786B8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674" name="AutoShape 190">
                  <a:extLst>
                    <a:ext uri="{FF2B5EF4-FFF2-40B4-BE49-F238E27FC236}">
                      <a16:creationId xmlns:a16="http://schemas.microsoft.com/office/drawing/2014/main" id="{36990452-DE99-4038-A968-DA6BD4B3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10658" name="Freeform 191">
                <a:extLst>
                  <a:ext uri="{FF2B5EF4-FFF2-40B4-BE49-F238E27FC236}">
                    <a16:creationId xmlns:a16="http://schemas.microsoft.com/office/drawing/2014/main" id="{B04CAA3B-C1AC-41BD-AC6E-EA4744588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10659" name="Group 192">
                <a:extLst>
                  <a:ext uri="{FF2B5EF4-FFF2-40B4-BE49-F238E27FC236}">
                    <a16:creationId xmlns:a16="http://schemas.microsoft.com/office/drawing/2014/main" id="{EF1C03E7-F568-4BB0-A263-DB58C4D863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0671" name="AutoShape 193">
                  <a:extLst>
                    <a:ext uri="{FF2B5EF4-FFF2-40B4-BE49-F238E27FC236}">
                      <a16:creationId xmlns:a16="http://schemas.microsoft.com/office/drawing/2014/main" id="{1CD97D6C-6B56-41F4-BF33-024EDA0627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672" name="AutoShape 194">
                  <a:extLst>
                    <a:ext uri="{FF2B5EF4-FFF2-40B4-BE49-F238E27FC236}">
                      <a16:creationId xmlns:a16="http://schemas.microsoft.com/office/drawing/2014/main" id="{BD33A1DE-9EDC-43A7-8CDF-1CAAC4FA14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10660" name="Rectangle 195">
                <a:extLst>
                  <a:ext uri="{FF2B5EF4-FFF2-40B4-BE49-F238E27FC236}">
                    <a16:creationId xmlns:a16="http://schemas.microsoft.com/office/drawing/2014/main" id="{EC91933A-3067-4D9F-846B-DDA718178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61" name="Freeform 196">
                <a:extLst>
                  <a:ext uri="{FF2B5EF4-FFF2-40B4-BE49-F238E27FC236}">
                    <a16:creationId xmlns:a16="http://schemas.microsoft.com/office/drawing/2014/main" id="{00F7B4EE-602D-4CFC-BD96-51211A0F9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10662" name="Freeform 197">
                <a:extLst>
                  <a:ext uri="{FF2B5EF4-FFF2-40B4-BE49-F238E27FC236}">
                    <a16:creationId xmlns:a16="http://schemas.microsoft.com/office/drawing/2014/main" id="{A3806692-C377-4E38-A1B1-C6A539E27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10663" name="Oval 198">
                <a:extLst>
                  <a:ext uri="{FF2B5EF4-FFF2-40B4-BE49-F238E27FC236}">
                    <a16:creationId xmlns:a16="http://schemas.microsoft.com/office/drawing/2014/main" id="{D916551B-D154-40F0-AF95-7775AC1A6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64" name="Freeform 199">
                <a:extLst>
                  <a:ext uri="{FF2B5EF4-FFF2-40B4-BE49-F238E27FC236}">
                    <a16:creationId xmlns:a16="http://schemas.microsoft.com/office/drawing/2014/main" id="{A1EE97B2-CE09-442C-B5B3-632B603C9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10665" name="AutoShape 200">
                <a:extLst>
                  <a:ext uri="{FF2B5EF4-FFF2-40B4-BE49-F238E27FC236}">
                    <a16:creationId xmlns:a16="http://schemas.microsoft.com/office/drawing/2014/main" id="{960A77A2-E98F-4F0F-BE4A-1A7FE5DFD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66" name="AutoShape 201">
                <a:extLst>
                  <a:ext uri="{FF2B5EF4-FFF2-40B4-BE49-F238E27FC236}">
                    <a16:creationId xmlns:a16="http://schemas.microsoft.com/office/drawing/2014/main" id="{75CC725D-A31A-49A2-8AC0-F2FD72E85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67" name="Oval 202">
                <a:extLst>
                  <a:ext uri="{FF2B5EF4-FFF2-40B4-BE49-F238E27FC236}">
                    <a16:creationId xmlns:a16="http://schemas.microsoft.com/office/drawing/2014/main" id="{8C587986-D2C3-468C-AAD7-ACBEE6A48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68" name="Oval 203">
                <a:extLst>
                  <a:ext uri="{FF2B5EF4-FFF2-40B4-BE49-F238E27FC236}">
                    <a16:creationId xmlns:a16="http://schemas.microsoft.com/office/drawing/2014/main" id="{076E7099-CF6D-47D9-AFE9-F2C26EA02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0669" name="Oval 204">
                <a:extLst>
                  <a:ext uri="{FF2B5EF4-FFF2-40B4-BE49-F238E27FC236}">
                    <a16:creationId xmlns:a16="http://schemas.microsoft.com/office/drawing/2014/main" id="{8C586949-A1D9-4867-9BAA-639C4ABA4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70" name="Rectangle 205">
                <a:extLst>
                  <a:ext uri="{FF2B5EF4-FFF2-40B4-BE49-F238E27FC236}">
                    <a16:creationId xmlns:a16="http://schemas.microsoft.com/office/drawing/2014/main" id="{CE0DDBA6-D6AF-417C-876C-C3817BF49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0613" name="Line 57">
              <a:extLst>
                <a:ext uri="{FF2B5EF4-FFF2-40B4-BE49-F238E27FC236}">
                  <a16:creationId xmlns:a16="http://schemas.microsoft.com/office/drawing/2014/main" id="{D7DE1DAD-8DFA-4849-BDE5-7B7459B00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10614" name="Group 58">
              <a:extLst>
                <a:ext uri="{FF2B5EF4-FFF2-40B4-BE49-F238E27FC236}">
                  <a16:creationId xmlns:a16="http://schemas.microsoft.com/office/drawing/2014/main" id="{FB9323BA-9F95-4B44-AE0B-8AE1B4AE51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5" y="2845"/>
              <a:ext cx="612" cy="178"/>
              <a:chOff x="3600" y="219"/>
              <a:chExt cx="360" cy="175"/>
            </a:xfrm>
          </p:grpSpPr>
          <p:sp>
            <p:nvSpPr>
              <p:cNvPr id="110634" name="Oval 59">
                <a:extLst>
                  <a:ext uri="{FF2B5EF4-FFF2-40B4-BE49-F238E27FC236}">
                    <a16:creationId xmlns:a16="http://schemas.microsoft.com/office/drawing/2014/main" id="{443F5A79-7682-4C57-9ACD-B6B728AAD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35" name="Line 60">
                <a:extLst>
                  <a:ext uri="{FF2B5EF4-FFF2-40B4-BE49-F238E27FC236}">
                    <a16:creationId xmlns:a16="http://schemas.microsoft.com/office/drawing/2014/main" id="{BA1AC51E-6F31-4FF7-97F6-BA96E6F85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10636" name="Line 61">
                <a:extLst>
                  <a:ext uri="{FF2B5EF4-FFF2-40B4-BE49-F238E27FC236}">
                    <a16:creationId xmlns:a16="http://schemas.microsoft.com/office/drawing/2014/main" id="{A1380434-D863-406C-B3E4-1CBE74CF9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10637" name="Rectangle 62">
                <a:extLst>
                  <a:ext uri="{FF2B5EF4-FFF2-40B4-BE49-F238E27FC236}">
                    <a16:creationId xmlns:a16="http://schemas.microsoft.com/office/drawing/2014/main" id="{B14B9FD5-0F23-4828-80A1-C37BF1F49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0638" name="Oval 63">
                <a:extLst>
                  <a:ext uri="{FF2B5EF4-FFF2-40B4-BE49-F238E27FC236}">
                    <a16:creationId xmlns:a16="http://schemas.microsoft.com/office/drawing/2014/main" id="{E09543E8-2F3C-4B66-9BBC-5B130FCB9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10639" name="Group 64">
                <a:extLst>
                  <a:ext uri="{FF2B5EF4-FFF2-40B4-BE49-F238E27FC236}">
                    <a16:creationId xmlns:a16="http://schemas.microsoft.com/office/drawing/2014/main" id="{D78CE765-6750-44F7-9222-371FB58B3A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0644" name="Line 65">
                  <a:extLst>
                    <a:ext uri="{FF2B5EF4-FFF2-40B4-BE49-F238E27FC236}">
                      <a16:creationId xmlns:a16="http://schemas.microsoft.com/office/drawing/2014/main" id="{4B286B25-3C0A-49F1-BA61-1DD0614B61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110645" name="Line 66">
                  <a:extLst>
                    <a:ext uri="{FF2B5EF4-FFF2-40B4-BE49-F238E27FC236}">
                      <a16:creationId xmlns:a16="http://schemas.microsoft.com/office/drawing/2014/main" id="{78F92116-2F9D-4591-BD5A-1DB309B12F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110646" name="Line 67">
                  <a:extLst>
                    <a:ext uri="{FF2B5EF4-FFF2-40B4-BE49-F238E27FC236}">
                      <a16:creationId xmlns:a16="http://schemas.microsoft.com/office/drawing/2014/main" id="{430B2123-7AC0-48AE-A5FE-A30769A81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110640" name="Group 68">
                <a:extLst>
                  <a:ext uri="{FF2B5EF4-FFF2-40B4-BE49-F238E27FC236}">
                    <a16:creationId xmlns:a16="http://schemas.microsoft.com/office/drawing/2014/main" id="{8D3806C0-121C-4E74-B3D6-C3CE2C2380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0641" name="Line 69">
                  <a:extLst>
                    <a:ext uri="{FF2B5EF4-FFF2-40B4-BE49-F238E27FC236}">
                      <a16:creationId xmlns:a16="http://schemas.microsoft.com/office/drawing/2014/main" id="{B6C4BEEB-113A-4B7C-95EB-433BA9B507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110642" name="Line 70">
                  <a:extLst>
                    <a:ext uri="{FF2B5EF4-FFF2-40B4-BE49-F238E27FC236}">
                      <a16:creationId xmlns:a16="http://schemas.microsoft.com/office/drawing/2014/main" id="{A357DA79-298C-44B8-AB0F-8EEE79D68E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  <p:sp>
              <p:nvSpPr>
                <p:cNvPr id="110643" name="Line 71">
                  <a:extLst>
                    <a:ext uri="{FF2B5EF4-FFF2-40B4-BE49-F238E27FC236}">
                      <a16:creationId xmlns:a16="http://schemas.microsoft.com/office/drawing/2014/main" id="{9BC2F054-7667-4E4B-A3DA-D1BFDC29AC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HK" altLang="en-US"/>
                </a:p>
              </p:txBody>
            </p:sp>
          </p:grpSp>
        </p:grpSp>
        <p:sp>
          <p:nvSpPr>
            <p:cNvPr id="110615" name="AutoShape 90">
              <a:extLst>
                <a:ext uri="{FF2B5EF4-FFF2-40B4-BE49-F238E27FC236}">
                  <a16:creationId xmlns:a16="http://schemas.microsoft.com/office/drawing/2014/main" id="{A11BE409-FBB8-444F-91DE-2F06713D1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" y="2812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0616" name="Group 92">
              <a:extLst>
                <a:ext uri="{FF2B5EF4-FFF2-40B4-BE49-F238E27FC236}">
                  <a16:creationId xmlns:a16="http://schemas.microsoft.com/office/drawing/2014/main" id="{85214896-797E-4D38-A7A3-43D91F7331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8" y="2707"/>
              <a:ext cx="1347" cy="359"/>
              <a:chOff x="2249" y="3430"/>
              <a:chExt cx="1389" cy="256"/>
            </a:xfrm>
          </p:grpSpPr>
          <p:sp>
            <p:nvSpPr>
              <p:cNvPr id="256093" name="Oval 93">
                <a:extLst>
                  <a:ext uri="{FF2B5EF4-FFF2-40B4-BE49-F238E27FC236}">
                    <a16:creationId xmlns:a16="http://schemas.microsoft.com/office/drawing/2014/main" id="{262224C3-7DCA-40E1-A1B7-31B88ECA1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  <p:sp>
            <p:nvSpPr>
              <p:cNvPr id="256094" name="Rectangle 94">
                <a:extLst>
                  <a:ext uri="{FF2B5EF4-FFF2-40B4-BE49-F238E27FC236}">
                    <a16:creationId xmlns:a16="http://schemas.microsoft.com/office/drawing/2014/main" id="{D35F3ACA-4C61-458C-86BB-B0BFAD35B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  <p:sp>
            <p:nvSpPr>
              <p:cNvPr id="110632" name="Oval 95">
                <a:extLst>
                  <a:ext uri="{FF2B5EF4-FFF2-40B4-BE49-F238E27FC236}">
                    <a16:creationId xmlns:a16="http://schemas.microsoft.com/office/drawing/2014/main" id="{34A3E63E-3912-4A66-837D-1674C4C20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56096" name="Rectangle 96">
                <a:extLst>
                  <a:ext uri="{FF2B5EF4-FFF2-40B4-BE49-F238E27FC236}">
                    <a16:creationId xmlns:a16="http://schemas.microsoft.com/office/drawing/2014/main" id="{971AF31B-7E60-4383-A845-DDD9A15C1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</p:grpSp>
        <p:sp>
          <p:nvSpPr>
            <p:cNvPr id="110617" name="Text Box 97">
              <a:extLst>
                <a:ext uri="{FF2B5EF4-FFF2-40B4-BE49-F238E27FC236}">
                  <a16:creationId xmlns:a16="http://schemas.microsoft.com/office/drawing/2014/main" id="{58B8D0F1-09CE-42D4-BFF7-AB96D523A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2781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R</a:t>
              </a:r>
              <a:r>
                <a:rPr lang="en-US" altLang="zh-TW" baseline="-25000">
                  <a:latin typeface="Arial" panose="020B0604020202020204" pitchFamily="34" charset="0"/>
                </a:rPr>
                <a:t>s</a:t>
              </a:r>
              <a:r>
                <a:rPr lang="en-US" altLang="zh-TW" sz="2000" baseline="-25000">
                  <a:latin typeface="Arial" panose="020B0604020202020204" pitchFamily="34" charset="0"/>
                </a:rPr>
                <a:t> </a:t>
              </a:r>
              <a:r>
                <a:rPr lang="en-US" altLang="zh-TW" sz="2000">
                  <a:latin typeface="Arial" panose="020B0604020202020204" pitchFamily="34" charset="0"/>
                </a:rPr>
                <a:t>bits/sec</a:t>
              </a:r>
            </a:p>
          </p:txBody>
        </p:sp>
        <p:grpSp>
          <p:nvGrpSpPr>
            <p:cNvPr id="110618" name="Group 83">
              <a:extLst>
                <a:ext uri="{FF2B5EF4-FFF2-40B4-BE49-F238E27FC236}">
                  <a16:creationId xmlns:a16="http://schemas.microsoft.com/office/drawing/2014/main" id="{2BC258A2-0498-4155-8B51-C93382C0A4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256084" name="Oval 84">
                <a:extLst>
                  <a:ext uri="{FF2B5EF4-FFF2-40B4-BE49-F238E27FC236}">
                    <a16:creationId xmlns:a16="http://schemas.microsoft.com/office/drawing/2014/main" id="{02E17F04-1356-4D21-9D90-4611670E5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  <p:sp>
            <p:nvSpPr>
              <p:cNvPr id="256085" name="Rectangle 85">
                <a:extLst>
                  <a:ext uri="{FF2B5EF4-FFF2-40B4-BE49-F238E27FC236}">
                    <a16:creationId xmlns:a16="http://schemas.microsoft.com/office/drawing/2014/main" id="{9AEB791E-90BC-4467-9ED0-DCB77E229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  <p:sp>
            <p:nvSpPr>
              <p:cNvPr id="110628" name="Oval 86">
                <a:extLst>
                  <a:ext uri="{FF2B5EF4-FFF2-40B4-BE49-F238E27FC236}">
                    <a16:creationId xmlns:a16="http://schemas.microsoft.com/office/drawing/2014/main" id="{28AA54F0-BF42-47FE-9B73-BA7C26DA8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56087" name="Rectangle 87">
                <a:extLst>
                  <a:ext uri="{FF2B5EF4-FFF2-40B4-BE49-F238E27FC236}">
                    <a16:creationId xmlns:a16="http://schemas.microsoft.com/office/drawing/2014/main" id="{DB0355EC-FC04-4DF7-9D1C-B8E5B75CD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zh-TW"/>
              </a:p>
            </p:txBody>
          </p:sp>
        </p:grpSp>
        <p:sp>
          <p:nvSpPr>
            <p:cNvPr id="110619" name="Text Box 88">
              <a:extLst>
                <a:ext uri="{FF2B5EF4-FFF2-40B4-BE49-F238E27FC236}">
                  <a16:creationId xmlns:a16="http://schemas.microsoft.com/office/drawing/2014/main" id="{E7A324E1-5AD1-4BE5-ADF9-AE4DE3930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2800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  R</a:t>
              </a:r>
              <a:r>
                <a:rPr lang="en-US" altLang="zh-TW" baseline="-25000">
                  <a:latin typeface="Arial" panose="020B0604020202020204" pitchFamily="34" charset="0"/>
                </a:rPr>
                <a:t>c</a:t>
              </a:r>
              <a:r>
                <a:rPr lang="en-US" altLang="zh-TW" sz="2000" baseline="-25000">
                  <a:latin typeface="Arial" panose="020B0604020202020204" pitchFamily="34" charset="0"/>
                </a:rPr>
                <a:t> </a:t>
              </a:r>
              <a:r>
                <a:rPr lang="en-US" altLang="zh-TW" sz="2000">
                  <a:latin typeface="Arial" panose="020B0604020202020204" pitchFamily="34" charset="0"/>
                </a:rPr>
                <a:t>bits/sec</a:t>
              </a:r>
            </a:p>
          </p:txBody>
        </p:sp>
        <p:sp>
          <p:nvSpPr>
            <p:cNvPr id="110620" name="AutoShape 98">
              <a:extLst>
                <a:ext uri="{FF2B5EF4-FFF2-40B4-BE49-F238E27FC236}">
                  <a16:creationId xmlns:a16="http://schemas.microsoft.com/office/drawing/2014/main" id="{6A1A37D3-F205-4A4D-9B94-CB7B34D56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0621" name="AutoShape 89">
              <a:extLst>
                <a:ext uri="{FF2B5EF4-FFF2-40B4-BE49-F238E27FC236}">
                  <a16:creationId xmlns:a16="http://schemas.microsoft.com/office/drawing/2014/main" id="{A45CB427-D05A-4A92-8654-F07876A0702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zh-HK" altLang="en-US"/>
            </a:p>
          </p:txBody>
        </p:sp>
        <p:grpSp>
          <p:nvGrpSpPr>
            <p:cNvPr id="110622" name="Group 135">
              <a:extLst>
                <a:ext uri="{FF2B5EF4-FFF2-40B4-BE49-F238E27FC236}">
                  <a16:creationId xmlns:a16="http://schemas.microsoft.com/office/drawing/2014/main" id="{880295D0-3AEA-4829-923D-0E7F2902237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225" y="2651"/>
              <a:ext cx="549" cy="558"/>
              <a:chOff x="-44" y="1473"/>
              <a:chExt cx="981" cy="1105"/>
            </a:xfrm>
          </p:grpSpPr>
          <p:pic>
            <p:nvPicPr>
              <p:cNvPr id="110624" name="Picture 136" descr="desktop_computer_stylized_medium">
                <a:extLst>
                  <a:ext uri="{FF2B5EF4-FFF2-40B4-BE49-F238E27FC236}">
                    <a16:creationId xmlns:a16="http://schemas.microsoft.com/office/drawing/2014/main" id="{65410EA3-76C0-4517-9A65-660322179A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625" name="Freeform 137">
                <a:extLst>
                  <a:ext uri="{FF2B5EF4-FFF2-40B4-BE49-F238E27FC236}">
                    <a16:creationId xmlns:a16="http://schemas.microsoft.com/office/drawing/2014/main" id="{9640F553-80FD-4BA7-8F46-4858E058941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2377 w 356"/>
                  <a:gd name="T3" fmla="*/ 2307 h 368"/>
                  <a:gd name="T4" fmla="*/ 38409 w 356"/>
                  <a:gd name="T5" fmla="*/ 48069 h 368"/>
                  <a:gd name="T6" fmla="*/ 8465 w 356"/>
                  <a:gd name="T7" fmla="*/ 601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10623" name="AutoShape 327">
              <a:extLst>
                <a:ext uri="{FF2B5EF4-FFF2-40B4-BE49-F238E27FC236}">
                  <a16:creationId xmlns:a16="http://schemas.microsoft.com/office/drawing/2014/main" id="{713DA122-1F1E-4EBD-BD97-7B914497F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110611" name="Slide Number Placeholder 3">
            <a:extLst>
              <a:ext uri="{FF2B5EF4-FFF2-40B4-BE49-F238E27FC236}">
                <a16:creationId xmlns:a16="http://schemas.microsoft.com/office/drawing/2014/main" id="{49682A29-88F4-4958-9453-A5D07414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39BD60C-914F-407F-8256-C182BE9D4B9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2">
            <a:extLst>
              <a:ext uri="{FF2B5EF4-FFF2-40B4-BE49-F238E27FC236}">
                <a16:creationId xmlns:a16="http://schemas.microsoft.com/office/drawing/2014/main" id="{BB4C9C40-C1FB-4937-8C7A-4583C1C1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89D3EFF1-F07B-4E11-BAB4-3B2B5DC27E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5413"/>
            <a:ext cx="7772400" cy="903287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Throughput: Internet scenario</a:t>
            </a:r>
          </a:p>
        </p:txBody>
      </p:sp>
      <p:sp>
        <p:nvSpPr>
          <p:cNvPr id="111620" name="Text Box 44">
            <a:extLst>
              <a:ext uri="{FF2B5EF4-FFF2-40B4-BE49-F238E27FC236}">
                <a16:creationId xmlns:a16="http://schemas.microsoft.com/office/drawing/2014/main" id="{0A73637B-1C55-413D-BEEE-75D747D70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4675" y="5672138"/>
            <a:ext cx="4464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10 connections (fairly) share backbone bottleneck link R</a:t>
            </a:r>
            <a:r>
              <a:rPr lang="en-US" altLang="zh-TW" sz="2000" baseline="-25000">
                <a:latin typeface="Arial" panose="020B0604020202020204" pitchFamily="34" charset="0"/>
              </a:rPr>
              <a:t> </a:t>
            </a:r>
            <a:r>
              <a:rPr lang="en-US" altLang="zh-TW" sz="2000">
                <a:latin typeface="Arial" panose="020B0604020202020204" pitchFamily="34" charset="0"/>
              </a:rPr>
              <a:t>bits/sec</a:t>
            </a:r>
          </a:p>
        </p:txBody>
      </p:sp>
      <p:sp>
        <p:nvSpPr>
          <p:cNvPr id="111621" name="Freeform 296">
            <a:extLst>
              <a:ext uri="{FF2B5EF4-FFF2-40B4-BE49-F238E27FC236}">
                <a16:creationId xmlns:a16="http://schemas.microsoft.com/office/drawing/2014/main" id="{4744EEC0-8A1F-458C-9629-359FF603C894}"/>
              </a:ext>
            </a:extLst>
          </p:cNvPr>
          <p:cNvSpPr>
            <a:spLocks/>
          </p:cNvSpPr>
          <p:nvPr/>
        </p:nvSpPr>
        <p:spPr bwMode="auto">
          <a:xfrm>
            <a:off x="4883150" y="2720975"/>
            <a:ext cx="3127375" cy="1498600"/>
          </a:xfrm>
          <a:custGeom>
            <a:avLst/>
            <a:gdLst>
              <a:gd name="T0" fmla="*/ 2147483646 w 1877"/>
              <a:gd name="T1" fmla="*/ 2147483646 h 917"/>
              <a:gd name="T2" fmla="*/ 2147483646 w 1877"/>
              <a:gd name="T3" fmla="*/ 2147483646 h 917"/>
              <a:gd name="T4" fmla="*/ 2147483646 w 1877"/>
              <a:gd name="T5" fmla="*/ 2147483646 h 917"/>
              <a:gd name="T6" fmla="*/ 2147483646 w 1877"/>
              <a:gd name="T7" fmla="*/ 2147483646 h 917"/>
              <a:gd name="T8" fmla="*/ 2147483646 w 1877"/>
              <a:gd name="T9" fmla="*/ 2147483646 h 917"/>
              <a:gd name="T10" fmla="*/ 2147483646 w 1877"/>
              <a:gd name="T11" fmla="*/ 2147483646 h 917"/>
              <a:gd name="T12" fmla="*/ 2147483646 w 1877"/>
              <a:gd name="T13" fmla="*/ 2147483646 h 917"/>
              <a:gd name="T14" fmla="*/ 2147483646 w 1877"/>
              <a:gd name="T15" fmla="*/ 2147483646 h 917"/>
              <a:gd name="T16" fmla="*/ 2147483646 w 1877"/>
              <a:gd name="T17" fmla="*/ 2147483646 h 917"/>
              <a:gd name="T18" fmla="*/ 2147483646 w 1877"/>
              <a:gd name="T19" fmla="*/ 2147483646 h 917"/>
              <a:gd name="T20" fmla="*/ 2147483646 w 1877"/>
              <a:gd name="T21" fmla="*/ 2147483646 h 917"/>
              <a:gd name="T22" fmla="*/ 2147483646 w 1877"/>
              <a:gd name="T23" fmla="*/ 2147483646 h 917"/>
              <a:gd name="T24" fmla="*/ 2147483646 w 1877"/>
              <a:gd name="T25" fmla="*/ 2147483646 h 917"/>
              <a:gd name="T26" fmla="*/ 2147483646 w 1877"/>
              <a:gd name="T27" fmla="*/ 2147483646 h 917"/>
              <a:gd name="T28" fmla="*/ 2147483646 w 1877"/>
              <a:gd name="T29" fmla="*/ 2147483646 h 917"/>
              <a:gd name="T30" fmla="*/ 2147483646 w 1877"/>
              <a:gd name="T31" fmla="*/ 2147483646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1622" name="Text Box 35">
            <a:extLst>
              <a:ext uri="{FF2B5EF4-FFF2-40B4-BE49-F238E27FC236}">
                <a16:creationId xmlns:a16="http://schemas.microsoft.com/office/drawing/2014/main" id="{DF113121-1E13-4DA6-A230-E406BA163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5" y="2344738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  <a:r>
              <a:rPr lang="en-US" altLang="zh-TW" baseline="-25000">
                <a:latin typeface="Arial" panose="020B0604020202020204" pitchFamily="34" charset="0"/>
              </a:rPr>
              <a:t>s</a:t>
            </a:r>
            <a:endParaRPr lang="en-US" altLang="zh-TW" sz="2000">
              <a:latin typeface="Arial" panose="020B0604020202020204" pitchFamily="34" charset="0"/>
            </a:endParaRPr>
          </a:p>
        </p:txBody>
      </p:sp>
      <p:sp>
        <p:nvSpPr>
          <p:cNvPr id="257064" name="Oval 40">
            <a:extLst>
              <a:ext uri="{FF2B5EF4-FFF2-40B4-BE49-F238E27FC236}">
                <a16:creationId xmlns:a16="http://schemas.microsoft.com/office/drawing/2014/main" id="{9E70A355-6671-45D0-ACB7-5603C8BBCE7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11144" y="3772694"/>
            <a:ext cx="50800" cy="525462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065" name="Rectangle 41">
            <a:extLst>
              <a:ext uri="{FF2B5EF4-FFF2-40B4-BE49-F238E27FC236}">
                <a16:creationId xmlns:a16="http://schemas.microsoft.com/office/drawing/2014/main" id="{27051955-94F4-44AC-8FD5-15E1349BCA3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144419" y="3278982"/>
            <a:ext cx="984250" cy="5254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25" name="Oval 42">
            <a:extLst>
              <a:ext uri="{FF2B5EF4-FFF2-40B4-BE49-F238E27FC236}">
                <a16:creationId xmlns:a16="http://schemas.microsoft.com/office/drawing/2014/main" id="{CF487A66-2E1A-4B6E-B6BD-20601A215F6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15113" y="2794000"/>
            <a:ext cx="52387" cy="5254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067" name="Rectangle 43">
            <a:extLst>
              <a:ext uri="{FF2B5EF4-FFF2-40B4-BE49-F238E27FC236}">
                <a16:creationId xmlns:a16="http://schemas.microsoft.com/office/drawing/2014/main" id="{98BF5A9E-9CB3-4F85-9743-89E95425677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15113" y="3765550"/>
            <a:ext cx="31750" cy="5111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055" name="Oval 31">
            <a:extLst>
              <a:ext uri="{FF2B5EF4-FFF2-40B4-BE49-F238E27FC236}">
                <a16:creationId xmlns:a16="http://schemas.microsoft.com/office/drawing/2014/main" id="{1DEA03EE-53BA-44E2-9AF7-F3D926C32836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5621338" y="2668588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056" name="Rectangle 32">
            <a:extLst>
              <a:ext uri="{FF2B5EF4-FFF2-40B4-BE49-F238E27FC236}">
                <a16:creationId xmlns:a16="http://schemas.microsoft.com/office/drawing/2014/main" id="{D79A1896-4F6C-471E-93EE-273566131242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4956175" y="2465388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29" name="Oval 33">
            <a:extLst>
              <a:ext uri="{FF2B5EF4-FFF2-40B4-BE49-F238E27FC236}">
                <a16:creationId xmlns:a16="http://schemas.microsoft.com/office/drawing/2014/main" id="{9A78319E-2D7B-4A55-8858-9F124D23D7BA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4991100" y="22653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058" name="Rectangle 34">
            <a:extLst>
              <a:ext uri="{FF2B5EF4-FFF2-40B4-BE49-F238E27FC236}">
                <a16:creationId xmlns:a16="http://schemas.microsoft.com/office/drawing/2014/main" id="{982D4A7E-B9AA-43C8-88BA-8A34648529C8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5618163" y="2665413"/>
            <a:ext cx="23812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31" name="Line 456">
            <a:extLst>
              <a:ext uri="{FF2B5EF4-FFF2-40B4-BE49-F238E27FC236}">
                <a16:creationId xmlns:a16="http://schemas.microsoft.com/office/drawing/2014/main" id="{BC5E584B-3212-42CD-8AD4-A535285C5D60}"/>
              </a:ext>
            </a:extLst>
          </p:cNvPr>
          <p:cNvSpPr>
            <a:spLocks noChangeShapeType="1"/>
          </p:cNvSpPr>
          <p:nvPr/>
        </p:nvSpPr>
        <p:spPr bwMode="auto">
          <a:xfrm rot="1792560">
            <a:off x="4827588" y="2536825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57493" name="Oval 469">
            <a:extLst>
              <a:ext uri="{FF2B5EF4-FFF2-40B4-BE49-F238E27FC236}">
                <a16:creationId xmlns:a16="http://schemas.microsoft.com/office/drawing/2014/main" id="{28759B5D-10CD-4DB4-B9AD-6F1A6AE9C909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6130925" y="2671763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494" name="Rectangle 470">
            <a:extLst>
              <a:ext uri="{FF2B5EF4-FFF2-40B4-BE49-F238E27FC236}">
                <a16:creationId xmlns:a16="http://schemas.microsoft.com/office/drawing/2014/main" id="{4C1E6177-69B9-4E00-8B7E-611AF7190C52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5409407" y="2339181"/>
            <a:ext cx="915988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34" name="Oval 471">
            <a:extLst>
              <a:ext uri="{FF2B5EF4-FFF2-40B4-BE49-F238E27FC236}">
                <a16:creationId xmlns:a16="http://schemas.microsoft.com/office/drawing/2014/main" id="{472D7F55-D643-4E28-9FF3-FD6EE160E498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5561013" y="201295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496" name="Rectangle 472">
            <a:extLst>
              <a:ext uri="{FF2B5EF4-FFF2-40B4-BE49-F238E27FC236}">
                <a16:creationId xmlns:a16="http://schemas.microsoft.com/office/drawing/2014/main" id="{47148B3A-0950-44E2-B4CD-892CAF0D9A7C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6130925" y="2663825"/>
            <a:ext cx="30163" cy="1381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36" name="Line 473">
            <a:extLst>
              <a:ext uri="{FF2B5EF4-FFF2-40B4-BE49-F238E27FC236}">
                <a16:creationId xmlns:a16="http://schemas.microsoft.com/office/drawing/2014/main" id="{9296226F-C386-4EE2-85F7-EB48982FC5ED}"/>
              </a:ext>
            </a:extLst>
          </p:cNvPr>
          <p:cNvSpPr>
            <a:spLocks noChangeShapeType="1"/>
          </p:cNvSpPr>
          <p:nvPr/>
        </p:nvSpPr>
        <p:spPr bwMode="auto">
          <a:xfrm rot="2768172">
            <a:off x="5253037" y="2395538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57500" name="Oval 476">
            <a:extLst>
              <a:ext uri="{FF2B5EF4-FFF2-40B4-BE49-F238E27FC236}">
                <a16:creationId xmlns:a16="http://schemas.microsoft.com/office/drawing/2014/main" id="{9EA7BF64-FC47-49B0-BD7D-92D34AC2AC73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084763" y="4521200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501" name="Rectangle 477">
            <a:extLst>
              <a:ext uri="{FF2B5EF4-FFF2-40B4-BE49-F238E27FC236}">
                <a16:creationId xmlns:a16="http://schemas.microsoft.com/office/drawing/2014/main" id="{7FA315EF-1437-4D2D-A853-B8B9ECE7E08B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057775" y="4318000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39" name="Oval 478">
            <a:extLst>
              <a:ext uri="{FF2B5EF4-FFF2-40B4-BE49-F238E27FC236}">
                <a16:creationId xmlns:a16="http://schemas.microsoft.com/office/drawing/2014/main" id="{0782796A-8805-4F0A-AA06-1EFD73B38C74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716588" y="4117975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503" name="Rectangle 479">
            <a:extLst>
              <a:ext uri="{FF2B5EF4-FFF2-40B4-BE49-F238E27FC236}">
                <a16:creationId xmlns:a16="http://schemas.microsoft.com/office/drawing/2014/main" id="{BCB0BA4A-C1AD-4C29-A8F9-82A11A86BC03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100638" y="4518025"/>
            <a:ext cx="23812" cy="15398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41" name="Line 480">
            <a:extLst>
              <a:ext uri="{FF2B5EF4-FFF2-40B4-BE49-F238E27FC236}">
                <a16:creationId xmlns:a16="http://schemas.microsoft.com/office/drawing/2014/main" id="{BECC49A2-0CFE-4052-AE88-F75BA00B1C71}"/>
              </a:ext>
            </a:extLst>
          </p:cNvPr>
          <p:cNvSpPr>
            <a:spLocks noChangeShapeType="1"/>
          </p:cNvSpPr>
          <p:nvPr/>
        </p:nvSpPr>
        <p:spPr bwMode="auto">
          <a:xfrm rot="19807440" flipH="1">
            <a:off x="4962525" y="4389438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57507" name="Oval 483">
            <a:extLst>
              <a:ext uri="{FF2B5EF4-FFF2-40B4-BE49-F238E27FC236}">
                <a16:creationId xmlns:a16="http://schemas.microsoft.com/office/drawing/2014/main" id="{24AC5EED-86DC-4014-A220-37FE928372B0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6338888" y="4294188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508" name="Rectangle 484">
            <a:extLst>
              <a:ext uri="{FF2B5EF4-FFF2-40B4-BE49-F238E27FC236}">
                <a16:creationId xmlns:a16="http://schemas.microsoft.com/office/drawing/2014/main" id="{4E6F52D7-6562-4374-9233-50C223AF2B8C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5616575" y="4625975"/>
            <a:ext cx="917575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44" name="Oval 485">
            <a:extLst>
              <a:ext uri="{FF2B5EF4-FFF2-40B4-BE49-F238E27FC236}">
                <a16:creationId xmlns:a16="http://schemas.microsoft.com/office/drawing/2014/main" id="{6FE91D5A-98FA-4427-92B8-6ADD6F1D3564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5770563" y="495300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510" name="Rectangle 486">
            <a:extLst>
              <a:ext uri="{FF2B5EF4-FFF2-40B4-BE49-F238E27FC236}">
                <a16:creationId xmlns:a16="http://schemas.microsoft.com/office/drawing/2014/main" id="{1F2DC99B-5777-4273-B182-866C64890F41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6338888" y="4303713"/>
            <a:ext cx="30162" cy="13811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46" name="Line 487">
            <a:extLst>
              <a:ext uri="{FF2B5EF4-FFF2-40B4-BE49-F238E27FC236}">
                <a16:creationId xmlns:a16="http://schemas.microsoft.com/office/drawing/2014/main" id="{4F48E769-BD1A-4D42-B083-70EBCD97667D}"/>
              </a:ext>
            </a:extLst>
          </p:cNvPr>
          <p:cNvSpPr>
            <a:spLocks noChangeShapeType="1"/>
          </p:cNvSpPr>
          <p:nvPr/>
        </p:nvSpPr>
        <p:spPr bwMode="auto">
          <a:xfrm rot="18831828" flipV="1">
            <a:off x="5461000" y="4711701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57524" name="Oval 500">
            <a:extLst>
              <a:ext uri="{FF2B5EF4-FFF2-40B4-BE49-F238E27FC236}">
                <a16:creationId xmlns:a16="http://schemas.microsoft.com/office/drawing/2014/main" id="{B5F7045A-1FA0-413F-B00C-9D672F2BFD03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291388" y="2640013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525" name="Rectangle 501">
            <a:extLst>
              <a:ext uri="{FF2B5EF4-FFF2-40B4-BE49-F238E27FC236}">
                <a16:creationId xmlns:a16="http://schemas.microsoft.com/office/drawing/2014/main" id="{61284217-4529-4D77-AF4E-81C1C70A1119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264400" y="2436813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49" name="Oval 502">
            <a:extLst>
              <a:ext uri="{FF2B5EF4-FFF2-40B4-BE49-F238E27FC236}">
                <a16:creationId xmlns:a16="http://schemas.microsoft.com/office/drawing/2014/main" id="{73E35DB0-5AB0-4A91-9773-33C19DC37CA4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923213" y="2236788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527" name="Rectangle 503">
            <a:extLst>
              <a:ext uri="{FF2B5EF4-FFF2-40B4-BE49-F238E27FC236}">
                <a16:creationId xmlns:a16="http://schemas.microsoft.com/office/drawing/2014/main" id="{873E0544-1078-421B-9D4C-2A25D5ED1892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307263" y="2636838"/>
            <a:ext cx="25400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51" name="Line 504">
            <a:extLst>
              <a:ext uri="{FF2B5EF4-FFF2-40B4-BE49-F238E27FC236}">
                <a16:creationId xmlns:a16="http://schemas.microsoft.com/office/drawing/2014/main" id="{88400C08-938C-42FA-88A9-89BB352BA467}"/>
              </a:ext>
            </a:extLst>
          </p:cNvPr>
          <p:cNvSpPr>
            <a:spLocks noChangeShapeType="1"/>
          </p:cNvSpPr>
          <p:nvPr/>
        </p:nvSpPr>
        <p:spPr bwMode="auto">
          <a:xfrm rot="19807440" flipH="1">
            <a:off x="7169150" y="2508250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57531" name="Oval 507">
            <a:extLst>
              <a:ext uri="{FF2B5EF4-FFF2-40B4-BE49-F238E27FC236}">
                <a16:creationId xmlns:a16="http://schemas.microsoft.com/office/drawing/2014/main" id="{5E2A552A-B6B2-4394-906E-F94F4EC8EB6D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8048625" y="4600575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257532" name="Rectangle 508">
            <a:extLst>
              <a:ext uri="{FF2B5EF4-FFF2-40B4-BE49-F238E27FC236}">
                <a16:creationId xmlns:a16="http://schemas.microsoft.com/office/drawing/2014/main" id="{10AF0A9F-7948-4C78-91A3-C229BB35DF20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7381875" y="4395788"/>
            <a:ext cx="731838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54" name="Oval 509">
            <a:extLst>
              <a:ext uri="{FF2B5EF4-FFF2-40B4-BE49-F238E27FC236}">
                <a16:creationId xmlns:a16="http://schemas.microsoft.com/office/drawing/2014/main" id="{E09E7B1A-11AF-43DE-BB11-882EEDCA6C9B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7416800" y="41957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257534" name="Rectangle 510">
            <a:extLst>
              <a:ext uri="{FF2B5EF4-FFF2-40B4-BE49-F238E27FC236}">
                <a16:creationId xmlns:a16="http://schemas.microsoft.com/office/drawing/2014/main" id="{B94358F5-2AAF-4950-BCAF-6E2DCAC7DC6B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8043863" y="4597400"/>
            <a:ext cx="254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11656" name="Line 511">
            <a:extLst>
              <a:ext uri="{FF2B5EF4-FFF2-40B4-BE49-F238E27FC236}">
                <a16:creationId xmlns:a16="http://schemas.microsoft.com/office/drawing/2014/main" id="{6C4F75E3-98F6-4220-B18E-2FEB15ED2E28}"/>
              </a:ext>
            </a:extLst>
          </p:cNvPr>
          <p:cNvSpPr>
            <a:spLocks noChangeShapeType="1"/>
          </p:cNvSpPr>
          <p:nvPr/>
        </p:nvSpPr>
        <p:spPr bwMode="auto">
          <a:xfrm rot="1792560">
            <a:off x="7243763" y="4495800"/>
            <a:ext cx="1062037" cy="12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1657" name="Text Box 513">
            <a:extLst>
              <a:ext uri="{FF2B5EF4-FFF2-40B4-BE49-F238E27FC236}">
                <a16:creationId xmlns:a16="http://schemas.microsoft.com/office/drawing/2014/main" id="{61BD5F5D-BDA3-4886-A272-F839120F6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588" y="1903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  <a:r>
              <a:rPr lang="en-US" altLang="zh-TW" baseline="-25000">
                <a:latin typeface="Arial" panose="020B0604020202020204" pitchFamily="34" charset="0"/>
              </a:rPr>
              <a:t>s</a:t>
            </a:r>
            <a:endParaRPr lang="en-US" altLang="zh-TW" sz="2000">
              <a:latin typeface="Arial" panose="020B0604020202020204" pitchFamily="34" charset="0"/>
            </a:endParaRPr>
          </a:p>
        </p:txBody>
      </p:sp>
      <p:sp>
        <p:nvSpPr>
          <p:cNvPr id="111658" name="Text Box 514">
            <a:extLst>
              <a:ext uri="{FF2B5EF4-FFF2-40B4-BE49-F238E27FC236}">
                <a16:creationId xmlns:a16="http://schemas.microsoft.com/office/drawing/2014/main" id="{DFFF6854-751E-46D8-B8D2-7349C64BD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411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  <a:r>
              <a:rPr lang="en-US" altLang="zh-TW" baseline="-25000">
                <a:latin typeface="Arial" panose="020B0604020202020204" pitchFamily="34" charset="0"/>
              </a:rPr>
              <a:t>s</a:t>
            </a:r>
            <a:endParaRPr lang="en-US" altLang="zh-TW" sz="2000">
              <a:latin typeface="Arial" panose="020B0604020202020204" pitchFamily="34" charset="0"/>
            </a:endParaRPr>
          </a:p>
        </p:txBody>
      </p:sp>
      <p:sp>
        <p:nvSpPr>
          <p:cNvPr id="111659" name="Freeform 515">
            <a:extLst>
              <a:ext uri="{FF2B5EF4-FFF2-40B4-BE49-F238E27FC236}">
                <a16:creationId xmlns:a16="http://schemas.microsoft.com/office/drawing/2014/main" id="{74DB6EA4-F5C1-41FE-A517-354045473F59}"/>
              </a:ext>
            </a:extLst>
          </p:cNvPr>
          <p:cNvSpPr>
            <a:spLocks/>
          </p:cNvSpPr>
          <p:nvPr/>
        </p:nvSpPr>
        <p:spPr bwMode="auto">
          <a:xfrm>
            <a:off x="5710238" y="2771775"/>
            <a:ext cx="800100" cy="1381125"/>
          </a:xfrm>
          <a:custGeom>
            <a:avLst/>
            <a:gdLst>
              <a:gd name="T0" fmla="*/ 0 w 504"/>
              <a:gd name="T1" fmla="*/ 0 h 870"/>
              <a:gd name="T2" fmla="*/ 2147483646 w 504"/>
              <a:gd name="T3" fmla="*/ 2147483646 h 870"/>
              <a:gd name="T4" fmla="*/ 2147483646 w 504"/>
              <a:gd name="T5" fmla="*/ 2147483646 h 870"/>
              <a:gd name="T6" fmla="*/ 2147483646 w 504"/>
              <a:gd name="T7" fmla="*/ 2147483646 h 870"/>
              <a:gd name="T8" fmla="*/ 2147483646 w 504"/>
              <a:gd name="T9" fmla="*/ 2147483646 h 870"/>
              <a:gd name="T10" fmla="*/ 2147483646 w 504"/>
              <a:gd name="T11" fmla="*/ 2147483646 h 870"/>
              <a:gd name="T12" fmla="*/ 2147483646 w 504"/>
              <a:gd name="T13" fmla="*/ 2147483646 h 870"/>
              <a:gd name="T14" fmla="*/ 2147483646 w 504"/>
              <a:gd name="T15" fmla="*/ 2147483646 h 870"/>
              <a:gd name="T16" fmla="*/ 2147483646 w 504"/>
              <a:gd name="T17" fmla="*/ 2147483646 h 870"/>
              <a:gd name="T18" fmla="*/ 2147483646 w 504"/>
              <a:gd name="T19" fmla="*/ 2147483646 h 8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4"/>
              <a:gd name="T31" fmla="*/ 0 h 870"/>
              <a:gd name="T32" fmla="*/ 504 w 504"/>
              <a:gd name="T33" fmla="*/ 870 h 8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4" h="870">
                <a:moveTo>
                  <a:pt x="0" y="0"/>
                </a:moveTo>
                <a:cubicBezTo>
                  <a:pt x="21" y="11"/>
                  <a:pt x="79" y="44"/>
                  <a:pt x="129" y="63"/>
                </a:cubicBezTo>
                <a:cubicBezTo>
                  <a:pt x="179" y="82"/>
                  <a:pt x="255" y="102"/>
                  <a:pt x="299" y="112"/>
                </a:cubicBezTo>
                <a:cubicBezTo>
                  <a:pt x="343" y="122"/>
                  <a:pt x="362" y="116"/>
                  <a:pt x="392" y="121"/>
                </a:cubicBezTo>
                <a:cubicBezTo>
                  <a:pt x="417" y="124"/>
                  <a:pt x="469" y="100"/>
                  <a:pt x="479" y="145"/>
                </a:cubicBezTo>
                <a:cubicBezTo>
                  <a:pt x="490" y="191"/>
                  <a:pt x="504" y="700"/>
                  <a:pt x="490" y="772"/>
                </a:cubicBezTo>
                <a:cubicBezTo>
                  <a:pt x="477" y="845"/>
                  <a:pt x="447" y="842"/>
                  <a:pt x="406" y="839"/>
                </a:cubicBezTo>
                <a:cubicBezTo>
                  <a:pt x="365" y="836"/>
                  <a:pt x="323" y="835"/>
                  <a:pt x="286" y="833"/>
                </a:cubicBezTo>
                <a:cubicBezTo>
                  <a:pt x="250" y="831"/>
                  <a:pt x="226" y="822"/>
                  <a:pt x="192" y="828"/>
                </a:cubicBezTo>
                <a:cubicBezTo>
                  <a:pt x="158" y="834"/>
                  <a:pt x="107" y="861"/>
                  <a:pt x="84" y="87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1660" name="Text Box 516">
            <a:extLst>
              <a:ext uri="{FF2B5EF4-FFF2-40B4-BE49-F238E27FC236}">
                <a16:creationId xmlns:a16="http://schemas.microsoft.com/office/drawing/2014/main" id="{0CCCF7B5-839E-4C8C-B076-561D7EEB6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9608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  <a:r>
              <a:rPr lang="en-US" altLang="zh-TW" baseline="-25000">
                <a:latin typeface="Arial" panose="020B0604020202020204" pitchFamily="34" charset="0"/>
              </a:rPr>
              <a:t>c</a:t>
            </a:r>
            <a:endParaRPr lang="en-US" altLang="zh-TW" sz="2000">
              <a:latin typeface="Arial" panose="020B0604020202020204" pitchFamily="34" charset="0"/>
            </a:endParaRPr>
          </a:p>
        </p:txBody>
      </p:sp>
      <p:sp>
        <p:nvSpPr>
          <p:cNvPr id="111661" name="Freeform 517">
            <a:extLst>
              <a:ext uri="{FF2B5EF4-FFF2-40B4-BE49-F238E27FC236}">
                <a16:creationId xmlns:a16="http://schemas.microsoft.com/office/drawing/2014/main" id="{6A894154-B89C-46F8-8946-565B9AFF1781}"/>
              </a:ext>
            </a:extLst>
          </p:cNvPr>
          <p:cNvSpPr>
            <a:spLocks/>
          </p:cNvSpPr>
          <p:nvPr/>
        </p:nvSpPr>
        <p:spPr bwMode="auto">
          <a:xfrm>
            <a:off x="6173788" y="2749550"/>
            <a:ext cx="431800" cy="1570038"/>
          </a:xfrm>
          <a:custGeom>
            <a:avLst/>
            <a:gdLst>
              <a:gd name="T0" fmla="*/ 0 w 272"/>
              <a:gd name="T1" fmla="*/ 0 h 989"/>
              <a:gd name="T2" fmla="*/ 2147483646 w 272"/>
              <a:gd name="T3" fmla="*/ 2147483646 h 989"/>
              <a:gd name="T4" fmla="*/ 2147483646 w 272"/>
              <a:gd name="T5" fmla="*/ 2147483646 h 989"/>
              <a:gd name="T6" fmla="*/ 2147483646 w 272"/>
              <a:gd name="T7" fmla="*/ 2147483646 h 989"/>
              <a:gd name="T8" fmla="*/ 2147483646 w 272"/>
              <a:gd name="T9" fmla="*/ 2147483646 h 989"/>
              <a:gd name="T10" fmla="*/ 2147483646 w 272"/>
              <a:gd name="T11" fmla="*/ 2147483646 h 989"/>
              <a:gd name="T12" fmla="*/ 2147483646 w 272"/>
              <a:gd name="T13" fmla="*/ 2147483646 h 9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2"/>
              <a:gd name="T22" fmla="*/ 0 h 989"/>
              <a:gd name="T23" fmla="*/ 272 w 272"/>
              <a:gd name="T24" fmla="*/ 989 h 9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2" h="989">
                <a:moveTo>
                  <a:pt x="0" y="0"/>
                </a:moveTo>
                <a:cubicBezTo>
                  <a:pt x="15" y="13"/>
                  <a:pt x="49" y="56"/>
                  <a:pt x="92" y="80"/>
                </a:cubicBezTo>
                <a:cubicBezTo>
                  <a:pt x="231" y="84"/>
                  <a:pt x="204" y="89"/>
                  <a:pt x="257" y="147"/>
                </a:cubicBezTo>
                <a:cubicBezTo>
                  <a:pt x="270" y="295"/>
                  <a:pt x="272" y="652"/>
                  <a:pt x="268" y="774"/>
                </a:cubicBezTo>
                <a:cubicBezTo>
                  <a:pt x="268" y="895"/>
                  <a:pt x="261" y="853"/>
                  <a:pt x="257" y="875"/>
                </a:cubicBezTo>
                <a:cubicBezTo>
                  <a:pt x="251" y="894"/>
                  <a:pt x="257" y="889"/>
                  <a:pt x="242" y="908"/>
                </a:cubicBezTo>
                <a:cubicBezTo>
                  <a:pt x="227" y="927"/>
                  <a:pt x="183" y="972"/>
                  <a:pt x="167" y="98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1662" name="Freeform 518">
            <a:extLst>
              <a:ext uri="{FF2B5EF4-FFF2-40B4-BE49-F238E27FC236}">
                <a16:creationId xmlns:a16="http://schemas.microsoft.com/office/drawing/2014/main" id="{9723D36B-6B61-4641-A9D2-FFD47B2E9289}"/>
              </a:ext>
            </a:extLst>
          </p:cNvPr>
          <p:cNvSpPr>
            <a:spLocks/>
          </p:cNvSpPr>
          <p:nvPr/>
        </p:nvSpPr>
        <p:spPr bwMode="auto">
          <a:xfrm>
            <a:off x="6757988" y="2733675"/>
            <a:ext cx="638175" cy="1538288"/>
          </a:xfrm>
          <a:custGeom>
            <a:avLst/>
            <a:gdLst>
              <a:gd name="T0" fmla="*/ 2147483646 w 402"/>
              <a:gd name="T1" fmla="*/ 0 h 969"/>
              <a:gd name="T2" fmla="*/ 2147483646 w 402"/>
              <a:gd name="T3" fmla="*/ 2147483646 h 969"/>
              <a:gd name="T4" fmla="*/ 2147483646 w 402"/>
              <a:gd name="T5" fmla="*/ 2147483646 h 969"/>
              <a:gd name="T6" fmla="*/ 2147483646 w 402"/>
              <a:gd name="T7" fmla="*/ 2147483646 h 969"/>
              <a:gd name="T8" fmla="*/ 2147483646 w 402"/>
              <a:gd name="T9" fmla="*/ 2147483646 h 969"/>
              <a:gd name="T10" fmla="*/ 2147483646 w 402"/>
              <a:gd name="T11" fmla="*/ 2147483646 h 969"/>
              <a:gd name="T12" fmla="*/ 2147483646 w 402"/>
              <a:gd name="T13" fmla="*/ 2147483646 h 969"/>
              <a:gd name="T14" fmla="*/ 2147483646 w 402"/>
              <a:gd name="T15" fmla="*/ 2147483646 h 969"/>
              <a:gd name="T16" fmla="*/ 2147483646 w 402"/>
              <a:gd name="T17" fmla="*/ 2147483646 h 9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2"/>
              <a:gd name="T28" fmla="*/ 0 h 969"/>
              <a:gd name="T29" fmla="*/ 402 w 402"/>
              <a:gd name="T30" fmla="*/ 969 h 9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2" h="969">
                <a:moveTo>
                  <a:pt x="306" y="0"/>
                </a:moveTo>
                <a:cubicBezTo>
                  <a:pt x="295" y="5"/>
                  <a:pt x="262" y="24"/>
                  <a:pt x="240" y="36"/>
                </a:cubicBezTo>
                <a:cubicBezTo>
                  <a:pt x="218" y="48"/>
                  <a:pt x="199" y="58"/>
                  <a:pt x="174" y="72"/>
                </a:cubicBezTo>
                <a:cubicBezTo>
                  <a:pt x="149" y="86"/>
                  <a:pt x="115" y="101"/>
                  <a:pt x="90" y="119"/>
                </a:cubicBezTo>
                <a:cubicBezTo>
                  <a:pt x="64" y="136"/>
                  <a:pt x="72" y="127"/>
                  <a:pt x="25" y="178"/>
                </a:cubicBezTo>
                <a:cubicBezTo>
                  <a:pt x="14" y="223"/>
                  <a:pt x="0" y="732"/>
                  <a:pt x="14" y="804"/>
                </a:cubicBezTo>
                <a:cubicBezTo>
                  <a:pt x="27" y="877"/>
                  <a:pt x="53" y="854"/>
                  <a:pt x="98" y="871"/>
                </a:cubicBezTo>
                <a:cubicBezTo>
                  <a:pt x="144" y="888"/>
                  <a:pt x="209" y="884"/>
                  <a:pt x="261" y="900"/>
                </a:cubicBezTo>
                <a:cubicBezTo>
                  <a:pt x="312" y="916"/>
                  <a:pt x="373" y="955"/>
                  <a:pt x="402" y="96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1663" name="Text Box 519">
            <a:extLst>
              <a:ext uri="{FF2B5EF4-FFF2-40B4-BE49-F238E27FC236}">
                <a16:creationId xmlns:a16="http://schemas.microsoft.com/office/drawing/2014/main" id="{CC269DC3-6107-4F8E-A350-CDB586187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4498975"/>
            <a:ext cx="676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  <a:r>
              <a:rPr lang="en-US" altLang="zh-TW" baseline="-25000">
                <a:latin typeface="Arial" panose="020B0604020202020204" pitchFamily="34" charset="0"/>
              </a:rPr>
              <a:t>c</a:t>
            </a:r>
            <a:endParaRPr lang="en-US" altLang="zh-TW" sz="2000">
              <a:latin typeface="Arial" panose="020B0604020202020204" pitchFamily="34" charset="0"/>
            </a:endParaRPr>
          </a:p>
        </p:txBody>
      </p:sp>
      <p:sp>
        <p:nvSpPr>
          <p:cNvPr id="111664" name="Text Box 520">
            <a:extLst>
              <a:ext uri="{FF2B5EF4-FFF2-40B4-BE49-F238E27FC236}">
                <a16:creationId xmlns:a16="http://schemas.microsoft.com/office/drawing/2014/main" id="{281A92DD-2373-4EC8-8671-96E0660E6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39862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  <a:r>
              <a:rPr lang="en-US" altLang="zh-TW" baseline="-25000">
                <a:latin typeface="Arial" panose="020B0604020202020204" pitchFamily="34" charset="0"/>
              </a:rPr>
              <a:t>c</a:t>
            </a:r>
            <a:endParaRPr lang="en-US" altLang="zh-TW" sz="2000">
              <a:latin typeface="Arial" panose="020B0604020202020204" pitchFamily="34" charset="0"/>
            </a:endParaRPr>
          </a:p>
        </p:txBody>
      </p:sp>
      <p:sp>
        <p:nvSpPr>
          <p:cNvPr id="111665" name="Text Box 521">
            <a:extLst>
              <a:ext uri="{FF2B5EF4-FFF2-40B4-BE49-F238E27FC236}">
                <a16:creationId xmlns:a16="http://schemas.microsoft.com/office/drawing/2014/main" id="{A6D258EC-1388-4DF7-9B11-AB1C0B157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3357563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111666" name="Rectangle 523">
            <a:extLst>
              <a:ext uri="{FF2B5EF4-FFF2-40B4-BE49-F238E27FC236}">
                <a16:creationId xmlns:a16="http://schemas.microsoft.com/office/drawing/2014/main" id="{232C362A-1C1D-43E8-98F3-B9EF6F2B4E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11313"/>
            <a:ext cx="3597275" cy="4114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dirty="0">
                <a:ea typeface="ＭＳ Ｐゴシック" panose="020B0600070205080204" pitchFamily="34" charset="-128"/>
              </a:rPr>
              <a:t>per-connection end-end throughput: min(</a:t>
            </a:r>
            <a:r>
              <a:rPr lang="en-US" altLang="zh-TW" dirty="0" err="1">
                <a:ea typeface="ＭＳ Ｐゴシック" panose="020B0600070205080204" pitchFamily="34" charset="-128"/>
              </a:rPr>
              <a:t>R</a:t>
            </a:r>
            <a:r>
              <a:rPr lang="en-US" altLang="zh-TW" baseline="-25000" dirty="0" err="1">
                <a:ea typeface="ＭＳ Ｐゴシック" panose="020B0600070205080204" pitchFamily="34" charset="-128"/>
              </a:rPr>
              <a:t>c</a:t>
            </a:r>
            <a:r>
              <a:rPr lang="en-US" altLang="zh-TW" dirty="0" err="1">
                <a:ea typeface="ＭＳ Ｐゴシック" panose="020B0600070205080204" pitchFamily="34" charset="-128"/>
              </a:rPr>
              <a:t>,R</a:t>
            </a:r>
            <a:r>
              <a:rPr lang="en-US" altLang="zh-TW" baseline="-25000" dirty="0" err="1">
                <a:ea typeface="ＭＳ Ｐゴシック" panose="020B0600070205080204" pitchFamily="34" charset="-128"/>
              </a:rPr>
              <a:t>s</a:t>
            </a:r>
            <a:r>
              <a:rPr lang="en-US" altLang="zh-TW" dirty="0" err="1">
                <a:ea typeface="ＭＳ Ｐゴシック" panose="020B0600070205080204" pitchFamily="34" charset="-128"/>
              </a:rPr>
              <a:t>,R</a:t>
            </a:r>
            <a:r>
              <a:rPr lang="en-US" altLang="zh-TW" dirty="0">
                <a:ea typeface="ＭＳ Ｐゴシック" panose="020B0600070205080204" pitchFamily="34" charset="-128"/>
              </a:rPr>
              <a:t>/10)</a:t>
            </a:r>
          </a:p>
          <a:p>
            <a:pPr eaLnBrk="1" hangingPunct="1">
              <a:buSzPct val="75000"/>
            </a:pPr>
            <a:r>
              <a:rPr lang="en-US" altLang="zh-TW" dirty="0">
                <a:ea typeface="ＭＳ Ｐゴシック" panose="020B0600070205080204" pitchFamily="34" charset="-128"/>
              </a:rPr>
              <a:t>in practice: </a:t>
            </a:r>
            <a:r>
              <a:rPr lang="en-US" altLang="zh-TW" dirty="0" err="1">
                <a:ea typeface="ＭＳ Ｐゴシック" panose="020B0600070205080204" pitchFamily="34" charset="-128"/>
              </a:rPr>
              <a:t>R</a:t>
            </a:r>
            <a:r>
              <a:rPr lang="en-US" altLang="zh-TW" baseline="-25000" dirty="0" err="1">
                <a:ea typeface="ＭＳ Ｐゴシック" panose="020B0600070205080204" pitchFamily="34" charset="-128"/>
              </a:rPr>
              <a:t>c</a:t>
            </a:r>
            <a:r>
              <a:rPr lang="en-US" altLang="zh-TW" dirty="0">
                <a:ea typeface="ＭＳ Ｐゴシック" panose="020B0600070205080204" pitchFamily="34" charset="-128"/>
              </a:rPr>
              <a:t> or R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s</a:t>
            </a:r>
            <a:r>
              <a:rPr lang="en-US" altLang="zh-TW" dirty="0">
                <a:ea typeface="ＭＳ Ｐゴシック" panose="020B0600070205080204" pitchFamily="34" charset="-128"/>
              </a:rPr>
              <a:t> is often bottleneck</a:t>
            </a:r>
          </a:p>
        </p:txBody>
      </p:sp>
      <p:grpSp>
        <p:nvGrpSpPr>
          <p:cNvPr id="111667" name="Group 81">
            <a:extLst>
              <a:ext uri="{FF2B5EF4-FFF2-40B4-BE49-F238E27FC236}">
                <a16:creationId xmlns:a16="http://schemas.microsoft.com/office/drawing/2014/main" id="{56DED899-C598-4D2F-BA51-B95464441606}"/>
              </a:ext>
            </a:extLst>
          </p:cNvPr>
          <p:cNvGrpSpPr>
            <a:grpSpLocks/>
          </p:cNvGrpSpPr>
          <p:nvPr/>
        </p:nvGrpSpPr>
        <p:grpSpPr bwMode="auto">
          <a:xfrm>
            <a:off x="4576763" y="1784350"/>
            <a:ext cx="352425" cy="660400"/>
            <a:chOff x="4140" y="429"/>
            <a:chExt cx="1425" cy="2396"/>
          </a:xfrm>
        </p:grpSpPr>
        <p:sp>
          <p:nvSpPr>
            <p:cNvPr id="111744" name="Freeform 82">
              <a:extLst>
                <a:ext uri="{FF2B5EF4-FFF2-40B4-BE49-F238E27FC236}">
                  <a16:creationId xmlns:a16="http://schemas.microsoft.com/office/drawing/2014/main" id="{C413DB46-625F-435C-9B90-A95B781A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45" name="Rectangle 83">
              <a:extLst>
                <a:ext uri="{FF2B5EF4-FFF2-40B4-BE49-F238E27FC236}">
                  <a16:creationId xmlns:a16="http://schemas.microsoft.com/office/drawing/2014/main" id="{89DE72E4-8C37-478E-ACD8-C048F85E3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46" name="Freeform 84">
              <a:extLst>
                <a:ext uri="{FF2B5EF4-FFF2-40B4-BE49-F238E27FC236}">
                  <a16:creationId xmlns:a16="http://schemas.microsoft.com/office/drawing/2014/main" id="{3F7CB3FB-0C52-4926-A541-2BC22859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47" name="Freeform 85">
              <a:extLst>
                <a:ext uri="{FF2B5EF4-FFF2-40B4-BE49-F238E27FC236}">
                  <a16:creationId xmlns:a16="http://schemas.microsoft.com/office/drawing/2014/main" id="{09990B67-38EC-468C-BACE-1FEC295A7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48" name="Rectangle 86">
              <a:extLst>
                <a:ext uri="{FF2B5EF4-FFF2-40B4-BE49-F238E27FC236}">
                  <a16:creationId xmlns:a16="http://schemas.microsoft.com/office/drawing/2014/main" id="{26074CF2-8BEF-493A-BF4A-498A015B6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749" name="Group 87">
              <a:extLst>
                <a:ext uri="{FF2B5EF4-FFF2-40B4-BE49-F238E27FC236}">
                  <a16:creationId xmlns:a16="http://schemas.microsoft.com/office/drawing/2014/main" id="{75935A20-5A50-4AD5-9BF0-49D892B581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1774" name="AutoShape 88">
                <a:extLst>
                  <a:ext uri="{FF2B5EF4-FFF2-40B4-BE49-F238E27FC236}">
                    <a16:creationId xmlns:a16="http://schemas.microsoft.com/office/drawing/2014/main" id="{FE8A99F0-876C-46C2-9328-84DB0EA01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75" name="AutoShape 89">
                <a:extLst>
                  <a:ext uri="{FF2B5EF4-FFF2-40B4-BE49-F238E27FC236}">
                    <a16:creationId xmlns:a16="http://schemas.microsoft.com/office/drawing/2014/main" id="{52E88732-5971-45BD-9631-1BCA2D99B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50" name="Rectangle 90">
              <a:extLst>
                <a:ext uri="{FF2B5EF4-FFF2-40B4-BE49-F238E27FC236}">
                  <a16:creationId xmlns:a16="http://schemas.microsoft.com/office/drawing/2014/main" id="{17656E35-8A8F-4818-B2A5-A3124F27B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751" name="Group 91">
              <a:extLst>
                <a:ext uri="{FF2B5EF4-FFF2-40B4-BE49-F238E27FC236}">
                  <a16:creationId xmlns:a16="http://schemas.microsoft.com/office/drawing/2014/main" id="{F83D4D01-DA75-4CE7-B449-72D38C568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1772" name="AutoShape 92">
                <a:extLst>
                  <a:ext uri="{FF2B5EF4-FFF2-40B4-BE49-F238E27FC236}">
                    <a16:creationId xmlns:a16="http://schemas.microsoft.com/office/drawing/2014/main" id="{D55C6B50-3DBF-4239-A11F-6C57D790E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73" name="AutoShape 93">
                <a:extLst>
                  <a:ext uri="{FF2B5EF4-FFF2-40B4-BE49-F238E27FC236}">
                    <a16:creationId xmlns:a16="http://schemas.microsoft.com/office/drawing/2014/main" id="{01729D01-A54F-48F9-ABA9-141277F2A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52" name="Rectangle 94">
              <a:extLst>
                <a:ext uri="{FF2B5EF4-FFF2-40B4-BE49-F238E27FC236}">
                  <a16:creationId xmlns:a16="http://schemas.microsoft.com/office/drawing/2014/main" id="{3D070C03-CBFE-482E-AC1E-16F9F229E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53" name="Rectangle 95">
              <a:extLst>
                <a:ext uri="{FF2B5EF4-FFF2-40B4-BE49-F238E27FC236}">
                  <a16:creationId xmlns:a16="http://schemas.microsoft.com/office/drawing/2014/main" id="{9347944F-B467-4D7E-B879-9E81696B9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754" name="Group 96">
              <a:extLst>
                <a:ext uri="{FF2B5EF4-FFF2-40B4-BE49-F238E27FC236}">
                  <a16:creationId xmlns:a16="http://schemas.microsoft.com/office/drawing/2014/main" id="{BFA2CBB3-2E9B-4D05-A6A2-E8D4D5E023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1770" name="AutoShape 97">
                <a:extLst>
                  <a:ext uri="{FF2B5EF4-FFF2-40B4-BE49-F238E27FC236}">
                    <a16:creationId xmlns:a16="http://schemas.microsoft.com/office/drawing/2014/main" id="{513327C6-F6ED-42BB-8AB2-62D7D4829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71" name="AutoShape 98">
                <a:extLst>
                  <a:ext uri="{FF2B5EF4-FFF2-40B4-BE49-F238E27FC236}">
                    <a16:creationId xmlns:a16="http://schemas.microsoft.com/office/drawing/2014/main" id="{F7647156-AE54-4749-A768-0E002E1BC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55" name="Freeform 99">
              <a:extLst>
                <a:ext uri="{FF2B5EF4-FFF2-40B4-BE49-F238E27FC236}">
                  <a16:creationId xmlns:a16="http://schemas.microsoft.com/office/drawing/2014/main" id="{03A0E773-F7B8-4C89-809D-7D867A088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11756" name="Group 100">
              <a:extLst>
                <a:ext uri="{FF2B5EF4-FFF2-40B4-BE49-F238E27FC236}">
                  <a16:creationId xmlns:a16="http://schemas.microsoft.com/office/drawing/2014/main" id="{A5BB4FC6-B396-42AC-8DBF-A58ADFA0A3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1768" name="AutoShape 101">
                <a:extLst>
                  <a:ext uri="{FF2B5EF4-FFF2-40B4-BE49-F238E27FC236}">
                    <a16:creationId xmlns:a16="http://schemas.microsoft.com/office/drawing/2014/main" id="{6152F787-6B61-497B-AA2C-616F744D9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69" name="AutoShape 102">
                <a:extLst>
                  <a:ext uri="{FF2B5EF4-FFF2-40B4-BE49-F238E27FC236}">
                    <a16:creationId xmlns:a16="http://schemas.microsoft.com/office/drawing/2014/main" id="{FF1A90F7-E782-423A-ADA1-F479AD731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57" name="Rectangle 103">
              <a:extLst>
                <a:ext uri="{FF2B5EF4-FFF2-40B4-BE49-F238E27FC236}">
                  <a16:creationId xmlns:a16="http://schemas.microsoft.com/office/drawing/2014/main" id="{48F62B01-E2F3-43B2-9790-5582732E2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58" name="Freeform 104">
              <a:extLst>
                <a:ext uri="{FF2B5EF4-FFF2-40B4-BE49-F238E27FC236}">
                  <a16:creationId xmlns:a16="http://schemas.microsoft.com/office/drawing/2014/main" id="{59B7069D-0691-40C4-82C7-0C94F9743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59" name="Freeform 105">
              <a:extLst>
                <a:ext uri="{FF2B5EF4-FFF2-40B4-BE49-F238E27FC236}">
                  <a16:creationId xmlns:a16="http://schemas.microsoft.com/office/drawing/2014/main" id="{775030F5-6C5D-48D6-9462-17A374415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60" name="Oval 106">
              <a:extLst>
                <a:ext uri="{FF2B5EF4-FFF2-40B4-BE49-F238E27FC236}">
                  <a16:creationId xmlns:a16="http://schemas.microsoft.com/office/drawing/2014/main" id="{F923A9BB-8E11-42A4-9BCF-BBF90194A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61" name="Freeform 107">
              <a:extLst>
                <a:ext uri="{FF2B5EF4-FFF2-40B4-BE49-F238E27FC236}">
                  <a16:creationId xmlns:a16="http://schemas.microsoft.com/office/drawing/2014/main" id="{9185BE9B-421C-46B0-BB10-35395EAEB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62" name="AutoShape 108">
              <a:extLst>
                <a:ext uri="{FF2B5EF4-FFF2-40B4-BE49-F238E27FC236}">
                  <a16:creationId xmlns:a16="http://schemas.microsoft.com/office/drawing/2014/main" id="{EE55D7C1-6B47-430E-B7B5-5529201FE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63" name="AutoShape 109">
              <a:extLst>
                <a:ext uri="{FF2B5EF4-FFF2-40B4-BE49-F238E27FC236}">
                  <a16:creationId xmlns:a16="http://schemas.microsoft.com/office/drawing/2014/main" id="{F12A787C-FFB5-4F3D-88F6-F6E5E134F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64" name="Oval 110">
              <a:extLst>
                <a:ext uri="{FF2B5EF4-FFF2-40B4-BE49-F238E27FC236}">
                  <a16:creationId xmlns:a16="http://schemas.microsoft.com/office/drawing/2014/main" id="{F43B5181-83D9-4461-A21A-13ED908B6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65" name="Oval 111">
              <a:extLst>
                <a:ext uri="{FF2B5EF4-FFF2-40B4-BE49-F238E27FC236}">
                  <a16:creationId xmlns:a16="http://schemas.microsoft.com/office/drawing/2014/main" id="{0501C558-8CB7-42FB-AA25-523478928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766" name="Oval 112">
              <a:extLst>
                <a:ext uri="{FF2B5EF4-FFF2-40B4-BE49-F238E27FC236}">
                  <a16:creationId xmlns:a16="http://schemas.microsoft.com/office/drawing/2014/main" id="{AE98FBEA-0AC7-4CFE-A1B8-4509204B2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67" name="Rectangle 113">
              <a:extLst>
                <a:ext uri="{FF2B5EF4-FFF2-40B4-BE49-F238E27FC236}">
                  <a16:creationId xmlns:a16="http://schemas.microsoft.com/office/drawing/2014/main" id="{A72090CF-8211-4399-B1BD-7942886FD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11668" name="Group 114">
            <a:extLst>
              <a:ext uri="{FF2B5EF4-FFF2-40B4-BE49-F238E27FC236}">
                <a16:creationId xmlns:a16="http://schemas.microsoft.com/office/drawing/2014/main" id="{F5B5FC2D-DEBA-41EC-9BC8-0704325E938E}"/>
              </a:ext>
            </a:extLst>
          </p:cNvPr>
          <p:cNvGrpSpPr>
            <a:grpSpLocks/>
          </p:cNvGrpSpPr>
          <p:nvPr/>
        </p:nvGrpSpPr>
        <p:grpSpPr bwMode="auto">
          <a:xfrm>
            <a:off x="5151438" y="1444625"/>
            <a:ext cx="352425" cy="660400"/>
            <a:chOff x="4140" y="429"/>
            <a:chExt cx="1425" cy="2396"/>
          </a:xfrm>
        </p:grpSpPr>
        <p:sp>
          <p:nvSpPr>
            <p:cNvPr id="111712" name="Freeform 115">
              <a:extLst>
                <a:ext uri="{FF2B5EF4-FFF2-40B4-BE49-F238E27FC236}">
                  <a16:creationId xmlns:a16="http://schemas.microsoft.com/office/drawing/2014/main" id="{FFB74F82-A201-436C-8724-F48CF7706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13" name="Rectangle 116">
              <a:extLst>
                <a:ext uri="{FF2B5EF4-FFF2-40B4-BE49-F238E27FC236}">
                  <a16:creationId xmlns:a16="http://schemas.microsoft.com/office/drawing/2014/main" id="{A69F0429-0A15-41D3-B862-C8B6E01E9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14" name="Freeform 117">
              <a:extLst>
                <a:ext uri="{FF2B5EF4-FFF2-40B4-BE49-F238E27FC236}">
                  <a16:creationId xmlns:a16="http://schemas.microsoft.com/office/drawing/2014/main" id="{C6FCC782-E683-4B10-98C4-9D8235C19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15" name="Freeform 118">
              <a:extLst>
                <a:ext uri="{FF2B5EF4-FFF2-40B4-BE49-F238E27FC236}">
                  <a16:creationId xmlns:a16="http://schemas.microsoft.com/office/drawing/2014/main" id="{0C0034A7-A039-4790-9FB6-5807DAFAD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16" name="Rectangle 119">
              <a:extLst>
                <a:ext uri="{FF2B5EF4-FFF2-40B4-BE49-F238E27FC236}">
                  <a16:creationId xmlns:a16="http://schemas.microsoft.com/office/drawing/2014/main" id="{B479BF3C-F95F-4EE2-B3E4-E91AA5D4B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717" name="Group 120">
              <a:extLst>
                <a:ext uri="{FF2B5EF4-FFF2-40B4-BE49-F238E27FC236}">
                  <a16:creationId xmlns:a16="http://schemas.microsoft.com/office/drawing/2014/main" id="{4D255FE2-8DAF-4457-B97E-9BF19D0C4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1742" name="AutoShape 121">
                <a:extLst>
                  <a:ext uri="{FF2B5EF4-FFF2-40B4-BE49-F238E27FC236}">
                    <a16:creationId xmlns:a16="http://schemas.microsoft.com/office/drawing/2014/main" id="{E94D9828-97FC-4468-A8BC-63BF57EFF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43" name="AutoShape 122">
                <a:extLst>
                  <a:ext uri="{FF2B5EF4-FFF2-40B4-BE49-F238E27FC236}">
                    <a16:creationId xmlns:a16="http://schemas.microsoft.com/office/drawing/2014/main" id="{EB3B9DE5-4371-486B-BD01-882D24E05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18" name="Rectangle 123">
              <a:extLst>
                <a:ext uri="{FF2B5EF4-FFF2-40B4-BE49-F238E27FC236}">
                  <a16:creationId xmlns:a16="http://schemas.microsoft.com/office/drawing/2014/main" id="{91250097-0A3B-4047-8B06-907F78BE0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719" name="Group 124">
              <a:extLst>
                <a:ext uri="{FF2B5EF4-FFF2-40B4-BE49-F238E27FC236}">
                  <a16:creationId xmlns:a16="http://schemas.microsoft.com/office/drawing/2014/main" id="{98F422A3-3462-4246-A45E-37CE06CF1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1740" name="AutoShape 125">
                <a:extLst>
                  <a:ext uri="{FF2B5EF4-FFF2-40B4-BE49-F238E27FC236}">
                    <a16:creationId xmlns:a16="http://schemas.microsoft.com/office/drawing/2014/main" id="{5B138D16-DDE9-46F9-9CAE-B2D276AC4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41" name="AutoShape 126">
                <a:extLst>
                  <a:ext uri="{FF2B5EF4-FFF2-40B4-BE49-F238E27FC236}">
                    <a16:creationId xmlns:a16="http://schemas.microsoft.com/office/drawing/2014/main" id="{1027287C-7025-42DD-B066-E386F679F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20" name="Rectangle 127">
              <a:extLst>
                <a:ext uri="{FF2B5EF4-FFF2-40B4-BE49-F238E27FC236}">
                  <a16:creationId xmlns:a16="http://schemas.microsoft.com/office/drawing/2014/main" id="{FD686A32-842A-46FA-9400-6471F60B3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21" name="Rectangle 128">
              <a:extLst>
                <a:ext uri="{FF2B5EF4-FFF2-40B4-BE49-F238E27FC236}">
                  <a16:creationId xmlns:a16="http://schemas.microsoft.com/office/drawing/2014/main" id="{37E75D69-609C-4337-8EAD-7A5F3458B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722" name="Group 129">
              <a:extLst>
                <a:ext uri="{FF2B5EF4-FFF2-40B4-BE49-F238E27FC236}">
                  <a16:creationId xmlns:a16="http://schemas.microsoft.com/office/drawing/2014/main" id="{262229FB-0E60-4F0F-9C2D-DEF7A42DDB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1738" name="AutoShape 130">
                <a:extLst>
                  <a:ext uri="{FF2B5EF4-FFF2-40B4-BE49-F238E27FC236}">
                    <a16:creationId xmlns:a16="http://schemas.microsoft.com/office/drawing/2014/main" id="{13287F42-B087-40CE-9276-7FCA8B46D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39" name="AutoShape 131">
                <a:extLst>
                  <a:ext uri="{FF2B5EF4-FFF2-40B4-BE49-F238E27FC236}">
                    <a16:creationId xmlns:a16="http://schemas.microsoft.com/office/drawing/2014/main" id="{6C15A920-EF21-4EAF-8260-C319FFA6A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23" name="Freeform 132">
              <a:extLst>
                <a:ext uri="{FF2B5EF4-FFF2-40B4-BE49-F238E27FC236}">
                  <a16:creationId xmlns:a16="http://schemas.microsoft.com/office/drawing/2014/main" id="{D671D97A-C392-4FFF-A375-999C28479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11724" name="Group 133">
              <a:extLst>
                <a:ext uri="{FF2B5EF4-FFF2-40B4-BE49-F238E27FC236}">
                  <a16:creationId xmlns:a16="http://schemas.microsoft.com/office/drawing/2014/main" id="{49330B6D-B8F4-43F5-9845-C82FBCADF6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1736" name="AutoShape 134">
                <a:extLst>
                  <a:ext uri="{FF2B5EF4-FFF2-40B4-BE49-F238E27FC236}">
                    <a16:creationId xmlns:a16="http://schemas.microsoft.com/office/drawing/2014/main" id="{7E1520BF-7ADC-47BD-9173-211BE4B53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37" name="AutoShape 135">
                <a:extLst>
                  <a:ext uri="{FF2B5EF4-FFF2-40B4-BE49-F238E27FC236}">
                    <a16:creationId xmlns:a16="http://schemas.microsoft.com/office/drawing/2014/main" id="{D3AC7A56-765D-4756-9891-3DC3853D9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725" name="Rectangle 136">
              <a:extLst>
                <a:ext uri="{FF2B5EF4-FFF2-40B4-BE49-F238E27FC236}">
                  <a16:creationId xmlns:a16="http://schemas.microsoft.com/office/drawing/2014/main" id="{5D1FEA32-C550-493C-9B1D-DF3B26EEE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26" name="Freeform 137">
              <a:extLst>
                <a:ext uri="{FF2B5EF4-FFF2-40B4-BE49-F238E27FC236}">
                  <a16:creationId xmlns:a16="http://schemas.microsoft.com/office/drawing/2014/main" id="{8344B81E-E9AD-4D73-9AD9-7FB252F2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27" name="Freeform 138">
              <a:extLst>
                <a:ext uri="{FF2B5EF4-FFF2-40B4-BE49-F238E27FC236}">
                  <a16:creationId xmlns:a16="http://schemas.microsoft.com/office/drawing/2014/main" id="{0F12DBC5-9356-45C4-9B89-F01732610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28" name="Oval 139">
              <a:extLst>
                <a:ext uri="{FF2B5EF4-FFF2-40B4-BE49-F238E27FC236}">
                  <a16:creationId xmlns:a16="http://schemas.microsoft.com/office/drawing/2014/main" id="{EFB6702C-CFDD-4FD3-91CE-B665AC145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29" name="Freeform 140">
              <a:extLst>
                <a:ext uri="{FF2B5EF4-FFF2-40B4-BE49-F238E27FC236}">
                  <a16:creationId xmlns:a16="http://schemas.microsoft.com/office/drawing/2014/main" id="{F34E571C-437C-41E6-B262-0012844C0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730" name="AutoShape 141">
              <a:extLst>
                <a:ext uri="{FF2B5EF4-FFF2-40B4-BE49-F238E27FC236}">
                  <a16:creationId xmlns:a16="http://schemas.microsoft.com/office/drawing/2014/main" id="{FF04962A-44AD-4AC7-92F7-D25BF695E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31" name="AutoShape 142">
              <a:extLst>
                <a:ext uri="{FF2B5EF4-FFF2-40B4-BE49-F238E27FC236}">
                  <a16:creationId xmlns:a16="http://schemas.microsoft.com/office/drawing/2014/main" id="{A733D5B0-35B5-4309-BB86-1BF60531D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32" name="Oval 143">
              <a:extLst>
                <a:ext uri="{FF2B5EF4-FFF2-40B4-BE49-F238E27FC236}">
                  <a16:creationId xmlns:a16="http://schemas.microsoft.com/office/drawing/2014/main" id="{FF768FAA-AF5A-45E1-B07D-5B78B2732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33" name="Oval 144">
              <a:extLst>
                <a:ext uri="{FF2B5EF4-FFF2-40B4-BE49-F238E27FC236}">
                  <a16:creationId xmlns:a16="http://schemas.microsoft.com/office/drawing/2014/main" id="{82852EDF-6708-4259-B5F3-78681FB86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734" name="Oval 145">
              <a:extLst>
                <a:ext uri="{FF2B5EF4-FFF2-40B4-BE49-F238E27FC236}">
                  <a16:creationId xmlns:a16="http://schemas.microsoft.com/office/drawing/2014/main" id="{5DB96D5F-2F8A-46C8-8634-461468774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35" name="Rectangle 146">
              <a:extLst>
                <a:ext uri="{FF2B5EF4-FFF2-40B4-BE49-F238E27FC236}">
                  <a16:creationId xmlns:a16="http://schemas.microsoft.com/office/drawing/2014/main" id="{3445F093-6C4D-41C9-A025-594B5B11A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11669" name="Group 147">
            <a:extLst>
              <a:ext uri="{FF2B5EF4-FFF2-40B4-BE49-F238E27FC236}">
                <a16:creationId xmlns:a16="http://schemas.microsoft.com/office/drawing/2014/main" id="{765FDBF7-366B-409D-9792-A20A47188723}"/>
              </a:ext>
            </a:extLst>
          </p:cNvPr>
          <p:cNvGrpSpPr>
            <a:grpSpLocks/>
          </p:cNvGrpSpPr>
          <p:nvPr/>
        </p:nvGrpSpPr>
        <p:grpSpPr bwMode="auto">
          <a:xfrm>
            <a:off x="8002588" y="1700213"/>
            <a:ext cx="352425" cy="660400"/>
            <a:chOff x="4140" y="429"/>
            <a:chExt cx="1425" cy="2396"/>
          </a:xfrm>
        </p:grpSpPr>
        <p:sp>
          <p:nvSpPr>
            <p:cNvPr id="111680" name="Freeform 148">
              <a:extLst>
                <a:ext uri="{FF2B5EF4-FFF2-40B4-BE49-F238E27FC236}">
                  <a16:creationId xmlns:a16="http://schemas.microsoft.com/office/drawing/2014/main" id="{EC1556B8-52EB-4412-AC67-2BC1F592E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681" name="Rectangle 149">
              <a:extLst>
                <a:ext uri="{FF2B5EF4-FFF2-40B4-BE49-F238E27FC236}">
                  <a16:creationId xmlns:a16="http://schemas.microsoft.com/office/drawing/2014/main" id="{8F262246-2385-40E4-B76F-45DC6FB2A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682" name="Freeform 150">
              <a:extLst>
                <a:ext uri="{FF2B5EF4-FFF2-40B4-BE49-F238E27FC236}">
                  <a16:creationId xmlns:a16="http://schemas.microsoft.com/office/drawing/2014/main" id="{3BDEA214-78FE-4BCE-967B-FD4FFB720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683" name="Freeform 151">
              <a:extLst>
                <a:ext uri="{FF2B5EF4-FFF2-40B4-BE49-F238E27FC236}">
                  <a16:creationId xmlns:a16="http://schemas.microsoft.com/office/drawing/2014/main" id="{EAB4724E-B686-43CD-B188-1A3C9C552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684" name="Rectangle 152">
              <a:extLst>
                <a:ext uri="{FF2B5EF4-FFF2-40B4-BE49-F238E27FC236}">
                  <a16:creationId xmlns:a16="http://schemas.microsoft.com/office/drawing/2014/main" id="{D85CDF47-0481-4117-9EC6-94C89095A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685" name="Group 153">
              <a:extLst>
                <a:ext uri="{FF2B5EF4-FFF2-40B4-BE49-F238E27FC236}">
                  <a16:creationId xmlns:a16="http://schemas.microsoft.com/office/drawing/2014/main" id="{CE9133C4-24AC-493A-A20A-058C360F6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1710" name="AutoShape 154">
                <a:extLst>
                  <a:ext uri="{FF2B5EF4-FFF2-40B4-BE49-F238E27FC236}">
                    <a16:creationId xmlns:a16="http://schemas.microsoft.com/office/drawing/2014/main" id="{E99D1BC0-A9B0-45D8-926A-E65A6697C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11" name="AutoShape 155">
                <a:extLst>
                  <a:ext uri="{FF2B5EF4-FFF2-40B4-BE49-F238E27FC236}">
                    <a16:creationId xmlns:a16="http://schemas.microsoft.com/office/drawing/2014/main" id="{834817FA-B43B-43E6-9250-399861FC5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686" name="Rectangle 156">
              <a:extLst>
                <a:ext uri="{FF2B5EF4-FFF2-40B4-BE49-F238E27FC236}">
                  <a16:creationId xmlns:a16="http://schemas.microsoft.com/office/drawing/2014/main" id="{26D4FCCC-3587-4788-979B-886741F4A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687" name="Group 157">
              <a:extLst>
                <a:ext uri="{FF2B5EF4-FFF2-40B4-BE49-F238E27FC236}">
                  <a16:creationId xmlns:a16="http://schemas.microsoft.com/office/drawing/2014/main" id="{FE90CE25-2856-43E1-99ED-94192C4F72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1708" name="AutoShape 158">
                <a:extLst>
                  <a:ext uri="{FF2B5EF4-FFF2-40B4-BE49-F238E27FC236}">
                    <a16:creationId xmlns:a16="http://schemas.microsoft.com/office/drawing/2014/main" id="{A349506A-C870-4E3D-AAB9-81A6A512E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09" name="AutoShape 159">
                <a:extLst>
                  <a:ext uri="{FF2B5EF4-FFF2-40B4-BE49-F238E27FC236}">
                    <a16:creationId xmlns:a16="http://schemas.microsoft.com/office/drawing/2014/main" id="{CDB7C5A5-2E9F-4E94-A84E-19C4147D8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688" name="Rectangle 160">
              <a:extLst>
                <a:ext uri="{FF2B5EF4-FFF2-40B4-BE49-F238E27FC236}">
                  <a16:creationId xmlns:a16="http://schemas.microsoft.com/office/drawing/2014/main" id="{A8338B1D-A9ED-4394-A93C-06771103C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689" name="Rectangle 161">
              <a:extLst>
                <a:ext uri="{FF2B5EF4-FFF2-40B4-BE49-F238E27FC236}">
                  <a16:creationId xmlns:a16="http://schemas.microsoft.com/office/drawing/2014/main" id="{AFF96483-030F-4019-9917-12109EFCA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11690" name="Group 162">
              <a:extLst>
                <a:ext uri="{FF2B5EF4-FFF2-40B4-BE49-F238E27FC236}">
                  <a16:creationId xmlns:a16="http://schemas.microsoft.com/office/drawing/2014/main" id="{75BB30E4-832B-4490-88E2-FCCADD36A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1706" name="AutoShape 163">
                <a:extLst>
                  <a:ext uri="{FF2B5EF4-FFF2-40B4-BE49-F238E27FC236}">
                    <a16:creationId xmlns:a16="http://schemas.microsoft.com/office/drawing/2014/main" id="{F0BFEC56-1FF4-455E-98EF-C989228E0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07" name="AutoShape 164">
                <a:extLst>
                  <a:ext uri="{FF2B5EF4-FFF2-40B4-BE49-F238E27FC236}">
                    <a16:creationId xmlns:a16="http://schemas.microsoft.com/office/drawing/2014/main" id="{CB4EFC57-AF30-449F-A844-2DBB901D4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691" name="Freeform 165">
              <a:extLst>
                <a:ext uri="{FF2B5EF4-FFF2-40B4-BE49-F238E27FC236}">
                  <a16:creationId xmlns:a16="http://schemas.microsoft.com/office/drawing/2014/main" id="{3AB9C921-E00F-4713-9981-106560B30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11692" name="Group 166">
              <a:extLst>
                <a:ext uri="{FF2B5EF4-FFF2-40B4-BE49-F238E27FC236}">
                  <a16:creationId xmlns:a16="http://schemas.microsoft.com/office/drawing/2014/main" id="{63BD55C6-92DE-486C-8B1C-F325961B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1704" name="AutoShape 167">
                <a:extLst>
                  <a:ext uri="{FF2B5EF4-FFF2-40B4-BE49-F238E27FC236}">
                    <a16:creationId xmlns:a16="http://schemas.microsoft.com/office/drawing/2014/main" id="{49244BA8-AAD5-492C-921D-66518D8B6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11705" name="AutoShape 168">
                <a:extLst>
                  <a:ext uri="{FF2B5EF4-FFF2-40B4-BE49-F238E27FC236}">
                    <a16:creationId xmlns:a16="http://schemas.microsoft.com/office/drawing/2014/main" id="{737D2CEF-BF46-436D-9591-C2968D414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11693" name="Rectangle 169">
              <a:extLst>
                <a:ext uri="{FF2B5EF4-FFF2-40B4-BE49-F238E27FC236}">
                  <a16:creationId xmlns:a16="http://schemas.microsoft.com/office/drawing/2014/main" id="{70C26FDA-8022-49E6-88F8-8BF471681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694" name="Freeform 170">
              <a:extLst>
                <a:ext uri="{FF2B5EF4-FFF2-40B4-BE49-F238E27FC236}">
                  <a16:creationId xmlns:a16="http://schemas.microsoft.com/office/drawing/2014/main" id="{1ABE1FE8-5E41-4B3C-A032-DC18FE6FE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695" name="Freeform 171">
              <a:extLst>
                <a:ext uri="{FF2B5EF4-FFF2-40B4-BE49-F238E27FC236}">
                  <a16:creationId xmlns:a16="http://schemas.microsoft.com/office/drawing/2014/main" id="{71494CE0-E660-499C-94A1-C8D25FEC1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696" name="Oval 172">
              <a:extLst>
                <a:ext uri="{FF2B5EF4-FFF2-40B4-BE49-F238E27FC236}">
                  <a16:creationId xmlns:a16="http://schemas.microsoft.com/office/drawing/2014/main" id="{53A6801D-A7FE-4B82-91A7-24BCD5E71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697" name="Freeform 173">
              <a:extLst>
                <a:ext uri="{FF2B5EF4-FFF2-40B4-BE49-F238E27FC236}">
                  <a16:creationId xmlns:a16="http://schemas.microsoft.com/office/drawing/2014/main" id="{30FE7B23-E220-4EAD-BBF5-42534FF04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1698" name="AutoShape 174">
              <a:extLst>
                <a:ext uri="{FF2B5EF4-FFF2-40B4-BE49-F238E27FC236}">
                  <a16:creationId xmlns:a16="http://schemas.microsoft.com/office/drawing/2014/main" id="{A92FBE4F-E8EA-4FF6-A0EF-DA5294A7A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699" name="AutoShape 175">
              <a:extLst>
                <a:ext uri="{FF2B5EF4-FFF2-40B4-BE49-F238E27FC236}">
                  <a16:creationId xmlns:a16="http://schemas.microsoft.com/office/drawing/2014/main" id="{266D7C07-41E6-4EE3-89EB-197F9D1A4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00" name="Oval 176">
              <a:extLst>
                <a:ext uri="{FF2B5EF4-FFF2-40B4-BE49-F238E27FC236}">
                  <a16:creationId xmlns:a16="http://schemas.microsoft.com/office/drawing/2014/main" id="{79A34248-C899-4507-AA6F-A78C4E164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01" name="Oval 177">
              <a:extLst>
                <a:ext uri="{FF2B5EF4-FFF2-40B4-BE49-F238E27FC236}">
                  <a16:creationId xmlns:a16="http://schemas.microsoft.com/office/drawing/2014/main" id="{91A22CCF-67EE-4CF3-BA19-91A536355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702" name="Oval 178">
              <a:extLst>
                <a:ext uri="{FF2B5EF4-FFF2-40B4-BE49-F238E27FC236}">
                  <a16:creationId xmlns:a16="http://schemas.microsoft.com/office/drawing/2014/main" id="{23F8AC4A-A151-45C7-94D5-61CAB8DED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11703" name="Rectangle 179">
              <a:extLst>
                <a:ext uri="{FF2B5EF4-FFF2-40B4-BE49-F238E27FC236}">
                  <a16:creationId xmlns:a16="http://schemas.microsoft.com/office/drawing/2014/main" id="{96C200BF-2694-4933-AA29-FE800018B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11670" name="Group 180">
            <a:extLst>
              <a:ext uri="{FF2B5EF4-FFF2-40B4-BE49-F238E27FC236}">
                <a16:creationId xmlns:a16="http://schemas.microsoft.com/office/drawing/2014/main" id="{79FEB833-78B4-4360-8805-623907B988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1813" y="4489450"/>
            <a:ext cx="803275" cy="771525"/>
            <a:chOff x="-44" y="1473"/>
            <a:chExt cx="981" cy="1105"/>
          </a:xfrm>
        </p:grpSpPr>
        <p:pic>
          <p:nvPicPr>
            <p:cNvPr id="111678" name="Picture 181" descr="desktop_computer_stylized_medium">
              <a:extLst>
                <a:ext uri="{FF2B5EF4-FFF2-40B4-BE49-F238E27FC236}">
                  <a16:creationId xmlns:a16="http://schemas.microsoft.com/office/drawing/2014/main" id="{DEF2E8DA-3987-4FFD-8823-1E5C94FE83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79" name="Freeform 182">
              <a:extLst>
                <a:ext uri="{FF2B5EF4-FFF2-40B4-BE49-F238E27FC236}">
                  <a16:creationId xmlns:a16="http://schemas.microsoft.com/office/drawing/2014/main" id="{5DF04B44-F73F-4556-A58E-A09A3104C2A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11671" name="Group 183">
            <a:extLst>
              <a:ext uri="{FF2B5EF4-FFF2-40B4-BE49-F238E27FC236}">
                <a16:creationId xmlns:a16="http://schemas.microsoft.com/office/drawing/2014/main" id="{693BABD2-AD03-44A6-BAA4-BABD925FF3B2}"/>
              </a:ext>
            </a:extLst>
          </p:cNvPr>
          <p:cNvGrpSpPr>
            <a:grpSpLocks/>
          </p:cNvGrpSpPr>
          <p:nvPr/>
        </p:nvGrpSpPr>
        <p:grpSpPr bwMode="auto">
          <a:xfrm>
            <a:off x="4237038" y="4470400"/>
            <a:ext cx="803275" cy="771525"/>
            <a:chOff x="-44" y="1473"/>
            <a:chExt cx="981" cy="1105"/>
          </a:xfrm>
        </p:grpSpPr>
        <p:pic>
          <p:nvPicPr>
            <p:cNvPr id="111676" name="Picture 184" descr="desktop_computer_stylized_medium">
              <a:extLst>
                <a:ext uri="{FF2B5EF4-FFF2-40B4-BE49-F238E27FC236}">
                  <a16:creationId xmlns:a16="http://schemas.microsoft.com/office/drawing/2014/main" id="{BB35FD44-32E5-4C07-B172-1E5DED555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77" name="Freeform 185">
              <a:extLst>
                <a:ext uri="{FF2B5EF4-FFF2-40B4-BE49-F238E27FC236}">
                  <a16:creationId xmlns:a16="http://schemas.microsoft.com/office/drawing/2014/main" id="{4B970270-354F-4116-89B6-C3F661BE23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11672" name="Group 186">
            <a:extLst>
              <a:ext uri="{FF2B5EF4-FFF2-40B4-BE49-F238E27FC236}">
                <a16:creationId xmlns:a16="http://schemas.microsoft.com/office/drawing/2014/main" id="{A05E7224-6D4D-4AC1-8298-847A53CDD772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4919663"/>
            <a:ext cx="803275" cy="771525"/>
            <a:chOff x="-44" y="1473"/>
            <a:chExt cx="981" cy="1105"/>
          </a:xfrm>
        </p:grpSpPr>
        <p:pic>
          <p:nvPicPr>
            <p:cNvPr id="111674" name="Picture 187" descr="desktop_computer_stylized_medium">
              <a:extLst>
                <a:ext uri="{FF2B5EF4-FFF2-40B4-BE49-F238E27FC236}">
                  <a16:creationId xmlns:a16="http://schemas.microsoft.com/office/drawing/2014/main" id="{BC2B0DD4-BACF-4FA3-938A-98552497EA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75" name="Freeform 188">
              <a:extLst>
                <a:ext uri="{FF2B5EF4-FFF2-40B4-BE49-F238E27FC236}">
                  <a16:creationId xmlns:a16="http://schemas.microsoft.com/office/drawing/2014/main" id="{126C50DF-DCE9-4D7E-A756-CCA89CCDC7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11673" name="Slide Number Placeholder 3">
            <a:extLst>
              <a:ext uri="{FF2B5EF4-FFF2-40B4-BE49-F238E27FC236}">
                <a16:creationId xmlns:a16="http://schemas.microsoft.com/office/drawing/2014/main" id="{0F6E30A4-6B30-4FE7-A68B-76E1D90B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1EDAFDE1-BB83-4FB5-AAF0-700CC9E40BA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2">
            <a:extLst>
              <a:ext uri="{FF2B5EF4-FFF2-40B4-BE49-F238E27FC236}">
                <a16:creationId xmlns:a16="http://schemas.microsoft.com/office/drawing/2014/main" id="{2553233C-4858-4FF1-BC5F-1C8201A6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12643" name="Picture 2" descr="underline_base">
            <a:extLst>
              <a:ext uri="{FF2B5EF4-FFF2-40B4-BE49-F238E27FC236}">
                <a16:creationId xmlns:a16="http://schemas.microsoft.com/office/drawing/2014/main" id="{DE570141-8257-4245-AF61-C63E38AE864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4" name="Rectangle 2">
            <a:extLst>
              <a:ext uri="{FF2B5EF4-FFF2-40B4-BE49-F238E27FC236}">
                <a16:creationId xmlns:a16="http://schemas.microsoft.com/office/drawing/2014/main" id="{1D2C930C-7739-48AE-A995-0992FCBCD4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112645" name="Rectangle 3">
            <a:extLst>
              <a:ext uri="{FF2B5EF4-FFF2-40B4-BE49-F238E27FC236}">
                <a16:creationId xmlns:a16="http://schemas.microsoft.com/office/drawing/2014/main" id="{FA3BAA89-07F1-422F-ACD2-9F1E45E3F2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000099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1.2</a:t>
            </a:r>
            <a:r>
              <a:rPr lang="en-US" altLang="zh-TW" sz="2800">
                <a:ea typeface="新細明體" panose="02020500000000000000" pitchFamily="18" charset="-120"/>
              </a:rPr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1.3 </a:t>
            </a:r>
            <a:r>
              <a:rPr lang="en-US" altLang="zh-TW" sz="2800">
                <a:ea typeface="新細明體" panose="02020500000000000000" pitchFamily="18" charset="-120"/>
              </a:rPr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switching, circuit switching, network structure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1.4 </a:t>
            </a:r>
            <a:r>
              <a:rPr lang="en-US" altLang="zh-TW" sz="2800">
                <a:ea typeface="新細明體" panose="02020500000000000000" pitchFamily="18" charset="-120"/>
              </a:rPr>
              <a:t>delay, loss, throughput in networks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1.5 protocol layers, service models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1.6</a:t>
            </a:r>
            <a:r>
              <a:rPr lang="en-US" altLang="zh-TW" sz="2800">
                <a:ea typeface="新細明體" panose="02020500000000000000" pitchFamily="18" charset="-120"/>
              </a:rPr>
              <a:t> networks under attack: security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1.7</a:t>
            </a:r>
            <a:r>
              <a:rPr lang="en-US" altLang="zh-TW" sz="2800">
                <a:ea typeface="新細明體" panose="02020500000000000000" pitchFamily="18" charset="-120"/>
              </a:rPr>
              <a:t> history</a:t>
            </a:r>
          </a:p>
          <a:p>
            <a:pPr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12646" name="Slide Number Placeholder 3">
            <a:extLst>
              <a:ext uri="{FF2B5EF4-FFF2-40B4-BE49-F238E27FC236}">
                <a16:creationId xmlns:a16="http://schemas.microsoft.com/office/drawing/2014/main" id="{4E00B124-13D8-43ED-96A2-BC0267C9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87F0036D-6734-4374-819A-FD076E6F758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2">
            <a:extLst>
              <a:ext uri="{FF2B5EF4-FFF2-40B4-BE49-F238E27FC236}">
                <a16:creationId xmlns:a16="http://schemas.microsoft.com/office/drawing/2014/main" id="{2F33B13A-1259-49C9-83D7-71EF4498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14691" name="Picture 9" descr="underline_base">
            <a:extLst>
              <a:ext uri="{FF2B5EF4-FFF2-40B4-BE49-F238E27FC236}">
                <a16:creationId xmlns:a16="http://schemas.microsoft.com/office/drawing/2014/main" id="{031B6E72-F149-4AEB-9BAA-708C4D3F976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66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2" name="Rectangle 2">
            <a:extLst>
              <a:ext uri="{FF2B5EF4-FFF2-40B4-BE49-F238E27FC236}">
                <a16:creationId xmlns:a16="http://schemas.microsoft.com/office/drawing/2014/main" id="{8CA2F7C8-96CE-44F6-85CB-4F7EE59C44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Protocol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layers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14693" name="Rectangle 3">
            <a:extLst>
              <a:ext uri="{FF2B5EF4-FFF2-40B4-BE49-F238E27FC236}">
                <a16:creationId xmlns:a16="http://schemas.microsoft.com/office/drawing/2014/main" id="{08E9A240-07C4-46D5-955B-392E35D22AA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Networks are complex,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with many </a:t>
            </a:r>
            <a:r>
              <a:rPr lang="ja-JP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pieces</a:t>
            </a:r>
            <a:r>
              <a:rPr lang="ja-JP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hosts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routers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links of various media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applications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protocols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hardware, software</a:t>
            </a:r>
          </a:p>
        </p:txBody>
      </p:sp>
      <p:sp>
        <p:nvSpPr>
          <p:cNvPr id="114694" name="Rectangle 4">
            <a:extLst>
              <a:ext uri="{FF2B5EF4-FFF2-40B4-BE49-F238E27FC236}">
                <a16:creationId xmlns:a16="http://schemas.microsoft.com/office/drawing/2014/main" id="{04041C1A-3E62-4C69-A61F-8A724A99B0A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52950" y="2266950"/>
            <a:ext cx="4057650" cy="2619375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Question:</a:t>
            </a:r>
            <a:r>
              <a:rPr lang="en-US" altLang="zh-TW" sz="2400" u="sng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is there any hope of </a:t>
            </a:r>
            <a:r>
              <a:rPr lang="en-US" altLang="zh-TW" i="1" dirty="0">
                <a:ea typeface="ＭＳ Ｐゴシック" panose="020B0600070205080204" pitchFamily="34" charset="-128"/>
              </a:rPr>
              <a:t>organizing</a:t>
            </a:r>
            <a:r>
              <a:rPr lang="en-US" altLang="zh-TW" dirty="0">
                <a:ea typeface="ＭＳ Ｐゴシック" panose="020B0600070205080204" pitchFamily="34" charset="-128"/>
              </a:rPr>
              <a:t> structure of network?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…. or at least our discussion of networks?</a:t>
            </a:r>
          </a:p>
        </p:txBody>
      </p:sp>
      <p:sp>
        <p:nvSpPr>
          <p:cNvPr id="114695" name="Slide Number Placeholder 3">
            <a:extLst>
              <a:ext uri="{FF2B5EF4-FFF2-40B4-BE49-F238E27FC236}">
                <a16:creationId xmlns:a16="http://schemas.microsoft.com/office/drawing/2014/main" id="{E4C36DA4-31F3-4D9C-B2FE-57D90E82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B3FD4C76-F619-446B-88DC-70B17D55B95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4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4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oter Placeholder 2">
            <a:extLst>
              <a:ext uri="{FF2B5EF4-FFF2-40B4-BE49-F238E27FC236}">
                <a16:creationId xmlns:a16="http://schemas.microsoft.com/office/drawing/2014/main" id="{1E5B3214-D8AF-416D-A925-86A1313C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16739" name="Picture 14" descr="underline_base">
            <a:extLst>
              <a:ext uri="{FF2B5EF4-FFF2-40B4-BE49-F238E27FC236}">
                <a16:creationId xmlns:a16="http://schemas.microsoft.com/office/drawing/2014/main" id="{4FBB42D7-9739-49B3-BDC8-0B96F3B9D27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92868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0" name="Rectangle 2">
            <a:extLst>
              <a:ext uri="{FF2B5EF4-FFF2-40B4-BE49-F238E27FC236}">
                <a16:creationId xmlns:a16="http://schemas.microsoft.com/office/drawing/2014/main" id="{CAFED14C-6A58-417F-A540-6E5BED0E893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428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Organization of air travel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16741" name="Rectangle 3">
            <a:extLst>
              <a:ext uri="{FF2B5EF4-FFF2-40B4-BE49-F238E27FC236}">
                <a16:creationId xmlns:a16="http://schemas.microsoft.com/office/drawing/2014/main" id="{A7865B4D-E730-497A-A0CB-8230E8061D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5489575"/>
            <a:ext cx="7772400" cy="54292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a series of steps</a:t>
            </a:r>
          </a:p>
        </p:txBody>
      </p:sp>
      <p:grpSp>
        <p:nvGrpSpPr>
          <p:cNvPr id="116742" name="Group 4">
            <a:extLst>
              <a:ext uri="{FF2B5EF4-FFF2-40B4-BE49-F238E27FC236}">
                <a16:creationId xmlns:a16="http://schemas.microsoft.com/office/drawing/2014/main" id="{A1A4A860-2A78-4303-B2DA-3CB0D61E9B21}"/>
              </a:ext>
            </a:extLst>
          </p:cNvPr>
          <p:cNvGrpSpPr>
            <a:grpSpLocks/>
          </p:cNvGrpSpPr>
          <p:nvPr/>
        </p:nvGrpSpPr>
        <p:grpSpPr bwMode="auto">
          <a:xfrm>
            <a:off x="1111250" y="1587500"/>
            <a:ext cx="6508750" cy="3294063"/>
            <a:chOff x="700" y="1000"/>
            <a:chExt cx="4100" cy="2075"/>
          </a:xfrm>
        </p:grpSpPr>
        <p:sp>
          <p:nvSpPr>
            <p:cNvPr id="116744" name="Text Box 5">
              <a:extLst>
                <a:ext uri="{FF2B5EF4-FFF2-40B4-BE49-F238E27FC236}">
                  <a16:creationId xmlns:a16="http://schemas.microsoft.com/office/drawing/2014/main" id="{C66309B3-21CB-4127-B6DE-D6ED97BC8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ticket (purchase)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baggage (check)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gates (load)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runway takeoff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airplane routing</a:t>
              </a:r>
            </a:p>
          </p:txBody>
        </p:sp>
        <p:sp>
          <p:nvSpPr>
            <p:cNvPr id="116745" name="Text Box 6">
              <a:extLst>
                <a:ext uri="{FF2B5EF4-FFF2-40B4-BE49-F238E27FC236}">
                  <a16:creationId xmlns:a16="http://schemas.microsoft.com/office/drawing/2014/main" id="{94190386-98EA-4A01-9BB7-2DD1639D1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ticket (complain)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baggage (claim)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gates (unload)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runway landing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000">
                <a:solidFill>
                  <a:srgbClr val="000099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airplane routing</a:t>
              </a:r>
            </a:p>
          </p:txBody>
        </p:sp>
        <p:sp>
          <p:nvSpPr>
            <p:cNvPr id="116746" name="Text Box 7">
              <a:extLst>
                <a:ext uri="{FF2B5EF4-FFF2-40B4-BE49-F238E27FC236}">
                  <a16:creationId xmlns:a16="http://schemas.microsoft.com/office/drawing/2014/main" id="{85815D08-E560-4A3C-AABE-249078FA3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Arial" panose="020B0604020202020204" pitchFamily="34" charset="0"/>
                </a:rPr>
                <a:t>airplane routing</a:t>
              </a:r>
            </a:p>
          </p:txBody>
        </p:sp>
        <p:sp>
          <p:nvSpPr>
            <p:cNvPr id="116747" name="Freeform 8">
              <a:extLst>
                <a:ext uri="{FF2B5EF4-FFF2-40B4-BE49-F238E27FC236}">
                  <a16:creationId xmlns:a16="http://schemas.microsoft.com/office/drawing/2014/main" id="{8FAAF89E-44C5-44AB-9F43-DE3DE3534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sp>
        <p:nvSpPr>
          <p:cNvPr id="116743" name="Slide Number Placeholder 3">
            <a:extLst>
              <a:ext uri="{FF2B5EF4-FFF2-40B4-BE49-F238E27FC236}">
                <a16:creationId xmlns:a16="http://schemas.microsoft.com/office/drawing/2014/main" id="{1DDE0FD1-9BED-4E06-A10F-35E83745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580FE863-CC6C-436A-8B69-155D3C0079D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2">
            <a:extLst>
              <a:ext uri="{FF2B5EF4-FFF2-40B4-BE49-F238E27FC236}">
                <a16:creationId xmlns:a16="http://schemas.microsoft.com/office/drawing/2014/main" id="{8979C568-1A56-43D4-8D1C-7347F59B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18787" name="Picture 45" descr="underline_base">
            <a:extLst>
              <a:ext uri="{FF2B5EF4-FFF2-40B4-BE49-F238E27FC236}">
                <a16:creationId xmlns:a16="http://schemas.microsoft.com/office/drawing/2014/main" id="{191D5581-0ADC-4144-9850-D3C7D8208E7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819150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8788" name="Group 38">
            <a:extLst>
              <a:ext uri="{FF2B5EF4-FFF2-40B4-BE49-F238E27FC236}">
                <a16:creationId xmlns:a16="http://schemas.microsoft.com/office/drawing/2014/main" id="{CAB73D38-F92F-404D-8FEA-180444D5104A}"/>
              </a:ext>
            </a:extLst>
          </p:cNvPr>
          <p:cNvGrpSpPr>
            <a:grpSpLocks/>
          </p:cNvGrpSpPr>
          <p:nvPr/>
        </p:nvGrpSpPr>
        <p:grpSpPr bwMode="auto">
          <a:xfrm>
            <a:off x="434975" y="1314450"/>
            <a:ext cx="8418513" cy="2835275"/>
            <a:chOff x="258" y="1214"/>
            <a:chExt cx="5303" cy="1786"/>
          </a:xfrm>
        </p:grpSpPr>
        <p:sp>
          <p:nvSpPr>
            <p:cNvPr id="118792" name="Rectangle 2">
              <a:extLst>
                <a:ext uri="{FF2B5EF4-FFF2-40B4-BE49-F238E27FC236}">
                  <a16:creationId xmlns:a16="http://schemas.microsoft.com/office/drawing/2014/main" id="{1C7493BA-BDF5-43DC-A8AD-990B1147A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793" name="Text Box 3">
              <a:extLst>
                <a:ext uri="{FF2B5EF4-FFF2-40B4-BE49-F238E27FC236}">
                  <a16:creationId xmlns:a16="http://schemas.microsoft.com/office/drawing/2014/main" id="{5174897A-8429-446D-A8C2-B8F13107D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ticket (purchase)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baggage (check)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gates (load)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runway (takeoff)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airplane routing</a:t>
              </a:r>
            </a:p>
          </p:txBody>
        </p:sp>
        <p:sp>
          <p:nvSpPr>
            <p:cNvPr id="118794" name="Line 4">
              <a:extLst>
                <a:ext uri="{FF2B5EF4-FFF2-40B4-BE49-F238E27FC236}">
                  <a16:creationId xmlns:a16="http://schemas.microsoft.com/office/drawing/2014/main" id="{7A6CB665-09E4-4902-B4AF-5E0B01FCB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795" name="Line 5">
              <a:extLst>
                <a:ext uri="{FF2B5EF4-FFF2-40B4-BE49-F238E27FC236}">
                  <a16:creationId xmlns:a16="http://schemas.microsoft.com/office/drawing/2014/main" id="{5BE4E995-954F-4362-91EB-EDB0987BA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796" name="Line 6">
              <a:extLst>
                <a:ext uri="{FF2B5EF4-FFF2-40B4-BE49-F238E27FC236}">
                  <a16:creationId xmlns:a16="http://schemas.microsoft.com/office/drawing/2014/main" id="{B9062CBD-63BB-4960-841A-01E8B10B3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797" name="Line 7">
              <a:extLst>
                <a:ext uri="{FF2B5EF4-FFF2-40B4-BE49-F238E27FC236}">
                  <a16:creationId xmlns:a16="http://schemas.microsoft.com/office/drawing/2014/main" id="{DCB93D04-4274-46CF-8A46-D8CDCC136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798" name="Text Box 8">
              <a:extLst>
                <a:ext uri="{FF2B5EF4-FFF2-40B4-BE49-F238E27FC236}">
                  <a16:creationId xmlns:a16="http://schemas.microsoft.com/office/drawing/2014/main" id="{8FBA4276-3F3A-461F-8437-752A14E98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departure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airport</a:t>
              </a:r>
            </a:p>
          </p:txBody>
        </p:sp>
        <p:sp>
          <p:nvSpPr>
            <p:cNvPr id="118799" name="Text Box 9">
              <a:extLst>
                <a:ext uri="{FF2B5EF4-FFF2-40B4-BE49-F238E27FC236}">
                  <a16:creationId xmlns:a16="http://schemas.microsoft.com/office/drawing/2014/main" id="{391FF784-EA13-4C0B-8DC2-C052A573B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arrival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airport</a:t>
              </a:r>
            </a:p>
          </p:txBody>
        </p:sp>
        <p:sp>
          <p:nvSpPr>
            <p:cNvPr id="118800" name="Text Box 10">
              <a:extLst>
                <a:ext uri="{FF2B5EF4-FFF2-40B4-BE49-F238E27FC236}">
                  <a16:creationId xmlns:a16="http://schemas.microsoft.com/office/drawing/2014/main" id="{94AAE6AD-9981-4743-A634-AA0826225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intermediate air-traffic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control centers</a:t>
              </a:r>
            </a:p>
          </p:txBody>
        </p:sp>
        <p:pic>
          <p:nvPicPr>
            <p:cNvPr id="118801" name="Picture 11" descr="yylgaifm[1]">
              <a:extLst>
                <a:ext uri="{FF2B5EF4-FFF2-40B4-BE49-F238E27FC236}">
                  <a16:creationId xmlns:a16="http://schemas.microsoft.com/office/drawing/2014/main" id="{B3A46C17-FC81-4E68-9831-6E95FA5081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802" name="Line 12">
              <a:extLst>
                <a:ext uri="{FF2B5EF4-FFF2-40B4-BE49-F238E27FC236}">
                  <a16:creationId xmlns:a16="http://schemas.microsoft.com/office/drawing/2014/main" id="{DA69CE3F-B021-4412-954A-BBEC207CC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803" name="Line 13">
              <a:extLst>
                <a:ext uri="{FF2B5EF4-FFF2-40B4-BE49-F238E27FC236}">
                  <a16:creationId xmlns:a16="http://schemas.microsoft.com/office/drawing/2014/main" id="{A1CBBAE2-94CB-4D6C-9D9B-9AFD462D9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804" name="Line 14">
              <a:extLst>
                <a:ext uri="{FF2B5EF4-FFF2-40B4-BE49-F238E27FC236}">
                  <a16:creationId xmlns:a16="http://schemas.microsoft.com/office/drawing/2014/main" id="{10EC95AF-70E2-45F4-9EDC-B2A292B04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18805" name="Group 15">
              <a:extLst>
                <a:ext uri="{FF2B5EF4-FFF2-40B4-BE49-F238E27FC236}">
                  <a16:creationId xmlns:a16="http://schemas.microsoft.com/office/drawing/2014/main" id="{967461A4-0CB0-4B05-A213-2E85384EBE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118825" name="Rectangle 16">
                <a:extLst>
                  <a:ext uri="{FF2B5EF4-FFF2-40B4-BE49-F238E27FC236}">
                    <a16:creationId xmlns:a16="http://schemas.microsoft.com/office/drawing/2014/main" id="{4503A116-4EA3-4A1A-9716-CF4589612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826" name="Text Box 17">
                <a:extLst>
                  <a:ext uri="{FF2B5EF4-FFF2-40B4-BE49-F238E27FC236}">
                    <a16:creationId xmlns:a16="http://schemas.microsoft.com/office/drawing/2014/main" id="{3056A7BF-DED7-47D1-B749-5D93B0415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Arial" panose="020B0604020202020204" pitchFamily="34" charset="0"/>
                  </a:rPr>
                  <a:t>airplane routing</a:t>
                </a:r>
              </a:p>
            </p:txBody>
          </p:sp>
        </p:grpSp>
        <p:grpSp>
          <p:nvGrpSpPr>
            <p:cNvPr id="118806" name="Group 18">
              <a:extLst>
                <a:ext uri="{FF2B5EF4-FFF2-40B4-BE49-F238E27FC236}">
                  <a16:creationId xmlns:a16="http://schemas.microsoft.com/office/drawing/2014/main" id="{09E9BE09-8AD6-4BA4-8980-B543F4663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118823" name="Rectangle 19">
                <a:extLst>
                  <a:ext uri="{FF2B5EF4-FFF2-40B4-BE49-F238E27FC236}">
                    <a16:creationId xmlns:a16="http://schemas.microsoft.com/office/drawing/2014/main" id="{4F08C138-1046-4F73-8C52-0A06A652E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824" name="Text Box 20">
                <a:extLst>
                  <a:ext uri="{FF2B5EF4-FFF2-40B4-BE49-F238E27FC236}">
                    <a16:creationId xmlns:a16="http://schemas.microsoft.com/office/drawing/2014/main" id="{A79E6CB1-44E4-424C-8BF7-A8A8655CA2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latin typeface="Arial" panose="020B0604020202020204" pitchFamily="34" charset="0"/>
                  </a:rPr>
                  <a:t>airplane routing</a:t>
                </a:r>
              </a:p>
            </p:txBody>
          </p:sp>
        </p:grpSp>
        <p:sp>
          <p:nvSpPr>
            <p:cNvPr id="118807" name="Rectangle 21">
              <a:extLst>
                <a:ext uri="{FF2B5EF4-FFF2-40B4-BE49-F238E27FC236}">
                  <a16:creationId xmlns:a16="http://schemas.microsoft.com/office/drawing/2014/main" id="{7FB271A2-C414-4C35-B72C-411921239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808" name="Text Box 22">
              <a:extLst>
                <a:ext uri="{FF2B5EF4-FFF2-40B4-BE49-F238E27FC236}">
                  <a16:creationId xmlns:a16="http://schemas.microsoft.com/office/drawing/2014/main" id="{DDA99AF7-2180-4D2C-AFDD-DDDD6D0DC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ticket (complain)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baggage (claim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gates (unload)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runway (land)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400">
                <a:latin typeface="Arial" panose="020B060402020202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airplane routing</a:t>
              </a:r>
            </a:p>
          </p:txBody>
        </p:sp>
        <p:sp>
          <p:nvSpPr>
            <p:cNvPr id="118809" name="Line 23">
              <a:extLst>
                <a:ext uri="{FF2B5EF4-FFF2-40B4-BE49-F238E27FC236}">
                  <a16:creationId xmlns:a16="http://schemas.microsoft.com/office/drawing/2014/main" id="{67DC38AA-EB3E-43B3-BB67-E9D56C689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810" name="Line 24">
              <a:extLst>
                <a:ext uri="{FF2B5EF4-FFF2-40B4-BE49-F238E27FC236}">
                  <a16:creationId xmlns:a16="http://schemas.microsoft.com/office/drawing/2014/main" id="{3D35E8D6-C3F3-456B-A702-8E56E58D5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811" name="Line 25">
              <a:extLst>
                <a:ext uri="{FF2B5EF4-FFF2-40B4-BE49-F238E27FC236}">
                  <a16:creationId xmlns:a16="http://schemas.microsoft.com/office/drawing/2014/main" id="{C74698AF-6B4C-4F22-B6E7-867495AD4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812" name="Line 26">
              <a:extLst>
                <a:ext uri="{FF2B5EF4-FFF2-40B4-BE49-F238E27FC236}">
                  <a16:creationId xmlns:a16="http://schemas.microsoft.com/office/drawing/2014/main" id="{5A257183-9B33-4A86-AF8E-EE71B4C59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8813" name="Rectangle 27">
              <a:extLst>
                <a:ext uri="{FF2B5EF4-FFF2-40B4-BE49-F238E27FC236}">
                  <a16:creationId xmlns:a16="http://schemas.microsoft.com/office/drawing/2014/main" id="{CD963770-030C-485C-AD69-A9FB3EA0C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814" name="Rectangle 28">
              <a:extLst>
                <a:ext uri="{FF2B5EF4-FFF2-40B4-BE49-F238E27FC236}">
                  <a16:creationId xmlns:a16="http://schemas.microsoft.com/office/drawing/2014/main" id="{0CFD4166-873E-4454-94F2-BAD3409CE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815" name="Rectangle 29">
              <a:extLst>
                <a:ext uri="{FF2B5EF4-FFF2-40B4-BE49-F238E27FC236}">
                  <a16:creationId xmlns:a16="http://schemas.microsoft.com/office/drawing/2014/main" id="{76254EB6-9DE1-4513-A4E5-F35000C8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816" name="Rectangle 30">
              <a:extLst>
                <a:ext uri="{FF2B5EF4-FFF2-40B4-BE49-F238E27FC236}">
                  <a16:creationId xmlns:a16="http://schemas.microsoft.com/office/drawing/2014/main" id="{2B2A5099-D444-48C9-B4DD-FBA345618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817" name="Rectangle 31">
              <a:extLst>
                <a:ext uri="{FF2B5EF4-FFF2-40B4-BE49-F238E27FC236}">
                  <a16:creationId xmlns:a16="http://schemas.microsoft.com/office/drawing/2014/main" id="{3D2ABBBF-738E-4F65-8747-60230CAF0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18818" name="Text Box 32">
              <a:extLst>
                <a:ext uri="{FF2B5EF4-FFF2-40B4-BE49-F238E27FC236}">
                  <a16:creationId xmlns:a16="http://schemas.microsoft.com/office/drawing/2014/main" id="{BEBE8669-F31C-4078-9508-929199749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ticket</a:t>
              </a:r>
            </a:p>
          </p:txBody>
        </p:sp>
        <p:sp>
          <p:nvSpPr>
            <p:cNvPr id="118819" name="Text Box 33">
              <a:extLst>
                <a:ext uri="{FF2B5EF4-FFF2-40B4-BE49-F238E27FC236}">
                  <a16:creationId xmlns:a16="http://schemas.microsoft.com/office/drawing/2014/main" id="{A193E244-ECB5-4BEE-B0E6-3A250A9E6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baggage</a:t>
              </a:r>
            </a:p>
          </p:txBody>
        </p:sp>
        <p:sp>
          <p:nvSpPr>
            <p:cNvPr id="118820" name="Text Box 34">
              <a:extLst>
                <a:ext uri="{FF2B5EF4-FFF2-40B4-BE49-F238E27FC236}">
                  <a16:creationId xmlns:a16="http://schemas.microsoft.com/office/drawing/2014/main" id="{1DE0EBAB-3058-4BFC-980F-D6111B10C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gate</a:t>
              </a:r>
            </a:p>
          </p:txBody>
        </p:sp>
        <p:sp>
          <p:nvSpPr>
            <p:cNvPr id="118821" name="Text Box 35">
              <a:extLst>
                <a:ext uri="{FF2B5EF4-FFF2-40B4-BE49-F238E27FC236}">
                  <a16:creationId xmlns:a16="http://schemas.microsoft.com/office/drawing/2014/main" id="{50D7EAA9-47D1-4E85-93AD-8EE696E74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takeoff/landing</a:t>
              </a:r>
            </a:p>
          </p:txBody>
        </p:sp>
        <p:sp>
          <p:nvSpPr>
            <p:cNvPr id="118822" name="Text Box 36">
              <a:extLst>
                <a:ext uri="{FF2B5EF4-FFF2-40B4-BE49-F238E27FC236}">
                  <a16:creationId xmlns:a16="http://schemas.microsoft.com/office/drawing/2014/main" id="{7E137543-C131-40D9-BB70-3B1A5D32E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200">
                  <a:latin typeface="Arial" panose="020B0604020202020204" pitchFamily="34" charset="0"/>
                </a:rPr>
                <a:t>airplane routing</a:t>
              </a:r>
            </a:p>
          </p:txBody>
        </p:sp>
      </p:grpSp>
      <p:sp>
        <p:nvSpPr>
          <p:cNvPr id="118789" name="Rectangle 39">
            <a:extLst>
              <a:ext uri="{FF2B5EF4-FFF2-40B4-BE49-F238E27FC236}">
                <a16:creationId xmlns:a16="http://schemas.microsoft.com/office/drawing/2014/main" id="{B86275AB-2EC3-4E04-9337-8641FE6C83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9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Layering of airline functionality</a:t>
            </a:r>
          </a:p>
        </p:txBody>
      </p:sp>
      <p:sp>
        <p:nvSpPr>
          <p:cNvPr id="118790" name="Rectangle 40">
            <a:extLst>
              <a:ext uri="{FF2B5EF4-FFF2-40B4-BE49-F238E27FC236}">
                <a16:creationId xmlns:a16="http://schemas.microsoft.com/office/drawing/2014/main" id="{CF46E7E1-CD49-43D1-BD2E-DD20AEAEB5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4441825"/>
            <a:ext cx="7613650" cy="17637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layers: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each layer implements a service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via its </a:t>
            </a:r>
            <a:r>
              <a:rPr lang="en-US" altLang="zh-TW" sz="2800" dirty="0">
                <a:solidFill>
                  <a:srgbClr val="0070C0"/>
                </a:solidFill>
                <a:ea typeface="新細明體" panose="02020500000000000000" pitchFamily="18" charset="-120"/>
              </a:rPr>
              <a:t>own internal-layer actions</a:t>
            </a:r>
          </a:p>
          <a:p>
            <a:pPr lvl="1" eaLnBrk="1" hangingPunct="1"/>
            <a:r>
              <a:rPr lang="en-US" altLang="zh-TW" sz="2800" dirty="0">
                <a:ea typeface="新細明體" panose="02020500000000000000" pitchFamily="18" charset="-120"/>
              </a:rPr>
              <a:t>relying on services provided by </a:t>
            </a:r>
            <a:r>
              <a:rPr lang="en-US" altLang="zh-TW" sz="2800" dirty="0">
                <a:solidFill>
                  <a:srgbClr val="0070C0"/>
                </a:solidFill>
                <a:ea typeface="新細明體" panose="02020500000000000000" pitchFamily="18" charset="-120"/>
              </a:rPr>
              <a:t>layer below</a:t>
            </a:r>
          </a:p>
          <a:p>
            <a:pPr lvl="2" eaLnBrk="1" hangingPunct="1"/>
            <a:r>
              <a:rPr lang="en-US" altLang="zh-TW" dirty="0">
                <a:ea typeface="新細明體" panose="02020500000000000000" pitchFamily="18" charset="-120"/>
              </a:rPr>
              <a:t>E.g., At the ticketing layer and below: airline-counter-to-airline-counter transfer of a person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18791" name="Slide Number Placeholder 3">
            <a:extLst>
              <a:ext uri="{FF2B5EF4-FFF2-40B4-BE49-F238E27FC236}">
                <a16:creationId xmlns:a16="http://schemas.microsoft.com/office/drawing/2014/main" id="{A5324633-8B2C-4383-A2CD-B98363BF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5BCFA4CF-2BB8-4B5E-BC00-62B6B235AA4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Footer Placeholder 2">
            <a:extLst>
              <a:ext uri="{FF2B5EF4-FFF2-40B4-BE49-F238E27FC236}">
                <a16:creationId xmlns:a16="http://schemas.microsoft.com/office/drawing/2014/main" id="{2CE9AFD8-E00C-4C18-811A-CCB280F7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0835" name="Picture 9" descr="underline_base">
            <a:extLst>
              <a:ext uri="{FF2B5EF4-FFF2-40B4-BE49-F238E27FC236}">
                <a16:creationId xmlns:a16="http://schemas.microsoft.com/office/drawing/2014/main" id="{2C6B6012-9BFA-4FE8-A23B-7A2BFB7D26B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223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6" name="Rectangle 2">
            <a:extLst>
              <a:ext uri="{FF2B5EF4-FFF2-40B4-BE49-F238E27FC236}">
                <a16:creationId xmlns:a16="http://schemas.microsoft.com/office/drawing/2014/main" id="{11D0CF98-FEA3-4FE7-AD82-471A1BCEBF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Why layering?</a:t>
            </a:r>
          </a:p>
        </p:txBody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43C354F5-2698-47C8-9EAB-989ADE5A44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46100" y="1435100"/>
            <a:ext cx="7772400" cy="4648200"/>
          </a:xfrm>
        </p:spPr>
        <p:txBody>
          <a:bodyPr/>
          <a:lstStyle/>
          <a:p>
            <a:pPr eaLnBrk="1" hangingPunct="1">
              <a:buSzPct val="75000"/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Dealing with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complex systems</a:t>
            </a:r>
            <a:r>
              <a:rPr lang="en-US" altLang="zh-TW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buSzPct val="75000"/>
            </a:pP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modularization</a:t>
            </a:r>
            <a:r>
              <a:rPr lang="en-US" altLang="zh-TW">
                <a:ea typeface="ＭＳ Ｐゴシック" panose="020B0600070205080204" pitchFamily="34" charset="-128"/>
              </a:rPr>
              <a:t> eases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maintenance</a:t>
            </a:r>
            <a:r>
              <a:rPr lang="en-US" altLang="zh-TW">
                <a:ea typeface="ＭＳ Ｐゴシック" panose="020B0600070205080204" pitchFamily="34" charset="-128"/>
              </a:rPr>
              <a:t> and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updating</a:t>
            </a:r>
            <a:r>
              <a:rPr lang="en-US" altLang="zh-TW">
                <a:ea typeface="ＭＳ Ｐゴシック" panose="020B0600070205080204" pitchFamily="34" charset="-128"/>
              </a:rPr>
              <a:t> of system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change of implementation of layer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service transparent to rest of system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e.g., change in gate procedure doesn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t affect rest of system</a:t>
            </a:r>
          </a:p>
          <a:p>
            <a:pPr eaLnBrk="1" hangingPunct="1"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explicit structure allows </a:t>
            </a: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identification of relationship</a:t>
            </a:r>
            <a:r>
              <a:rPr lang="en-US" altLang="zh-TW">
                <a:ea typeface="ＭＳ Ｐゴシック" panose="020B0600070205080204" pitchFamily="34" charset="-128"/>
              </a:rPr>
              <a:t> among complex system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pieces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layered </a:t>
            </a:r>
            <a:r>
              <a:rPr lang="en-US" altLang="zh-TW" i="1">
                <a:ea typeface="新細明體" panose="02020500000000000000" pitchFamily="18" charset="-120"/>
              </a:rPr>
              <a:t>reference model</a:t>
            </a:r>
            <a:r>
              <a:rPr lang="en-US" altLang="zh-TW">
                <a:ea typeface="新細明體" panose="02020500000000000000" pitchFamily="18" charset="-120"/>
              </a:rPr>
              <a:t> for discussion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ja-JP">
              <a:ea typeface="ＭＳ Ｐゴシック" panose="020B0600070205080204" pitchFamily="34" charset="-128"/>
            </a:endParaRPr>
          </a:p>
        </p:txBody>
      </p:sp>
      <p:sp>
        <p:nvSpPr>
          <p:cNvPr id="120838" name="Slide Number Placeholder 3">
            <a:extLst>
              <a:ext uri="{FF2B5EF4-FFF2-40B4-BE49-F238E27FC236}">
                <a16:creationId xmlns:a16="http://schemas.microsoft.com/office/drawing/2014/main" id="{C4F7EA84-B8A1-4617-A360-328E51C1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184BC925-725A-4945-8615-B533B1C19CB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ooter Placeholder 2">
            <a:extLst>
              <a:ext uri="{FF2B5EF4-FFF2-40B4-BE49-F238E27FC236}">
                <a16:creationId xmlns:a16="http://schemas.microsoft.com/office/drawing/2014/main" id="{EF2A90A4-498D-492E-A98A-01D67600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2883" name="Picture 16" descr="underline_base">
            <a:extLst>
              <a:ext uri="{FF2B5EF4-FFF2-40B4-BE49-F238E27FC236}">
                <a16:creationId xmlns:a16="http://schemas.microsoft.com/office/drawing/2014/main" id="{B57342CC-1FD1-4283-8F4C-23B56A88882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7312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4" name="Rectangle 2">
            <a:extLst>
              <a:ext uri="{FF2B5EF4-FFF2-40B4-BE49-F238E27FC236}">
                <a16:creationId xmlns:a16="http://schemas.microsoft.com/office/drawing/2014/main" id="{37EC2788-7309-4DBE-ADAC-D5EB174F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93B113EF-2855-4C43-890A-D69B0BB7BB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33388" y="114300"/>
            <a:ext cx="7772400" cy="10287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Internet protocol stack</a:t>
            </a:r>
          </a:p>
        </p:txBody>
      </p:sp>
      <p:sp>
        <p:nvSpPr>
          <p:cNvPr id="122886" name="Rectangle 4">
            <a:extLst>
              <a:ext uri="{FF2B5EF4-FFF2-40B4-BE49-F238E27FC236}">
                <a16:creationId xmlns:a16="http://schemas.microsoft.com/office/drawing/2014/main" id="{0FD7E775-71F8-4B5D-BD93-DFE8D08A483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7050" y="1333500"/>
            <a:ext cx="5554663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application:</a:t>
            </a:r>
            <a:r>
              <a:rPr lang="en-US" altLang="zh-TW" dirty="0">
                <a:ea typeface="ＭＳ Ｐゴシック" panose="020B0600070205080204" pitchFamily="34" charset="-128"/>
              </a:rPr>
              <a:t> supporting network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FTP, SMTP, HTTP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transport:</a:t>
            </a:r>
            <a:r>
              <a:rPr lang="en-US" altLang="zh-TW" dirty="0">
                <a:ea typeface="ＭＳ Ｐゴシック" panose="020B0600070205080204" pitchFamily="34" charset="-128"/>
              </a:rPr>
              <a:t> process-process data transfer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TCP, UDP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network:</a:t>
            </a:r>
            <a:r>
              <a:rPr lang="en-US" altLang="zh-TW" dirty="0">
                <a:ea typeface="ＭＳ Ｐゴシック" panose="020B0600070205080204" pitchFamily="34" charset="-128"/>
              </a:rPr>
              <a:t> routing of datagrams from source to destination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IP, routing protocols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link:</a:t>
            </a:r>
            <a:r>
              <a:rPr lang="en-US" altLang="zh-TW" dirty="0">
                <a:ea typeface="ＭＳ Ｐゴシック" panose="020B0600070205080204" pitchFamily="34" charset="-128"/>
              </a:rPr>
              <a:t> data transfer between neighboring network elements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Ethernet, 802.11 (Wi-Fi), PPP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physical:</a:t>
            </a:r>
            <a:r>
              <a:rPr lang="en-US" altLang="zh-TW" dirty="0">
                <a:ea typeface="ＭＳ Ｐゴシック" panose="020B0600070205080204" pitchFamily="34" charset="-128"/>
              </a:rPr>
              <a:t> bits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on the wire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22887" name="Rectangle 6">
            <a:extLst>
              <a:ext uri="{FF2B5EF4-FFF2-40B4-BE49-F238E27FC236}">
                <a16:creationId xmlns:a16="http://schemas.microsoft.com/office/drawing/2014/main" id="{5139E118-9D66-45FC-A40C-53F33B867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22888" name="Text Box 7">
            <a:extLst>
              <a:ext uri="{FF2B5EF4-FFF2-40B4-BE49-F238E27FC236}">
                <a16:creationId xmlns:a16="http://schemas.microsoft.com/office/drawing/2014/main" id="{AAF0F3B8-6D34-4AAE-B880-67C8CC0ED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1920875"/>
            <a:ext cx="16446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22889" name="Line 8">
            <a:extLst>
              <a:ext uri="{FF2B5EF4-FFF2-40B4-BE49-F238E27FC236}">
                <a16:creationId xmlns:a16="http://schemas.microsoft.com/office/drawing/2014/main" id="{AF7D167F-2172-4B9F-AE3B-1D59461F5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0" name="Line 9">
            <a:extLst>
              <a:ext uri="{FF2B5EF4-FFF2-40B4-BE49-F238E27FC236}">
                <a16:creationId xmlns:a16="http://schemas.microsoft.com/office/drawing/2014/main" id="{3CE91C1C-4F45-4C2E-B2CE-F3A82DB7F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1" name="Line 10">
            <a:extLst>
              <a:ext uri="{FF2B5EF4-FFF2-40B4-BE49-F238E27FC236}">
                <a16:creationId xmlns:a16="http://schemas.microsoft.com/office/drawing/2014/main" id="{60B8AB2C-834B-4A24-9D62-2AE899154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2" name="Line 11">
            <a:extLst>
              <a:ext uri="{FF2B5EF4-FFF2-40B4-BE49-F238E27FC236}">
                <a16:creationId xmlns:a16="http://schemas.microsoft.com/office/drawing/2014/main" id="{3CE2137E-FA11-46B3-8FAB-660FF08DD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3" name="Slide Number Placeholder 3">
            <a:extLst>
              <a:ext uri="{FF2B5EF4-FFF2-40B4-BE49-F238E27FC236}">
                <a16:creationId xmlns:a16="http://schemas.microsoft.com/office/drawing/2014/main" id="{F8A10131-C23A-40FB-B905-562BCE3F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E6B790A-A466-4E78-8187-FBD31757777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Footer Placeholder 2">
            <a:extLst>
              <a:ext uri="{FF2B5EF4-FFF2-40B4-BE49-F238E27FC236}">
                <a16:creationId xmlns:a16="http://schemas.microsoft.com/office/drawing/2014/main" id="{F798E3E8-818D-46AB-ACD2-2ACB5FBD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0DEEE7E9-7C12-4BF6-BCE7-B123F97E1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16383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ACFC1B52-0C3D-4D63-9846-670FE10F59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0050" y="85725"/>
            <a:ext cx="6503988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ISO/OSI reference model</a:t>
            </a:r>
          </a:p>
        </p:txBody>
      </p:sp>
      <p:sp>
        <p:nvSpPr>
          <p:cNvPr id="124933" name="Rectangle 4">
            <a:extLst>
              <a:ext uri="{FF2B5EF4-FFF2-40B4-BE49-F238E27FC236}">
                <a16:creationId xmlns:a16="http://schemas.microsoft.com/office/drawing/2014/main" id="{20438CC6-CE81-49A5-B51D-DD4A1005FBC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6213" y="1422400"/>
            <a:ext cx="6091237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presentation:</a:t>
            </a:r>
            <a:r>
              <a:rPr lang="en-US" altLang="zh-TW" dirty="0">
                <a:ea typeface="ＭＳ Ｐゴシック" panose="020B0600070205080204" pitchFamily="34" charset="-128"/>
              </a:rPr>
              <a:t> allow applications to interpret meaning of data, e.g., encryption, compression, machine-specific conventions</a:t>
            </a:r>
          </a:p>
          <a:p>
            <a:pPr eaLnBrk="1" hangingPunct="1">
              <a:buSzPct val="75000"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session:</a:t>
            </a:r>
            <a:r>
              <a:rPr lang="en-US" altLang="zh-TW" dirty="0">
                <a:ea typeface="ＭＳ Ｐゴシック" panose="020B0600070205080204" pitchFamily="34" charset="-128"/>
              </a:rPr>
              <a:t> synchronization, checkpointing, recovery of data exchange</a:t>
            </a:r>
          </a:p>
          <a:p>
            <a:pPr eaLnBrk="1" hangingPunct="1">
              <a:buSzPct val="75000"/>
            </a:pPr>
            <a:r>
              <a:rPr lang="en-US" altLang="zh-TW" dirty="0">
                <a:ea typeface="ＭＳ Ｐゴシック" panose="020B0600070205080204" pitchFamily="34" charset="-128"/>
              </a:rPr>
              <a:t>Internet stack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missing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these layers!</a:t>
            </a:r>
          </a:p>
          <a:p>
            <a:pPr lvl="1" eaLnBrk="1" hangingPunct="1">
              <a:buSzPct val="75000"/>
            </a:pPr>
            <a:r>
              <a:rPr lang="en-US" altLang="zh-TW" dirty="0">
                <a:solidFill>
                  <a:srgbClr val="0070C0"/>
                </a:solidFill>
                <a:ea typeface="新細明體" panose="02020500000000000000" pitchFamily="18" charset="-120"/>
              </a:rPr>
              <a:t>these services, </a:t>
            </a:r>
            <a:r>
              <a:rPr lang="en-US" altLang="zh-TW" i="1" dirty="0">
                <a:solidFill>
                  <a:srgbClr val="0070C0"/>
                </a:solidFill>
                <a:ea typeface="新細明體" panose="02020500000000000000" pitchFamily="18" charset="-120"/>
              </a:rPr>
              <a:t>if needed,</a:t>
            </a:r>
            <a:r>
              <a:rPr lang="en-US" altLang="zh-TW" dirty="0">
                <a:solidFill>
                  <a:srgbClr val="0070C0"/>
                </a:solidFill>
                <a:ea typeface="新細明體" panose="02020500000000000000" pitchFamily="18" charset="-120"/>
              </a:rPr>
              <a:t> must be implemented in application</a:t>
            </a:r>
            <a:endParaRPr lang="en-US" altLang="ja-JP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SzPct val="75000"/>
            </a:pPr>
            <a:r>
              <a:rPr lang="en-US" altLang="ja-JP" u="sng" dirty="0">
                <a:ea typeface="ＭＳ Ｐゴシック" panose="020B0600070205080204" pitchFamily="34" charset="-128"/>
              </a:rPr>
              <a:t>Summary</a:t>
            </a:r>
            <a:r>
              <a:rPr lang="en-US" altLang="ja-JP" dirty="0">
                <a:ea typeface="ＭＳ Ｐゴシック" panose="020B0600070205080204" pitchFamily="34" charset="-128"/>
              </a:rPr>
              <a:t>: </a:t>
            </a:r>
          </a:p>
          <a:p>
            <a:pPr lvl="1" eaLnBrk="1" hangingPunct="1">
              <a:buSzPct val="75000"/>
            </a:pPr>
            <a:r>
              <a:rPr lang="en-US" altLang="zh-TW" dirty="0">
                <a:solidFill>
                  <a:srgbClr val="FF0000"/>
                </a:solidFill>
                <a:ea typeface="Arial" panose="020B0604020202020204" pitchFamily="34" charset="0"/>
              </a:rPr>
              <a:t>OSI model</a:t>
            </a:r>
            <a:r>
              <a:rPr lang="en-US" altLang="zh-TW" dirty="0">
                <a:ea typeface="Arial" panose="020B0604020202020204" pitchFamily="34" charset="0"/>
              </a:rPr>
              <a:t>: An </a:t>
            </a:r>
            <a:r>
              <a:rPr lang="en-US" altLang="zh-TW" dirty="0">
                <a:solidFill>
                  <a:srgbClr val="0070C0"/>
                </a:solidFill>
                <a:ea typeface="Arial" panose="020B0604020202020204" pitchFamily="34" charset="0"/>
              </a:rPr>
              <a:t>idealized</a:t>
            </a:r>
            <a:r>
              <a:rPr lang="en-US" altLang="zh-TW" dirty="0">
                <a:ea typeface="Arial" panose="020B0604020202020204" pitchFamily="34" charset="0"/>
              </a:rPr>
              <a:t> model</a:t>
            </a:r>
          </a:p>
          <a:p>
            <a:pPr lvl="1" eaLnBrk="1" hangingPunct="1">
              <a:buSzPct val="75000"/>
            </a:pPr>
            <a:r>
              <a:rPr lang="en-US" altLang="zh-TW" dirty="0">
                <a:solidFill>
                  <a:srgbClr val="FF0000"/>
                </a:solidFill>
                <a:ea typeface="Arial" panose="020B0604020202020204" pitchFamily="34" charset="0"/>
              </a:rPr>
              <a:t>Internet protocol stack</a:t>
            </a:r>
            <a:r>
              <a:rPr lang="en-US" altLang="zh-TW" dirty="0">
                <a:ea typeface="Arial" panose="020B0604020202020204" pitchFamily="34" charset="0"/>
              </a:rPr>
              <a:t>: A </a:t>
            </a:r>
            <a:r>
              <a:rPr lang="en-US" altLang="zh-TW" dirty="0">
                <a:solidFill>
                  <a:srgbClr val="0070C0"/>
                </a:solidFill>
                <a:ea typeface="Arial" panose="020B0604020202020204" pitchFamily="34" charset="0"/>
              </a:rPr>
              <a:t>practical implementation</a:t>
            </a:r>
            <a:endParaRPr lang="en-US" altLang="ja-JP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SzPct val="75000"/>
            </a:pPr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24934" name="Rectangle 6">
            <a:extLst>
              <a:ext uri="{FF2B5EF4-FFF2-40B4-BE49-F238E27FC236}">
                <a16:creationId xmlns:a16="http://schemas.microsoft.com/office/drawing/2014/main" id="{9617B99A-2102-460C-B15C-F3AB6D414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275" y="1774825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24935" name="Text Box 7">
            <a:extLst>
              <a:ext uri="{FF2B5EF4-FFF2-40B4-BE49-F238E27FC236}">
                <a16:creationId xmlns:a16="http://schemas.microsoft.com/office/drawing/2014/main" id="{7BE5DC25-15CE-400A-80B9-FF698B351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1946275"/>
            <a:ext cx="1982787" cy="345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70C0"/>
                </a:solidFill>
                <a:latin typeface="Arial" panose="020B0604020202020204" pitchFamily="34" charset="0"/>
              </a:rPr>
              <a:t>presentation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70C0"/>
                </a:solidFill>
                <a:latin typeface="Arial" panose="020B0604020202020204" pitchFamily="34" charset="0"/>
              </a:rPr>
              <a:t>session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24936" name="Line 8">
            <a:extLst>
              <a:ext uri="{FF2B5EF4-FFF2-40B4-BE49-F238E27FC236}">
                <a16:creationId xmlns:a16="http://schemas.microsoft.com/office/drawing/2014/main" id="{1CB97F0F-62A6-4A6E-B209-ADC9F2B45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0638" y="236696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4937" name="Line 9">
            <a:extLst>
              <a:ext uri="{FF2B5EF4-FFF2-40B4-BE49-F238E27FC236}">
                <a16:creationId xmlns:a16="http://schemas.microsoft.com/office/drawing/2014/main" id="{EFE21F4C-C2B1-49C8-ADF0-8227B122C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25" y="33432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4938" name="Line 10">
            <a:extLst>
              <a:ext uri="{FF2B5EF4-FFF2-40B4-BE49-F238E27FC236}">
                <a16:creationId xmlns:a16="http://schemas.microsoft.com/office/drawing/2014/main" id="{3D7120E6-4E2F-4B19-8A60-ACF5FDA41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25" y="3883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4939" name="Line 11">
            <a:extLst>
              <a:ext uri="{FF2B5EF4-FFF2-40B4-BE49-F238E27FC236}">
                <a16:creationId xmlns:a16="http://schemas.microsoft.com/office/drawing/2014/main" id="{B204554D-8F73-491E-8D84-7DA9C39C3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6513" y="4899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4940" name="Line 12">
            <a:extLst>
              <a:ext uri="{FF2B5EF4-FFF2-40B4-BE49-F238E27FC236}">
                <a16:creationId xmlns:a16="http://schemas.microsoft.com/office/drawing/2014/main" id="{0AC28537-5269-445B-8253-0C0AA6DE8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0638" y="44164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4941" name="Line 13">
            <a:extLst>
              <a:ext uri="{FF2B5EF4-FFF2-40B4-BE49-F238E27FC236}">
                <a16:creationId xmlns:a16="http://schemas.microsoft.com/office/drawing/2014/main" id="{05C1C18D-0B7F-4164-9D3F-94597717A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9050" y="28860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124942" name="Picture 18" descr="underline_base">
            <a:extLst>
              <a:ext uri="{FF2B5EF4-FFF2-40B4-BE49-F238E27FC236}">
                <a16:creationId xmlns:a16="http://schemas.microsoft.com/office/drawing/2014/main" id="{7AA85861-DAF6-4623-BDB2-B744483EC04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895350"/>
            <a:ext cx="59880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43" name="Slide Number Placeholder 3">
            <a:extLst>
              <a:ext uri="{FF2B5EF4-FFF2-40B4-BE49-F238E27FC236}">
                <a16:creationId xmlns:a16="http://schemas.microsoft.com/office/drawing/2014/main" id="{84654690-3C44-4DD4-9843-7F852038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282BDAD9-24DD-4BE4-88F5-EF41ECE08E3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2">
            <a:extLst>
              <a:ext uri="{FF2B5EF4-FFF2-40B4-BE49-F238E27FC236}">
                <a16:creationId xmlns:a16="http://schemas.microsoft.com/office/drawing/2014/main" id="{DEF95E5A-22D7-4ACE-B6AB-C003FA21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1075" name="Picture 9" descr="underline_base">
            <a:extLst>
              <a:ext uri="{FF2B5EF4-FFF2-40B4-BE49-F238E27FC236}">
                <a16:creationId xmlns:a16="http://schemas.microsoft.com/office/drawing/2014/main" id="{5EE9EABB-A49F-4117-81C8-C66012AB820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89217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6" name="Rectangle 2">
            <a:extLst>
              <a:ext uri="{FF2B5EF4-FFF2-40B4-BE49-F238E27FC236}">
                <a16:creationId xmlns:a16="http://schemas.microsoft.com/office/drawing/2014/main" id="{09FDA401-7443-4BA3-B680-C436017B51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777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Encapsulation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31077" name="Rectangle 3">
            <a:extLst>
              <a:ext uri="{FF2B5EF4-FFF2-40B4-BE49-F238E27FC236}">
                <a16:creationId xmlns:a16="http://schemas.microsoft.com/office/drawing/2014/main" id="{7DC6F584-6C61-4A91-A003-347BB18655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1" y="1048729"/>
            <a:ext cx="6066692" cy="5119688"/>
          </a:xfrm>
        </p:spPr>
        <p:txBody>
          <a:bodyPr/>
          <a:lstStyle/>
          <a:p>
            <a:pPr eaLnBrk="1" hangingPunct="1"/>
            <a:r>
              <a:rPr lang="en-US" altLang="zh-HK" dirty="0">
                <a:solidFill>
                  <a:srgbClr val="FF0000"/>
                </a:solidFill>
              </a:rPr>
              <a:t>Encapsulation</a:t>
            </a:r>
            <a:r>
              <a:rPr lang="en-US" altLang="zh-HK" dirty="0"/>
              <a:t> </a:t>
            </a:r>
            <a:r>
              <a:rPr lang="en-US" altLang="zh-HK" dirty="0">
                <a:solidFill>
                  <a:srgbClr val="0070C0"/>
                </a:solidFill>
              </a:rPr>
              <a:t>takes information from a higher layer</a:t>
            </a:r>
            <a:r>
              <a:rPr lang="en-US" altLang="zh-HK" dirty="0"/>
              <a:t> and adds a </a:t>
            </a:r>
            <a:r>
              <a:rPr lang="en-US" altLang="zh-HK" dirty="0">
                <a:solidFill>
                  <a:srgbClr val="FF0000"/>
                </a:solidFill>
              </a:rPr>
              <a:t>header</a:t>
            </a:r>
            <a:r>
              <a:rPr lang="en-US" altLang="zh-HK" dirty="0"/>
              <a:t> to it, treating the higher layer information as data.</a:t>
            </a:r>
            <a:r>
              <a:rPr lang="en-US" altLang="zh-HK" baseline="30000" dirty="0">
                <a:hlinkClick r:id="rId4"/>
              </a:rPr>
              <a:t>[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31078" name="Slide Number Placeholder 3">
            <a:extLst>
              <a:ext uri="{FF2B5EF4-FFF2-40B4-BE49-F238E27FC236}">
                <a16:creationId xmlns:a16="http://schemas.microsoft.com/office/drawing/2014/main" id="{68DBF303-68E2-4FA3-8313-E13F1A29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B1213920-BB02-4D4E-AA01-2237DB2A954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5814769-3660-EB7A-4CED-A1ED263C29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824527"/>
            <a:ext cx="26289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76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Freeform 99">
            <a:extLst>
              <a:ext uri="{FF2B5EF4-FFF2-40B4-BE49-F238E27FC236}">
                <a16:creationId xmlns:a16="http://schemas.microsoft.com/office/drawing/2014/main" id="{83461343-79AD-4D53-B9D9-0DF2D152E3C7}"/>
              </a:ext>
            </a:extLst>
          </p:cNvPr>
          <p:cNvSpPr>
            <a:spLocks/>
          </p:cNvSpPr>
          <p:nvPr/>
        </p:nvSpPr>
        <p:spPr bwMode="auto">
          <a:xfrm>
            <a:off x="6978650" y="4156075"/>
            <a:ext cx="655638" cy="1135063"/>
          </a:xfrm>
          <a:custGeom>
            <a:avLst/>
            <a:gdLst>
              <a:gd name="T0" fmla="*/ 2147483646 w 413"/>
              <a:gd name="T1" fmla="*/ 2147483646 h 715"/>
              <a:gd name="T2" fmla="*/ 2147483646 w 413"/>
              <a:gd name="T3" fmla="*/ 0 h 715"/>
              <a:gd name="T4" fmla="*/ 0 w 413"/>
              <a:gd name="T5" fmla="*/ 2147483646 h 715"/>
              <a:gd name="T6" fmla="*/ 2147483646 w 413"/>
              <a:gd name="T7" fmla="*/ 2147483646 h 715"/>
              <a:gd name="T8" fmla="*/ 2147483646 w 413"/>
              <a:gd name="T9" fmla="*/ 2147483646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163842" name="Group 347">
            <a:extLst>
              <a:ext uri="{FF2B5EF4-FFF2-40B4-BE49-F238E27FC236}">
                <a16:creationId xmlns:a16="http://schemas.microsoft.com/office/drawing/2014/main" id="{97B11CB0-712E-41F5-ABD5-91846DDE9F65}"/>
              </a:ext>
            </a:extLst>
          </p:cNvPr>
          <p:cNvGrpSpPr>
            <a:grpSpLocks/>
          </p:cNvGrpSpPr>
          <p:nvPr/>
        </p:nvGrpSpPr>
        <p:grpSpPr bwMode="auto">
          <a:xfrm>
            <a:off x="7580313" y="4918075"/>
            <a:ext cx="984250" cy="600075"/>
            <a:chOff x="1871277" y="1576300"/>
            <a:chExt cx="1128371" cy="437861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1E5A42C6-F76F-DB48-849E-06A0E4C915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917" y="1694453"/>
              <a:ext cx="1124731" cy="319708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635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FD8C1C4-110D-364E-9DC4-5D1E4D0F088E}"/>
                </a:ext>
              </a:extLst>
            </p:cNvPr>
            <p:cNvSpPr/>
            <p:nvPr/>
          </p:nvSpPr>
          <p:spPr bwMode="auto">
            <a:xfrm>
              <a:off x="1871277" y="1739629"/>
              <a:ext cx="1128371" cy="115836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1D49449-6AC6-0E49-B165-E18ABA58F4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4731" cy="319708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635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Gill Sans MT" charset="0"/>
              </a:endParaRPr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6C55CD36-2096-6F48-A716-246D3B3A7803}"/>
                </a:ext>
              </a:extLst>
            </p:cNvPr>
            <p:cNvSpPr/>
            <p:nvPr/>
          </p:nvSpPr>
          <p:spPr bwMode="auto">
            <a:xfrm>
              <a:off x="2158830" y="1673602"/>
              <a:ext cx="549626" cy="16101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2F8357EB-105F-3446-8915-9DDE24932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10" y="1633060"/>
              <a:ext cx="662463" cy="111203"/>
            </a:xfrm>
            <a:custGeom>
              <a:avLst/>
              <a:gdLst>
                <a:gd name="T0" fmla="*/ 0 w 3723451"/>
                <a:gd name="T1" fmla="*/ 1 h 932950"/>
                <a:gd name="T2" fmla="*/ 21 w 3723451"/>
                <a:gd name="T3" fmla="*/ 0 h 932950"/>
                <a:gd name="T4" fmla="*/ 59 w 3723451"/>
                <a:gd name="T5" fmla="*/ 2 h 932950"/>
                <a:gd name="T6" fmla="*/ 95 w 3723451"/>
                <a:gd name="T7" fmla="*/ 0 h 932950"/>
                <a:gd name="T8" fmla="*/ 118 w 3723451"/>
                <a:gd name="T9" fmla="*/ 1 h 932950"/>
                <a:gd name="T10" fmla="*/ 101 w 3723451"/>
                <a:gd name="T11" fmla="*/ 1 h 932950"/>
                <a:gd name="T12" fmla="*/ 96 w 3723451"/>
                <a:gd name="T13" fmla="*/ 1 h 932950"/>
                <a:gd name="T14" fmla="*/ 60 w 3723451"/>
                <a:gd name="T15" fmla="*/ 3 h 932950"/>
                <a:gd name="T16" fmla="*/ 23 w 3723451"/>
                <a:gd name="T17" fmla="*/ 1 h 932950"/>
                <a:gd name="T18" fmla="*/ 17 w 3723451"/>
                <a:gd name="T19" fmla="*/ 1 h 932950"/>
                <a:gd name="T20" fmla="*/ 0 w 3723451"/>
                <a:gd name="T21" fmla="*/ 1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723451"/>
                <a:gd name="T34" fmla="*/ 0 h 932950"/>
                <a:gd name="T35" fmla="*/ 3723451 w 3723451"/>
                <a:gd name="T36" fmla="*/ 932950 h 9329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63500"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57448086-40F3-BE44-8385-AB8AA962A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80" y="1728046"/>
              <a:ext cx="243874" cy="97302"/>
            </a:xfrm>
            <a:custGeom>
              <a:avLst/>
              <a:gdLst>
                <a:gd name="T0" fmla="*/ 0 w 1366596"/>
                <a:gd name="T1" fmla="*/ 0 h 809868"/>
                <a:gd name="T2" fmla="*/ 44 w 1366596"/>
                <a:gd name="T3" fmla="*/ 2 h 809868"/>
                <a:gd name="T4" fmla="*/ 28 w 1366596"/>
                <a:gd name="T5" fmla="*/ 2 h 809868"/>
                <a:gd name="T6" fmla="*/ 0 w 1366596"/>
                <a:gd name="T7" fmla="*/ 1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6596"/>
                <a:gd name="T16" fmla="*/ 0 h 809868"/>
                <a:gd name="T17" fmla="*/ 1366596 w 1366596"/>
                <a:gd name="T18" fmla="*/ 809868 h 8098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63500"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BBCC609-F2F5-C742-B5DD-FBD484EE2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671" y="1730363"/>
              <a:ext cx="242053" cy="97302"/>
            </a:xfrm>
            <a:custGeom>
              <a:avLst/>
              <a:gdLst>
                <a:gd name="T0" fmla="*/ 44 w 1348191"/>
                <a:gd name="T1" fmla="*/ 0 h 791462"/>
                <a:gd name="T2" fmla="*/ 45 w 1348191"/>
                <a:gd name="T3" fmla="*/ 1 h 791462"/>
                <a:gd name="T4" fmla="*/ 16 w 1348191"/>
                <a:gd name="T5" fmla="*/ 3 h 791462"/>
                <a:gd name="T6" fmla="*/ 0 w 1348191"/>
                <a:gd name="T7" fmla="*/ 2 h 791462"/>
                <a:gd name="T8" fmla="*/ 4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8191"/>
                <a:gd name="T16" fmla="*/ 0 h 791462"/>
                <a:gd name="T17" fmla="*/ 1348191 w 1348191"/>
                <a:gd name="T18" fmla="*/ 791462 h 7914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63500" dist="23000" dir="5400000" rotWithShape="0">
                <a:srgbClr val="00000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F6C1DB0-8D67-524C-A143-34D1ADA82462}"/>
                </a:ext>
              </a:extLst>
            </p:cNvPr>
            <p:cNvCxnSpPr>
              <a:cxnSpLocks noChangeShapeType="1"/>
              <a:endCxn id="148" idx="2"/>
            </p:cNvCxnSpPr>
            <p:nvPr/>
          </p:nvCxnSpPr>
          <p:spPr bwMode="auto">
            <a:xfrm flipH="1" flipV="1">
              <a:off x="1871277" y="1737313"/>
              <a:ext cx="3640" cy="12278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63500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ADAC9FB-5E1D-6F47-97A8-562C53D4C7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008" y="1734996"/>
              <a:ext cx="3640" cy="12278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blurRad="63500" dist="19939" dir="5400000" algn="tl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3843" name="Footer Placeholder 2">
            <a:extLst>
              <a:ext uri="{FF2B5EF4-FFF2-40B4-BE49-F238E27FC236}">
                <a16:creationId xmlns:a16="http://schemas.microsoft.com/office/drawing/2014/main" id="{732AF466-0892-45E5-909B-585362BA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63844" name="Picture 193" descr="underline_base">
            <a:extLst>
              <a:ext uri="{FF2B5EF4-FFF2-40B4-BE49-F238E27FC236}">
                <a16:creationId xmlns:a16="http://schemas.microsoft.com/office/drawing/2014/main" id="{9E8B782C-18FE-49DC-A143-A210FD8ECA9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5" y="795338"/>
            <a:ext cx="3370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5" name="Freeform 3">
            <a:extLst>
              <a:ext uri="{FF2B5EF4-FFF2-40B4-BE49-F238E27FC236}">
                <a16:creationId xmlns:a16="http://schemas.microsoft.com/office/drawing/2014/main" id="{FAAD4A44-AE79-445B-A1D7-9AD760615609}"/>
              </a:ext>
            </a:extLst>
          </p:cNvPr>
          <p:cNvSpPr>
            <a:spLocks/>
          </p:cNvSpPr>
          <p:nvPr/>
        </p:nvSpPr>
        <p:spPr bwMode="auto">
          <a:xfrm>
            <a:off x="7129463" y="2246313"/>
            <a:ext cx="638175" cy="852487"/>
          </a:xfrm>
          <a:custGeom>
            <a:avLst/>
            <a:gdLst>
              <a:gd name="T0" fmla="*/ 2147483646 w 402"/>
              <a:gd name="T1" fmla="*/ 2147483646 h 537"/>
              <a:gd name="T2" fmla="*/ 2147483646 w 402"/>
              <a:gd name="T3" fmla="*/ 0 h 537"/>
              <a:gd name="T4" fmla="*/ 0 w 402"/>
              <a:gd name="T5" fmla="*/ 2147483646 h 537"/>
              <a:gd name="T6" fmla="*/ 2147483646 w 402"/>
              <a:gd name="T7" fmla="*/ 2147483646 h 537"/>
              <a:gd name="T8" fmla="*/ 2147483646 w 402"/>
              <a:gd name="T9" fmla="*/ 2147483646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163846" name="Group 180">
            <a:extLst>
              <a:ext uri="{FF2B5EF4-FFF2-40B4-BE49-F238E27FC236}">
                <a16:creationId xmlns:a16="http://schemas.microsoft.com/office/drawing/2014/main" id="{DA47E054-AFFA-4A3D-86F5-997D3CB43F77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2754313"/>
            <a:ext cx="1052512" cy="355600"/>
            <a:chOff x="4410" y="1365"/>
            <a:chExt cx="663" cy="224"/>
          </a:xfrm>
        </p:grpSpPr>
        <p:sp>
          <p:nvSpPr>
            <p:cNvPr id="163973" name="Rectangle 181">
              <a:extLst>
                <a:ext uri="{FF2B5EF4-FFF2-40B4-BE49-F238E27FC236}">
                  <a16:creationId xmlns:a16="http://schemas.microsoft.com/office/drawing/2014/main" id="{94CADA0F-78E5-4AF9-AD27-EF0EC7B29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74" name="AutoShape 182">
              <a:extLst>
                <a:ext uri="{FF2B5EF4-FFF2-40B4-BE49-F238E27FC236}">
                  <a16:creationId xmlns:a16="http://schemas.microsoft.com/office/drawing/2014/main" id="{62D8D792-C2EE-46C6-BEAD-94AC8F005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75" name="Freeform 183">
              <a:extLst>
                <a:ext uri="{FF2B5EF4-FFF2-40B4-BE49-F238E27FC236}">
                  <a16:creationId xmlns:a16="http://schemas.microsoft.com/office/drawing/2014/main" id="{6068ED4A-C720-4054-9A19-E3904E5CB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63976" name="Freeform 184">
              <a:extLst>
                <a:ext uri="{FF2B5EF4-FFF2-40B4-BE49-F238E27FC236}">
                  <a16:creationId xmlns:a16="http://schemas.microsoft.com/office/drawing/2014/main" id="{897B5097-5A1C-472D-8EF6-9B83FF7C3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24936 h 63"/>
                <a:gd name="T2" fmla="*/ 98787781 w 280"/>
                <a:gd name="T3" fmla="*/ 24251 h 63"/>
                <a:gd name="T4" fmla="*/ 583016841 w 280"/>
                <a:gd name="T5" fmla="*/ 0 h 63"/>
                <a:gd name="T6" fmla="*/ 744346582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163977" name="Freeform 185">
              <a:extLst>
                <a:ext uri="{FF2B5EF4-FFF2-40B4-BE49-F238E27FC236}">
                  <a16:creationId xmlns:a16="http://schemas.microsoft.com/office/drawing/2014/main" id="{5E6351AB-911A-46F9-A443-91197E2F3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63847" name="Freeform 2">
            <a:extLst>
              <a:ext uri="{FF2B5EF4-FFF2-40B4-BE49-F238E27FC236}">
                <a16:creationId xmlns:a16="http://schemas.microsoft.com/office/drawing/2014/main" id="{5343D10F-784D-464E-84CD-6145C1F41D14}"/>
              </a:ext>
            </a:extLst>
          </p:cNvPr>
          <p:cNvSpPr>
            <a:spLocks/>
          </p:cNvSpPr>
          <p:nvPr/>
        </p:nvSpPr>
        <p:spPr bwMode="auto">
          <a:xfrm>
            <a:off x="3817938" y="1447800"/>
            <a:ext cx="4048125" cy="3833813"/>
          </a:xfrm>
          <a:custGeom>
            <a:avLst/>
            <a:gdLst>
              <a:gd name="T0" fmla="*/ 2147483646 w 2550"/>
              <a:gd name="T1" fmla="*/ 0 h 2415"/>
              <a:gd name="T2" fmla="*/ 2147483646 w 2550"/>
              <a:gd name="T3" fmla="*/ 0 h 2415"/>
              <a:gd name="T4" fmla="*/ 2147483646 w 2550"/>
              <a:gd name="T5" fmla="*/ 2147483646 h 2415"/>
              <a:gd name="T6" fmla="*/ 0 w 2550"/>
              <a:gd name="T7" fmla="*/ 2147483646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63848" name="Text Box 8">
            <a:extLst>
              <a:ext uri="{FF2B5EF4-FFF2-40B4-BE49-F238E27FC236}">
                <a16:creationId xmlns:a16="http://schemas.microsoft.com/office/drawing/2014/main" id="{78C4B1F3-963E-450B-AE72-DDD59BCAD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2238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000099"/>
                </a:solidFill>
                <a:latin typeface="Arial" panose="020B0604020202020204" pitchFamily="34" charset="0"/>
              </a:rPr>
              <a:t>source</a:t>
            </a:r>
          </a:p>
        </p:txBody>
      </p:sp>
      <p:sp>
        <p:nvSpPr>
          <p:cNvPr id="163849" name="Freeform 10">
            <a:extLst>
              <a:ext uri="{FF2B5EF4-FFF2-40B4-BE49-F238E27FC236}">
                <a16:creationId xmlns:a16="http://schemas.microsoft.com/office/drawing/2014/main" id="{907DA17B-088C-43BC-8174-4789B01E74A4}"/>
              </a:ext>
            </a:extLst>
          </p:cNvPr>
          <p:cNvSpPr>
            <a:spLocks/>
          </p:cNvSpPr>
          <p:nvPr/>
        </p:nvSpPr>
        <p:spPr bwMode="auto">
          <a:xfrm>
            <a:off x="3868738" y="650875"/>
            <a:ext cx="360362" cy="1577975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63850" name="Rectangle 23">
            <a:extLst>
              <a:ext uri="{FF2B5EF4-FFF2-40B4-BE49-F238E27FC236}">
                <a16:creationId xmlns:a16="http://schemas.microsoft.com/office/drawing/2014/main" id="{84C67721-1B31-4CC4-A34F-B8D9407F8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660400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51" name="Rectangle 24">
            <a:extLst>
              <a:ext uri="{FF2B5EF4-FFF2-40B4-BE49-F238E27FC236}">
                <a16:creationId xmlns:a16="http://schemas.microsoft.com/office/drawing/2014/main" id="{86DB31DB-E54E-48DD-8EBC-D361D9D63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7318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52" name="Line 25">
            <a:extLst>
              <a:ext uri="{FF2B5EF4-FFF2-40B4-BE49-F238E27FC236}">
                <a16:creationId xmlns:a16="http://schemas.microsoft.com/office/drawing/2014/main" id="{EFE14047-806A-40D1-8994-76C503E0A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10493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63853" name="Text Box 26">
            <a:extLst>
              <a:ext uri="{FF2B5EF4-FFF2-40B4-BE49-F238E27FC236}">
                <a16:creationId xmlns:a16="http://schemas.microsoft.com/office/drawing/2014/main" id="{EF2B35E3-A106-4693-937A-085055BC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6985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63854" name="Line 27">
            <a:extLst>
              <a:ext uri="{FF2B5EF4-FFF2-40B4-BE49-F238E27FC236}">
                <a16:creationId xmlns:a16="http://schemas.microsoft.com/office/drawing/2014/main" id="{5DB3C14C-6207-4A63-8653-F9A8F76DE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13700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63855" name="Line 28">
            <a:extLst>
              <a:ext uri="{FF2B5EF4-FFF2-40B4-BE49-F238E27FC236}">
                <a16:creationId xmlns:a16="http://schemas.microsoft.com/office/drawing/2014/main" id="{53BA39D7-00E6-4CED-8C68-25AA11DC8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16510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63856" name="Line 29">
            <a:extLst>
              <a:ext uri="{FF2B5EF4-FFF2-40B4-BE49-F238E27FC236}">
                <a16:creationId xmlns:a16="http://schemas.microsoft.com/office/drawing/2014/main" id="{99FD9104-F0CD-48B1-A826-A931702C6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19272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6CE1ED45-541E-453B-85D8-81A09F8B099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368425"/>
            <a:ext cx="1208088" cy="303213"/>
            <a:chOff x="501" y="1990"/>
            <a:chExt cx="761" cy="191"/>
          </a:xfrm>
        </p:grpSpPr>
        <p:sp>
          <p:nvSpPr>
            <p:cNvPr id="163967" name="Rectangle 40">
              <a:extLst>
                <a:ext uri="{FF2B5EF4-FFF2-40B4-BE49-F238E27FC236}">
                  <a16:creationId xmlns:a16="http://schemas.microsoft.com/office/drawing/2014/main" id="{31D581AA-AE70-48F9-91AC-205E11A72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68" name="Rectangle 41">
              <a:extLst>
                <a:ext uri="{FF2B5EF4-FFF2-40B4-BE49-F238E27FC236}">
                  <a16:creationId xmlns:a16="http://schemas.microsoft.com/office/drawing/2014/main" id="{AF366BD6-FDC3-486A-974D-575D718AD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63969" name="Rectangle 42">
              <a:extLst>
                <a:ext uri="{FF2B5EF4-FFF2-40B4-BE49-F238E27FC236}">
                  <a16:creationId xmlns:a16="http://schemas.microsoft.com/office/drawing/2014/main" id="{E602D788-7BEB-4000-9503-DA96566F9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63970" name="Rectangle 43">
              <a:extLst>
                <a:ext uri="{FF2B5EF4-FFF2-40B4-BE49-F238E27FC236}">
                  <a16:creationId xmlns:a16="http://schemas.microsoft.com/office/drawing/2014/main" id="{143BE05D-5B59-4C25-BAD9-A44B8BC75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63971" name="Line 44">
              <a:extLst>
                <a:ext uri="{FF2B5EF4-FFF2-40B4-BE49-F238E27FC236}">
                  <a16:creationId xmlns:a16="http://schemas.microsoft.com/office/drawing/2014/main" id="{643B4774-FD93-4F34-BD66-D6B452CD7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63972" name="Line 45">
              <a:extLst>
                <a:ext uri="{FF2B5EF4-FFF2-40B4-BE49-F238E27FC236}">
                  <a16:creationId xmlns:a16="http://schemas.microsoft.com/office/drawing/2014/main" id="{A326C3A4-01C3-429C-9BF0-39123C983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12645" name="Text Box 5">
            <a:extLst>
              <a:ext uri="{FF2B5EF4-FFF2-40B4-BE49-F238E27FC236}">
                <a16:creationId xmlns:a16="http://schemas.microsoft.com/office/drawing/2014/main" id="{B0700255-DDE2-437A-A988-257F3E56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96950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segment</a:t>
            </a:r>
          </a:p>
        </p:txBody>
      </p:sp>
      <p:grpSp>
        <p:nvGrpSpPr>
          <p:cNvPr id="5" name="Group 178">
            <a:extLst>
              <a:ext uri="{FF2B5EF4-FFF2-40B4-BE49-F238E27FC236}">
                <a16:creationId xmlns:a16="http://schemas.microsoft.com/office/drawing/2014/main" id="{895D0A4C-8375-43A3-8EE2-0426428A9056}"/>
              </a:ext>
            </a:extLst>
          </p:cNvPr>
          <p:cNvGrpSpPr>
            <a:grpSpLocks/>
          </p:cNvGrpSpPr>
          <p:nvPr/>
        </p:nvGrpSpPr>
        <p:grpSpPr bwMode="auto">
          <a:xfrm>
            <a:off x="1533525" y="1033463"/>
            <a:ext cx="301625" cy="292100"/>
            <a:chOff x="1962" y="2058"/>
            <a:chExt cx="190" cy="184"/>
          </a:xfrm>
        </p:grpSpPr>
        <p:sp>
          <p:nvSpPr>
            <p:cNvPr id="163965" name="Rectangle 47">
              <a:extLst>
                <a:ext uri="{FF2B5EF4-FFF2-40B4-BE49-F238E27FC236}">
                  <a16:creationId xmlns:a16="http://schemas.microsoft.com/office/drawing/2014/main" id="{E5F9EF1B-4D1B-42DC-852B-00B090181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66" name="Rectangle 48">
              <a:extLst>
                <a:ext uri="{FF2B5EF4-FFF2-40B4-BE49-F238E27FC236}">
                  <a16:creationId xmlns:a16="http://schemas.microsoft.com/office/drawing/2014/main" id="{BECD82D0-9DD3-476E-91BE-7D2DDB420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112644" name="Text Box 4">
            <a:extLst>
              <a:ext uri="{FF2B5EF4-FFF2-40B4-BE49-F238E27FC236}">
                <a16:creationId xmlns:a16="http://schemas.microsoft.com/office/drawing/2014/main" id="{4ACF5F0D-201B-4386-ADEB-98D60F92E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1336675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datagram</a:t>
            </a:r>
          </a:p>
        </p:txBody>
      </p:sp>
      <p:sp>
        <p:nvSpPr>
          <p:cNvPr id="163861" name="Text Box 54">
            <a:extLst>
              <a:ext uri="{FF2B5EF4-FFF2-40B4-BE49-F238E27FC236}">
                <a16:creationId xmlns:a16="http://schemas.microsoft.com/office/drawing/2014/main" id="{37728A34-47EE-4C28-A1A3-510235A71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157663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</a:p>
        </p:txBody>
      </p:sp>
      <p:sp>
        <p:nvSpPr>
          <p:cNvPr id="163862" name="Freeform 56">
            <a:extLst>
              <a:ext uri="{FF2B5EF4-FFF2-40B4-BE49-F238E27FC236}">
                <a16:creationId xmlns:a16="http://schemas.microsoft.com/office/drawing/2014/main" id="{374A7D8A-A219-4A4D-B0E8-F3FD9F3065FB}"/>
              </a:ext>
            </a:extLst>
          </p:cNvPr>
          <p:cNvSpPr>
            <a:spLocks/>
          </p:cNvSpPr>
          <p:nvPr/>
        </p:nvSpPr>
        <p:spPr bwMode="auto">
          <a:xfrm>
            <a:off x="2979738" y="4540250"/>
            <a:ext cx="360362" cy="1577975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63863" name="Rectangle 57">
            <a:extLst>
              <a:ext uri="{FF2B5EF4-FFF2-40B4-BE49-F238E27FC236}">
                <a16:creationId xmlns:a16="http://schemas.microsoft.com/office/drawing/2014/main" id="{26268E1C-C5E7-4623-9854-36AA2D991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4546600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64" name="Rectangle 58">
            <a:extLst>
              <a:ext uri="{FF2B5EF4-FFF2-40B4-BE49-F238E27FC236}">
                <a16:creationId xmlns:a16="http://schemas.microsoft.com/office/drawing/2014/main" id="{B4EF7290-0168-4481-B865-F7C415722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46180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65" name="Line 59">
            <a:extLst>
              <a:ext uri="{FF2B5EF4-FFF2-40B4-BE49-F238E27FC236}">
                <a16:creationId xmlns:a16="http://schemas.microsoft.com/office/drawing/2014/main" id="{BAC37D3D-A881-4531-809F-C1F8E8082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8150" y="49355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63866" name="Text Box 60">
            <a:extLst>
              <a:ext uri="{FF2B5EF4-FFF2-40B4-BE49-F238E27FC236}">
                <a16:creationId xmlns:a16="http://schemas.microsoft.com/office/drawing/2014/main" id="{641CFA20-F596-45ED-BACB-D6332393E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8" y="45847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63867" name="Line 61">
            <a:extLst>
              <a:ext uri="{FF2B5EF4-FFF2-40B4-BE49-F238E27FC236}">
                <a16:creationId xmlns:a16="http://schemas.microsoft.com/office/drawing/2014/main" id="{13471A59-678E-480B-A085-FD94E6123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6088" y="52562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63868" name="Line 62">
            <a:extLst>
              <a:ext uri="{FF2B5EF4-FFF2-40B4-BE49-F238E27FC236}">
                <a16:creationId xmlns:a16="http://schemas.microsoft.com/office/drawing/2014/main" id="{BEFB4854-3B0D-42BC-9AEC-EFCF6BF15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0850" y="55372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63869" name="Line 63">
            <a:extLst>
              <a:ext uri="{FF2B5EF4-FFF2-40B4-BE49-F238E27FC236}">
                <a16:creationId xmlns:a16="http://schemas.microsoft.com/office/drawing/2014/main" id="{18C9458C-EB30-465D-AF1C-2F22EEF6F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0850" y="58134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DD53E5F-6A44-4390-A085-AF5980DF943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610100"/>
            <a:ext cx="1479550" cy="1220788"/>
            <a:chOff x="152400" y="4610100"/>
            <a:chExt cx="1479550" cy="1220788"/>
          </a:xfrm>
        </p:grpSpPr>
        <p:grpSp>
          <p:nvGrpSpPr>
            <p:cNvPr id="163941" name="Group 64">
              <a:extLst>
                <a:ext uri="{FF2B5EF4-FFF2-40B4-BE49-F238E27FC236}">
                  <a16:creationId xmlns:a16="http://schemas.microsoft.com/office/drawing/2014/main" id="{6380D1C7-0A08-4663-A071-D714C09F31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" y="5527675"/>
              <a:ext cx="1479550" cy="303213"/>
              <a:chOff x="332" y="2224"/>
              <a:chExt cx="932" cy="191"/>
            </a:xfrm>
          </p:grpSpPr>
          <p:sp>
            <p:nvSpPr>
              <p:cNvPr id="163957" name="Rectangle 65">
                <a:extLst>
                  <a:ext uri="{FF2B5EF4-FFF2-40B4-BE49-F238E27FC236}">
                    <a16:creationId xmlns:a16="http://schemas.microsoft.com/office/drawing/2014/main" id="{DE527F4E-E1F5-4C1C-910F-6283295DD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958" name="Rectangle 66">
                <a:extLst>
                  <a:ext uri="{FF2B5EF4-FFF2-40B4-BE49-F238E27FC236}">
                    <a16:creationId xmlns:a16="http://schemas.microsoft.com/office/drawing/2014/main" id="{0BF58698-67E8-449A-A7EF-6E36E7F1C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63959" name="Rectangle 67">
                <a:extLst>
                  <a:ext uri="{FF2B5EF4-FFF2-40B4-BE49-F238E27FC236}">
                    <a16:creationId xmlns:a16="http://schemas.microsoft.com/office/drawing/2014/main" id="{87FE72F2-0547-4A21-8984-5BC31B06E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63960" name="Rectangle 68">
                <a:extLst>
                  <a:ext uri="{FF2B5EF4-FFF2-40B4-BE49-F238E27FC236}">
                    <a16:creationId xmlns:a16="http://schemas.microsoft.com/office/drawing/2014/main" id="{18DB59FB-4A84-4227-8BC0-239E56555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63961" name="Rectangle 69">
                <a:extLst>
                  <a:ext uri="{FF2B5EF4-FFF2-40B4-BE49-F238E27FC236}">
                    <a16:creationId xmlns:a16="http://schemas.microsoft.com/office/drawing/2014/main" id="{5CD86A5C-81D8-4514-B115-AA1D0CCF0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63962" name="Line 70">
                <a:extLst>
                  <a:ext uri="{FF2B5EF4-FFF2-40B4-BE49-F238E27FC236}">
                    <a16:creationId xmlns:a16="http://schemas.microsoft.com/office/drawing/2014/main" id="{B9747B9E-8A21-4DF5-8058-994700B8E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63963" name="Line 71">
                <a:extLst>
                  <a:ext uri="{FF2B5EF4-FFF2-40B4-BE49-F238E27FC236}">
                    <a16:creationId xmlns:a16="http://schemas.microsoft.com/office/drawing/2014/main" id="{1BD610A4-907F-449E-B1F7-20E0E96DE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63964" name="Line 72">
                <a:extLst>
                  <a:ext uri="{FF2B5EF4-FFF2-40B4-BE49-F238E27FC236}">
                    <a16:creationId xmlns:a16="http://schemas.microsoft.com/office/drawing/2014/main" id="{E3543B3C-99B3-4A43-981F-5D172ACD2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63942" name="Group 73">
              <a:extLst>
                <a:ext uri="{FF2B5EF4-FFF2-40B4-BE49-F238E27FC236}">
                  <a16:creationId xmlns:a16="http://schemas.microsoft.com/office/drawing/2014/main" id="{B33E31BE-F902-4916-B862-89EDACB8F3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688" y="5229225"/>
              <a:ext cx="1208087" cy="303213"/>
              <a:chOff x="501" y="1990"/>
              <a:chExt cx="761" cy="191"/>
            </a:xfrm>
          </p:grpSpPr>
          <p:sp>
            <p:nvSpPr>
              <p:cNvPr id="163951" name="Rectangle 74">
                <a:extLst>
                  <a:ext uri="{FF2B5EF4-FFF2-40B4-BE49-F238E27FC236}">
                    <a16:creationId xmlns:a16="http://schemas.microsoft.com/office/drawing/2014/main" id="{095B6853-84AA-4099-9BBB-1720BCECB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952" name="Rectangle 75">
                <a:extLst>
                  <a:ext uri="{FF2B5EF4-FFF2-40B4-BE49-F238E27FC236}">
                    <a16:creationId xmlns:a16="http://schemas.microsoft.com/office/drawing/2014/main" id="{0B0F0D19-13E0-4B6A-9C62-D28C499F3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63953" name="Rectangle 76">
                <a:extLst>
                  <a:ext uri="{FF2B5EF4-FFF2-40B4-BE49-F238E27FC236}">
                    <a16:creationId xmlns:a16="http://schemas.microsoft.com/office/drawing/2014/main" id="{50EBDA75-D92C-4273-85C4-934C4F4C2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63954" name="Rectangle 77">
                <a:extLst>
                  <a:ext uri="{FF2B5EF4-FFF2-40B4-BE49-F238E27FC236}">
                    <a16:creationId xmlns:a16="http://schemas.microsoft.com/office/drawing/2014/main" id="{1F08FEBD-B022-4803-ABAB-076523E0B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63955" name="Line 78">
                <a:extLst>
                  <a:ext uri="{FF2B5EF4-FFF2-40B4-BE49-F238E27FC236}">
                    <a16:creationId xmlns:a16="http://schemas.microsoft.com/office/drawing/2014/main" id="{2537CC5F-BC9E-4A0C-8ED4-C4E890874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63956" name="Line 79">
                <a:extLst>
                  <a:ext uri="{FF2B5EF4-FFF2-40B4-BE49-F238E27FC236}">
                    <a16:creationId xmlns:a16="http://schemas.microsoft.com/office/drawing/2014/main" id="{EBB1CD83-742E-477A-AB4B-008AF9ACD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63943" name="Group 80">
              <a:extLst>
                <a:ext uri="{FF2B5EF4-FFF2-40B4-BE49-F238E27FC236}">
                  <a16:creationId xmlns:a16="http://schemas.microsoft.com/office/drawing/2014/main" id="{CA701710-2F27-4E2A-9197-F66251DC8E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" y="4921250"/>
              <a:ext cx="890588" cy="303213"/>
              <a:chOff x="645" y="1734"/>
              <a:chExt cx="561" cy="191"/>
            </a:xfrm>
          </p:grpSpPr>
          <p:sp>
            <p:nvSpPr>
              <p:cNvPr id="163947" name="Rectangle 81">
                <a:extLst>
                  <a:ext uri="{FF2B5EF4-FFF2-40B4-BE49-F238E27FC236}">
                    <a16:creationId xmlns:a16="http://schemas.microsoft.com/office/drawing/2014/main" id="{43E451A2-BCDC-4F99-A01A-AC0A9094D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" y="1751"/>
                <a:ext cx="4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948" name="Rectangle 82">
                <a:extLst>
                  <a:ext uri="{FF2B5EF4-FFF2-40B4-BE49-F238E27FC236}">
                    <a16:creationId xmlns:a16="http://schemas.microsoft.com/office/drawing/2014/main" id="{DD5798DE-FB22-4FCE-911F-46D32040F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" y="173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63949" name="Rectangle 83">
                <a:extLst>
                  <a:ext uri="{FF2B5EF4-FFF2-40B4-BE49-F238E27FC236}">
                    <a16:creationId xmlns:a16="http://schemas.microsoft.com/office/drawing/2014/main" id="{F1513E64-C888-4E39-821D-810D665EE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8" y="173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63950" name="Line 84">
                <a:extLst>
                  <a:ext uri="{FF2B5EF4-FFF2-40B4-BE49-F238E27FC236}">
                    <a16:creationId xmlns:a16="http://schemas.microsoft.com/office/drawing/2014/main" id="{6EA03931-604D-40EC-AF07-66B4AE797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4" y="175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63944" name="Group 85">
              <a:extLst>
                <a:ext uri="{FF2B5EF4-FFF2-40B4-BE49-F238E27FC236}">
                  <a16:creationId xmlns:a16="http://schemas.microsoft.com/office/drawing/2014/main" id="{D26C6FDA-A74D-4EB9-A77A-9F05F4453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275" y="4610100"/>
              <a:ext cx="679450" cy="301625"/>
              <a:chOff x="780" y="1553"/>
              <a:chExt cx="428" cy="190"/>
            </a:xfrm>
          </p:grpSpPr>
          <p:sp>
            <p:nvSpPr>
              <p:cNvPr id="163945" name="Rectangle 86">
                <a:extLst>
                  <a:ext uri="{FF2B5EF4-FFF2-40B4-BE49-F238E27FC236}">
                    <a16:creationId xmlns:a16="http://schemas.microsoft.com/office/drawing/2014/main" id="{8EB1A816-C4CF-45ED-908B-6368F2A11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946" name="Rectangle 87">
                <a:extLst>
                  <a:ext uri="{FF2B5EF4-FFF2-40B4-BE49-F238E27FC236}">
                    <a16:creationId xmlns:a16="http://schemas.microsoft.com/office/drawing/2014/main" id="{CD7E6427-E84B-46C0-B11E-FA4038E8C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163871" name="Group 88">
            <a:extLst>
              <a:ext uri="{FF2B5EF4-FFF2-40B4-BE49-F238E27FC236}">
                <a16:creationId xmlns:a16="http://schemas.microsoft.com/office/drawing/2014/main" id="{CC7D74CE-5DA9-490B-ADE6-827C7AB7EA5A}"/>
              </a:ext>
            </a:extLst>
          </p:cNvPr>
          <p:cNvGrpSpPr>
            <a:grpSpLocks/>
          </p:cNvGrpSpPr>
          <p:nvPr/>
        </p:nvGrpSpPr>
        <p:grpSpPr bwMode="auto">
          <a:xfrm>
            <a:off x="5654675" y="4164013"/>
            <a:ext cx="1387475" cy="1035050"/>
            <a:chOff x="3601" y="168"/>
            <a:chExt cx="874" cy="652"/>
          </a:xfrm>
        </p:grpSpPr>
        <p:sp>
          <p:nvSpPr>
            <p:cNvPr id="163936" name="Rectangle 89">
              <a:extLst>
                <a:ext uri="{FF2B5EF4-FFF2-40B4-BE49-F238E27FC236}">
                  <a16:creationId xmlns:a16="http://schemas.microsoft.com/office/drawing/2014/main" id="{D03AFC86-E9FC-47B4-BC0C-E74BADD4B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37" name="Rectangle 90">
              <a:extLst>
                <a:ext uri="{FF2B5EF4-FFF2-40B4-BE49-F238E27FC236}">
                  <a16:creationId xmlns:a16="http://schemas.microsoft.com/office/drawing/2014/main" id="{1357EF8E-7D39-4261-9781-ECF9F5D96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38" name="Line 91">
              <a:extLst>
                <a:ext uri="{FF2B5EF4-FFF2-40B4-BE49-F238E27FC236}">
                  <a16:creationId xmlns:a16="http://schemas.microsoft.com/office/drawing/2014/main" id="{DE536719-3416-405D-BCA3-3142C056E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63939" name="Text Box 92">
              <a:extLst>
                <a:ext uri="{FF2B5EF4-FFF2-40B4-BE49-F238E27FC236}">
                  <a16:creationId xmlns:a16="http://schemas.microsoft.com/office/drawing/2014/main" id="{D4E7BC22-16B3-4EE3-B95A-D25D07D3D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163940" name="Line 93">
              <a:extLst>
                <a:ext uri="{FF2B5EF4-FFF2-40B4-BE49-F238E27FC236}">
                  <a16:creationId xmlns:a16="http://schemas.microsoft.com/office/drawing/2014/main" id="{D24559D1-5BC1-4F21-86B7-881B886EC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163872" name="Group 94">
            <a:extLst>
              <a:ext uri="{FF2B5EF4-FFF2-40B4-BE49-F238E27FC236}">
                <a16:creationId xmlns:a16="http://schemas.microsoft.com/office/drawing/2014/main" id="{026EFFB6-8FCB-4C03-A14B-42E703C16AB6}"/>
              </a:ext>
            </a:extLst>
          </p:cNvPr>
          <p:cNvGrpSpPr>
            <a:grpSpLocks/>
          </p:cNvGrpSpPr>
          <p:nvPr/>
        </p:nvGrpSpPr>
        <p:grpSpPr bwMode="auto">
          <a:xfrm>
            <a:off x="5821363" y="2271713"/>
            <a:ext cx="1387475" cy="733425"/>
            <a:chOff x="4696" y="597"/>
            <a:chExt cx="874" cy="462"/>
          </a:xfrm>
        </p:grpSpPr>
        <p:sp>
          <p:nvSpPr>
            <p:cNvPr id="163932" name="Rectangle 95">
              <a:extLst>
                <a:ext uri="{FF2B5EF4-FFF2-40B4-BE49-F238E27FC236}">
                  <a16:creationId xmlns:a16="http://schemas.microsoft.com/office/drawing/2014/main" id="{B9F305ED-30C1-4B88-9E43-5B82E0D36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33" name="Rectangle 96">
              <a:extLst>
                <a:ext uri="{FF2B5EF4-FFF2-40B4-BE49-F238E27FC236}">
                  <a16:creationId xmlns:a16="http://schemas.microsoft.com/office/drawing/2014/main" id="{4680FC25-DF4F-4FB3-94EC-C3020934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34" name="Line 97">
              <a:extLst>
                <a:ext uri="{FF2B5EF4-FFF2-40B4-BE49-F238E27FC236}">
                  <a16:creationId xmlns:a16="http://schemas.microsoft.com/office/drawing/2014/main" id="{3E4662E3-B80E-4491-81C7-088397EEA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63935" name="Text Box 98">
              <a:extLst>
                <a:ext uri="{FF2B5EF4-FFF2-40B4-BE49-F238E27FC236}">
                  <a16:creationId xmlns:a16="http://schemas.microsoft.com/office/drawing/2014/main" id="{CC206F50-28CC-4C47-B6EC-585BE173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physical</a:t>
              </a:r>
            </a:p>
          </p:txBody>
        </p:sp>
      </p:grpSp>
      <p:sp>
        <p:nvSpPr>
          <p:cNvPr id="163873" name="Freeform 114">
            <a:extLst>
              <a:ext uri="{FF2B5EF4-FFF2-40B4-BE49-F238E27FC236}">
                <a16:creationId xmlns:a16="http://schemas.microsoft.com/office/drawing/2014/main" id="{218E01EB-7429-4E0D-868A-23908BD16F61}"/>
              </a:ext>
            </a:extLst>
          </p:cNvPr>
          <p:cNvSpPr>
            <a:spLocks/>
          </p:cNvSpPr>
          <p:nvPr/>
        </p:nvSpPr>
        <p:spPr bwMode="auto">
          <a:xfrm>
            <a:off x="1828800" y="533400"/>
            <a:ext cx="5264150" cy="5494338"/>
          </a:xfrm>
          <a:custGeom>
            <a:avLst/>
            <a:gdLst>
              <a:gd name="T0" fmla="*/ 2147483646 w 3316"/>
              <a:gd name="T1" fmla="*/ 0 h 3461"/>
              <a:gd name="T2" fmla="*/ 2147483646 w 3316"/>
              <a:gd name="T3" fmla="*/ 2147483646 h 3461"/>
              <a:gd name="T4" fmla="*/ 2147483646 w 3316"/>
              <a:gd name="T5" fmla="*/ 2147483646 h 3461"/>
              <a:gd name="T6" fmla="*/ 2147483646 w 3316"/>
              <a:gd name="T7" fmla="*/ 2147483646 h 3461"/>
              <a:gd name="T8" fmla="*/ 2147483646 w 3316"/>
              <a:gd name="T9" fmla="*/ 2147483646 h 3461"/>
              <a:gd name="T10" fmla="*/ 2147483646 w 3316"/>
              <a:gd name="T11" fmla="*/ 2147483646 h 3461"/>
              <a:gd name="T12" fmla="*/ 2147483646 w 3316"/>
              <a:gd name="T13" fmla="*/ 2147483646 h 3461"/>
              <a:gd name="T14" fmla="*/ 2147483646 w 3316"/>
              <a:gd name="T15" fmla="*/ 2147483646 h 3461"/>
              <a:gd name="T16" fmla="*/ 2147483646 w 3316"/>
              <a:gd name="T17" fmla="*/ 2147483646 h 3461"/>
              <a:gd name="T18" fmla="*/ 2147483646 w 3316"/>
              <a:gd name="T19" fmla="*/ 2147483646 h 3461"/>
              <a:gd name="T20" fmla="*/ 2147483646 w 3316"/>
              <a:gd name="T21" fmla="*/ 2147483646 h 3461"/>
              <a:gd name="T22" fmla="*/ 0 w 3316"/>
              <a:gd name="T23" fmla="*/ 2147483646 h 3461"/>
              <a:gd name="T24" fmla="*/ 0 w 3316"/>
              <a:gd name="T25" fmla="*/ 2147483646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13" name="Group 1">
            <a:extLst>
              <a:ext uri="{FF2B5EF4-FFF2-40B4-BE49-F238E27FC236}">
                <a16:creationId xmlns:a16="http://schemas.microsoft.com/office/drawing/2014/main" id="{0FE8977F-316E-4BAB-87D8-834A3D8FA518}"/>
              </a:ext>
            </a:extLst>
          </p:cNvPr>
          <p:cNvGrpSpPr>
            <a:grpSpLocks/>
          </p:cNvGrpSpPr>
          <p:nvPr/>
        </p:nvGrpSpPr>
        <p:grpSpPr bwMode="auto">
          <a:xfrm>
            <a:off x="4238625" y="4240213"/>
            <a:ext cx="1479550" cy="609600"/>
            <a:chOff x="4238625" y="4240213"/>
            <a:chExt cx="1479550" cy="609600"/>
          </a:xfrm>
        </p:grpSpPr>
        <p:grpSp>
          <p:nvGrpSpPr>
            <p:cNvPr id="163916" name="Group 115">
              <a:extLst>
                <a:ext uri="{FF2B5EF4-FFF2-40B4-BE49-F238E27FC236}">
                  <a16:creationId xmlns:a16="http://schemas.microsoft.com/office/drawing/2014/main" id="{D28D5CFB-F8A7-4A4F-8316-25A8B6195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8625" y="4546600"/>
              <a:ext cx="1479550" cy="303213"/>
              <a:chOff x="332" y="2224"/>
              <a:chExt cx="932" cy="191"/>
            </a:xfrm>
          </p:grpSpPr>
          <p:sp>
            <p:nvSpPr>
              <p:cNvPr id="163924" name="Rectangle 116">
                <a:extLst>
                  <a:ext uri="{FF2B5EF4-FFF2-40B4-BE49-F238E27FC236}">
                    <a16:creationId xmlns:a16="http://schemas.microsoft.com/office/drawing/2014/main" id="{1AD2C6C6-D6A5-48C9-871A-52150B43F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" y="2241"/>
                <a:ext cx="840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925" name="Rectangle 117">
                <a:extLst>
                  <a:ext uri="{FF2B5EF4-FFF2-40B4-BE49-F238E27FC236}">
                    <a16:creationId xmlns:a16="http://schemas.microsoft.com/office/drawing/2014/main" id="{E333402A-5FEF-4910-9D4B-DA8E9575C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63926" name="Rectangle 118">
                <a:extLst>
                  <a:ext uri="{FF2B5EF4-FFF2-40B4-BE49-F238E27FC236}">
                    <a16:creationId xmlns:a16="http://schemas.microsoft.com/office/drawing/2014/main" id="{B0DFF3CD-5F2C-4B30-BE34-C70726C16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63927" name="Rectangle 119">
                <a:extLst>
                  <a:ext uri="{FF2B5EF4-FFF2-40B4-BE49-F238E27FC236}">
                    <a16:creationId xmlns:a16="http://schemas.microsoft.com/office/drawing/2014/main" id="{9B200AD5-E37F-4BE6-BEBC-47A2CC85B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" y="2224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63928" name="Rectangle 120">
                <a:extLst>
                  <a:ext uri="{FF2B5EF4-FFF2-40B4-BE49-F238E27FC236}">
                    <a16:creationId xmlns:a16="http://schemas.microsoft.com/office/drawing/2014/main" id="{C1AF9F79-817F-412D-90E8-7EA066E73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2225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63929" name="Line 121">
                <a:extLst>
                  <a:ext uri="{FF2B5EF4-FFF2-40B4-BE49-F238E27FC236}">
                    <a16:creationId xmlns:a16="http://schemas.microsoft.com/office/drawing/2014/main" id="{EFEB53A2-8571-44EB-8226-4573B9842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" y="2241"/>
                <a:ext cx="0" cy="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63930" name="Line 122">
                <a:extLst>
                  <a:ext uri="{FF2B5EF4-FFF2-40B4-BE49-F238E27FC236}">
                    <a16:creationId xmlns:a16="http://schemas.microsoft.com/office/drawing/2014/main" id="{859E7047-C86B-4F8A-99DF-0FDC59B59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" y="2247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63931" name="Line 123">
                <a:extLst>
                  <a:ext uri="{FF2B5EF4-FFF2-40B4-BE49-F238E27FC236}">
                    <a16:creationId xmlns:a16="http://schemas.microsoft.com/office/drawing/2014/main" id="{6BBF3A67-00DC-4170-82AC-63B975A5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2" y="2244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63917" name="Group 124">
              <a:extLst>
                <a:ext uri="{FF2B5EF4-FFF2-40B4-BE49-F238E27FC236}">
                  <a16:creationId xmlns:a16="http://schemas.microsoft.com/office/drawing/2014/main" id="{845A8C25-089F-4551-9F5B-184AD301A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7388" y="4240213"/>
              <a:ext cx="1208087" cy="303212"/>
              <a:chOff x="501" y="1990"/>
              <a:chExt cx="761" cy="191"/>
            </a:xfrm>
          </p:grpSpPr>
          <p:sp>
            <p:nvSpPr>
              <p:cNvPr id="163918" name="Rectangle 125">
                <a:extLst>
                  <a:ext uri="{FF2B5EF4-FFF2-40B4-BE49-F238E27FC236}">
                    <a16:creationId xmlns:a16="http://schemas.microsoft.com/office/drawing/2014/main" id="{34C67C49-0553-4788-BC1C-8BB5443C2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" y="2007"/>
                <a:ext cx="68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919" name="Rectangle 126">
                <a:extLst>
                  <a:ext uri="{FF2B5EF4-FFF2-40B4-BE49-F238E27FC236}">
                    <a16:creationId xmlns:a16="http://schemas.microsoft.com/office/drawing/2014/main" id="{6BACB61D-6147-40DB-A834-F254DECF3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63920" name="Rectangle 127">
                <a:extLst>
                  <a:ext uri="{FF2B5EF4-FFF2-40B4-BE49-F238E27FC236}">
                    <a16:creationId xmlns:a16="http://schemas.microsoft.com/office/drawing/2014/main" id="{63E89B1E-9271-41D0-8311-8AAB7CD22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1990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63921" name="Rectangle 128">
                <a:extLst>
                  <a:ext uri="{FF2B5EF4-FFF2-40B4-BE49-F238E27FC236}">
                    <a16:creationId xmlns:a16="http://schemas.microsoft.com/office/drawing/2014/main" id="{A7E65D3F-2AC2-4AD6-BE63-5200C5DFC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1991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163922" name="Line 129">
                <a:extLst>
                  <a:ext uri="{FF2B5EF4-FFF2-40B4-BE49-F238E27FC236}">
                    <a16:creationId xmlns:a16="http://schemas.microsoft.com/office/drawing/2014/main" id="{0049D648-D9A7-4704-9426-1A1FF7B7E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8" y="2013"/>
                <a:ext cx="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63923" name="Line 130">
                <a:extLst>
                  <a:ext uri="{FF2B5EF4-FFF2-40B4-BE49-F238E27FC236}">
                    <a16:creationId xmlns:a16="http://schemas.microsoft.com/office/drawing/2014/main" id="{EA7E929A-C135-4411-A82C-528F2BAAD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010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16" name="Group 140">
            <a:extLst>
              <a:ext uri="{FF2B5EF4-FFF2-40B4-BE49-F238E27FC236}">
                <a16:creationId xmlns:a16="http://schemas.microsoft.com/office/drawing/2014/main" id="{A2C2561F-8D62-4ED6-865C-6FE7A7B448ED}"/>
              </a:ext>
            </a:extLst>
          </p:cNvPr>
          <p:cNvGrpSpPr>
            <a:grpSpLocks/>
          </p:cNvGrpSpPr>
          <p:nvPr/>
        </p:nvGrpSpPr>
        <p:grpSpPr bwMode="auto">
          <a:xfrm>
            <a:off x="7269163" y="4606925"/>
            <a:ext cx="1208087" cy="303213"/>
            <a:chOff x="501" y="1990"/>
            <a:chExt cx="761" cy="191"/>
          </a:xfrm>
        </p:grpSpPr>
        <p:sp>
          <p:nvSpPr>
            <p:cNvPr id="163910" name="Rectangle 141">
              <a:extLst>
                <a:ext uri="{FF2B5EF4-FFF2-40B4-BE49-F238E27FC236}">
                  <a16:creationId xmlns:a16="http://schemas.microsoft.com/office/drawing/2014/main" id="{57674B79-0438-4941-87D7-6CCA8CB0D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11" name="Rectangle 142">
              <a:extLst>
                <a:ext uri="{FF2B5EF4-FFF2-40B4-BE49-F238E27FC236}">
                  <a16:creationId xmlns:a16="http://schemas.microsoft.com/office/drawing/2014/main" id="{C488B503-4C9A-4D0D-A546-54E9AFDE4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63912" name="Rectangle 143">
              <a:extLst>
                <a:ext uri="{FF2B5EF4-FFF2-40B4-BE49-F238E27FC236}">
                  <a16:creationId xmlns:a16="http://schemas.microsoft.com/office/drawing/2014/main" id="{4E27DD9C-7770-41C2-AABB-F2471EEB2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63913" name="Rectangle 144">
              <a:extLst>
                <a:ext uri="{FF2B5EF4-FFF2-40B4-BE49-F238E27FC236}">
                  <a16:creationId xmlns:a16="http://schemas.microsoft.com/office/drawing/2014/main" id="{073FB0C1-1913-46EB-B5BC-00EED1BAF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63914" name="Line 145">
              <a:extLst>
                <a:ext uri="{FF2B5EF4-FFF2-40B4-BE49-F238E27FC236}">
                  <a16:creationId xmlns:a16="http://schemas.microsoft.com/office/drawing/2014/main" id="{D7BEA318-D3B9-47BA-907C-CCAD14495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63915" name="Line 146">
              <a:extLst>
                <a:ext uri="{FF2B5EF4-FFF2-40B4-BE49-F238E27FC236}">
                  <a16:creationId xmlns:a16="http://schemas.microsoft.com/office/drawing/2014/main" id="{08A59740-C9F7-4E3E-804A-80EB2F6CF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17" name="Group 156">
            <a:extLst>
              <a:ext uri="{FF2B5EF4-FFF2-40B4-BE49-F238E27FC236}">
                <a16:creationId xmlns:a16="http://schemas.microsoft.com/office/drawing/2014/main" id="{186C21AE-8F7A-4DFA-8715-81B4FAC87F61}"/>
              </a:ext>
            </a:extLst>
          </p:cNvPr>
          <p:cNvGrpSpPr>
            <a:grpSpLocks/>
          </p:cNvGrpSpPr>
          <p:nvPr/>
        </p:nvGrpSpPr>
        <p:grpSpPr bwMode="auto">
          <a:xfrm>
            <a:off x="938213" y="1665288"/>
            <a:ext cx="1479550" cy="303212"/>
            <a:chOff x="332" y="2224"/>
            <a:chExt cx="932" cy="191"/>
          </a:xfrm>
        </p:grpSpPr>
        <p:sp>
          <p:nvSpPr>
            <p:cNvPr id="163902" name="Rectangle 157">
              <a:extLst>
                <a:ext uri="{FF2B5EF4-FFF2-40B4-BE49-F238E27FC236}">
                  <a16:creationId xmlns:a16="http://schemas.microsoft.com/office/drawing/2014/main" id="{4C8DBCE9-5B87-4E98-9996-BDB7862AF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03" name="Rectangle 158">
              <a:extLst>
                <a:ext uri="{FF2B5EF4-FFF2-40B4-BE49-F238E27FC236}">
                  <a16:creationId xmlns:a16="http://schemas.microsoft.com/office/drawing/2014/main" id="{83D35C01-5834-4A14-9A4F-5C00D6810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63904" name="Rectangle 159">
              <a:extLst>
                <a:ext uri="{FF2B5EF4-FFF2-40B4-BE49-F238E27FC236}">
                  <a16:creationId xmlns:a16="http://schemas.microsoft.com/office/drawing/2014/main" id="{11E174FA-7852-44E0-80A7-48B6EBDA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63905" name="Rectangle 160">
              <a:extLst>
                <a:ext uri="{FF2B5EF4-FFF2-40B4-BE49-F238E27FC236}">
                  <a16:creationId xmlns:a16="http://schemas.microsoft.com/office/drawing/2014/main" id="{0AC59A29-449A-4F8B-8965-B83D7596D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163906" name="Rectangle 161">
              <a:extLst>
                <a:ext uri="{FF2B5EF4-FFF2-40B4-BE49-F238E27FC236}">
                  <a16:creationId xmlns:a16="http://schemas.microsoft.com/office/drawing/2014/main" id="{6B5456E5-1B10-4CEB-9C66-9447D3BF7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63907" name="Line 162">
              <a:extLst>
                <a:ext uri="{FF2B5EF4-FFF2-40B4-BE49-F238E27FC236}">
                  <a16:creationId xmlns:a16="http://schemas.microsoft.com/office/drawing/2014/main" id="{37D830B8-6A11-4170-A12E-B0A83D1BB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63908" name="Line 163">
              <a:extLst>
                <a:ext uri="{FF2B5EF4-FFF2-40B4-BE49-F238E27FC236}">
                  <a16:creationId xmlns:a16="http://schemas.microsoft.com/office/drawing/2014/main" id="{479A2A56-9D74-4F96-8085-097EC38DD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63909" name="Line 164">
              <a:extLst>
                <a:ext uri="{FF2B5EF4-FFF2-40B4-BE49-F238E27FC236}">
                  <a16:creationId xmlns:a16="http://schemas.microsoft.com/office/drawing/2014/main" id="{1A5A7AE2-EA0C-4B5B-811A-5D911BA27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63877" name="Text Box 166">
            <a:extLst>
              <a:ext uri="{FF2B5EF4-FFF2-40B4-BE49-F238E27FC236}">
                <a16:creationId xmlns:a16="http://schemas.microsoft.com/office/drawing/2014/main" id="{3BF0B9D9-5FA5-4450-9AE7-A2A106CDA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25" y="54117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router</a:t>
            </a:r>
          </a:p>
        </p:txBody>
      </p:sp>
      <p:sp>
        <p:nvSpPr>
          <p:cNvPr id="163878" name="Text Box 167">
            <a:extLst>
              <a:ext uri="{FF2B5EF4-FFF2-40B4-BE49-F238E27FC236}">
                <a16:creationId xmlns:a16="http://schemas.microsoft.com/office/drawing/2014/main" id="{32703E02-B58B-4BC6-AD96-7724C78F9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913" y="3098800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switch</a:t>
            </a:r>
          </a:p>
        </p:txBody>
      </p:sp>
      <p:sp>
        <p:nvSpPr>
          <p:cNvPr id="163879" name="Rectangle 168">
            <a:extLst>
              <a:ext uri="{FF2B5EF4-FFF2-40B4-BE49-F238E27FC236}">
                <a16:creationId xmlns:a16="http://schemas.microsoft.com/office/drawing/2014/main" id="{5D48C1C1-5B39-4BA4-8868-F6D6536F65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995863" y="0"/>
            <a:ext cx="3805237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Encapsulation</a:t>
            </a:r>
          </a:p>
        </p:txBody>
      </p:sp>
      <p:sp>
        <p:nvSpPr>
          <p:cNvPr id="112814" name="Text Box 174">
            <a:extLst>
              <a:ext uri="{FF2B5EF4-FFF2-40B4-BE49-F238E27FC236}">
                <a16:creationId xmlns:a16="http://schemas.microsoft.com/office/drawing/2014/main" id="{C5F250FE-8A21-458C-A8C7-A04A7C228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692150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message</a:t>
            </a:r>
          </a:p>
        </p:txBody>
      </p:sp>
      <p:grpSp>
        <p:nvGrpSpPr>
          <p:cNvPr id="18" name="Group 175">
            <a:extLst>
              <a:ext uri="{FF2B5EF4-FFF2-40B4-BE49-F238E27FC236}">
                <a16:creationId xmlns:a16="http://schemas.microsoft.com/office/drawing/2014/main" id="{47E37D5C-2197-4645-935B-02DCAAEC834E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719138"/>
            <a:ext cx="679450" cy="301625"/>
            <a:chOff x="780" y="1553"/>
            <a:chExt cx="428" cy="190"/>
          </a:xfrm>
        </p:grpSpPr>
        <p:sp>
          <p:nvSpPr>
            <p:cNvPr id="163900" name="Rectangle 176">
              <a:extLst>
                <a:ext uri="{FF2B5EF4-FFF2-40B4-BE49-F238E27FC236}">
                  <a16:creationId xmlns:a16="http://schemas.microsoft.com/office/drawing/2014/main" id="{9357306E-8DE4-45A2-A0B6-F59145350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901" name="Rectangle 177">
              <a:extLst>
                <a:ext uri="{FF2B5EF4-FFF2-40B4-BE49-F238E27FC236}">
                  <a16:creationId xmlns:a16="http://schemas.microsoft.com/office/drawing/2014/main" id="{764F9914-B7EF-4F9D-97AF-4C9A80758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19" name="Group 185">
            <a:extLst>
              <a:ext uri="{FF2B5EF4-FFF2-40B4-BE49-F238E27FC236}">
                <a16:creationId xmlns:a16="http://schemas.microsoft.com/office/drawing/2014/main" id="{A19E1D7E-CB7D-41B5-815B-04D7B4E7FBA1}"/>
              </a:ext>
            </a:extLst>
          </p:cNvPr>
          <p:cNvGrpSpPr>
            <a:grpSpLocks/>
          </p:cNvGrpSpPr>
          <p:nvPr/>
        </p:nvGrpSpPr>
        <p:grpSpPr bwMode="auto">
          <a:xfrm>
            <a:off x="1528763" y="1039813"/>
            <a:ext cx="903287" cy="301625"/>
            <a:chOff x="1851" y="2046"/>
            <a:chExt cx="569" cy="190"/>
          </a:xfrm>
        </p:grpSpPr>
        <p:grpSp>
          <p:nvGrpSpPr>
            <p:cNvPr id="163894" name="Group 179">
              <a:extLst>
                <a:ext uri="{FF2B5EF4-FFF2-40B4-BE49-F238E27FC236}">
                  <a16:creationId xmlns:a16="http://schemas.microsoft.com/office/drawing/2014/main" id="{7C20D356-8EB9-4A13-A038-6F9C06701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63898" name="Rectangle 180">
                <a:extLst>
                  <a:ext uri="{FF2B5EF4-FFF2-40B4-BE49-F238E27FC236}">
                    <a16:creationId xmlns:a16="http://schemas.microsoft.com/office/drawing/2014/main" id="{5990B207-4A4C-4140-BF26-6B8509FD6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899" name="Rectangle 181">
                <a:extLst>
                  <a:ext uri="{FF2B5EF4-FFF2-40B4-BE49-F238E27FC236}">
                    <a16:creationId xmlns:a16="http://schemas.microsoft.com/office/drawing/2014/main" id="{338C18B8-C659-4753-AF1F-49E8E6B60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163895" name="Group 182">
              <a:extLst>
                <a:ext uri="{FF2B5EF4-FFF2-40B4-BE49-F238E27FC236}">
                  <a16:creationId xmlns:a16="http://schemas.microsoft.com/office/drawing/2014/main" id="{859CE997-8A2A-4076-A04D-3529DFAF0C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63896" name="Rectangle 183">
                <a:extLst>
                  <a:ext uri="{FF2B5EF4-FFF2-40B4-BE49-F238E27FC236}">
                    <a16:creationId xmlns:a16="http://schemas.microsoft.com/office/drawing/2014/main" id="{0AEE9CC7-197B-4CD4-A353-3B390B0E1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3897" name="Rectangle 184">
                <a:extLst>
                  <a:ext uri="{FF2B5EF4-FFF2-40B4-BE49-F238E27FC236}">
                    <a16:creationId xmlns:a16="http://schemas.microsoft.com/office/drawing/2014/main" id="{D44B45FB-9606-485B-9D1B-EA22C66D5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22" name="Group 187">
            <a:extLst>
              <a:ext uri="{FF2B5EF4-FFF2-40B4-BE49-F238E27FC236}">
                <a16:creationId xmlns:a16="http://schemas.microsoft.com/office/drawing/2014/main" id="{6650375A-F186-4AEC-B4B6-53A7DA45B7B1}"/>
              </a:ext>
            </a:extLst>
          </p:cNvPr>
          <p:cNvGrpSpPr>
            <a:grpSpLocks/>
          </p:cNvGrpSpPr>
          <p:nvPr/>
        </p:nvGrpSpPr>
        <p:grpSpPr bwMode="auto">
          <a:xfrm>
            <a:off x="1235075" y="1363663"/>
            <a:ext cx="301625" cy="292100"/>
            <a:chOff x="1962" y="2058"/>
            <a:chExt cx="190" cy="184"/>
          </a:xfrm>
        </p:grpSpPr>
        <p:sp>
          <p:nvSpPr>
            <p:cNvPr id="163892" name="Rectangle 188">
              <a:extLst>
                <a:ext uri="{FF2B5EF4-FFF2-40B4-BE49-F238E27FC236}">
                  <a16:creationId xmlns:a16="http://schemas.microsoft.com/office/drawing/2014/main" id="{A37E9CED-37C5-45F1-AB58-4F2F20B81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893" name="Rectangle 189">
              <a:extLst>
                <a:ext uri="{FF2B5EF4-FFF2-40B4-BE49-F238E27FC236}">
                  <a16:creationId xmlns:a16="http://schemas.microsoft.com/office/drawing/2014/main" id="{7C944A8C-9EDB-4D80-9C4F-9AB0DF3B0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12647" name="Text Box 7">
            <a:extLst>
              <a:ext uri="{FF2B5EF4-FFF2-40B4-BE49-F238E27FC236}">
                <a16:creationId xmlns:a16="http://schemas.microsoft.com/office/drawing/2014/main" id="{9097E9DE-7B31-4474-A063-68E6DCABF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3" y="1643063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frame</a:t>
            </a:r>
          </a:p>
        </p:txBody>
      </p:sp>
      <p:grpSp>
        <p:nvGrpSpPr>
          <p:cNvPr id="163885" name="Group 187">
            <a:extLst>
              <a:ext uri="{FF2B5EF4-FFF2-40B4-BE49-F238E27FC236}">
                <a16:creationId xmlns:a16="http://schemas.microsoft.com/office/drawing/2014/main" id="{10D20F8F-3D16-4725-9F65-FA8B683C1C4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178175" y="4970463"/>
            <a:ext cx="803275" cy="771525"/>
            <a:chOff x="-44" y="1473"/>
            <a:chExt cx="981" cy="1105"/>
          </a:xfrm>
        </p:grpSpPr>
        <p:pic>
          <p:nvPicPr>
            <p:cNvPr id="163890" name="Picture 188" descr="desktop_computer_stylized_medium">
              <a:extLst>
                <a:ext uri="{FF2B5EF4-FFF2-40B4-BE49-F238E27FC236}">
                  <a16:creationId xmlns:a16="http://schemas.microsoft.com/office/drawing/2014/main" id="{33023B61-6A04-4C21-8276-240CF3820A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891" name="Freeform 189">
              <a:extLst>
                <a:ext uri="{FF2B5EF4-FFF2-40B4-BE49-F238E27FC236}">
                  <a16:creationId xmlns:a16="http://schemas.microsoft.com/office/drawing/2014/main" id="{ED0B8070-5C47-4C2A-968B-49FD90B1BE6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50670 w 356"/>
                <a:gd name="T3" fmla="*/ 40535 h 368"/>
                <a:gd name="T4" fmla="*/ 534623 w 356"/>
                <a:gd name="T5" fmla="*/ 844480 h 368"/>
                <a:gd name="T6" fmla="*/ 117823 w 356"/>
                <a:gd name="T7" fmla="*/ 105611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63886" name="Group 190">
            <a:extLst>
              <a:ext uri="{FF2B5EF4-FFF2-40B4-BE49-F238E27FC236}">
                <a16:creationId xmlns:a16="http://schemas.microsoft.com/office/drawing/2014/main" id="{68FD0848-C611-4A2E-8F2F-672187B5B05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40200" y="1087438"/>
            <a:ext cx="803275" cy="771525"/>
            <a:chOff x="-44" y="1473"/>
            <a:chExt cx="981" cy="1105"/>
          </a:xfrm>
        </p:grpSpPr>
        <p:pic>
          <p:nvPicPr>
            <p:cNvPr id="163888" name="Picture 191" descr="desktop_computer_stylized_medium">
              <a:extLst>
                <a:ext uri="{FF2B5EF4-FFF2-40B4-BE49-F238E27FC236}">
                  <a16:creationId xmlns:a16="http://schemas.microsoft.com/office/drawing/2014/main" id="{B7D6CFFE-FF80-4CBA-896A-82B70E65A8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889" name="Freeform 192">
              <a:extLst>
                <a:ext uri="{FF2B5EF4-FFF2-40B4-BE49-F238E27FC236}">
                  <a16:creationId xmlns:a16="http://schemas.microsoft.com/office/drawing/2014/main" id="{36422E5F-FB8E-4555-A142-4F19E12F5A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50670 w 356"/>
                <a:gd name="T3" fmla="*/ 40535 h 368"/>
                <a:gd name="T4" fmla="*/ 534623 w 356"/>
                <a:gd name="T5" fmla="*/ 844480 h 368"/>
                <a:gd name="T6" fmla="*/ 117823 w 356"/>
                <a:gd name="T7" fmla="*/ 105611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63887" name="Slide Number Placeholder 3">
            <a:extLst>
              <a:ext uri="{FF2B5EF4-FFF2-40B4-BE49-F238E27FC236}">
                <a16:creationId xmlns:a16="http://schemas.microsoft.com/office/drawing/2014/main" id="{3CD6153A-DDB7-4D72-B6BF-6C6BB618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1-</a:t>
            </a:r>
            <a:fld id="{3B1B3620-9814-46CD-BC09-05C19C811FA0}" type="slidenum"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2">
            <a:extLst>
              <a:ext uri="{FF2B5EF4-FFF2-40B4-BE49-F238E27FC236}">
                <a16:creationId xmlns:a16="http://schemas.microsoft.com/office/drawing/2014/main" id="{DEF95E5A-22D7-4ACE-B6AB-C003FA21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1075" name="Picture 9" descr="underline_base">
            <a:extLst>
              <a:ext uri="{FF2B5EF4-FFF2-40B4-BE49-F238E27FC236}">
                <a16:creationId xmlns:a16="http://schemas.microsoft.com/office/drawing/2014/main" id="{5EE9EABB-A49F-4117-81C8-C66012AB820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89217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6" name="Rectangle 2">
            <a:extLst>
              <a:ext uri="{FF2B5EF4-FFF2-40B4-BE49-F238E27FC236}">
                <a16:creationId xmlns:a16="http://schemas.microsoft.com/office/drawing/2014/main" id="{09FDA401-7443-4BA3-B680-C436017B51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777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“Packet” at different layers</a:t>
            </a:r>
          </a:p>
        </p:txBody>
      </p:sp>
      <p:sp>
        <p:nvSpPr>
          <p:cNvPr id="131077" name="Rectangle 3">
            <a:extLst>
              <a:ext uri="{FF2B5EF4-FFF2-40B4-BE49-F238E27FC236}">
                <a16:creationId xmlns:a16="http://schemas.microsoft.com/office/drawing/2014/main" id="{7DC6F584-6C61-4A91-A003-347BB18655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365250"/>
            <a:ext cx="7772400" cy="5119688"/>
          </a:xfrm>
        </p:spPr>
        <p:txBody>
          <a:bodyPr/>
          <a:lstStyle/>
          <a:p>
            <a:pPr eaLnBrk="1" hangingPunct="1"/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31078" name="Slide Number Placeholder 3">
            <a:extLst>
              <a:ext uri="{FF2B5EF4-FFF2-40B4-BE49-F238E27FC236}">
                <a16:creationId xmlns:a16="http://schemas.microsoft.com/office/drawing/2014/main" id="{68DBF303-68E2-4FA3-8313-E13F1A29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B1213920-BB02-4D4E-AA01-2237DB2A954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1084" name="Freeform 10">
            <a:extLst>
              <a:ext uri="{FF2B5EF4-FFF2-40B4-BE49-F238E27FC236}">
                <a16:creationId xmlns:a16="http://schemas.microsoft.com/office/drawing/2014/main" id="{84EEB4F2-822F-1F6E-71E4-11FD4468D0C9}"/>
              </a:ext>
            </a:extLst>
          </p:cNvPr>
          <p:cNvSpPr>
            <a:spLocks/>
          </p:cNvSpPr>
          <p:nvPr/>
        </p:nvSpPr>
        <p:spPr bwMode="auto">
          <a:xfrm>
            <a:off x="4302496" y="2256939"/>
            <a:ext cx="360362" cy="1577975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31085" name="Rectangle 23">
            <a:extLst>
              <a:ext uri="{FF2B5EF4-FFF2-40B4-BE49-F238E27FC236}">
                <a16:creationId xmlns:a16="http://schemas.microsoft.com/office/drawing/2014/main" id="{2E66B3B2-61B4-615E-5D4D-42BD950B9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533" y="2266464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1086" name="Rectangle 24">
            <a:extLst>
              <a:ext uri="{FF2B5EF4-FFF2-40B4-BE49-F238E27FC236}">
                <a16:creationId xmlns:a16="http://schemas.microsoft.com/office/drawing/2014/main" id="{A596E054-78BF-02B9-DE63-A1AEDF2B3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908" y="2337902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1087" name="Line 25">
            <a:extLst>
              <a:ext uri="{FF2B5EF4-FFF2-40B4-BE49-F238E27FC236}">
                <a16:creationId xmlns:a16="http://schemas.microsoft.com/office/drawing/2014/main" id="{FC75AF25-7A25-61D7-AE32-429D4B862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908" y="265540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1088" name="Text Box 26">
            <a:extLst>
              <a:ext uri="{FF2B5EF4-FFF2-40B4-BE49-F238E27FC236}">
                <a16:creationId xmlns:a16="http://schemas.microsoft.com/office/drawing/2014/main" id="{45E6328F-4CBE-8D19-5143-F1F2246DB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046" y="2304564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31089" name="Line 27">
            <a:extLst>
              <a:ext uri="{FF2B5EF4-FFF2-40B4-BE49-F238E27FC236}">
                <a16:creationId xmlns:a16="http://schemas.microsoft.com/office/drawing/2014/main" id="{BDE339E1-0C7F-47D4-8D1E-BB53B7C07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8846" y="297607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1090" name="Line 28">
            <a:extLst>
              <a:ext uri="{FF2B5EF4-FFF2-40B4-BE49-F238E27FC236}">
                <a16:creationId xmlns:a16="http://schemas.microsoft.com/office/drawing/2014/main" id="{5BA819B8-5466-6C18-9FB7-4D4E6ABAE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3608" y="325706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1091" name="Line 29">
            <a:extLst>
              <a:ext uri="{FF2B5EF4-FFF2-40B4-BE49-F238E27FC236}">
                <a16:creationId xmlns:a16="http://schemas.microsoft.com/office/drawing/2014/main" id="{9E4A5C09-0572-2D24-CDB6-9C5308646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3608" y="353328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131092" name="Group 39">
            <a:extLst>
              <a:ext uri="{FF2B5EF4-FFF2-40B4-BE49-F238E27FC236}">
                <a16:creationId xmlns:a16="http://schemas.microsoft.com/office/drawing/2014/main" id="{842B016B-3ABC-93B1-22FF-9219AB6092C3}"/>
              </a:ext>
            </a:extLst>
          </p:cNvPr>
          <p:cNvGrpSpPr>
            <a:grpSpLocks/>
          </p:cNvGrpSpPr>
          <p:nvPr/>
        </p:nvGrpSpPr>
        <p:grpSpPr bwMode="auto">
          <a:xfrm>
            <a:off x="1652958" y="2974489"/>
            <a:ext cx="1208088" cy="303213"/>
            <a:chOff x="501" y="1990"/>
            <a:chExt cx="761" cy="191"/>
          </a:xfrm>
        </p:grpSpPr>
        <p:sp>
          <p:nvSpPr>
            <p:cNvPr id="131093" name="Rectangle 40">
              <a:extLst>
                <a:ext uri="{FF2B5EF4-FFF2-40B4-BE49-F238E27FC236}">
                  <a16:creationId xmlns:a16="http://schemas.microsoft.com/office/drawing/2014/main" id="{4A46F267-AAB0-5315-18D8-6EFA6325C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094" name="Rectangle 41">
              <a:extLst>
                <a:ext uri="{FF2B5EF4-FFF2-40B4-BE49-F238E27FC236}">
                  <a16:creationId xmlns:a16="http://schemas.microsoft.com/office/drawing/2014/main" id="{9EC863A6-4431-E7FA-DDBF-1C5D11C63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31095" name="Rectangle 42">
              <a:extLst>
                <a:ext uri="{FF2B5EF4-FFF2-40B4-BE49-F238E27FC236}">
                  <a16:creationId xmlns:a16="http://schemas.microsoft.com/office/drawing/2014/main" id="{16EF2655-780F-0622-E503-1C5397FA7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31096" name="Rectangle 43">
              <a:extLst>
                <a:ext uri="{FF2B5EF4-FFF2-40B4-BE49-F238E27FC236}">
                  <a16:creationId xmlns:a16="http://schemas.microsoft.com/office/drawing/2014/main" id="{3D11DB1F-3671-BAF6-8C83-BB9B5CA3B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31097" name="Line 44">
              <a:extLst>
                <a:ext uri="{FF2B5EF4-FFF2-40B4-BE49-F238E27FC236}">
                  <a16:creationId xmlns:a16="http://schemas.microsoft.com/office/drawing/2014/main" id="{9605FA91-EF61-E2B6-B534-F4D8044ED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1098" name="Line 45">
              <a:extLst>
                <a:ext uri="{FF2B5EF4-FFF2-40B4-BE49-F238E27FC236}">
                  <a16:creationId xmlns:a16="http://schemas.microsoft.com/office/drawing/2014/main" id="{8BBC9C93-1DCD-1AC8-EFE6-D56B81B2E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31099" name="Text Box 5">
            <a:extLst>
              <a:ext uri="{FF2B5EF4-FFF2-40B4-BE49-F238E27FC236}">
                <a16:creationId xmlns:a16="http://schemas.microsoft.com/office/drawing/2014/main" id="{B2593A18-0F57-33F1-55F9-BA05288B2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46" y="2603014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segment</a:t>
            </a:r>
          </a:p>
        </p:txBody>
      </p:sp>
      <p:grpSp>
        <p:nvGrpSpPr>
          <p:cNvPr id="131100" name="Group 178">
            <a:extLst>
              <a:ext uri="{FF2B5EF4-FFF2-40B4-BE49-F238E27FC236}">
                <a16:creationId xmlns:a16="http://schemas.microsoft.com/office/drawing/2014/main" id="{2EDF153F-634E-A4F6-4370-A9EA1EA3A7AC}"/>
              </a:ext>
            </a:extLst>
          </p:cNvPr>
          <p:cNvGrpSpPr>
            <a:grpSpLocks/>
          </p:cNvGrpSpPr>
          <p:nvPr/>
        </p:nvGrpSpPr>
        <p:grpSpPr bwMode="auto">
          <a:xfrm>
            <a:off x="1967283" y="2639527"/>
            <a:ext cx="301625" cy="292100"/>
            <a:chOff x="1962" y="2058"/>
            <a:chExt cx="190" cy="184"/>
          </a:xfrm>
        </p:grpSpPr>
        <p:sp>
          <p:nvSpPr>
            <p:cNvPr id="131101" name="Rectangle 47">
              <a:extLst>
                <a:ext uri="{FF2B5EF4-FFF2-40B4-BE49-F238E27FC236}">
                  <a16:creationId xmlns:a16="http://schemas.microsoft.com/office/drawing/2014/main" id="{A57A8958-82E9-6194-1A95-29A05E94A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02" name="Rectangle 48">
              <a:extLst>
                <a:ext uri="{FF2B5EF4-FFF2-40B4-BE49-F238E27FC236}">
                  <a16:creationId xmlns:a16="http://schemas.microsoft.com/office/drawing/2014/main" id="{D471BD1A-B4B8-A295-E2C0-1070C6090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131103" name="Text Box 4">
            <a:extLst>
              <a:ext uri="{FF2B5EF4-FFF2-40B4-BE49-F238E27FC236}">
                <a16:creationId xmlns:a16="http://schemas.microsoft.com/office/drawing/2014/main" id="{4258DF8D-875B-0543-3E11-25B888283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021" y="2942739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datagram</a:t>
            </a:r>
          </a:p>
        </p:txBody>
      </p:sp>
      <p:grpSp>
        <p:nvGrpSpPr>
          <p:cNvPr id="131104" name="Group 156">
            <a:extLst>
              <a:ext uri="{FF2B5EF4-FFF2-40B4-BE49-F238E27FC236}">
                <a16:creationId xmlns:a16="http://schemas.microsoft.com/office/drawing/2014/main" id="{3B387B02-0639-668F-F1A2-06772490FEF5}"/>
              </a:ext>
            </a:extLst>
          </p:cNvPr>
          <p:cNvGrpSpPr>
            <a:grpSpLocks/>
          </p:cNvGrpSpPr>
          <p:nvPr/>
        </p:nvGrpSpPr>
        <p:grpSpPr bwMode="auto">
          <a:xfrm>
            <a:off x="1371971" y="3271352"/>
            <a:ext cx="1479550" cy="303212"/>
            <a:chOff x="332" y="2224"/>
            <a:chExt cx="932" cy="191"/>
          </a:xfrm>
        </p:grpSpPr>
        <p:sp>
          <p:nvSpPr>
            <p:cNvPr id="131105" name="Rectangle 157">
              <a:extLst>
                <a:ext uri="{FF2B5EF4-FFF2-40B4-BE49-F238E27FC236}">
                  <a16:creationId xmlns:a16="http://schemas.microsoft.com/office/drawing/2014/main" id="{BEC7BF06-5F8E-023A-06FA-F779DC803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06" name="Rectangle 158">
              <a:extLst>
                <a:ext uri="{FF2B5EF4-FFF2-40B4-BE49-F238E27FC236}">
                  <a16:creationId xmlns:a16="http://schemas.microsoft.com/office/drawing/2014/main" id="{17C5CE31-33BF-8A2F-1E03-3624E87ED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31107" name="Rectangle 159">
              <a:extLst>
                <a:ext uri="{FF2B5EF4-FFF2-40B4-BE49-F238E27FC236}">
                  <a16:creationId xmlns:a16="http://schemas.microsoft.com/office/drawing/2014/main" id="{7BFBE03B-C657-C19F-F63F-950B244DC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31108" name="Rectangle 160">
              <a:extLst>
                <a:ext uri="{FF2B5EF4-FFF2-40B4-BE49-F238E27FC236}">
                  <a16:creationId xmlns:a16="http://schemas.microsoft.com/office/drawing/2014/main" id="{FCA082F8-67DB-9166-C1E1-2E67F492D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131109" name="Rectangle 161">
              <a:extLst>
                <a:ext uri="{FF2B5EF4-FFF2-40B4-BE49-F238E27FC236}">
                  <a16:creationId xmlns:a16="http://schemas.microsoft.com/office/drawing/2014/main" id="{BB6D0AFE-960F-F64C-56D7-D5DE32132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31110" name="Line 162">
              <a:extLst>
                <a:ext uri="{FF2B5EF4-FFF2-40B4-BE49-F238E27FC236}">
                  <a16:creationId xmlns:a16="http://schemas.microsoft.com/office/drawing/2014/main" id="{B2D8E008-6F07-2FF1-8EC8-76484F926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1111" name="Line 163">
              <a:extLst>
                <a:ext uri="{FF2B5EF4-FFF2-40B4-BE49-F238E27FC236}">
                  <a16:creationId xmlns:a16="http://schemas.microsoft.com/office/drawing/2014/main" id="{80ACE1B5-BB9B-C328-76FE-7BA4424FC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1112" name="Line 164">
              <a:extLst>
                <a:ext uri="{FF2B5EF4-FFF2-40B4-BE49-F238E27FC236}">
                  <a16:creationId xmlns:a16="http://schemas.microsoft.com/office/drawing/2014/main" id="{C0D21A81-1CD2-2D24-4E2D-2BACBD58C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31113" name="Text Box 174">
            <a:extLst>
              <a:ext uri="{FF2B5EF4-FFF2-40B4-BE49-F238E27FC236}">
                <a16:creationId xmlns:a16="http://schemas.microsoft.com/office/drawing/2014/main" id="{CB564583-EA7A-5D76-A19D-B083CB20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021" y="2298214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message</a:t>
            </a:r>
          </a:p>
        </p:txBody>
      </p:sp>
      <p:grpSp>
        <p:nvGrpSpPr>
          <p:cNvPr id="131114" name="Group 175">
            <a:extLst>
              <a:ext uri="{FF2B5EF4-FFF2-40B4-BE49-F238E27FC236}">
                <a16:creationId xmlns:a16="http://schemas.microsoft.com/office/drawing/2014/main" id="{957E2413-DB2B-658D-DFFB-5A1FDA1B5B21}"/>
              </a:ext>
            </a:extLst>
          </p:cNvPr>
          <p:cNvGrpSpPr>
            <a:grpSpLocks/>
          </p:cNvGrpSpPr>
          <p:nvPr/>
        </p:nvGrpSpPr>
        <p:grpSpPr bwMode="auto">
          <a:xfrm>
            <a:off x="2197471" y="2325202"/>
            <a:ext cx="679450" cy="301625"/>
            <a:chOff x="780" y="1553"/>
            <a:chExt cx="428" cy="190"/>
          </a:xfrm>
        </p:grpSpPr>
        <p:sp>
          <p:nvSpPr>
            <p:cNvPr id="131115" name="Rectangle 176">
              <a:extLst>
                <a:ext uri="{FF2B5EF4-FFF2-40B4-BE49-F238E27FC236}">
                  <a16:creationId xmlns:a16="http://schemas.microsoft.com/office/drawing/2014/main" id="{E445F83E-6A2D-C8E2-779C-D0757AF8B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16" name="Rectangle 177">
              <a:extLst>
                <a:ext uri="{FF2B5EF4-FFF2-40B4-BE49-F238E27FC236}">
                  <a16:creationId xmlns:a16="http://schemas.microsoft.com/office/drawing/2014/main" id="{7EE6B8C8-6D03-550B-C791-5A324B625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131117" name="Group 185">
            <a:extLst>
              <a:ext uri="{FF2B5EF4-FFF2-40B4-BE49-F238E27FC236}">
                <a16:creationId xmlns:a16="http://schemas.microsoft.com/office/drawing/2014/main" id="{AD413C8A-CBC2-199B-53E8-688BC248A23D}"/>
              </a:ext>
            </a:extLst>
          </p:cNvPr>
          <p:cNvGrpSpPr>
            <a:grpSpLocks/>
          </p:cNvGrpSpPr>
          <p:nvPr/>
        </p:nvGrpSpPr>
        <p:grpSpPr bwMode="auto">
          <a:xfrm>
            <a:off x="1962521" y="2645877"/>
            <a:ext cx="903287" cy="301625"/>
            <a:chOff x="1851" y="2046"/>
            <a:chExt cx="569" cy="190"/>
          </a:xfrm>
        </p:grpSpPr>
        <p:grpSp>
          <p:nvGrpSpPr>
            <p:cNvPr id="131118" name="Group 179">
              <a:extLst>
                <a:ext uri="{FF2B5EF4-FFF2-40B4-BE49-F238E27FC236}">
                  <a16:creationId xmlns:a16="http://schemas.microsoft.com/office/drawing/2014/main" id="{E4E22861-698B-E38F-15A3-21918818DF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31122" name="Rectangle 180">
                <a:extLst>
                  <a:ext uri="{FF2B5EF4-FFF2-40B4-BE49-F238E27FC236}">
                    <a16:creationId xmlns:a16="http://schemas.microsoft.com/office/drawing/2014/main" id="{9DCD855E-4247-C676-A78F-43AA8CE43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123" name="Rectangle 181">
                <a:extLst>
                  <a:ext uri="{FF2B5EF4-FFF2-40B4-BE49-F238E27FC236}">
                    <a16:creationId xmlns:a16="http://schemas.microsoft.com/office/drawing/2014/main" id="{C10F37F0-51EC-6816-5509-33957B1C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131119" name="Group 182">
              <a:extLst>
                <a:ext uri="{FF2B5EF4-FFF2-40B4-BE49-F238E27FC236}">
                  <a16:creationId xmlns:a16="http://schemas.microsoft.com/office/drawing/2014/main" id="{CB1AC701-77FA-B6C7-91FE-8F1623DD1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1120" name="Rectangle 183">
                <a:extLst>
                  <a:ext uri="{FF2B5EF4-FFF2-40B4-BE49-F238E27FC236}">
                    <a16:creationId xmlns:a16="http://schemas.microsoft.com/office/drawing/2014/main" id="{3B1B3909-45B1-FEBF-84E4-202C6CFFD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121" name="Rectangle 184">
                <a:extLst>
                  <a:ext uri="{FF2B5EF4-FFF2-40B4-BE49-F238E27FC236}">
                    <a16:creationId xmlns:a16="http://schemas.microsoft.com/office/drawing/2014/main" id="{1FAD4C14-85B6-DF28-0E8F-9E8A948F7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131124" name="Group 187">
            <a:extLst>
              <a:ext uri="{FF2B5EF4-FFF2-40B4-BE49-F238E27FC236}">
                <a16:creationId xmlns:a16="http://schemas.microsoft.com/office/drawing/2014/main" id="{93B95967-F83B-64E5-3DB1-7A89B54B1E08}"/>
              </a:ext>
            </a:extLst>
          </p:cNvPr>
          <p:cNvGrpSpPr>
            <a:grpSpLocks/>
          </p:cNvGrpSpPr>
          <p:nvPr/>
        </p:nvGrpSpPr>
        <p:grpSpPr bwMode="auto">
          <a:xfrm>
            <a:off x="1668833" y="2969727"/>
            <a:ext cx="301625" cy="292100"/>
            <a:chOff x="1962" y="2058"/>
            <a:chExt cx="190" cy="184"/>
          </a:xfrm>
        </p:grpSpPr>
        <p:sp>
          <p:nvSpPr>
            <p:cNvPr id="131125" name="Rectangle 188">
              <a:extLst>
                <a:ext uri="{FF2B5EF4-FFF2-40B4-BE49-F238E27FC236}">
                  <a16:creationId xmlns:a16="http://schemas.microsoft.com/office/drawing/2014/main" id="{7E2BD398-8F19-95C5-9856-CA7F67F0A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26" name="Rectangle 189">
              <a:extLst>
                <a:ext uri="{FF2B5EF4-FFF2-40B4-BE49-F238E27FC236}">
                  <a16:creationId xmlns:a16="http://schemas.microsoft.com/office/drawing/2014/main" id="{95A4A1D8-B235-BE1B-2B0E-E6CFE7F87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31127" name="Text Box 7">
            <a:extLst>
              <a:ext uri="{FF2B5EF4-FFF2-40B4-BE49-F238E27FC236}">
                <a16:creationId xmlns:a16="http://schemas.microsoft.com/office/drawing/2014/main" id="{5B78BA3C-3B74-33DC-2F52-54C89BDD7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921" y="3249127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23822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Footer Placeholder 2">
            <a:extLst>
              <a:ext uri="{FF2B5EF4-FFF2-40B4-BE49-F238E27FC236}">
                <a16:creationId xmlns:a16="http://schemas.microsoft.com/office/drawing/2014/main" id="{7DA92603-FA99-4F59-8873-A41284BB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29027" name="Picture 2" descr="underline_base">
            <a:extLst>
              <a:ext uri="{FF2B5EF4-FFF2-40B4-BE49-F238E27FC236}">
                <a16:creationId xmlns:a16="http://schemas.microsoft.com/office/drawing/2014/main" id="{182F6052-1E5B-4501-9230-5E032671D7C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8" name="Rectangle 2">
            <a:extLst>
              <a:ext uri="{FF2B5EF4-FFF2-40B4-BE49-F238E27FC236}">
                <a16:creationId xmlns:a16="http://schemas.microsoft.com/office/drawing/2014/main" id="{18D0F53C-C71B-4FFF-B443-05D7A0FF80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129029" name="Rectangle 3">
            <a:extLst>
              <a:ext uri="{FF2B5EF4-FFF2-40B4-BE49-F238E27FC236}">
                <a16:creationId xmlns:a16="http://schemas.microsoft.com/office/drawing/2014/main" id="{783774B7-B697-4B2F-9EA0-17DC358556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000099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1.2</a:t>
            </a:r>
            <a:r>
              <a:rPr lang="en-US" altLang="zh-TW" sz="2800">
                <a:ea typeface="新細明體" panose="02020500000000000000" pitchFamily="18" charset="-120"/>
              </a:rPr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1.3 </a:t>
            </a:r>
            <a:r>
              <a:rPr lang="en-US" altLang="zh-TW" sz="2800">
                <a:ea typeface="新細明體" panose="02020500000000000000" pitchFamily="18" charset="-120"/>
              </a:rPr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switching, circuit switching, network structure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1.4 </a:t>
            </a:r>
            <a:r>
              <a:rPr lang="en-US" altLang="zh-TW" sz="2800">
                <a:ea typeface="新細明體" panose="02020500000000000000" pitchFamily="18" charset="-120"/>
              </a:rPr>
              <a:t>delay, loss, throughput in networks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1.5</a:t>
            </a:r>
            <a:r>
              <a:rPr lang="en-US" altLang="zh-TW" sz="2800">
                <a:ea typeface="新細明體" panose="02020500000000000000" pitchFamily="18" charset="-120"/>
              </a:rPr>
              <a:t> protocol layers, service models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1.6 networks under attack: security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1.7</a:t>
            </a:r>
            <a:r>
              <a:rPr lang="en-US" altLang="zh-TW" sz="2800">
                <a:ea typeface="新細明體" panose="02020500000000000000" pitchFamily="18" charset="-120"/>
              </a:rPr>
              <a:t> history</a:t>
            </a:r>
          </a:p>
          <a:p>
            <a:pPr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29030" name="Slide Number Placeholder 3">
            <a:extLst>
              <a:ext uri="{FF2B5EF4-FFF2-40B4-BE49-F238E27FC236}">
                <a16:creationId xmlns:a16="http://schemas.microsoft.com/office/drawing/2014/main" id="{74D2B097-D286-4404-A582-B8F418C6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7913397A-4ED4-4C4E-A85B-5A1E2B28C4B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2">
            <a:extLst>
              <a:ext uri="{FF2B5EF4-FFF2-40B4-BE49-F238E27FC236}">
                <a16:creationId xmlns:a16="http://schemas.microsoft.com/office/drawing/2014/main" id="{DEF95E5A-22D7-4ACE-B6AB-C003FA21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1075" name="Picture 9" descr="underline_base">
            <a:extLst>
              <a:ext uri="{FF2B5EF4-FFF2-40B4-BE49-F238E27FC236}">
                <a16:creationId xmlns:a16="http://schemas.microsoft.com/office/drawing/2014/main" id="{5EE9EABB-A49F-4117-81C8-C66012AB820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89217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6" name="Rectangle 2">
            <a:extLst>
              <a:ext uri="{FF2B5EF4-FFF2-40B4-BE49-F238E27FC236}">
                <a16:creationId xmlns:a16="http://schemas.microsoft.com/office/drawing/2014/main" id="{09FDA401-7443-4BA3-B680-C436017B51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777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Network security</a:t>
            </a:r>
          </a:p>
        </p:txBody>
      </p:sp>
      <p:sp>
        <p:nvSpPr>
          <p:cNvPr id="131077" name="Rectangle 3">
            <a:extLst>
              <a:ext uri="{FF2B5EF4-FFF2-40B4-BE49-F238E27FC236}">
                <a16:creationId xmlns:a16="http://schemas.microsoft.com/office/drawing/2014/main" id="{7DC6F584-6C61-4A91-A003-347BB18655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365250"/>
            <a:ext cx="7772400" cy="511968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field of network security: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how bad guys can attack computer networks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how we can defend networks against attacks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how to design architectures that are immune to attacks</a:t>
            </a:r>
          </a:p>
          <a:p>
            <a:pPr eaLnBrk="1" hangingPunct="1">
              <a:buSzPct val="75000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Internet not originally designed with (much) security in mind!!</a:t>
            </a:r>
          </a:p>
          <a:p>
            <a:pPr lvl="1" eaLnBrk="1" hangingPunct="1"/>
            <a:r>
              <a:rPr lang="en-US" altLang="zh-TW" i="1" dirty="0">
                <a:ea typeface="新細明體" panose="02020500000000000000" pitchFamily="18" charset="-120"/>
              </a:rPr>
              <a:t>original vision: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a group of mutually trusting users attached to a transparent network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r>
              <a:rPr lang="en-US" altLang="ja-JP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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Internet protocol designers playing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catch-up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security considerations in all layers!</a:t>
            </a:r>
          </a:p>
          <a:p>
            <a:pPr eaLnBrk="1" hangingPunct="1"/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31078" name="Slide Number Placeholder 3">
            <a:extLst>
              <a:ext uri="{FF2B5EF4-FFF2-40B4-BE49-F238E27FC236}">
                <a16:creationId xmlns:a16="http://schemas.microsoft.com/office/drawing/2014/main" id="{68DBF303-68E2-4FA3-8313-E13F1A29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B1213920-BB02-4D4E-AA01-2237DB2A954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Footer Placeholder 2">
            <a:extLst>
              <a:ext uri="{FF2B5EF4-FFF2-40B4-BE49-F238E27FC236}">
                <a16:creationId xmlns:a16="http://schemas.microsoft.com/office/drawing/2014/main" id="{151E84EE-FD46-4DE9-B821-672FEC8E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2099" name="Picture 8" descr="underline_base">
            <a:extLst>
              <a:ext uri="{FF2B5EF4-FFF2-40B4-BE49-F238E27FC236}">
                <a16:creationId xmlns:a16="http://schemas.microsoft.com/office/drawing/2014/main" id="{FC2D8DDB-A2E5-47A2-ACE1-B46C5604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879475"/>
            <a:ext cx="8548688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0" name="Rectangle 2">
            <a:extLst>
              <a:ext uri="{FF2B5EF4-FFF2-40B4-BE49-F238E27FC236}">
                <a16:creationId xmlns:a16="http://schemas.microsoft.com/office/drawing/2014/main" id="{FD2A7E7B-A076-48F4-A850-A529844415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9863" y="95250"/>
            <a:ext cx="8996362" cy="1143000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Bad guys: put malware into hosts via Internet</a:t>
            </a:r>
          </a:p>
        </p:txBody>
      </p:sp>
      <p:sp>
        <p:nvSpPr>
          <p:cNvPr id="132101" name="Rectangle 4">
            <a:extLst>
              <a:ext uri="{FF2B5EF4-FFF2-40B4-BE49-F238E27FC236}">
                <a16:creationId xmlns:a16="http://schemas.microsoft.com/office/drawing/2014/main" id="{2E506A18-28FF-426E-B7D7-781691C3A2D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4675" y="1406525"/>
            <a:ext cx="7710488" cy="477202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malware can get in host from:</a:t>
            </a:r>
            <a:endParaRPr lang="en-US" altLang="zh-TW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pPr lvl="1" eaLnBrk="1" hangingPunct="1">
              <a:spcBef>
                <a:spcPct val="50000"/>
              </a:spcBef>
              <a:buSzPct val="75000"/>
            </a:pPr>
            <a:r>
              <a:rPr lang="en-US" altLang="zh-TW" i="1">
                <a:solidFill>
                  <a:srgbClr val="000099"/>
                </a:solidFill>
                <a:ea typeface="新細明體" panose="02020500000000000000" pitchFamily="18" charset="-120"/>
              </a:rPr>
              <a:t>virus: </a:t>
            </a:r>
            <a:r>
              <a:rPr lang="en-US" altLang="zh-TW">
                <a:ea typeface="新細明體" panose="02020500000000000000" pitchFamily="18" charset="-120"/>
              </a:rPr>
              <a:t>self-replicating infection by receiving/executing  object (e.g., e-mail attachment)</a:t>
            </a:r>
          </a:p>
          <a:p>
            <a:pPr lvl="1" eaLnBrk="1" hangingPunct="1">
              <a:spcBef>
                <a:spcPct val="50000"/>
              </a:spcBef>
              <a:buSzPct val="75000"/>
            </a:pPr>
            <a:r>
              <a:rPr lang="en-US" altLang="zh-TW" i="1">
                <a:solidFill>
                  <a:srgbClr val="000099"/>
                </a:solidFill>
                <a:ea typeface="新細明體" panose="02020500000000000000" pitchFamily="18" charset="-120"/>
              </a:rPr>
              <a:t>worm: </a:t>
            </a:r>
            <a:r>
              <a:rPr lang="en-US" altLang="zh-TW">
                <a:ea typeface="新細明體" panose="02020500000000000000" pitchFamily="18" charset="-120"/>
              </a:rPr>
              <a:t>self-replicating infection by passively receiving object that gets itself executed</a:t>
            </a:r>
          </a:p>
          <a:p>
            <a:pPr eaLnBrk="1" hangingPunct="1">
              <a:spcBef>
                <a:spcPct val="50000"/>
              </a:spcBef>
              <a:buSzPct val="75000"/>
            </a:pPr>
            <a:r>
              <a:rPr lang="en-US" altLang="zh-TW">
                <a:solidFill>
                  <a:srgbClr val="000099"/>
                </a:solidFill>
                <a:ea typeface="ＭＳ Ｐゴシック" panose="020B0600070205080204" pitchFamily="34" charset="-128"/>
              </a:rPr>
              <a:t>spyware </a:t>
            </a:r>
            <a:r>
              <a:rPr lang="en-US" altLang="zh-TW">
                <a:ea typeface="ＭＳ Ｐゴシック" panose="020B0600070205080204" pitchFamily="34" charset="-128"/>
              </a:rPr>
              <a:t>can record keystrokes, web sites visited, upload info to collection site</a:t>
            </a:r>
          </a:p>
          <a:p>
            <a:pPr eaLnBrk="1" hangingPunct="1">
              <a:spcBef>
                <a:spcPct val="50000"/>
              </a:spcBef>
              <a:buSzPct val="75000"/>
            </a:pPr>
            <a:r>
              <a:rPr lang="en-US" altLang="zh-TW">
                <a:ea typeface="ＭＳ Ｐゴシック" panose="020B0600070205080204" pitchFamily="34" charset="-128"/>
              </a:rPr>
              <a:t>infected host can be enrolled in  </a:t>
            </a:r>
            <a:r>
              <a:rPr lang="en-US" altLang="zh-TW">
                <a:solidFill>
                  <a:srgbClr val="000099"/>
                </a:solidFill>
                <a:ea typeface="ＭＳ Ｐゴシック" panose="020B0600070205080204" pitchFamily="34" charset="-128"/>
              </a:rPr>
              <a:t>botnet,</a:t>
            </a:r>
            <a:r>
              <a:rPr lang="en-US" altLang="zh-TW">
                <a:ea typeface="ＭＳ Ｐゴシック" panose="020B0600070205080204" pitchFamily="34" charset="-128"/>
              </a:rPr>
              <a:t> used for spam </a:t>
            </a:r>
            <a:r>
              <a:rPr lang="en-US" altLang="zh-TW">
                <a:latin typeface="Arial" panose="020B0604020202020204" pitchFamily="34" charset="0"/>
                <a:ea typeface="ＭＳ Ｐゴシック" panose="020B0600070205080204" pitchFamily="34" charset="-128"/>
              </a:rPr>
              <a:t>→</a:t>
            </a:r>
            <a:r>
              <a:rPr lang="en-US" altLang="zh-TW">
                <a:ea typeface="ＭＳ Ｐゴシック" panose="020B0600070205080204" pitchFamily="34" charset="-128"/>
              </a:rPr>
              <a:t> DDoS attacks</a:t>
            </a:r>
          </a:p>
        </p:txBody>
      </p:sp>
      <p:sp>
        <p:nvSpPr>
          <p:cNvPr id="132102" name="Slide Number Placeholder 3">
            <a:extLst>
              <a:ext uri="{FF2B5EF4-FFF2-40B4-BE49-F238E27FC236}">
                <a16:creationId xmlns:a16="http://schemas.microsoft.com/office/drawing/2014/main" id="{3D54E56A-D217-4934-ACE4-74610646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1F0BB8E-5564-4468-8BCD-E01FEA76AEB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Footer Placeholder 2">
            <a:extLst>
              <a:ext uri="{FF2B5EF4-FFF2-40B4-BE49-F238E27FC236}">
                <a16:creationId xmlns:a16="http://schemas.microsoft.com/office/drawing/2014/main" id="{3F70ADE1-3878-44C8-A246-36026DBC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grpSp>
        <p:nvGrpSpPr>
          <p:cNvPr id="133123" name="Group 131">
            <a:extLst>
              <a:ext uri="{FF2B5EF4-FFF2-40B4-BE49-F238E27FC236}">
                <a16:creationId xmlns:a16="http://schemas.microsoft.com/office/drawing/2014/main" id="{E09B6584-941D-4EAE-B401-3B60388ED3D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16588" y="3614738"/>
            <a:ext cx="735012" cy="681037"/>
            <a:chOff x="-44" y="1473"/>
            <a:chExt cx="981" cy="1105"/>
          </a:xfrm>
        </p:grpSpPr>
        <p:pic>
          <p:nvPicPr>
            <p:cNvPr id="133224" name="Picture 132" descr="desktop_computer_stylized_medium">
              <a:extLst>
                <a:ext uri="{FF2B5EF4-FFF2-40B4-BE49-F238E27FC236}">
                  <a16:creationId xmlns:a16="http://schemas.microsoft.com/office/drawing/2014/main" id="{34CF44A6-07E1-491C-8AD2-757415D2E5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25" name="Freeform 133">
              <a:extLst>
                <a:ext uri="{FF2B5EF4-FFF2-40B4-BE49-F238E27FC236}">
                  <a16:creationId xmlns:a16="http://schemas.microsoft.com/office/drawing/2014/main" id="{FC619F5E-04DC-4035-9829-01622F2CA5D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" name="Group 186">
            <a:extLst>
              <a:ext uri="{FF2B5EF4-FFF2-40B4-BE49-F238E27FC236}">
                <a16:creationId xmlns:a16="http://schemas.microsoft.com/office/drawing/2014/main" id="{5C2111D9-1ED5-473E-A12C-E46AB66A2D92}"/>
              </a:ext>
            </a:extLst>
          </p:cNvPr>
          <p:cNvGrpSpPr>
            <a:grpSpLocks/>
          </p:cNvGrpSpPr>
          <p:nvPr/>
        </p:nvGrpSpPr>
        <p:grpSpPr bwMode="auto">
          <a:xfrm>
            <a:off x="6257925" y="3857625"/>
            <a:ext cx="831850" cy="1260475"/>
            <a:chOff x="5069" y="1396"/>
            <a:chExt cx="524" cy="794"/>
          </a:xfrm>
        </p:grpSpPr>
        <p:sp>
          <p:nvSpPr>
            <p:cNvPr id="133190" name="Text Box 21">
              <a:extLst>
                <a:ext uri="{FF2B5EF4-FFF2-40B4-BE49-F238E27FC236}">
                  <a16:creationId xmlns:a16="http://schemas.microsoft.com/office/drawing/2014/main" id="{DB8845AA-205B-42AD-ADC1-E4526233C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Arial" panose="020B0604020202020204" pitchFamily="34" charset="0"/>
                </a:rPr>
                <a:t>target</a:t>
              </a:r>
            </a:p>
          </p:txBody>
        </p:sp>
        <p:grpSp>
          <p:nvGrpSpPr>
            <p:cNvPr id="133191" name="Group 153">
              <a:extLst>
                <a:ext uri="{FF2B5EF4-FFF2-40B4-BE49-F238E27FC236}">
                  <a16:creationId xmlns:a16="http://schemas.microsoft.com/office/drawing/2014/main" id="{E2129B2C-51A1-4AD5-B6F4-3D5B126E6C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133192" name="Freeform 154">
                <a:extLst>
                  <a:ext uri="{FF2B5EF4-FFF2-40B4-BE49-F238E27FC236}">
                    <a16:creationId xmlns:a16="http://schemas.microsoft.com/office/drawing/2014/main" id="{210F81AB-4853-45F8-B520-06B9D270D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3193" name="Rectangle 155">
                <a:extLst>
                  <a:ext uri="{FF2B5EF4-FFF2-40B4-BE49-F238E27FC236}">
                    <a16:creationId xmlns:a16="http://schemas.microsoft.com/office/drawing/2014/main" id="{2EA8CB28-0044-4F30-AA62-6E354CFDD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9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194" name="Freeform 156">
                <a:extLst>
                  <a:ext uri="{FF2B5EF4-FFF2-40B4-BE49-F238E27FC236}">
                    <a16:creationId xmlns:a16="http://schemas.microsoft.com/office/drawing/2014/main" id="{4DE3B395-F0FE-49D5-9D98-E1B06F51BF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3195" name="Freeform 157">
                <a:extLst>
                  <a:ext uri="{FF2B5EF4-FFF2-40B4-BE49-F238E27FC236}">
                    <a16:creationId xmlns:a16="http://schemas.microsoft.com/office/drawing/2014/main" id="{4AFC2EA0-1448-4377-8649-8AFEA7968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3196" name="Rectangle 158">
                <a:extLst>
                  <a:ext uri="{FF2B5EF4-FFF2-40B4-BE49-F238E27FC236}">
                    <a16:creationId xmlns:a16="http://schemas.microsoft.com/office/drawing/2014/main" id="{92A84B5E-AC80-4F08-B62F-005D8205D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33197" name="Group 159">
                <a:extLst>
                  <a:ext uri="{FF2B5EF4-FFF2-40B4-BE49-F238E27FC236}">
                    <a16:creationId xmlns:a16="http://schemas.microsoft.com/office/drawing/2014/main" id="{77699A17-2E23-42F3-9EB8-044A575B74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3222" name="AutoShape 160">
                  <a:extLst>
                    <a:ext uri="{FF2B5EF4-FFF2-40B4-BE49-F238E27FC236}">
                      <a16:creationId xmlns:a16="http://schemas.microsoft.com/office/drawing/2014/main" id="{4B8098A2-0BB1-4275-A467-B5E8F3C433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23" name="AutoShape 161">
                  <a:extLst>
                    <a:ext uri="{FF2B5EF4-FFF2-40B4-BE49-F238E27FC236}">
                      <a16:creationId xmlns:a16="http://schemas.microsoft.com/office/drawing/2014/main" id="{87C32B05-5CFB-4071-93B0-03526ACF3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89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198" name="Rectangle 162">
                <a:extLst>
                  <a:ext uri="{FF2B5EF4-FFF2-40B4-BE49-F238E27FC236}">
                    <a16:creationId xmlns:a16="http://schemas.microsoft.com/office/drawing/2014/main" id="{2DEA5698-4AC0-4CD3-83B4-71274ACF5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33199" name="Group 163">
                <a:extLst>
                  <a:ext uri="{FF2B5EF4-FFF2-40B4-BE49-F238E27FC236}">
                    <a16:creationId xmlns:a16="http://schemas.microsoft.com/office/drawing/2014/main" id="{58E16198-23DF-4758-9602-2681A94071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3220" name="AutoShape 164">
                  <a:extLst>
                    <a:ext uri="{FF2B5EF4-FFF2-40B4-BE49-F238E27FC236}">
                      <a16:creationId xmlns:a16="http://schemas.microsoft.com/office/drawing/2014/main" id="{28090F4F-C04B-4070-BEA1-1733F3826C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6"/>
                  <a:ext cx="724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21" name="AutoShape 165">
                  <a:extLst>
                    <a:ext uri="{FF2B5EF4-FFF2-40B4-BE49-F238E27FC236}">
                      <a16:creationId xmlns:a16="http://schemas.microsoft.com/office/drawing/2014/main" id="{81519AA4-B183-431A-8B44-3F5FD6BF9A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4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200" name="Rectangle 166">
                <a:extLst>
                  <a:ext uri="{FF2B5EF4-FFF2-40B4-BE49-F238E27FC236}">
                    <a16:creationId xmlns:a16="http://schemas.microsoft.com/office/drawing/2014/main" id="{A3178ABD-25C9-458B-95A1-9AD32A28C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01" name="Rectangle 167">
                <a:extLst>
                  <a:ext uri="{FF2B5EF4-FFF2-40B4-BE49-F238E27FC236}">
                    <a16:creationId xmlns:a16="http://schemas.microsoft.com/office/drawing/2014/main" id="{08B1F0F5-E05B-408F-AABB-58DBE36EA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133202" name="Group 168">
                <a:extLst>
                  <a:ext uri="{FF2B5EF4-FFF2-40B4-BE49-F238E27FC236}">
                    <a16:creationId xmlns:a16="http://schemas.microsoft.com/office/drawing/2014/main" id="{A4A3053B-E28D-4D13-8F20-E9529C3393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3218" name="AutoShape 169">
                  <a:extLst>
                    <a:ext uri="{FF2B5EF4-FFF2-40B4-BE49-F238E27FC236}">
                      <a16:creationId xmlns:a16="http://schemas.microsoft.com/office/drawing/2014/main" id="{EA1B3233-935D-4F08-9620-C9160D7B0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19" name="AutoShape 170">
                  <a:extLst>
                    <a:ext uri="{FF2B5EF4-FFF2-40B4-BE49-F238E27FC236}">
                      <a16:creationId xmlns:a16="http://schemas.microsoft.com/office/drawing/2014/main" id="{05E9D650-3860-45C6-A7DF-003F4F3028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203" name="Freeform 171">
                <a:extLst>
                  <a:ext uri="{FF2B5EF4-FFF2-40B4-BE49-F238E27FC236}">
                    <a16:creationId xmlns:a16="http://schemas.microsoft.com/office/drawing/2014/main" id="{BAC1BB6E-4F77-4B24-B609-527A13AFD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33204" name="Group 172">
                <a:extLst>
                  <a:ext uri="{FF2B5EF4-FFF2-40B4-BE49-F238E27FC236}">
                    <a16:creationId xmlns:a16="http://schemas.microsoft.com/office/drawing/2014/main" id="{0D8F69F7-3E60-42FA-99A7-E56E714A49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3216" name="AutoShape 173">
                  <a:extLst>
                    <a:ext uri="{FF2B5EF4-FFF2-40B4-BE49-F238E27FC236}">
                      <a16:creationId xmlns:a16="http://schemas.microsoft.com/office/drawing/2014/main" id="{F3AFA66B-8DCD-448E-82F8-E81B9360E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17" name="AutoShape 174">
                  <a:extLst>
                    <a:ext uri="{FF2B5EF4-FFF2-40B4-BE49-F238E27FC236}">
                      <a16:creationId xmlns:a16="http://schemas.microsoft.com/office/drawing/2014/main" id="{16803702-AED3-444A-93E6-251B215532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4"/>
                  <a:ext cx="695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33205" name="Rectangle 175">
                <a:extLst>
                  <a:ext uri="{FF2B5EF4-FFF2-40B4-BE49-F238E27FC236}">
                    <a16:creationId xmlns:a16="http://schemas.microsoft.com/office/drawing/2014/main" id="{A14885FD-324F-4BCD-AF19-8CFDAD2B1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6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06" name="Freeform 176">
                <a:extLst>
                  <a:ext uri="{FF2B5EF4-FFF2-40B4-BE49-F238E27FC236}">
                    <a16:creationId xmlns:a16="http://schemas.microsoft.com/office/drawing/2014/main" id="{229E2E9F-0F79-4762-8857-28C26BF71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3207" name="Freeform 177">
                <a:extLst>
                  <a:ext uri="{FF2B5EF4-FFF2-40B4-BE49-F238E27FC236}">
                    <a16:creationId xmlns:a16="http://schemas.microsoft.com/office/drawing/2014/main" id="{417E6B00-B4EB-4AE4-925B-3CF483582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8 h 288"/>
                  <a:gd name="T4" fmla="*/ 8 w 304"/>
                  <a:gd name="T5" fmla="*/ 15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3208" name="Oval 178">
                <a:extLst>
                  <a:ext uri="{FF2B5EF4-FFF2-40B4-BE49-F238E27FC236}">
                    <a16:creationId xmlns:a16="http://schemas.microsoft.com/office/drawing/2014/main" id="{C7B908A9-BCB6-4A38-9CE3-1AD33FE26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09" name="Freeform 179">
                <a:extLst>
                  <a:ext uri="{FF2B5EF4-FFF2-40B4-BE49-F238E27FC236}">
                    <a16:creationId xmlns:a16="http://schemas.microsoft.com/office/drawing/2014/main" id="{60D6E132-4E25-4712-AEF4-2A2ED9936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3210" name="AutoShape 180">
                <a:extLst>
                  <a:ext uri="{FF2B5EF4-FFF2-40B4-BE49-F238E27FC236}">
                    <a16:creationId xmlns:a16="http://schemas.microsoft.com/office/drawing/2014/main" id="{91017A8B-7E62-4270-B683-5612D8D76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9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11" name="AutoShape 181">
                <a:extLst>
                  <a:ext uri="{FF2B5EF4-FFF2-40B4-BE49-F238E27FC236}">
                    <a16:creationId xmlns:a16="http://schemas.microsoft.com/office/drawing/2014/main" id="{BAF9260A-66BA-451B-94F9-A7829B455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2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12" name="Oval 182">
                <a:extLst>
                  <a:ext uri="{FF2B5EF4-FFF2-40B4-BE49-F238E27FC236}">
                    <a16:creationId xmlns:a16="http://schemas.microsoft.com/office/drawing/2014/main" id="{7F5A7A13-7D07-4D3A-9545-F054604E5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13" name="Oval 183">
                <a:extLst>
                  <a:ext uri="{FF2B5EF4-FFF2-40B4-BE49-F238E27FC236}">
                    <a16:creationId xmlns:a16="http://schemas.microsoft.com/office/drawing/2014/main" id="{DE6EDFA8-5715-4547-9F5F-A3C3D6DE6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3214" name="Oval 184">
                <a:extLst>
                  <a:ext uri="{FF2B5EF4-FFF2-40B4-BE49-F238E27FC236}">
                    <a16:creationId xmlns:a16="http://schemas.microsoft.com/office/drawing/2014/main" id="{EC7B7D33-B8AD-4D68-A6C5-7700E2742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3215" name="Rectangle 185">
                <a:extLst>
                  <a:ext uri="{FF2B5EF4-FFF2-40B4-BE49-F238E27FC236}">
                    <a16:creationId xmlns:a16="http://schemas.microsoft.com/office/drawing/2014/main" id="{2E156F44-F891-4294-9D1B-B3780BD28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E6CB995A-D362-43F7-8826-137060B02C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7350" y="1212850"/>
            <a:ext cx="8132763" cy="11715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Denial of Service (DoS):</a:t>
            </a:r>
            <a:r>
              <a:rPr lang="en-US" altLang="zh-TW" dirty="0">
                <a:ea typeface="ＭＳ Ｐゴシック" panose="020B0600070205080204" pitchFamily="34" charset="-128"/>
              </a:rPr>
              <a:t> attackers make resources (server, bandwidth) unavailable to legitimate traffic by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overwhelming resource</a:t>
            </a:r>
            <a:r>
              <a:rPr lang="en-US" altLang="zh-TW" dirty="0">
                <a:ea typeface="ＭＳ Ｐゴシック" panose="020B0600070205080204" pitchFamily="34" charset="-128"/>
              </a:rPr>
              <a:t> with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bogus traffic</a:t>
            </a:r>
          </a:p>
        </p:txBody>
      </p:sp>
      <p:sp>
        <p:nvSpPr>
          <p:cNvPr id="281604" name="Rectangle 4">
            <a:extLst>
              <a:ext uri="{FF2B5EF4-FFF2-40B4-BE49-F238E27FC236}">
                <a16:creationId xmlns:a16="http://schemas.microsoft.com/office/drawing/2014/main" id="{18CA5A91-2781-4A21-8E8F-72B1E86B2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2652713"/>
            <a:ext cx="411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>
                <a:solidFill>
                  <a:srgbClr val="000099"/>
                </a:solidFill>
              </a:rPr>
              <a:t>1.</a:t>
            </a:r>
            <a:r>
              <a:rPr lang="en-US" altLang="zh-TW" sz="2400"/>
              <a:t> select target</a:t>
            </a:r>
          </a:p>
        </p:txBody>
      </p:sp>
      <p:sp>
        <p:nvSpPr>
          <p:cNvPr id="281605" name="Rectangle 5">
            <a:extLst>
              <a:ext uri="{FF2B5EF4-FFF2-40B4-BE49-F238E27FC236}">
                <a16:creationId xmlns:a16="http://schemas.microsoft.com/office/drawing/2014/main" id="{D9E30C69-B966-4B13-A4FB-3ECB7B671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171825"/>
            <a:ext cx="37957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 dirty="0">
                <a:solidFill>
                  <a:srgbClr val="000099"/>
                </a:solidFill>
              </a:rPr>
              <a:t>2.</a:t>
            </a:r>
            <a:r>
              <a:rPr lang="en-US" altLang="zh-TW" sz="2400" dirty="0"/>
              <a:t> break into hosts around the network</a:t>
            </a:r>
          </a:p>
        </p:txBody>
      </p:sp>
      <p:sp>
        <p:nvSpPr>
          <p:cNvPr id="281606" name="Rectangle 6">
            <a:extLst>
              <a:ext uri="{FF2B5EF4-FFF2-40B4-BE49-F238E27FC236}">
                <a16:creationId xmlns:a16="http://schemas.microsoft.com/office/drawing/2014/main" id="{5B2037F9-C3DD-4809-9192-E1C15C5C3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040188"/>
            <a:ext cx="4114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>
                <a:solidFill>
                  <a:srgbClr val="000099"/>
                </a:solidFill>
              </a:rPr>
              <a:t>3.</a:t>
            </a:r>
            <a:r>
              <a:rPr lang="en-US" altLang="zh-TW" sz="2400"/>
              <a:t> send packets to target from compromised hosts</a:t>
            </a:r>
          </a:p>
        </p:txBody>
      </p:sp>
      <p:sp>
        <p:nvSpPr>
          <p:cNvPr id="133129" name="Rectangle 2">
            <a:extLst>
              <a:ext uri="{FF2B5EF4-FFF2-40B4-BE49-F238E27FC236}">
                <a16:creationId xmlns:a16="http://schemas.microsoft.com/office/drawing/2014/main" id="{A217A0B1-EDCD-4995-A8E1-1637E5CFC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146050"/>
            <a:ext cx="8435975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Bad guys: </a:t>
            </a:r>
            <a:r>
              <a:rPr lang="en-US" altLang="zh-TW" sz="3200">
                <a:solidFill>
                  <a:srgbClr val="000099"/>
                </a:solidFill>
              </a:rPr>
              <a:t>attack server, network infrastructure</a:t>
            </a:r>
          </a:p>
        </p:txBody>
      </p:sp>
      <p:grpSp>
        <p:nvGrpSpPr>
          <p:cNvPr id="9" name="Group 152">
            <a:extLst>
              <a:ext uri="{FF2B5EF4-FFF2-40B4-BE49-F238E27FC236}">
                <a16:creationId xmlns:a16="http://schemas.microsoft.com/office/drawing/2014/main" id="{88656306-0C96-4E56-9E91-062118EF83EA}"/>
              </a:ext>
            </a:extLst>
          </p:cNvPr>
          <p:cNvGrpSpPr>
            <a:grpSpLocks/>
          </p:cNvGrpSpPr>
          <p:nvPr/>
        </p:nvGrpSpPr>
        <p:grpSpPr bwMode="auto">
          <a:xfrm>
            <a:off x="5046663" y="3152775"/>
            <a:ext cx="2720975" cy="2674938"/>
            <a:chOff x="-262" y="2555"/>
            <a:chExt cx="1714" cy="1685"/>
          </a:xfrm>
        </p:grpSpPr>
        <p:sp>
          <p:nvSpPr>
            <p:cNvPr id="133180" name="Line 63">
              <a:extLst>
                <a:ext uri="{FF2B5EF4-FFF2-40B4-BE49-F238E27FC236}">
                  <a16:creationId xmlns:a16="http://schemas.microsoft.com/office/drawing/2014/main" id="{24A240E1-F16B-4FC4-A286-EEE7A78EA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" y="3261"/>
              <a:ext cx="436" cy="16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1" name="Line 64">
              <a:extLst>
                <a:ext uri="{FF2B5EF4-FFF2-40B4-BE49-F238E27FC236}">
                  <a16:creationId xmlns:a16="http://schemas.microsoft.com/office/drawing/2014/main" id="{33EB7FDA-76D4-4B6D-B75A-07A05BEF4C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" y="3470"/>
              <a:ext cx="226" cy="32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2" name="Line 65">
              <a:extLst>
                <a:ext uri="{FF2B5EF4-FFF2-40B4-BE49-F238E27FC236}">
                  <a16:creationId xmlns:a16="http://schemas.microsoft.com/office/drawing/2014/main" id="{23045136-991A-4F62-B2C8-4970A2F0B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7" y="3410"/>
              <a:ext cx="595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3" name="Line 66">
              <a:extLst>
                <a:ext uri="{FF2B5EF4-FFF2-40B4-BE49-F238E27FC236}">
                  <a16:creationId xmlns:a16="http://schemas.microsoft.com/office/drawing/2014/main" id="{A3E569B6-DEE1-4225-96B1-B8A41DA9A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2555"/>
              <a:ext cx="16" cy="46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4" name="Line 67">
              <a:extLst>
                <a:ext uri="{FF2B5EF4-FFF2-40B4-BE49-F238E27FC236}">
                  <a16:creationId xmlns:a16="http://schemas.microsoft.com/office/drawing/2014/main" id="{33FDED5D-0451-49DA-88BA-A11A33F90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9" y="3011"/>
              <a:ext cx="473" cy="18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5" name="Line 68">
              <a:extLst>
                <a:ext uri="{FF2B5EF4-FFF2-40B4-BE49-F238E27FC236}">
                  <a16:creationId xmlns:a16="http://schemas.microsoft.com/office/drawing/2014/main" id="{549CF1C8-5F05-4AC4-86B0-F0D75F53A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62" y="3083"/>
              <a:ext cx="879" cy="1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6" name="Line 69">
              <a:extLst>
                <a:ext uri="{FF2B5EF4-FFF2-40B4-BE49-F238E27FC236}">
                  <a16:creationId xmlns:a16="http://schemas.microsoft.com/office/drawing/2014/main" id="{5B910FF8-9F59-46D2-9A16-61F8CF950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01" y="3362"/>
              <a:ext cx="800" cy="64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7" name="Line 70">
              <a:extLst>
                <a:ext uri="{FF2B5EF4-FFF2-40B4-BE49-F238E27FC236}">
                  <a16:creationId xmlns:a16="http://schemas.microsoft.com/office/drawing/2014/main" id="{EC41EBB2-0AEF-4188-B6CB-D0574FF3A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2" y="2623"/>
              <a:ext cx="352" cy="39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8" name="Line 71">
              <a:extLst>
                <a:ext uri="{FF2B5EF4-FFF2-40B4-BE49-F238E27FC236}">
                  <a16:creationId xmlns:a16="http://schemas.microsoft.com/office/drawing/2014/main" id="{E7776437-917E-4F59-B391-355D307C71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" y="3582"/>
              <a:ext cx="198" cy="6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3189" name="Line 72">
              <a:extLst>
                <a:ext uri="{FF2B5EF4-FFF2-40B4-BE49-F238E27FC236}">
                  <a16:creationId xmlns:a16="http://schemas.microsoft.com/office/drawing/2014/main" id="{B4E74736-300A-48E7-9838-08C8EA775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2738"/>
              <a:ext cx="416" cy="2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pic>
        <p:nvPicPr>
          <p:cNvPr id="133131" name="Picture 112" descr="underline_base">
            <a:extLst>
              <a:ext uri="{FF2B5EF4-FFF2-40B4-BE49-F238E27FC236}">
                <a16:creationId xmlns:a16="http://schemas.microsoft.com/office/drawing/2014/main" id="{111724F3-633A-45E3-BCCC-9A8C43516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63588"/>
            <a:ext cx="8228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132" name="Group 113">
            <a:extLst>
              <a:ext uri="{FF2B5EF4-FFF2-40B4-BE49-F238E27FC236}">
                <a16:creationId xmlns:a16="http://schemas.microsoft.com/office/drawing/2014/main" id="{8B23BB9F-1C25-4B8A-B808-DBF982079AD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12013" y="2792413"/>
            <a:ext cx="735012" cy="681037"/>
            <a:chOff x="-44" y="1473"/>
            <a:chExt cx="981" cy="1105"/>
          </a:xfrm>
        </p:grpSpPr>
        <p:pic>
          <p:nvPicPr>
            <p:cNvPr id="133178" name="Picture 114" descr="desktop_computer_stylized_medium">
              <a:extLst>
                <a:ext uri="{FF2B5EF4-FFF2-40B4-BE49-F238E27FC236}">
                  <a16:creationId xmlns:a16="http://schemas.microsoft.com/office/drawing/2014/main" id="{9CF10870-4A62-40E5-BCC8-4BC6A2DCA1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9" name="Freeform 115">
              <a:extLst>
                <a:ext uri="{FF2B5EF4-FFF2-40B4-BE49-F238E27FC236}">
                  <a16:creationId xmlns:a16="http://schemas.microsoft.com/office/drawing/2014/main" id="{716111F8-CEBD-48BE-8FDB-D4E321681D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3" name="Group 116">
            <a:extLst>
              <a:ext uri="{FF2B5EF4-FFF2-40B4-BE49-F238E27FC236}">
                <a16:creationId xmlns:a16="http://schemas.microsoft.com/office/drawing/2014/main" id="{E41D014A-C59A-4AE8-A437-1413AE4026C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499350" y="3629025"/>
            <a:ext cx="735013" cy="681038"/>
            <a:chOff x="-44" y="1473"/>
            <a:chExt cx="981" cy="1105"/>
          </a:xfrm>
        </p:grpSpPr>
        <p:pic>
          <p:nvPicPr>
            <p:cNvPr id="133176" name="Picture 117" descr="desktop_computer_stylized_medium">
              <a:extLst>
                <a:ext uri="{FF2B5EF4-FFF2-40B4-BE49-F238E27FC236}">
                  <a16:creationId xmlns:a16="http://schemas.microsoft.com/office/drawing/2014/main" id="{B6A075DD-9A51-4132-AD0B-ACE64D54B5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7" name="Freeform 118">
              <a:extLst>
                <a:ext uri="{FF2B5EF4-FFF2-40B4-BE49-F238E27FC236}">
                  <a16:creationId xmlns:a16="http://schemas.microsoft.com/office/drawing/2014/main" id="{82AE1A5C-5A77-492D-A1C7-E62FF3A31D3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4" name="Group 119">
            <a:extLst>
              <a:ext uri="{FF2B5EF4-FFF2-40B4-BE49-F238E27FC236}">
                <a16:creationId xmlns:a16="http://schemas.microsoft.com/office/drawing/2014/main" id="{BF5E16E2-051A-48B3-AD4A-E5B0C3432D4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558088" y="4330700"/>
            <a:ext cx="735012" cy="681038"/>
            <a:chOff x="-44" y="1473"/>
            <a:chExt cx="981" cy="1105"/>
          </a:xfrm>
        </p:grpSpPr>
        <p:pic>
          <p:nvPicPr>
            <p:cNvPr id="133174" name="Picture 120" descr="desktop_computer_stylized_medium">
              <a:extLst>
                <a:ext uri="{FF2B5EF4-FFF2-40B4-BE49-F238E27FC236}">
                  <a16:creationId xmlns:a16="http://schemas.microsoft.com/office/drawing/2014/main" id="{3801A0EA-9752-441D-AC2C-07058B3786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5" name="Freeform 121">
              <a:extLst>
                <a:ext uri="{FF2B5EF4-FFF2-40B4-BE49-F238E27FC236}">
                  <a16:creationId xmlns:a16="http://schemas.microsoft.com/office/drawing/2014/main" id="{F7F419AB-709E-43D1-9EC4-EA083E5EAE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5" name="Group 122">
            <a:extLst>
              <a:ext uri="{FF2B5EF4-FFF2-40B4-BE49-F238E27FC236}">
                <a16:creationId xmlns:a16="http://schemas.microsoft.com/office/drawing/2014/main" id="{F5078281-DD7C-4102-9ADE-498ADD4AF1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594600" y="5111750"/>
            <a:ext cx="735013" cy="681038"/>
            <a:chOff x="-44" y="1473"/>
            <a:chExt cx="981" cy="1105"/>
          </a:xfrm>
        </p:grpSpPr>
        <p:pic>
          <p:nvPicPr>
            <p:cNvPr id="133172" name="Picture 123" descr="desktop_computer_stylized_medium">
              <a:extLst>
                <a:ext uri="{FF2B5EF4-FFF2-40B4-BE49-F238E27FC236}">
                  <a16:creationId xmlns:a16="http://schemas.microsoft.com/office/drawing/2014/main" id="{ECCC9084-97FD-460F-B52B-F40355FB0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3" name="Freeform 124">
              <a:extLst>
                <a:ext uri="{FF2B5EF4-FFF2-40B4-BE49-F238E27FC236}">
                  <a16:creationId xmlns:a16="http://schemas.microsoft.com/office/drawing/2014/main" id="{5576E200-8E7D-4F12-B19A-C3D21E6EB4D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6" name="Group 125">
            <a:extLst>
              <a:ext uri="{FF2B5EF4-FFF2-40B4-BE49-F238E27FC236}">
                <a16:creationId xmlns:a16="http://schemas.microsoft.com/office/drawing/2014/main" id="{9B9C076F-6F3D-40CA-A179-A01673479B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249988" y="2921000"/>
            <a:ext cx="735012" cy="681038"/>
            <a:chOff x="-44" y="1473"/>
            <a:chExt cx="981" cy="1105"/>
          </a:xfrm>
        </p:grpSpPr>
        <p:pic>
          <p:nvPicPr>
            <p:cNvPr id="133170" name="Picture 126" descr="desktop_computer_stylized_medium">
              <a:extLst>
                <a:ext uri="{FF2B5EF4-FFF2-40B4-BE49-F238E27FC236}">
                  <a16:creationId xmlns:a16="http://schemas.microsoft.com/office/drawing/2014/main" id="{E90E422E-03C4-4EFA-8014-279A9E6C86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1" name="Freeform 127">
              <a:extLst>
                <a:ext uri="{FF2B5EF4-FFF2-40B4-BE49-F238E27FC236}">
                  <a16:creationId xmlns:a16="http://schemas.microsoft.com/office/drawing/2014/main" id="{CD733589-98B0-4A17-BAFD-D41C4BDC6A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7" name="Group 128">
            <a:extLst>
              <a:ext uri="{FF2B5EF4-FFF2-40B4-BE49-F238E27FC236}">
                <a16:creationId xmlns:a16="http://schemas.microsoft.com/office/drawing/2014/main" id="{6D2C8B3C-A673-4DC7-98B4-98F93B7F5CE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245100" y="2982913"/>
            <a:ext cx="735013" cy="681037"/>
            <a:chOff x="-44" y="1473"/>
            <a:chExt cx="981" cy="1105"/>
          </a:xfrm>
        </p:grpSpPr>
        <p:pic>
          <p:nvPicPr>
            <p:cNvPr id="133168" name="Picture 129" descr="desktop_computer_stylized_medium">
              <a:extLst>
                <a:ext uri="{FF2B5EF4-FFF2-40B4-BE49-F238E27FC236}">
                  <a16:creationId xmlns:a16="http://schemas.microsoft.com/office/drawing/2014/main" id="{36243C90-AA28-4722-8F1B-25F5D1CCF6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69" name="Freeform 130">
              <a:extLst>
                <a:ext uri="{FF2B5EF4-FFF2-40B4-BE49-F238E27FC236}">
                  <a16:creationId xmlns:a16="http://schemas.microsoft.com/office/drawing/2014/main" id="{F99C5F51-7FE4-416F-964C-DA20B2B7A79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8" name="Group 134">
            <a:extLst>
              <a:ext uri="{FF2B5EF4-FFF2-40B4-BE49-F238E27FC236}">
                <a16:creationId xmlns:a16="http://schemas.microsoft.com/office/drawing/2014/main" id="{A5D2BE9B-52EB-4333-9B83-81A5BB2EDA6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29138" y="3687763"/>
            <a:ext cx="735012" cy="681037"/>
            <a:chOff x="-44" y="1473"/>
            <a:chExt cx="981" cy="1105"/>
          </a:xfrm>
        </p:grpSpPr>
        <p:pic>
          <p:nvPicPr>
            <p:cNvPr id="133166" name="Picture 135" descr="desktop_computer_stylized_medium">
              <a:extLst>
                <a:ext uri="{FF2B5EF4-FFF2-40B4-BE49-F238E27FC236}">
                  <a16:creationId xmlns:a16="http://schemas.microsoft.com/office/drawing/2014/main" id="{2F4D6531-2DE9-47BE-A992-B73B964A51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67" name="Freeform 136">
              <a:extLst>
                <a:ext uri="{FF2B5EF4-FFF2-40B4-BE49-F238E27FC236}">
                  <a16:creationId xmlns:a16="http://schemas.microsoft.com/office/drawing/2014/main" id="{E8762C12-1E05-4ADD-B319-2668D52152A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39" name="Group 137">
            <a:extLst>
              <a:ext uri="{FF2B5EF4-FFF2-40B4-BE49-F238E27FC236}">
                <a16:creationId xmlns:a16="http://schemas.microsoft.com/office/drawing/2014/main" id="{9BBEB01F-4C03-4554-B0CC-E5A16D84012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160963" y="4422775"/>
            <a:ext cx="735012" cy="681038"/>
            <a:chOff x="-44" y="1473"/>
            <a:chExt cx="981" cy="1105"/>
          </a:xfrm>
        </p:grpSpPr>
        <p:pic>
          <p:nvPicPr>
            <p:cNvPr id="133164" name="Picture 138" descr="desktop_computer_stylized_medium">
              <a:extLst>
                <a:ext uri="{FF2B5EF4-FFF2-40B4-BE49-F238E27FC236}">
                  <a16:creationId xmlns:a16="http://schemas.microsoft.com/office/drawing/2014/main" id="{5E1EB861-03F1-4510-9D96-FADC467FED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65" name="Freeform 139">
              <a:extLst>
                <a:ext uri="{FF2B5EF4-FFF2-40B4-BE49-F238E27FC236}">
                  <a16:creationId xmlns:a16="http://schemas.microsoft.com/office/drawing/2014/main" id="{98D4122B-BF1F-4DB8-9A08-499053FC3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40" name="Group 140">
            <a:extLst>
              <a:ext uri="{FF2B5EF4-FFF2-40B4-BE49-F238E27FC236}">
                <a16:creationId xmlns:a16="http://schemas.microsoft.com/office/drawing/2014/main" id="{A2D954E0-0314-42BB-B092-9D62D493CB7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91188" y="5032375"/>
            <a:ext cx="735012" cy="681038"/>
            <a:chOff x="-44" y="1473"/>
            <a:chExt cx="981" cy="1105"/>
          </a:xfrm>
        </p:grpSpPr>
        <p:pic>
          <p:nvPicPr>
            <p:cNvPr id="133162" name="Picture 141" descr="desktop_computer_stylized_medium">
              <a:extLst>
                <a:ext uri="{FF2B5EF4-FFF2-40B4-BE49-F238E27FC236}">
                  <a16:creationId xmlns:a16="http://schemas.microsoft.com/office/drawing/2014/main" id="{BFC0C4BF-CF0D-4172-936D-405A360CDF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63" name="Freeform 142">
              <a:extLst>
                <a:ext uri="{FF2B5EF4-FFF2-40B4-BE49-F238E27FC236}">
                  <a16:creationId xmlns:a16="http://schemas.microsoft.com/office/drawing/2014/main" id="{AD0E94DA-5450-4532-B074-8C8C50B0FB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41" name="Group 143">
            <a:extLst>
              <a:ext uri="{FF2B5EF4-FFF2-40B4-BE49-F238E27FC236}">
                <a16:creationId xmlns:a16="http://schemas.microsoft.com/office/drawing/2014/main" id="{7EEECE9F-A7AC-42BE-AF1B-F4B1B493FA9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68850" y="5322888"/>
            <a:ext cx="735013" cy="681037"/>
            <a:chOff x="-44" y="1473"/>
            <a:chExt cx="981" cy="1105"/>
          </a:xfrm>
        </p:grpSpPr>
        <p:pic>
          <p:nvPicPr>
            <p:cNvPr id="133160" name="Picture 144" descr="desktop_computer_stylized_medium">
              <a:extLst>
                <a:ext uri="{FF2B5EF4-FFF2-40B4-BE49-F238E27FC236}">
                  <a16:creationId xmlns:a16="http://schemas.microsoft.com/office/drawing/2014/main" id="{30C8D48D-E0B7-4516-97B0-0EF8C84C0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61" name="Freeform 145">
              <a:extLst>
                <a:ext uri="{FF2B5EF4-FFF2-40B4-BE49-F238E27FC236}">
                  <a16:creationId xmlns:a16="http://schemas.microsoft.com/office/drawing/2014/main" id="{1364623F-D6AB-439A-A3FE-29F7094EB5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42" name="Group 146">
            <a:extLst>
              <a:ext uri="{FF2B5EF4-FFF2-40B4-BE49-F238E27FC236}">
                <a16:creationId xmlns:a16="http://schemas.microsoft.com/office/drawing/2014/main" id="{31A195E3-3209-4338-9DF6-23BE2EC2B6D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61063" y="5829300"/>
            <a:ext cx="735012" cy="681038"/>
            <a:chOff x="-44" y="1473"/>
            <a:chExt cx="981" cy="1105"/>
          </a:xfrm>
        </p:grpSpPr>
        <p:pic>
          <p:nvPicPr>
            <p:cNvPr id="133158" name="Picture 147" descr="desktop_computer_stylized_medium">
              <a:extLst>
                <a:ext uri="{FF2B5EF4-FFF2-40B4-BE49-F238E27FC236}">
                  <a16:creationId xmlns:a16="http://schemas.microsoft.com/office/drawing/2014/main" id="{605906AA-C46D-412F-AE25-2C7DFF776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59" name="Freeform 148">
              <a:extLst>
                <a:ext uri="{FF2B5EF4-FFF2-40B4-BE49-F238E27FC236}">
                  <a16:creationId xmlns:a16="http://schemas.microsoft.com/office/drawing/2014/main" id="{91219F7F-AFE9-4827-971E-168D66B1A7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3143" name="Group 149">
            <a:extLst>
              <a:ext uri="{FF2B5EF4-FFF2-40B4-BE49-F238E27FC236}">
                <a16:creationId xmlns:a16="http://schemas.microsoft.com/office/drawing/2014/main" id="{9B7C4236-D6B2-4AD9-B93C-095077E0CAC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05600" y="5440363"/>
            <a:ext cx="735013" cy="681037"/>
            <a:chOff x="-44" y="1473"/>
            <a:chExt cx="981" cy="1105"/>
          </a:xfrm>
        </p:grpSpPr>
        <p:pic>
          <p:nvPicPr>
            <p:cNvPr id="133156" name="Picture 150" descr="desktop_computer_stylized_medium">
              <a:extLst>
                <a:ext uri="{FF2B5EF4-FFF2-40B4-BE49-F238E27FC236}">
                  <a16:creationId xmlns:a16="http://schemas.microsoft.com/office/drawing/2014/main" id="{A0FEC282-25E2-4976-A155-FFB36B08D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57" name="Freeform 151">
              <a:extLst>
                <a:ext uri="{FF2B5EF4-FFF2-40B4-BE49-F238E27FC236}">
                  <a16:creationId xmlns:a16="http://schemas.microsoft.com/office/drawing/2014/main" id="{8D8F6470-BAC5-4930-9B96-B65D4C505D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2" name="Group 89">
            <a:extLst>
              <a:ext uri="{FF2B5EF4-FFF2-40B4-BE49-F238E27FC236}">
                <a16:creationId xmlns:a16="http://schemas.microsoft.com/office/drawing/2014/main" id="{59C85FDA-3289-4CDB-8088-FB773C5406FA}"/>
              </a:ext>
            </a:extLst>
          </p:cNvPr>
          <p:cNvGrpSpPr>
            <a:grpSpLocks/>
          </p:cNvGrpSpPr>
          <p:nvPr/>
        </p:nvGrpSpPr>
        <p:grpSpPr bwMode="auto">
          <a:xfrm>
            <a:off x="4554538" y="2860675"/>
            <a:ext cx="3525837" cy="3408363"/>
            <a:chOff x="2920" y="1824"/>
            <a:chExt cx="2221" cy="2147"/>
          </a:xfrm>
        </p:grpSpPr>
        <p:pic>
          <p:nvPicPr>
            <p:cNvPr id="133146" name="Picture 7">
              <a:extLst>
                <a:ext uri="{FF2B5EF4-FFF2-40B4-BE49-F238E27FC236}">
                  <a16:creationId xmlns:a16="http://schemas.microsoft.com/office/drawing/2014/main" id="{1E7C9C66-D9A4-4A7C-8859-4F891EB01F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47" name="Picture 54">
              <a:extLst>
                <a:ext uri="{FF2B5EF4-FFF2-40B4-BE49-F238E27FC236}">
                  <a16:creationId xmlns:a16="http://schemas.microsoft.com/office/drawing/2014/main" id="{7C29A60B-64E9-47AA-A049-2200D4058F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48" name="Picture 55">
              <a:extLst>
                <a:ext uri="{FF2B5EF4-FFF2-40B4-BE49-F238E27FC236}">
                  <a16:creationId xmlns:a16="http://schemas.microsoft.com/office/drawing/2014/main" id="{E3CE5B36-40BD-4E0E-8022-5677EF38B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49" name="Picture 56">
              <a:extLst>
                <a:ext uri="{FF2B5EF4-FFF2-40B4-BE49-F238E27FC236}">
                  <a16:creationId xmlns:a16="http://schemas.microsoft.com/office/drawing/2014/main" id="{05C6483C-9370-482E-AA60-B029A0D0E5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0" name="Picture 57">
              <a:extLst>
                <a:ext uri="{FF2B5EF4-FFF2-40B4-BE49-F238E27FC236}">
                  <a16:creationId xmlns:a16="http://schemas.microsoft.com/office/drawing/2014/main" id="{940B8343-CE48-4431-BF56-42D61038C7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1" name="Picture 58">
              <a:extLst>
                <a:ext uri="{FF2B5EF4-FFF2-40B4-BE49-F238E27FC236}">
                  <a16:creationId xmlns:a16="http://schemas.microsoft.com/office/drawing/2014/main" id="{A2FCCA7F-08F5-41C6-8C13-133D19A491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2" name="Picture 59">
              <a:extLst>
                <a:ext uri="{FF2B5EF4-FFF2-40B4-BE49-F238E27FC236}">
                  <a16:creationId xmlns:a16="http://schemas.microsoft.com/office/drawing/2014/main" id="{78BCDC7E-3729-49B2-A1B6-97C0AA426D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3" name="Picture 60">
              <a:extLst>
                <a:ext uri="{FF2B5EF4-FFF2-40B4-BE49-F238E27FC236}">
                  <a16:creationId xmlns:a16="http://schemas.microsoft.com/office/drawing/2014/main" id="{6081C8CA-2D69-4D63-81FC-28A67C109C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4" name="Picture 61">
              <a:extLst>
                <a:ext uri="{FF2B5EF4-FFF2-40B4-BE49-F238E27FC236}">
                  <a16:creationId xmlns:a16="http://schemas.microsoft.com/office/drawing/2014/main" id="{33A21DE9-3242-4F07-BFEC-C2A3A4C8AF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5" name="Picture 62">
              <a:extLst>
                <a:ext uri="{FF2B5EF4-FFF2-40B4-BE49-F238E27FC236}">
                  <a16:creationId xmlns:a16="http://schemas.microsoft.com/office/drawing/2014/main" id="{6FEF0C24-6C88-4536-B9DB-D56CEECD5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145" name="Slide Number Placeholder 3">
            <a:extLst>
              <a:ext uri="{FF2B5EF4-FFF2-40B4-BE49-F238E27FC236}">
                <a16:creationId xmlns:a16="http://schemas.microsoft.com/office/drawing/2014/main" id="{53B54C39-668B-4B54-8F4C-6AACC268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F0C782FE-316A-4E28-B7E5-6E75511C170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4" grpId="0" build="p" autoUpdateAnimBg="0"/>
      <p:bldP spid="281605" grpId="0" autoUpdateAnimBg="0"/>
      <p:bldP spid="28160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Footer Placeholder 2">
            <a:extLst>
              <a:ext uri="{FF2B5EF4-FFF2-40B4-BE49-F238E27FC236}">
                <a16:creationId xmlns:a16="http://schemas.microsoft.com/office/drawing/2014/main" id="{BB36B686-292A-43F3-AFD6-375FB760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grpSp>
        <p:nvGrpSpPr>
          <p:cNvPr id="134147" name="Group 90">
            <a:extLst>
              <a:ext uri="{FF2B5EF4-FFF2-40B4-BE49-F238E27FC236}">
                <a16:creationId xmlns:a16="http://schemas.microsoft.com/office/drawing/2014/main" id="{F86CF8C0-4FD6-4A70-9DA1-35899E07CC5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10088" y="3351213"/>
            <a:ext cx="735012" cy="681037"/>
            <a:chOff x="-44" y="1473"/>
            <a:chExt cx="981" cy="1105"/>
          </a:xfrm>
        </p:grpSpPr>
        <p:pic>
          <p:nvPicPr>
            <p:cNvPr id="134214" name="Picture 91" descr="desktop_computer_stylized_medium">
              <a:extLst>
                <a:ext uri="{FF2B5EF4-FFF2-40B4-BE49-F238E27FC236}">
                  <a16:creationId xmlns:a16="http://schemas.microsoft.com/office/drawing/2014/main" id="{3F4C149F-4BAD-4645-96E2-4EE4CB5C45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215" name="Freeform 92">
              <a:extLst>
                <a:ext uri="{FF2B5EF4-FFF2-40B4-BE49-F238E27FC236}">
                  <a16:creationId xmlns:a16="http://schemas.microsoft.com/office/drawing/2014/main" id="{64CA3E69-4A42-43BD-B685-404C2EFD4A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34148" name="Rectangle 2">
            <a:extLst>
              <a:ext uri="{FF2B5EF4-FFF2-40B4-BE49-F238E27FC236}">
                <a16:creationId xmlns:a16="http://schemas.microsoft.com/office/drawing/2014/main" id="{6F42D01E-4667-437A-ABB1-64CE1AC25B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0375" y="1143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Bad guys can sniff packets</a:t>
            </a:r>
          </a:p>
        </p:txBody>
      </p:sp>
      <p:sp>
        <p:nvSpPr>
          <p:cNvPr id="134149" name="Rectangle 17">
            <a:extLst>
              <a:ext uri="{FF2B5EF4-FFF2-40B4-BE49-F238E27FC236}">
                <a16:creationId xmlns:a16="http://schemas.microsoft.com/office/drawing/2014/main" id="{3594AA14-2069-4224-8B63-43FD5DE9B3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3713" y="1355725"/>
            <a:ext cx="8077200" cy="1484313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</a:t>
            </a:r>
            <a:r>
              <a:rPr lang="en-US" altLang="ja-JP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sniffing:</a:t>
            </a:r>
            <a:r>
              <a:rPr lang="en-US" altLang="ja-JP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broadcast media (shared ethernet, wireless)</a:t>
            </a:r>
          </a:p>
          <a:p>
            <a:pPr lvl="1" eaLnBrk="1" hangingPunct="1"/>
            <a:r>
              <a:rPr lang="en-US" altLang="zh-TW" dirty="0">
                <a:ea typeface="新細明體" panose="02020500000000000000" pitchFamily="18" charset="-120"/>
              </a:rPr>
              <a:t>promiscuous network interface reads/records all packets (e.g., including passwords!) passing by</a:t>
            </a:r>
          </a:p>
        </p:txBody>
      </p:sp>
      <p:sp>
        <p:nvSpPr>
          <p:cNvPr id="134150" name="Freeform 43">
            <a:extLst>
              <a:ext uri="{FF2B5EF4-FFF2-40B4-BE49-F238E27FC236}">
                <a16:creationId xmlns:a16="http://schemas.microsoft.com/office/drawing/2014/main" id="{1F033597-D3ED-474E-9B5B-747D036E16D7}"/>
              </a:ext>
            </a:extLst>
          </p:cNvPr>
          <p:cNvSpPr>
            <a:spLocks/>
          </p:cNvSpPr>
          <p:nvPr/>
        </p:nvSpPr>
        <p:spPr bwMode="auto">
          <a:xfrm>
            <a:off x="2005013" y="4086225"/>
            <a:ext cx="4587875" cy="728663"/>
          </a:xfrm>
          <a:custGeom>
            <a:avLst/>
            <a:gdLst>
              <a:gd name="T0" fmla="*/ 2147483646 w 2620"/>
              <a:gd name="T1" fmla="*/ 0 h 459"/>
              <a:gd name="T2" fmla="*/ 0 w 2620"/>
              <a:gd name="T3" fmla="*/ 2147483646 h 459"/>
              <a:gd name="T4" fmla="*/ 2147483646 w 2620"/>
              <a:gd name="T5" fmla="*/ 2147483646 h 459"/>
              <a:gd name="T6" fmla="*/ 2147483646 w 2620"/>
              <a:gd name="T7" fmla="*/ 2147483646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4151" name="Freeform 44">
            <a:extLst>
              <a:ext uri="{FF2B5EF4-FFF2-40B4-BE49-F238E27FC236}">
                <a16:creationId xmlns:a16="http://schemas.microsoft.com/office/drawing/2014/main" id="{F1E4C618-3990-41FD-A791-13173DFE7C82}"/>
              </a:ext>
            </a:extLst>
          </p:cNvPr>
          <p:cNvSpPr>
            <a:spLocks/>
          </p:cNvSpPr>
          <p:nvPr/>
        </p:nvSpPr>
        <p:spPr bwMode="auto">
          <a:xfrm>
            <a:off x="4837113" y="3956050"/>
            <a:ext cx="4762" cy="522288"/>
          </a:xfrm>
          <a:custGeom>
            <a:avLst/>
            <a:gdLst>
              <a:gd name="T0" fmla="*/ 0 w 3"/>
              <a:gd name="T1" fmla="*/ 2147483646 h 329"/>
              <a:gd name="T2" fmla="*/ 2147483646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4152" name="Line 45">
            <a:extLst>
              <a:ext uri="{FF2B5EF4-FFF2-40B4-BE49-F238E27FC236}">
                <a16:creationId xmlns:a16="http://schemas.microsoft.com/office/drawing/2014/main" id="{F225F8C8-7A69-4A29-B1AB-3EE1B02461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9763" y="4478338"/>
            <a:ext cx="0" cy="374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4153" name="Line 46">
            <a:extLst>
              <a:ext uri="{FF2B5EF4-FFF2-40B4-BE49-F238E27FC236}">
                <a16:creationId xmlns:a16="http://schemas.microsoft.com/office/drawing/2014/main" id="{9162BDA3-6A53-437B-8875-84D8C7D017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813" y="5189538"/>
            <a:ext cx="0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4154" name="Text Box 47">
            <a:extLst>
              <a:ext uri="{FF2B5EF4-FFF2-40B4-BE49-F238E27FC236}">
                <a16:creationId xmlns:a16="http://schemas.microsoft.com/office/drawing/2014/main" id="{D47CFAA5-90B2-4204-82E8-6C3221E15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33750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34155" name="Text Box 48">
            <a:extLst>
              <a:ext uri="{FF2B5EF4-FFF2-40B4-BE49-F238E27FC236}">
                <a16:creationId xmlns:a16="http://schemas.microsoft.com/office/drawing/2014/main" id="{3A757602-7473-4113-A90C-D0301E9C9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75" y="4838700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Comic Sans MS" panose="030F0702030302020204" pitchFamily="66" charset="0"/>
              </a:rPr>
              <a:t>B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34156" name="Text Box 49">
            <a:extLst>
              <a:ext uri="{FF2B5EF4-FFF2-40B4-BE49-F238E27FC236}">
                <a16:creationId xmlns:a16="http://schemas.microsoft.com/office/drawing/2014/main" id="{2017A447-06AF-44C8-A0CB-ADA151A7D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352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C</a:t>
            </a:r>
          </a:p>
        </p:txBody>
      </p:sp>
      <p:grpSp>
        <p:nvGrpSpPr>
          <p:cNvPr id="134157" name="Group 50">
            <a:extLst>
              <a:ext uri="{FF2B5EF4-FFF2-40B4-BE49-F238E27FC236}">
                <a16:creationId xmlns:a16="http://schemas.microsoft.com/office/drawing/2014/main" id="{BDBC2F18-AF48-47C5-A7C3-6385C753EE78}"/>
              </a:ext>
            </a:extLst>
          </p:cNvPr>
          <p:cNvGrpSpPr>
            <a:grpSpLocks/>
          </p:cNvGrpSpPr>
          <p:nvPr/>
        </p:nvGrpSpPr>
        <p:grpSpPr bwMode="auto">
          <a:xfrm>
            <a:off x="3833813" y="4605338"/>
            <a:ext cx="2295525" cy="336550"/>
            <a:chOff x="2418" y="3342"/>
            <a:chExt cx="1446" cy="212"/>
          </a:xfrm>
        </p:grpSpPr>
        <p:sp>
          <p:nvSpPr>
            <p:cNvPr id="134209" name="Rectangle 51">
              <a:extLst>
                <a:ext uri="{FF2B5EF4-FFF2-40B4-BE49-F238E27FC236}">
                  <a16:creationId xmlns:a16="http://schemas.microsoft.com/office/drawing/2014/main" id="{578E4472-1AFE-4720-9CEC-EE1BD1509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366"/>
              <a:ext cx="1356" cy="1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4210" name="Line 52">
              <a:extLst>
                <a:ext uri="{FF2B5EF4-FFF2-40B4-BE49-F238E27FC236}">
                  <a16:creationId xmlns:a16="http://schemas.microsoft.com/office/drawing/2014/main" id="{4B98A0EF-0C50-46E5-9B31-91A601168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372"/>
              <a:ext cx="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4211" name="Line 53">
              <a:extLst>
                <a:ext uri="{FF2B5EF4-FFF2-40B4-BE49-F238E27FC236}">
                  <a16:creationId xmlns:a16="http://schemas.microsoft.com/office/drawing/2014/main" id="{93A2B894-D813-4663-9DCB-078149BC3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3375"/>
              <a:ext cx="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4212" name="Line 54">
              <a:extLst>
                <a:ext uri="{FF2B5EF4-FFF2-40B4-BE49-F238E27FC236}">
                  <a16:creationId xmlns:a16="http://schemas.microsoft.com/office/drawing/2014/main" id="{3973C067-F60B-45C9-9DAD-61EA05E7D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3375"/>
              <a:ext cx="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4213" name="Text Box 55">
              <a:extLst>
                <a:ext uri="{FF2B5EF4-FFF2-40B4-BE49-F238E27FC236}">
                  <a16:creationId xmlns:a16="http://schemas.microsoft.com/office/drawing/2014/main" id="{A43A8BAE-10CA-4D2F-9613-43837A02D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3342"/>
              <a:ext cx="14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src:B dest:A     payload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</p:grpSp>
      <p:sp>
        <p:nvSpPr>
          <p:cNvPr id="134158" name="Freeform 56">
            <a:extLst>
              <a:ext uri="{FF2B5EF4-FFF2-40B4-BE49-F238E27FC236}">
                <a16:creationId xmlns:a16="http://schemas.microsoft.com/office/drawing/2014/main" id="{B0EC5485-5499-43CF-8112-F30ABEEE215E}"/>
              </a:ext>
            </a:extLst>
          </p:cNvPr>
          <p:cNvSpPr>
            <a:spLocks/>
          </p:cNvSpPr>
          <p:nvPr/>
        </p:nvSpPr>
        <p:spPr bwMode="auto">
          <a:xfrm>
            <a:off x="3802063" y="4560888"/>
            <a:ext cx="2635250" cy="241300"/>
          </a:xfrm>
          <a:custGeom>
            <a:avLst/>
            <a:gdLst>
              <a:gd name="T0" fmla="*/ 2147483646 w 1660"/>
              <a:gd name="T1" fmla="*/ 2147483646 h 152"/>
              <a:gd name="T2" fmla="*/ 2147483646 w 1660"/>
              <a:gd name="T3" fmla="*/ 0 h 152"/>
              <a:gd name="T4" fmla="*/ 0 w 1660"/>
              <a:gd name="T5" fmla="*/ 2147483646 h 152"/>
              <a:gd name="T6" fmla="*/ 0 60000 65536"/>
              <a:gd name="T7" fmla="*/ 0 60000 65536"/>
              <a:gd name="T8" fmla="*/ 0 60000 65536"/>
              <a:gd name="T9" fmla="*/ 0 w 1660"/>
              <a:gd name="T10" fmla="*/ 0 h 152"/>
              <a:gd name="T11" fmla="*/ 1660 w 1660"/>
              <a:gd name="T12" fmla="*/ 152 h 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0" h="152">
                <a:moveTo>
                  <a:pt x="1660" y="152"/>
                </a:moveTo>
                <a:lnTo>
                  <a:pt x="1660" y="0"/>
                </a:lnTo>
                <a:lnTo>
                  <a:pt x="0" y="4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4159" name="Line 57">
            <a:extLst>
              <a:ext uri="{FF2B5EF4-FFF2-40B4-BE49-F238E27FC236}">
                <a16:creationId xmlns:a16="http://schemas.microsoft.com/office/drawing/2014/main" id="{32641592-541A-490B-B39B-634F0195AF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5063" y="3957638"/>
            <a:ext cx="0" cy="6032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4160" name="Rectangle 59">
            <a:extLst>
              <a:ext uri="{FF2B5EF4-FFF2-40B4-BE49-F238E27FC236}">
                <a16:creationId xmlns:a16="http://schemas.microsoft.com/office/drawing/2014/main" id="{3CE57E8A-F5A4-4ED7-A02A-A1E9F78AF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5480050"/>
            <a:ext cx="7772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TW">
                <a:ea typeface="ＭＳ Ｐゴシック" panose="020B0600070205080204" pitchFamily="34" charset="-128"/>
              </a:rPr>
              <a:t>wireshark software used for end-of-chapter labs is a (free) packet-sniffer</a:t>
            </a:r>
          </a:p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134161" name="Picture 60">
            <a:extLst>
              <a:ext uri="{FF2B5EF4-FFF2-40B4-BE49-F238E27FC236}">
                <a16:creationId xmlns:a16="http://schemas.microsoft.com/office/drawing/2014/main" id="{F1ADD02A-8048-4345-AA44-0B5BF6F4A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419475"/>
            <a:ext cx="471488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62" name="Picture 51" descr="underline_base">
            <a:extLst>
              <a:ext uri="{FF2B5EF4-FFF2-40B4-BE49-F238E27FC236}">
                <a16:creationId xmlns:a16="http://schemas.microsoft.com/office/drawing/2014/main" id="{57613165-F262-4501-A5B4-72C1554F997E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898525"/>
            <a:ext cx="59769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4163" name="Group 54">
            <a:extLst>
              <a:ext uri="{FF2B5EF4-FFF2-40B4-BE49-F238E27FC236}">
                <a16:creationId xmlns:a16="http://schemas.microsoft.com/office/drawing/2014/main" id="{34A89214-D9C4-4245-9617-DDC47ACCB73B}"/>
              </a:ext>
            </a:extLst>
          </p:cNvPr>
          <p:cNvGrpSpPr>
            <a:grpSpLocks/>
          </p:cNvGrpSpPr>
          <p:nvPr/>
        </p:nvGrpSpPr>
        <p:grpSpPr bwMode="auto">
          <a:xfrm>
            <a:off x="1830388" y="3413125"/>
            <a:ext cx="365125" cy="712788"/>
            <a:chOff x="4140" y="429"/>
            <a:chExt cx="1425" cy="2396"/>
          </a:xfrm>
        </p:grpSpPr>
        <p:sp>
          <p:nvSpPr>
            <p:cNvPr id="134177" name="Freeform 55">
              <a:extLst>
                <a:ext uri="{FF2B5EF4-FFF2-40B4-BE49-F238E27FC236}">
                  <a16:creationId xmlns:a16="http://schemas.microsoft.com/office/drawing/2014/main" id="{61DF04D4-204C-485B-9111-AB2CE8E8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78" name="Rectangle 56">
              <a:extLst>
                <a:ext uri="{FF2B5EF4-FFF2-40B4-BE49-F238E27FC236}">
                  <a16:creationId xmlns:a16="http://schemas.microsoft.com/office/drawing/2014/main" id="{A65E961F-7F09-4D9A-A604-954A6266D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79" name="Freeform 57">
              <a:extLst>
                <a:ext uri="{FF2B5EF4-FFF2-40B4-BE49-F238E27FC236}">
                  <a16:creationId xmlns:a16="http://schemas.microsoft.com/office/drawing/2014/main" id="{99BDFEAD-31CE-4559-B06B-C116E9EEA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80" name="Freeform 58">
              <a:extLst>
                <a:ext uri="{FF2B5EF4-FFF2-40B4-BE49-F238E27FC236}">
                  <a16:creationId xmlns:a16="http://schemas.microsoft.com/office/drawing/2014/main" id="{0FB1C2E8-769C-4486-928D-8123338FE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81" name="Rectangle 59">
              <a:extLst>
                <a:ext uri="{FF2B5EF4-FFF2-40B4-BE49-F238E27FC236}">
                  <a16:creationId xmlns:a16="http://schemas.microsoft.com/office/drawing/2014/main" id="{FB03BCE2-21F5-4982-96AA-3C580519D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34182" name="Group 60">
              <a:extLst>
                <a:ext uri="{FF2B5EF4-FFF2-40B4-BE49-F238E27FC236}">
                  <a16:creationId xmlns:a16="http://schemas.microsoft.com/office/drawing/2014/main" id="{C771B46C-9F70-4C71-853C-9975AF55C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4207" name="AutoShape 61">
                <a:extLst>
                  <a:ext uri="{FF2B5EF4-FFF2-40B4-BE49-F238E27FC236}">
                    <a16:creationId xmlns:a16="http://schemas.microsoft.com/office/drawing/2014/main" id="{F19199D7-6D5B-471C-BBB8-A5FBFDB67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4208" name="AutoShape 62">
                <a:extLst>
                  <a:ext uri="{FF2B5EF4-FFF2-40B4-BE49-F238E27FC236}">
                    <a16:creationId xmlns:a16="http://schemas.microsoft.com/office/drawing/2014/main" id="{720BA719-1820-4F29-ABCB-5A85674FD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183" name="Rectangle 63">
              <a:extLst>
                <a:ext uri="{FF2B5EF4-FFF2-40B4-BE49-F238E27FC236}">
                  <a16:creationId xmlns:a16="http://schemas.microsoft.com/office/drawing/2014/main" id="{96410AB1-3DF5-45D8-9755-C7CFC83DA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34184" name="Group 64">
              <a:extLst>
                <a:ext uri="{FF2B5EF4-FFF2-40B4-BE49-F238E27FC236}">
                  <a16:creationId xmlns:a16="http://schemas.microsoft.com/office/drawing/2014/main" id="{129CAF85-675F-4C36-B94B-43D8D6D9C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4205" name="AutoShape 65">
                <a:extLst>
                  <a:ext uri="{FF2B5EF4-FFF2-40B4-BE49-F238E27FC236}">
                    <a16:creationId xmlns:a16="http://schemas.microsoft.com/office/drawing/2014/main" id="{6B8C5CD5-7ACB-473E-8057-FF925876A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4206" name="AutoShape 66">
                <a:extLst>
                  <a:ext uri="{FF2B5EF4-FFF2-40B4-BE49-F238E27FC236}">
                    <a16:creationId xmlns:a16="http://schemas.microsoft.com/office/drawing/2014/main" id="{75C5F720-4E8D-44F6-811A-7A9F5C91F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185" name="Rectangle 67">
              <a:extLst>
                <a:ext uri="{FF2B5EF4-FFF2-40B4-BE49-F238E27FC236}">
                  <a16:creationId xmlns:a16="http://schemas.microsoft.com/office/drawing/2014/main" id="{81F27418-CA97-4DF2-AAE5-2EFDD970B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86" name="Rectangle 68">
              <a:extLst>
                <a:ext uri="{FF2B5EF4-FFF2-40B4-BE49-F238E27FC236}">
                  <a16:creationId xmlns:a16="http://schemas.microsoft.com/office/drawing/2014/main" id="{E8564C9E-F73F-4237-B75F-2976AFAEE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34187" name="Group 69">
              <a:extLst>
                <a:ext uri="{FF2B5EF4-FFF2-40B4-BE49-F238E27FC236}">
                  <a16:creationId xmlns:a16="http://schemas.microsoft.com/office/drawing/2014/main" id="{71FB7006-440D-4732-B663-3C3EDDBF7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4203" name="AutoShape 70">
                <a:extLst>
                  <a:ext uri="{FF2B5EF4-FFF2-40B4-BE49-F238E27FC236}">
                    <a16:creationId xmlns:a16="http://schemas.microsoft.com/office/drawing/2014/main" id="{2047F8BE-519A-450B-8D0B-597CEB5BA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4204" name="AutoShape 71">
                <a:extLst>
                  <a:ext uri="{FF2B5EF4-FFF2-40B4-BE49-F238E27FC236}">
                    <a16:creationId xmlns:a16="http://schemas.microsoft.com/office/drawing/2014/main" id="{6AC34645-D51E-4CAF-9999-F762D6B95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188" name="Freeform 72">
              <a:extLst>
                <a:ext uri="{FF2B5EF4-FFF2-40B4-BE49-F238E27FC236}">
                  <a16:creationId xmlns:a16="http://schemas.microsoft.com/office/drawing/2014/main" id="{07251D75-E4BC-4311-BAB6-D2AC8A227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34189" name="Group 73">
              <a:extLst>
                <a:ext uri="{FF2B5EF4-FFF2-40B4-BE49-F238E27FC236}">
                  <a16:creationId xmlns:a16="http://schemas.microsoft.com/office/drawing/2014/main" id="{C815899F-434E-4763-8083-E40F827EBF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4201" name="AutoShape 74">
                <a:extLst>
                  <a:ext uri="{FF2B5EF4-FFF2-40B4-BE49-F238E27FC236}">
                    <a16:creationId xmlns:a16="http://schemas.microsoft.com/office/drawing/2014/main" id="{0D88D864-C33A-44D7-BD2B-D00A2F0E4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4202" name="AutoShape 75">
                <a:extLst>
                  <a:ext uri="{FF2B5EF4-FFF2-40B4-BE49-F238E27FC236}">
                    <a16:creationId xmlns:a16="http://schemas.microsoft.com/office/drawing/2014/main" id="{85B8AE4D-9010-40A4-8837-99ABDD821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190" name="Rectangle 76">
              <a:extLst>
                <a:ext uri="{FF2B5EF4-FFF2-40B4-BE49-F238E27FC236}">
                  <a16:creationId xmlns:a16="http://schemas.microsoft.com/office/drawing/2014/main" id="{DFE92CCF-2F57-4F96-A96E-00FE620C5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91" name="Freeform 77">
              <a:extLst>
                <a:ext uri="{FF2B5EF4-FFF2-40B4-BE49-F238E27FC236}">
                  <a16:creationId xmlns:a16="http://schemas.microsoft.com/office/drawing/2014/main" id="{B95303EA-FB5C-45F4-BC21-9C123E8D3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92" name="Freeform 78">
              <a:extLst>
                <a:ext uri="{FF2B5EF4-FFF2-40B4-BE49-F238E27FC236}">
                  <a16:creationId xmlns:a16="http://schemas.microsoft.com/office/drawing/2014/main" id="{322183F8-78A5-4EB7-8322-D10772361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93" name="Oval 79">
              <a:extLst>
                <a:ext uri="{FF2B5EF4-FFF2-40B4-BE49-F238E27FC236}">
                  <a16:creationId xmlns:a16="http://schemas.microsoft.com/office/drawing/2014/main" id="{45F672E8-5145-408B-9A71-695C9969F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94" name="Freeform 80">
              <a:extLst>
                <a:ext uri="{FF2B5EF4-FFF2-40B4-BE49-F238E27FC236}">
                  <a16:creationId xmlns:a16="http://schemas.microsoft.com/office/drawing/2014/main" id="{A07921A4-9D45-4D59-B4A3-6777ED21C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95" name="AutoShape 81">
              <a:extLst>
                <a:ext uri="{FF2B5EF4-FFF2-40B4-BE49-F238E27FC236}">
                  <a16:creationId xmlns:a16="http://schemas.microsoft.com/office/drawing/2014/main" id="{D4EA5988-6FB6-4B1D-80A4-1C167801D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96" name="AutoShape 82">
              <a:extLst>
                <a:ext uri="{FF2B5EF4-FFF2-40B4-BE49-F238E27FC236}">
                  <a16:creationId xmlns:a16="http://schemas.microsoft.com/office/drawing/2014/main" id="{BF225141-6474-4445-9F82-B529255BA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97" name="Oval 83">
              <a:extLst>
                <a:ext uri="{FF2B5EF4-FFF2-40B4-BE49-F238E27FC236}">
                  <a16:creationId xmlns:a16="http://schemas.microsoft.com/office/drawing/2014/main" id="{7CBB84BE-76D8-4E9B-8C70-CE78E2F03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198" name="Oval 84">
              <a:extLst>
                <a:ext uri="{FF2B5EF4-FFF2-40B4-BE49-F238E27FC236}">
                  <a16:creationId xmlns:a16="http://schemas.microsoft.com/office/drawing/2014/main" id="{2147A161-0DA8-4906-B281-9DC1D00FA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99" name="Oval 85">
              <a:extLst>
                <a:ext uri="{FF2B5EF4-FFF2-40B4-BE49-F238E27FC236}">
                  <a16:creationId xmlns:a16="http://schemas.microsoft.com/office/drawing/2014/main" id="{FE111F90-B107-463A-87D0-8EDEBAE9A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4200" name="Rectangle 86">
              <a:extLst>
                <a:ext uri="{FF2B5EF4-FFF2-40B4-BE49-F238E27FC236}">
                  <a16:creationId xmlns:a16="http://schemas.microsoft.com/office/drawing/2014/main" id="{41C3AD5E-55AA-4295-8137-02F1B0341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34164" name="Group 87">
            <a:extLst>
              <a:ext uri="{FF2B5EF4-FFF2-40B4-BE49-F238E27FC236}">
                <a16:creationId xmlns:a16="http://schemas.microsoft.com/office/drawing/2014/main" id="{C8F8E8E2-72D1-4BB3-97BE-A002059A7E2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23013" y="4730750"/>
            <a:ext cx="735012" cy="681038"/>
            <a:chOff x="-44" y="1473"/>
            <a:chExt cx="981" cy="1105"/>
          </a:xfrm>
        </p:grpSpPr>
        <p:pic>
          <p:nvPicPr>
            <p:cNvPr id="134175" name="Picture 88" descr="desktop_computer_stylized_medium">
              <a:extLst>
                <a:ext uri="{FF2B5EF4-FFF2-40B4-BE49-F238E27FC236}">
                  <a16:creationId xmlns:a16="http://schemas.microsoft.com/office/drawing/2014/main" id="{292B7200-CA1F-483C-BB3C-890FDCE091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176" name="Freeform 89">
              <a:extLst>
                <a:ext uri="{FF2B5EF4-FFF2-40B4-BE49-F238E27FC236}">
                  <a16:creationId xmlns:a16="http://schemas.microsoft.com/office/drawing/2014/main" id="{8162A3D0-05E6-4197-9075-7CD6660A888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4165" name="Group 102">
            <a:extLst>
              <a:ext uri="{FF2B5EF4-FFF2-40B4-BE49-F238E27FC236}">
                <a16:creationId xmlns:a16="http://schemas.microsoft.com/office/drawing/2014/main" id="{EC9A6E09-1BCB-4B44-9E2C-BDB0774BD85B}"/>
              </a:ext>
            </a:extLst>
          </p:cNvPr>
          <p:cNvGrpSpPr>
            <a:grpSpLocks/>
          </p:cNvGrpSpPr>
          <p:nvPr/>
        </p:nvGrpSpPr>
        <p:grpSpPr bwMode="auto">
          <a:xfrm>
            <a:off x="2747963" y="4849813"/>
            <a:ext cx="881062" cy="365125"/>
            <a:chOff x="2356" y="1300"/>
            <a:chExt cx="555" cy="194"/>
          </a:xfrm>
        </p:grpSpPr>
        <p:sp>
          <p:nvSpPr>
            <p:cNvPr id="134167" name="Oval 407">
              <a:extLst>
                <a:ext uri="{FF2B5EF4-FFF2-40B4-BE49-F238E27FC236}">
                  <a16:creationId xmlns:a16="http://schemas.microsoft.com/office/drawing/2014/main" id="{DCF25AA0-FE82-44E5-8525-36FF1CF1D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4168" name="Rectangle 410">
              <a:extLst>
                <a:ext uri="{FF2B5EF4-FFF2-40B4-BE49-F238E27FC236}">
                  <a16:creationId xmlns:a16="http://schemas.microsoft.com/office/drawing/2014/main" id="{E0BDDE62-6178-49E5-B7B2-5FC7411ED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4169" name="Oval 411">
              <a:extLst>
                <a:ext uri="{FF2B5EF4-FFF2-40B4-BE49-F238E27FC236}">
                  <a16:creationId xmlns:a16="http://schemas.microsoft.com/office/drawing/2014/main" id="{0A973DB2-4C7B-4364-A73C-BA24ED7F1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34170" name="Group 106">
              <a:extLst>
                <a:ext uri="{FF2B5EF4-FFF2-40B4-BE49-F238E27FC236}">
                  <a16:creationId xmlns:a16="http://schemas.microsoft.com/office/drawing/2014/main" id="{45CB83EF-0C43-4F22-81E4-A9F49AEBC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34173" name="Freeform 107">
                <a:extLst>
                  <a:ext uri="{FF2B5EF4-FFF2-40B4-BE49-F238E27FC236}">
                    <a16:creationId xmlns:a16="http://schemas.microsoft.com/office/drawing/2014/main" id="{FA146C3E-371D-4FE4-9E18-3FB40EB4F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4174" name="Freeform 108">
                <a:extLst>
                  <a:ext uri="{FF2B5EF4-FFF2-40B4-BE49-F238E27FC236}">
                    <a16:creationId xmlns:a16="http://schemas.microsoft.com/office/drawing/2014/main" id="{F74641D2-08F0-4894-8907-8B881637B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34171" name="Line 109">
              <a:extLst>
                <a:ext uri="{FF2B5EF4-FFF2-40B4-BE49-F238E27FC236}">
                  <a16:creationId xmlns:a16="http://schemas.microsoft.com/office/drawing/2014/main" id="{BF430BBA-9F40-438E-BADC-3E160B235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4172" name="Line 110">
              <a:extLst>
                <a:ext uri="{FF2B5EF4-FFF2-40B4-BE49-F238E27FC236}">
                  <a16:creationId xmlns:a16="http://schemas.microsoft.com/office/drawing/2014/main" id="{9FA698FF-4E55-49E1-85E8-4A6ACF1D6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34166" name="Slide Number Placeholder 3">
            <a:extLst>
              <a:ext uri="{FF2B5EF4-FFF2-40B4-BE49-F238E27FC236}">
                <a16:creationId xmlns:a16="http://schemas.microsoft.com/office/drawing/2014/main" id="{65B5864D-D782-42F2-A5D9-CD2326C1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EFF1190-D681-43E1-9DA4-FDE2FE2C0B9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Footer Placeholder 2">
            <a:extLst>
              <a:ext uri="{FF2B5EF4-FFF2-40B4-BE49-F238E27FC236}">
                <a16:creationId xmlns:a16="http://schemas.microsoft.com/office/drawing/2014/main" id="{786BFE3D-AD11-4274-BE5D-016A2CFB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5171" name="Picture 97" descr="underline_base">
            <a:extLst>
              <a:ext uri="{FF2B5EF4-FFF2-40B4-BE49-F238E27FC236}">
                <a16:creationId xmlns:a16="http://schemas.microsoft.com/office/drawing/2014/main" id="{B1E0B056-C18F-48BE-9ED2-655C4B38C75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54088"/>
            <a:ext cx="7381875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5172" name="Group 51">
            <a:extLst>
              <a:ext uri="{FF2B5EF4-FFF2-40B4-BE49-F238E27FC236}">
                <a16:creationId xmlns:a16="http://schemas.microsoft.com/office/drawing/2014/main" id="{F903DF95-0A8B-4121-A3DC-FDE305F4615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92663" y="2470150"/>
            <a:ext cx="735012" cy="681038"/>
            <a:chOff x="-44" y="1473"/>
            <a:chExt cx="981" cy="1105"/>
          </a:xfrm>
        </p:grpSpPr>
        <p:pic>
          <p:nvPicPr>
            <p:cNvPr id="135237" name="Picture 52" descr="desktop_computer_stylized_medium">
              <a:extLst>
                <a:ext uri="{FF2B5EF4-FFF2-40B4-BE49-F238E27FC236}">
                  <a16:creationId xmlns:a16="http://schemas.microsoft.com/office/drawing/2014/main" id="{384D3E36-ACC7-42A0-82E5-0AE41AFED8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238" name="Freeform 53">
              <a:extLst>
                <a:ext uri="{FF2B5EF4-FFF2-40B4-BE49-F238E27FC236}">
                  <a16:creationId xmlns:a16="http://schemas.microsoft.com/office/drawing/2014/main" id="{270B2BA3-C616-4892-8145-48F5195E1A3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35173" name="Rectangle 2">
            <a:extLst>
              <a:ext uri="{FF2B5EF4-FFF2-40B4-BE49-F238E27FC236}">
                <a16:creationId xmlns:a16="http://schemas.microsoft.com/office/drawing/2014/main" id="{68B48461-F1B0-43E0-A294-8B13B0C3D6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8950" y="252413"/>
            <a:ext cx="7772400" cy="947737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Bad guys can use fake addresses</a:t>
            </a:r>
          </a:p>
        </p:txBody>
      </p:sp>
      <p:sp>
        <p:nvSpPr>
          <p:cNvPr id="135174" name="Rectangle 3">
            <a:extLst>
              <a:ext uri="{FF2B5EF4-FFF2-40B4-BE49-F238E27FC236}">
                <a16:creationId xmlns:a16="http://schemas.microsoft.com/office/drawing/2014/main" id="{618E1198-E03E-4E01-A331-F0DC63FE36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6900" y="1662113"/>
            <a:ext cx="8077200" cy="1484312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IP spoofing:</a:t>
            </a:r>
            <a:r>
              <a:rPr lang="en-US" altLang="zh-TW" i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send packet with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false source IP address</a:t>
            </a:r>
          </a:p>
        </p:txBody>
      </p:sp>
      <p:sp>
        <p:nvSpPr>
          <p:cNvPr id="135175" name="Freeform 70">
            <a:extLst>
              <a:ext uri="{FF2B5EF4-FFF2-40B4-BE49-F238E27FC236}">
                <a16:creationId xmlns:a16="http://schemas.microsoft.com/office/drawing/2014/main" id="{D4AE3F41-189E-4FFB-814F-211EA2CCF774}"/>
              </a:ext>
            </a:extLst>
          </p:cNvPr>
          <p:cNvSpPr>
            <a:spLocks/>
          </p:cNvSpPr>
          <p:nvPr/>
        </p:nvSpPr>
        <p:spPr bwMode="auto">
          <a:xfrm>
            <a:off x="2225675" y="3171825"/>
            <a:ext cx="4587875" cy="728663"/>
          </a:xfrm>
          <a:custGeom>
            <a:avLst/>
            <a:gdLst>
              <a:gd name="T0" fmla="*/ 2147483646 w 2620"/>
              <a:gd name="T1" fmla="*/ 0 h 459"/>
              <a:gd name="T2" fmla="*/ 0 w 2620"/>
              <a:gd name="T3" fmla="*/ 2147483646 h 459"/>
              <a:gd name="T4" fmla="*/ 2147483646 w 2620"/>
              <a:gd name="T5" fmla="*/ 2147483646 h 459"/>
              <a:gd name="T6" fmla="*/ 2147483646 w 2620"/>
              <a:gd name="T7" fmla="*/ 2147483646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5176" name="Freeform 71">
            <a:extLst>
              <a:ext uri="{FF2B5EF4-FFF2-40B4-BE49-F238E27FC236}">
                <a16:creationId xmlns:a16="http://schemas.microsoft.com/office/drawing/2014/main" id="{09223A78-7743-4647-9C6B-4372DC84D9B1}"/>
              </a:ext>
            </a:extLst>
          </p:cNvPr>
          <p:cNvSpPr>
            <a:spLocks/>
          </p:cNvSpPr>
          <p:nvPr/>
        </p:nvSpPr>
        <p:spPr bwMode="auto">
          <a:xfrm>
            <a:off x="5057775" y="3041650"/>
            <a:ext cx="4763" cy="522288"/>
          </a:xfrm>
          <a:custGeom>
            <a:avLst/>
            <a:gdLst>
              <a:gd name="T0" fmla="*/ 0 w 3"/>
              <a:gd name="T1" fmla="*/ 2147483646 h 329"/>
              <a:gd name="T2" fmla="*/ 2147483646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5177" name="Line 72">
            <a:extLst>
              <a:ext uri="{FF2B5EF4-FFF2-40B4-BE49-F238E27FC236}">
                <a16:creationId xmlns:a16="http://schemas.microsoft.com/office/drawing/2014/main" id="{9BDD36F3-3B16-4A42-B3C8-F79C642471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0425" y="3563938"/>
            <a:ext cx="0" cy="374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5178" name="Line 73">
            <a:extLst>
              <a:ext uri="{FF2B5EF4-FFF2-40B4-BE49-F238E27FC236}">
                <a16:creationId xmlns:a16="http://schemas.microsoft.com/office/drawing/2014/main" id="{E5B698F2-8169-4ECD-973B-89913489B6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9475" y="4275138"/>
            <a:ext cx="0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5179" name="Text Box 74">
            <a:extLst>
              <a:ext uri="{FF2B5EF4-FFF2-40B4-BE49-F238E27FC236}">
                <a16:creationId xmlns:a16="http://schemas.microsoft.com/office/drawing/2014/main" id="{D4A1B179-D4E1-432F-A935-12DEE3205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24606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35180" name="Text Box 75">
            <a:extLst>
              <a:ext uri="{FF2B5EF4-FFF2-40B4-BE49-F238E27FC236}">
                <a16:creationId xmlns:a16="http://schemas.microsoft.com/office/drawing/2014/main" id="{BCF06CD5-BA5F-4EB4-866F-CD4E2F51D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8798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35181" name="Text Box 76">
            <a:extLst>
              <a:ext uri="{FF2B5EF4-FFF2-40B4-BE49-F238E27FC236}">
                <a16:creationId xmlns:a16="http://schemas.microsoft.com/office/drawing/2014/main" id="{22341EAC-3708-454C-8989-28C5ED1A5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863" y="243840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35182" name="Freeform 77">
            <a:extLst>
              <a:ext uri="{FF2B5EF4-FFF2-40B4-BE49-F238E27FC236}">
                <a16:creationId xmlns:a16="http://schemas.microsoft.com/office/drawing/2014/main" id="{7B4528EE-2A2A-41B5-A72B-60685829B8B2}"/>
              </a:ext>
            </a:extLst>
          </p:cNvPr>
          <p:cNvSpPr>
            <a:spLocks/>
          </p:cNvSpPr>
          <p:nvPr/>
        </p:nvSpPr>
        <p:spPr bwMode="auto">
          <a:xfrm>
            <a:off x="2235200" y="3019425"/>
            <a:ext cx="2967038" cy="704850"/>
          </a:xfrm>
          <a:custGeom>
            <a:avLst/>
            <a:gdLst>
              <a:gd name="T0" fmla="*/ 2147483646 w 1869"/>
              <a:gd name="T1" fmla="*/ 0 h 444"/>
              <a:gd name="T2" fmla="*/ 2147483646 w 1869"/>
              <a:gd name="T3" fmla="*/ 2147483646 h 444"/>
              <a:gd name="T4" fmla="*/ 0 w 1869"/>
              <a:gd name="T5" fmla="*/ 2147483646 h 444"/>
              <a:gd name="T6" fmla="*/ 0 60000 65536"/>
              <a:gd name="T7" fmla="*/ 0 60000 65536"/>
              <a:gd name="T8" fmla="*/ 0 60000 65536"/>
              <a:gd name="T9" fmla="*/ 0 w 1869"/>
              <a:gd name="T10" fmla="*/ 0 h 444"/>
              <a:gd name="T11" fmla="*/ 1869 w 1869"/>
              <a:gd name="T12" fmla="*/ 444 h 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9" h="444">
                <a:moveTo>
                  <a:pt x="1869" y="0"/>
                </a:moveTo>
                <a:lnTo>
                  <a:pt x="1869" y="444"/>
                </a:lnTo>
                <a:lnTo>
                  <a:pt x="0" y="444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135183" name="Group 78">
            <a:extLst>
              <a:ext uri="{FF2B5EF4-FFF2-40B4-BE49-F238E27FC236}">
                <a16:creationId xmlns:a16="http://schemas.microsoft.com/office/drawing/2014/main" id="{71CA1992-B8A9-4240-AEBE-D40B072D5ECE}"/>
              </a:ext>
            </a:extLst>
          </p:cNvPr>
          <p:cNvGrpSpPr>
            <a:grpSpLocks/>
          </p:cNvGrpSpPr>
          <p:nvPr/>
        </p:nvGrpSpPr>
        <p:grpSpPr bwMode="auto">
          <a:xfrm>
            <a:off x="2701925" y="3502025"/>
            <a:ext cx="2295525" cy="336550"/>
            <a:chOff x="2418" y="3342"/>
            <a:chExt cx="1446" cy="212"/>
          </a:xfrm>
        </p:grpSpPr>
        <p:sp>
          <p:nvSpPr>
            <p:cNvPr id="135232" name="Rectangle 79">
              <a:extLst>
                <a:ext uri="{FF2B5EF4-FFF2-40B4-BE49-F238E27FC236}">
                  <a16:creationId xmlns:a16="http://schemas.microsoft.com/office/drawing/2014/main" id="{700F6C1E-324F-4127-BDD6-C02C58C63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366"/>
              <a:ext cx="1356" cy="1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5233" name="Line 80">
              <a:extLst>
                <a:ext uri="{FF2B5EF4-FFF2-40B4-BE49-F238E27FC236}">
                  <a16:creationId xmlns:a16="http://schemas.microsoft.com/office/drawing/2014/main" id="{D0814044-6E8D-4356-9A0F-7092F1C18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372"/>
              <a:ext cx="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5234" name="Line 81">
              <a:extLst>
                <a:ext uri="{FF2B5EF4-FFF2-40B4-BE49-F238E27FC236}">
                  <a16:creationId xmlns:a16="http://schemas.microsoft.com/office/drawing/2014/main" id="{5D4BF730-4F03-4CF5-AA3A-68468B62D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3375"/>
              <a:ext cx="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5235" name="Line 82">
              <a:extLst>
                <a:ext uri="{FF2B5EF4-FFF2-40B4-BE49-F238E27FC236}">
                  <a16:creationId xmlns:a16="http://schemas.microsoft.com/office/drawing/2014/main" id="{C504A6EB-66B7-48FF-9E22-11699A331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3375"/>
              <a:ext cx="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5236" name="Text Box 83">
              <a:extLst>
                <a:ext uri="{FF2B5EF4-FFF2-40B4-BE49-F238E27FC236}">
                  <a16:creationId xmlns:a16="http://schemas.microsoft.com/office/drawing/2014/main" id="{2BC8BDAA-61E3-4B83-AD31-9BA15E7FD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3342"/>
              <a:ext cx="14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src:B</a:t>
              </a:r>
              <a:r>
                <a:rPr lang="en-US" altLang="zh-TW" sz="1600">
                  <a:latin typeface="Arial" panose="020B0604020202020204" pitchFamily="34" charset="0"/>
                </a:rPr>
                <a:t> dest:A     payload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35184" name="Picture 84">
            <a:extLst>
              <a:ext uri="{FF2B5EF4-FFF2-40B4-BE49-F238E27FC236}">
                <a16:creationId xmlns:a16="http://schemas.microsoft.com/office/drawing/2014/main" id="{D0DE337C-A51C-4ED8-93A4-5B31A7C77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38" y="2533650"/>
            <a:ext cx="471487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5185" name="Group 48">
            <a:extLst>
              <a:ext uri="{FF2B5EF4-FFF2-40B4-BE49-F238E27FC236}">
                <a16:creationId xmlns:a16="http://schemas.microsoft.com/office/drawing/2014/main" id="{EE839077-831F-49B0-9016-CF992C2F723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575425" y="3886200"/>
            <a:ext cx="735013" cy="681038"/>
            <a:chOff x="-44" y="1473"/>
            <a:chExt cx="981" cy="1105"/>
          </a:xfrm>
        </p:grpSpPr>
        <p:pic>
          <p:nvPicPr>
            <p:cNvPr id="135230" name="Picture 49" descr="desktop_computer_stylized_medium">
              <a:extLst>
                <a:ext uri="{FF2B5EF4-FFF2-40B4-BE49-F238E27FC236}">
                  <a16:creationId xmlns:a16="http://schemas.microsoft.com/office/drawing/2014/main" id="{DDF9319B-384F-4348-A7D7-8CC8E5EDC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231" name="Freeform 50">
              <a:extLst>
                <a:ext uri="{FF2B5EF4-FFF2-40B4-BE49-F238E27FC236}">
                  <a16:creationId xmlns:a16="http://schemas.microsoft.com/office/drawing/2014/main" id="{8C63F3C8-116C-4D84-B66C-D21CE8FC7E4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5186" name="Group 54">
            <a:extLst>
              <a:ext uri="{FF2B5EF4-FFF2-40B4-BE49-F238E27FC236}">
                <a16:creationId xmlns:a16="http://schemas.microsoft.com/office/drawing/2014/main" id="{3F27DD40-C333-4984-92F1-B671CF8C8E7B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2544763"/>
            <a:ext cx="365125" cy="712787"/>
            <a:chOff x="4140" y="429"/>
            <a:chExt cx="1425" cy="2396"/>
          </a:xfrm>
        </p:grpSpPr>
        <p:sp>
          <p:nvSpPr>
            <p:cNvPr id="135198" name="Freeform 55">
              <a:extLst>
                <a:ext uri="{FF2B5EF4-FFF2-40B4-BE49-F238E27FC236}">
                  <a16:creationId xmlns:a16="http://schemas.microsoft.com/office/drawing/2014/main" id="{12DA22EE-C8A4-450D-86D4-00403FFBD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199" name="Rectangle 56">
              <a:extLst>
                <a:ext uri="{FF2B5EF4-FFF2-40B4-BE49-F238E27FC236}">
                  <a16:creationId xmlns:a16="http://schemas.microsoft.com/office/drawing/2014/main" id="{CFC84904-91CC-46BC-A370-E3435EC5E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00" name="Freeform 57">
              <a:extLst>
                <a:ext uri="{FF2B5EF4-FFF2-40B4-BE49-F238E27FC236}">
                  <a16:creationId xmlns:a16="http://schemas.microsoft.com/office/drawing/2014/main" id="{37029C1B-8F87-481F-A72E-ADF2F299A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201" name="Freeform 58">
              <a:extLst>
                <a:ext uri="{FF2B5EF4-FFF2-40B4-BE49-F238E27FC236}">
                  <a16:creationId xmlns:a16="http://schemas.microsoft.com/office/drawing/2014/main" id="{66BBF347-5473-44CE-8801-B09AA0810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202" name="Rectangle 59">
              <a:extLst>
                <a:ext uri="{FF2B5EF4-FFF2-40B4-BE49-F238E27FC236}">
                  <a16:creationId xmlns:a16="http://schemas.microsoft.com/office/drawing/2014/main" id="{60037AF2-25CE-475D-ABC7-03BAF1A85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35203" name="Group 60">
              <a:extLst>
                <a:ext uri="{FF2B5EF4-FFF2-40B4-BE49-F238E27FC236}">
                  <a16:creationId xmlns:a16="http://schemas.microsoft.com/office/drawing/2014/main" id="{0CE567BE-2B80-45ED-9631-38C488351D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5228" name="AutoShape 61">
                <a:extLst>
                  <a:ext uri="{FF2B5EF4-FFF2-40B4-BE49-F238E27FC236}">
                    <a16:creationId xmlns:a16="http://schemas.microsoft.com/office/drawing/2014/main" id="{BE1BB253-0E39-49EF-94DC-3A236E1C3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5229" name="AutoShape 62">
                <a:extLst>
                  <a:ext uri="{FF2B5EF4-FFF2-40B4-BE49-F238E27FC236}">
                    <a16:creationId xmlns:a16="http://schemas.microsoft.com/office/drawing/2014/main" id="{6E9CF3D5-8004-434D-98E0-C50C344E6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5204" name="Rectangle 63">
              <a:extLst>
                <a:ext uri="{FF2B5EF4-FFF2-40B4-BE49-F238E27FC236}">
                  <a16:creationId xmlns:a16="http://schemas.microsoft.com/office/drawing/2014/main" id="{894E1BB5-9C4E-46D2-88EA-FC50991AF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35205" name="Group 64">
              <a:extLst>
                <a:ext uri="{FF2B5EF4-FFF2-40B4-BE49-F238E27FC236}">
                  <a16:creationId xmlns:a16="http://schemas.microsoft.com/office/drawing/2014/main" id="{D0E26A21-C2E1-40A5-B538-409E7AD919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5226" name="AutoShape 65">
                <a:extLst>
                  <a:ext uri="{FF2B5EF4-FFF2-40B4-BE49-F238E27FC236}">
                    <a16:creationId xmlns:a16="http://schemas.microsoft.com/office/drawing/2014/main" id="{33D440A5-5E7B-4B97-9DB5-BC0302EBD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5227" name="AutoShape 66">
                <a:extLst>
                  <a:ext uri="{FF2B5EF4-FFF2-40B4-BE49-F238E27FC236}">
                    <a16:creationId xmlns:a16="http://schemas.microsoft.com/office/drawing/2014/main" id="{C1BE4B65-DE9C-47DE-841C-CA2DF2F42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5206" name="Rectangle 67">
              <a:extLst>
                <a:ext uri="{FF2B5EF4-FFF2-40B4-BE49-F238E27FC236}">
                  <a16:creationId xmlns:a16="http://schemas.microsoft.com/office/drawing/2014/main" id="{B64AB623-7FB8-4D0E-81DB-0A529A733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07" name="Rectangle 68">
              <a:extLst>
                <a:ext uri="{FF2B5EF4-FFF2-40B4-BE49-F238E27FC236}">
                  <a16:creationId xmlns:a16="http://schemas.microsoft.com/office/drawing/2014/main" id="{E163222D-8277-40CA-A706-0FEA3377C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35208" name="Group 69">
              <a:extLst>
                <a:ext uri="{FF2B5EF4-FFF2-40B4-BE49-F238E27FC236}">
                  <a16:creationId xmlns:a16="http://schemas.microsoft.com/office/drawing/2014/main" id="{774319D5-0CC0-4624-9F41-70E232CB52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5224" name="AutoShape 70">
                <a:extLst>
                  <a:ext uri="{FF2B5EF4-FFF2-40B4-BE49-F238E27FC236}">
                    <a16:creationId xmlns:a16="http://schemas.microsoft.com/office/drawing/2014/main" id="{516718D0-D2F8-4671-AC1A-07980C0ED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5225" name="AutoShape 71">
                <a:extLst>
                  <a:ext uri="{FF2B5EF4-FFF2-40B4-BE49-F238E27FC236}">
                    <a16:creationId xmlns:a16="http://schemas.microsoft.com/office/drawing/2014/main" id="{331B6691-85AD-46C2-A9D9-FF8943D1B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5209" name="Freeform 72">
              <a:extLst>
                <a:ext uri="{FF2B5EF4-FFF2-40B4-BE49-F238E27FC236}">
                  <a16:creationId xmlns:a16="http://schemas.microsoft.com/office/drawing/2014/main" id="{2447006F-69B5-4D5B-8058-4A81357C6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35210" name="Group 73">
              <a:extLst>
                <a:ext uri="{FF2B5EF4-FFF2-40B4-BE49-F238E27FC236}">
                  <a16:creationId xmlns:a16="http://schemas.microsoft.com/office/drawing/2014/main" id="{3B2CCF82-1910-4769-83CA-30F14A87C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5222" name="AutoShape 74">
                <a:extLst>
                  <a:ext uri="{FF2B5EF4-FFF2-40B4-BE49-F238E27FC236}">
                    <a16:creationId xmlns:a16="http://schemas.microsoft.com/office/drawing/2014/main" id="{6AA5885E-EC8F-4C6A-ABF9-7C5C02D7E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35223" name="AutoShape 75">
                <a:extLst>
                  <a:ext uri="{FF2B5EF4-FFF2-40B4-BE49-F238E27FC236}">
                    <a16:creationId xmlns:a16="http://schemas.microsoft.com/office/drawing/2014/main" id="{023EF838-E90B-4B9A-9A47-FDFC75626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5211" name="Rectangle 76">
              <a:extLst>
                <a:ext uri="{FF2B5EF4-FFF2-40B4-BE49-F238E27FC236}">
                  <a16:creationId xmlns:a16="http://schemas.microsoft.com/office/drawing/2014/main" id="{AE39E5E2-02B3-48DC-89DA-4618291C3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12" name="Freeform 77">
              <a:extLst>
                <a:ext uri="{FF2B5EF4-FFF2-40B4-BE49-F238E27FC236}">
                  <a16:creationId xmlns:a16="http://schemas.microsoft.com/office/drawing/2014/main" id="{55A45931-4CD0-4E7C-B5D0-41EC45A9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213" name="Freeform 78">
              <a:extLst>
                <a:ext uri="{FF2B5EF4-FFF2-40B4-BE49-F238E27FC236}">
                  <a16:creationId xmlns:a16="http://schemas.microsoft.com/office/drawing/2014/main" id="{111E53F4-3049-4DA4-872E-B1E7B8767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8 h 288"/>
                <a:gd name="T4" fmla="*/ 8 w 304"/>
                <a:gd name="T5" fmla="*/ 15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214" name="Oval 79">
              <a:extLst>
                <a:ext uri="{FF2B5EF4-FFF2-40B4-BE49-F238E27FC236}">
                  <a16:creationId xmlns:a16="http://schemas.microsoft.com/office/drawing/2014/main" id="{39C9FBC4-5733-4459-9D21-051F7038C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15" name="Freeform 80">
              <a:extLst>
                <a:ext uri="{FF2B5EF4-FFF2-40B4-BE49-F238E27FC236}">
                  <a16:creationId xmlns:a16="http://schemas.microsoft.com/office/drawing/2014/main" id="{2AD7D02C-2921-423E-9CC9-8DF6DBB25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216" name="AutoShape 81">
              <a:extLst>
                <a:ext uri="{FF2B5EF4-FFF2-40B4-BE49-F238E27FC236}">
                  <a16:creationId xmlns:a16="http://schemas.microsoft.com/office/drawing/2014/main" id="{C006555C-A96A-46C5-AE16-2F199DD4A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17" name="AutoShape 82">
              <a:extLst>
                <a:ext uri="{FF2B5EF4-FFF2-40B4-BE49-F238E27FC236}">
                  <a16:creationId xmlns:a16="http://schemas.microsoft.com/office/drawing/2014/main" id="{82FDB789-0972-457C-AEC9-96A8946F2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18" name="Oval 83">
              <a:extLst>
                <a:ext uri="{FF2B5EF4-FFF2-40B4-BE49-F238E27FC236}">
                  <a16:creationId xmlns:a16="http://schemas.microsoft.com/office/drawing/2014/main" id="{E29E2A97-BDE8-4D49-8CC7-89E506144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19" name="Oval 84">
              <a:extLst>
                <a:ext uri="{FF2B5EF4-FFF2-40B4-BE49-F238E27FC236}">
                  <a16:creationId xmlns:a16="http://schemas.microsoft.com/office/drawing/2014/main" id="{8FA86A49-7971-4EF5-AB77-3C94F17DD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220" name="Oval 85">
              <a:extLst>
                <a:ext uri="{FF2B5EF4-FFF2-40B4-BE49-F238E27FC236}">
                  <a16:creationId xmlns:a16="http://schemas.microsoft.com/office/drawing/2014/main" id="{7A496C82-5CF6-41AE-A402-A7266479B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35221" name="Rectangle 86">
              <a:extLst>
                <a:ext uri="{FF2B5EF4-FFF2-40B4-BE49-F238E27FC236}">
                  <a16:creationId xmlns:a16="http://schemas.microsoft.com/office/drawing/2014/main" id="{0CBDC824-B81F-4C7D-A760-374BAD851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35187" name="Group 87">
            <a:extLst>
              <a:ext uri="{FF2B5EF4-FFF2-40B4-BE49-F238E27FC236}">
                <a16:creationId xmlns:a16="http://schemas.microsoft.com/office/drawing/2014/main" id="{4A0D9FE7-4886-4BDE-841D-F4608FFCFB1D}"/>
              </a:ext>
            </a:extLst>
          </p:cNvPr>
          <p:cNvGrpSpPr>
            <a:grpSpLocks/>
          </p:cNvGrpSpPr>
          <p:nvPr/>
        </p:nvGrpSpPr>
        <p:grpSpPr bwMode="auto">
          <a:xfrm>
            <a:off x="3011488" y="3946525"/>
            <a:ext cx="881062" cy="365125"/>
            <a:chOff x="2356" y="1300"/>
            <a:chExt cx="555" cy="194"/>
          </a:xfrm>
        </p:grpSpPr>
        <p:sp>
          <p:nvSpPr>
            <p:cNvPr id="135190" name="Oval 407">
              <a:extLst>
                <a:ext uri="{FF2B5EF4-FFF2-40B4-BE49-F238E27FC236}">
                  <a16:creationId xmlns:a16="http://schemas.microsoft.com/office/drawing/2014/main" id="{2476E77B-D364-43E3-B389-B37DC7E10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5191" name="Rectangle 410">
              <a:extLst>
                <a:ext uri="{FF2B5EF4-FFF2-40B4-BE49-F238E27FC236}">
                  <a16:creationId xmlns:a16="http://schemas.microsoft.com/office/drawing/2014/main" id="{BC460FF5-9D09-4500-BA0B-4D307ECCF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35192" name="Oval 411">
              <a:extLst>
                <a:ext uri="{FF2B5EF4-FFF2-40B4-BE49-F238E27FC236}">
                  <a16:creationId xmlns:a16="http://schemas.microsoft.com/office/drawing/2014/main" id="{E059F8AB-437C-4667-A243-91E61CC50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35193" name="Group 91">
              <a:extLst>
                <a:ext uri="{FF2B5EF4-FFF2-40B4-BE49-F238E27FC236}">
                  <a16:creationId xmlns:a16="http://schemas.microsoft.com/office/drawing/2014/main" id="{9E8D374A-2793-4644-8FA0-5420C4842B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35196" name="Freeform 92">
                <a:extLst>
                  <a:ext uri="{FF2B5EF4-FFF2-40B4-BE49-F238E27FC236}">
                    <a16:creationId xmlns:a16="http://schemas.microsoft.com/office/drawing/2014/main" id="{1982F8A5-E447-41F6-9210-1FF556A58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35197" name="Freeform 93">
                <a:extLst>
                  <a:ext uri="{FF2B5EF4-FFF2-40B4-BE49-F238E27FC236}">
                    <a16:creationId xmlns:a16="http://schemas.microsoft.com/office/drawing/2014/main" id="{3F5CFA5C-BF52-44FA-BFCA-CAFD6DF78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35194" name="Line 94">
              <a:extLst>
                <a:ext uri="{FF2B5EF4-FFF2-40B4-BE49-F238E27FC236}">
                  <a16:creationId xmlns:a16="http://schemas.microsoft.com/office/drawing/2014/main" id="{97B34DBA-8B38-436C-921E-F1D24564C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5195" name="Line 95">
              <a:extLst>
                <a:ext uri="{FF2B5EF4-FFF2-40B4-BE49-F238E27FC236}">
                  <a16:creationId xmlns:a16="http://schemas.microsoft.com/office/drawing/2014/main" id="{FE8C124F-7878-40BC-BDA9-BE1AC0A2C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35188" name="Slide Number Placeholder 3">
            <a:extLst>
              <a:ext uri="{FF2B5EF4-FFF2-40B4-BE49-F238E27FC236}">
                <a16:creationId xmlns:a16="http://schemas.microsoft.com/office/drawing/2014/main" id="{D6F355D0-DA90-4B2D-A271-12F38361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187FD400-D1C0-49CA-AD2D-450A5EB7EFD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5189" name="Text Box 50">
            <a:extLst>
              <a:ext uri="{FF2B5EF4-FFF2-40B4-BE49-F238E27FC236}">
                <a16:creationId xmlns:a16="http://schemas.microsoft.com/office/drawing/2014/main" id="{64A980B0-DC20-4E96-BFE4-246484792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5562600"/>
            <a:ext cx="667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i="1"/>
              <a:t>… lots more on security (throughout, Chapter 8)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Footer Placeholder 2">
            <a:extLst>
              <a:ext uri="{FF2B5EF4-FFF2-40B4-BE49-F238E27FC236}">
                <a16:creationId xmlns:a16="http://schemas.microsoft.com/office/drawing/2014/main" id="{4A67DE95-498A-495D-92C2-A42AF50A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6195" name="Picture 2" descr="underline_base">
            <a:extLst>
              <a:ext uri="{FF2B5EF4-FFF2-40B4-BE49-F238E27FC236}">
                <a16:creationId xmlns:a16="http://schemas.microsoft.com/office/drawing/2014/main" id="{A6894197-3F59-4758-886A-B7CE009B41A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6" name="Rectangle 2">
            <a:extLst>
              <a:ext uri="{FF2B5EF4-FFF2-40B4-BE49-F238E27FC236}">
                <a16:creationId xmlns:a16="http://schemas.microsoft.com/office/drawing/2014/main" id="{49867AA6-BAE6-48FF-92EF-0EA756DF3E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Chapter 1: roadmap</a:t>
            </a:r>
          </a:p>
        </p:txBody>
      </p:sp>
      <p:sp>
        <p:nvSpPr>
          <p:cNvPr id="136197" name="Rectangle 3">
            <a:extLst>
              <a:ext uri="{FF2B5EF4-FFF2-40B4-BE49-F238E27FC236}">
                <a16:creationId xmlns:a16="http://schemas.microsoft.com/office/drawing/2014/main" id="{971ABC92-0283-4378-9386-1EA72475E6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1.1 what </a:t>
            </a:r>
            <a:r>
              <a:rPr lang="en-US" altLang="zh-TW" sz="2800" i="1">
                <a:solidFill>
                  <a:srgbClr val="000099"/>
                </a:solidFill>
                <a:ea typeface="新細明體" panose="02020500000000000000" pitchFamily="18" charset="-120"/>
              </a:rPr>
              <a:t>is</a:t>
            </a: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 the Internet?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1.2</a:t>
            </a:r>
            <a:r>
              <a:rPr lang="en-US" altLang="zh-TW" sz="2800">
                <a:ea typeface="新細明體" panose="02020500000000000000" pitchFamily="18" charset="-120"/>
              </a:rPr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end systems, access networks, links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1.3 </a:t>
            </a:r>
            <a:r>
              <a:rPr lang="en-US" altLang="zh-TW" sz="2800">
                <a:ea typeface="新細明體" panose="02020500000000000000" pitchFamily="18" charset="-120"/>
              </a:rPr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TW" sz="2800">
                <a:latin typeface="Gill Sans MT" panose="020B0502020104020203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2400">
                <a:latin typeface="Gill Sans MT" panose="020B0502020104020203" pitchFamily="34" charset="0"/>
                <a:ea typeface="新細明體" panose="02020500000000000000" pitchFamily="18" charset="-120"/>
              </a:rPr>
              <a:t>packet switching, circuit switching, network structure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1.4 </a:t>
            </a:r>
            <a:r>
              <a:rPr lang="en-US" altLang="zh-TW" sz="2800">
                <a:ea typeface="新細明體" panose="02020500000000000000" pitchFamily="18" charset="-120"/>
              </a:rPr>
              <a:t>delay, loss, throughput in networks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1.5</a:t>
            </a:r>
            <a:r>
              <a:rPr lang="en-US" altLang="zh-TW" sz="2800">
                <a:ea typeface="新細明體" panose="02020500000000000000" pitchFamily="18" charset="-120"/>
              </a:rPr>
              <a:t> protocol layers, service models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99"/>
                </a:solidFill>
                <a:ea typeface="新細明體" panose="02020500000000000000" pitchFamily="18" charset="-120"/>
              </a:rPr>
              <a:t>1.6</a:t>
            </a:r>
            <a:r>
              <a:rPr lang="en-US" altLang="zh-TW" sz="2800">
                <a:ea typeface="新細明體" panose="02020500000000000000" pitchFamily="18" charset="-120"/>
              </a:rPr>
              <a:t> networks under attack: security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CC0000"/>
                </a:solidFill>
                <a:ea typeface="新細明體" panose="02020500000000000000" pitchFamily="18" charset="-120"/>
              </a:rPr>
              <a:t>1.7 history</a:t>
            </a:r>
          </a:p>
          <a:p>
            <a:pPr eaLnBrk="1" hangingPunct="1"/>
            <a:endParaRPr lang="en-US" altLang="zh-TW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36198" name="Slide Number Placeholder 3">
            <a:extLst>
              <a:ext uri="{FF2B5EF4-FFF2-40B4-BE49-F238E27FC236}">
                <a16:creationId xmlns:a16="http://schemas.microsoft.com/office/drawing/2014/main" id="{A74F9BF6-04B4-480E-8D1A-EF869B4C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3C7EDAA1-800F-47FD-B0A7-1CBE6835A8E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2">
            <a:extLst>
              <a:ext uri="{FF2B5EF4-FFF2-40B4-BE49-F238E27FC236}">
                <a16:creationId xmlns:a16="http://schemas.microsoft.com/office/drawing/2014/main" id="{E4DC558D-E9E1-403F-A490-372F150A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38243" name="Picture 6" descr="arpanet2">
            <a:extLst>
              <a:ext uri="{FF2B5EF4-FFF2-40B4-BE49-F238E27FC236}">
                <a16:creationId xmlns:a16="http://schemas.microsoft.com/office/drawing/2014/main" id="{2D2DE3FD-06BF-44FF-893C-4203A0352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58"/>
          <a:stretch>
            <a:fillRect/>
          </a:stretch>
        </p:blipFill>
        <p:spPr bwMode="auto">
          <a:xfrm>
            <a:off x="4495800" y="4222750"/>
            <a:ext cx="2716213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4" name="Rectangle 2">
            <a:extLst>
              <a:ext uri="{FF2B5EF4-FFF2-40B4-BE49-F238E27FC236}">
                <a16:creationId xmlns:a16="http://schemas.microsoft.com/office/drawing/2014/main" id="{EFE4A53E-0934-4B69-ACCE-6AF59CA21A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7825" y="252413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Internet history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38245" name="Rectangle 3">
            <a:extLst>
              <a:ext uri="{FF2B5EF4-FFF2-40B4-BE49-F238E27FC236}">
                <a16:creationId xmlns:a16="http://schemas.microsoft.com/office/drawing/2014/main" id="{3F460D25-132C-4963-AD5E-FF55D1645DF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5000" y="1725613"/>
            <a:ext cx="3657600" cy="44196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1961:</a:t>
            </a:r>
            <a:r>
              <a:rPr lang="en-US" altLang="zh-TW" sz="2400">
                <a:ea typeface="ＭＳ Ｐゴシック" panose="020B0600070205080204" pitchFamily="34" charset="-128"/>
              </a:rPr>
              <a:t> Kleinrock - queueing theory shows effectiveness of packet-switching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1964:</a:t>
            </a:r>
            <a:r>
              <a:rPr lang="en-US" altLang="zh-TW" sz="2400">
                <a:ea typeface="ＭＳ Ｐゴシック" panose="020B0600070205080204" pitchFamily="34" charset="-128"/>
              </a:rPr>
              <a:t> Baran - packet-switching in military nets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1967:</a:t>
            </a:r>
            <a:r>
              <a:rPr lang="en-US" altLang="zh-TW" sz="2400">
                <a:ea typeface="ＭＳ Ｐゴシック" panose="020B0600070205080204" pitchFamily="34" charset="-128"/>
              </a:rPr>
              <a:t> ARPAnet conceived by Advanced Research Projects Agency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1969:</a:t>
            </a:r>
            <a:r>
              <a:rPr lang="en-US" altLang="zh-TW" sz="2400">
                <a:ea typeface="ＭＳ Ｐゴシック" panose="020B0600070205080204" pitchFamily="34" charset="-128"/>
              </a:rPr>
              <a:t> first ARPAnet node operational</a:t>
            </a:r>
          </a:p>
          <a:p>
            <a:pPr eaLnBrk="1" hangingPunct="1">
              <a:buSzPct val="75000"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38246" name="Rectangle 4">
            <a:extLst>
              <a:ext uri="{FF2B5EF4-FFF2-40B4-BE49-F238E27FC236}">
                <a16:creationId xmlns:a16="http://schemas.microsoft.com/office/drawing/2014/main" id="{1493DC04-5A33-41D5-96EE-997E4BA95E6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256088" y="1722438"/>
            <a:ext cx="4786312" cy="2871787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1972:</a:t>
            </a:r>
            <a:r>
              <a:rPr lang="en-US" altLang="zh-TW" sz="2400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ARPAnet public demo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NCP (Network Control Protocol) first host-host protocol 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first e-mail program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ARPAnet has 15 nodes</a:t>
            </a:r>
          </a:p>
        </p:txBody>
      </p:sp>
      <p:sp>
        <p:nvSpPr>
          <p:cNvPr id="138247" name="Rectangle 5">
            <a:extLst>
              <a:ext uri="{FF2B5EF4-FFF2-40B4-BE49-F238E27FC236}">
                <a16:creationId xmlns:a16="http://schemas.microsoft.com/office/drawing/2014/main" id="{5A4C0906-1AA6-4752-ABA6-AED600947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10287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i="1">
                <a:solidFill>
                  <a:srgbClr val="CC0000"/>
                </a:solidFill>
                <a:latin typeface="Comic Sans MS" panose="030F0702030302020204" pitchFamily="66" charset="0"/>
              </a:rPr>
              <a:t>1961-1972: Early packet-switching principles</a:t>
            </a:r>
            <a:endParaRPr lang="en-US" altLang="zh-TW" u="sng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38248" name="Picture 11" descr="underline_base">
            <a:extLst>
              <a:ext uri="{FF2B5EF4-FFF2-40B4-BE49-F238E27FC236}">
                <a16:creationId xmlns:a16="http://schemas.microsoft.com/office/drawing/2014/main" id="{E28082C6-E9F3-4D19-A4DF-E7A93E131510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77152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9" name="Slide Number Placeholder 3">
            <a:extLst>
              <a:ext uri="{FF2B5EF4-FFF2-40B4-BE49-F238E27FC236}">
                <a16:creationId xmlns:a16="http://schemas.microsoft.com/office/drawing/2014/main" id="{33D9CADD-5B01-4984-B2A5-B178D05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2B240CC9-F6AB-4A60-A618-91C118AFEC6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Footer Placeholder 2">
            <a:extLst>
              <a:ext uri="{FF2B5EF4-FFF2-40B4-BE49-F238E27FC236}">
                <a16:creationId xmlns:a16="http://schemas.microsoft.com/office/drawing/2014/main" id="{967AC674-A4DF-44B2-9273-A2A750D6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1A934B0B-888C-42FA-8EF5-C8FB7C3CF90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98450" y="1795463"/>
            <a:ext cx="4506913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1970:</a:t>
            </a:r>
            <a:r>
              <a:rPr lang="en-US" altLang="zh-TW" sz="2400">
                <a:ea typeface="ＭＳ Ｐゴシック" panose="020B0600070205080204" pitchFamily="34" charset="-128"/>
              </a:rPr>
              <a:t> ALOHAnet satellite network in Hawaii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1974:</a:t>
            </a:r>
            <a:r>
              <a:rPr lang="en-US" altLang="zh-TW" sz="2400">
                <a:ea typeface="ＭＳ Ｐゴシック" panose="020B0600070205080204" pitchFamily="34" charset="-128"/>
              </a:rPr>
              <a:t> Cerf and Kahn - architecture for interconnecting networks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1976:</a:t>
            </a:r>
            <a:r>
              <a:rPr lang="en-US" altLang="zh-TW" sz="2400">
                <a:ea typeface="ＭＳ Ｐゴシック" panose="020B0600070205080204" pitchFamily="34" charset="-128"/>
              </a:rPr>
              <a:t> Ethernet at Xerox PARC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late70</a:t>
            </a:r>
            <a:r>
              <a:rPr lang="ja-JP" altLang="en-US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400">
                <a:ea typeface="ＭＳ Ｐゴシック" panose="020B0600070205080204" pitchFamily="34" charset="-128"/>
              </a:rPr>
              <a:t> proprietary architectures: DECnet, SNA, XNA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late 70</a:t>
            </a:r>
            <a:r>
              <a:rPr lang="ja-JP" altLang="en-US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400">
                <a:ea typeface="ＭＳ Ｐゴシック" panose="020B0600070205080204" pitchFamily="34" charset="-128"/>
              </a:rPr>
              <a:t> switching fixed length packets (ATM precursor)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1979:</a:t>
            </a:r>
            <a:r>
              <a:rPr lang="en-US" altLang="zh-TW" sz="2400">
                <a:ea typeface="ＭＳ Ｐゴシック" panose="020B0600070205080204" pitchFamily="34" charset="-128"/>
              </a:rPr>
              <a:t> ARPAnet has 200 nodes</a:t>
            </a:r>
          </a:p>
        </p:txBody>
      </p:sp>
      <p:sp>
        <p:nvSpPr>
          <p:cNvPr id="140292" name="Rectangle 4">
            <a:extLst>
              <a:ext uri="{FF2B5EF4-FFF2-40B4-BE49-F238E27FC236}">
                <a16:creationId xmlns:a16="http://schemas.microsoft.com/office/drawing/2014/main" id="{868E961C-F454-4970-A512-8AE97196EC1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99038" y="2155825"/>
            <a:ext cx="3924300" cy="34877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Cerf and Kahn</a:t>
            </a:r>
            <a:r>
              <a:rPr lang="ja-JP" altLang="en-US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s internetworking principles</a:t>
            </a:r>
            <a:r>
              <a:rPr lang="en-US" altLang="ja-JP" sz="2400">
                <a:solidFill>
                  <a:srgbClr val="FF0000"/>
                </a:solidFill>
                <a:ea typeface="ＭＳ Ｐゴシック" panose="020B0600070205080204" pitchFamily="34" charset="-128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ea typeface="新細明體" panose="02020500000000000000" pitchFamily="18" charset="-120"/>
              </a:rPr>
              <a:t>minimalism, autonomy - no internal changes required to interconnect networks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ea typeface="新細明體" panose="02020500000000000000" pitchFamily="18" charset="-120"/>
              </a:rPr>
              <a:t>best effort service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ea typeface="新細明體" panose="02020500000000000000" pitchFamily="18" charset="-120"/>
              </a:rPr>
              <a:t>stateless routers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ea typeface="新細明體" panose="02020500000000000000" pitchFamily="18" charset="-120"/>
              </a:rPr>
              <a:t>decentralized control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define today</a:t>
            </a:r>
            <a:r>
              <a:rPr lang="ja-JP" altLang="en-US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s Internet architecture</a:t>
            </a:r>
            <a:endParaRPr lang="en-US" altLang="zh-TW" sz="240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40293" name="Rectangle 5">
            <a:extLst>
              <a:ext uri="{FF2B5EF4-FFF2-40B4-BE49-F238E27FC236}">
                <a16:creationId xmlns:a16="http://schemas.microsoft.com/office/drawing/2014/main" id="{B88B1BFB-BF18-422D-88D5-B5ABEA4F8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1028700"/>
            <a:ext cx="79724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CC0000"/>
                </a:solidFill>
                <a:latin typeface="Comic Sans MS" panose="030F0702030302020204" pitchFamily="66" charset="0"/>
              </a:rPr>
              <a:t>1972-1980: Internetworking, new and proprietary nets</a:t>
            </a:r>
            <a:endParaRPr lang="en-US" altLang="zh-TW" sz="4000" u="sng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40294" name="Rectangle 6">
            <a:extLst>
              <a:ext uri="{FF2B5EF4-FFF2-40B4-BE49-F238E27FC236}">
                <a16:creationId xmlns:a16="http://schemas.microsoft.com/office/drawing/2014/main" id="{5EB4DE4E-D023-419A-844A-49AB40EBD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463" y="1982788"/>
            <a:ext cx="3878262" cy="36195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40295" name="Rectangle 2">
            <a:extLst>
              <a:ext uri="{FF2B5EF4-FFF2-40B4-BE49-F238E27FC236}">
                <a16:creationId xmlns:a16="http://schemas.microsoft.com/office/drawing/2014/main" id="{883902CB-71B0-44BF-A047-1408772C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Internet history</a:t>
            </a:r>
            <a:endParaRPr lang="en-US" altLang="zh-TW" sz="4400">
              <a:solidFill>
                <a:srgbClr val="000099"/>
              </a:solidFill>
            </a:endParaRPr>
          </a:p>
        </p:txBody>
      </p:sp>
      <p:pic>
        <p:nvPicPr>
          <p:cNvPr id="140296" name="Picture 12" descr="underline_base">
            <a:extLst>
              <a:ext uri="{FF2B5EF4-FFF2-40B4-BE49-F238E27FC236}">
                <a16:creationId xmlns:a16="http://schemas.microsoft.com/office/drawing/2014/main" id="{8C7B298F-12A5-4C6E-834B-6169164DA4E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77152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7" name="Slide Number Placeholder 3">
            <a:extLst>
              <a:ext uri="{FF2B5EF4-FFF2-40B4-BE49-F238E27FC236}">
                <a16:creationId xmlns:a16="http://schemas.microsoft.com/office/drawing/2014/main" id="{6AA06F9C-C2D2-49C1-B24A-DAA86A33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D81863C-52F7-4C9E-93C6-E62700E5D22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Footer Placeholder 2">
            <a:extLst>
              <a:ext uri="{FF2B5EF4-FFF2-40B4-BE49-F238E27FC236}">
                <a16:creationId xmlns:a16="http://schemas.microsoft.com/office/drawing/2014/main" id="{6585FE54-D7BE-4E80-824A-115B2530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87E90A15-94B0-4E6E-8632-61B36F3865E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801813"/>
            <a:ext cx="3810000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1983:</a:t>
            </a:r>
            <a:r>
              <a:rPr lang="en-US" altLang="zh-TW" sz="2400">
                <a:ea typeface="ＭＳ Ｐゴシック" panose="020B0600070205080204" pitchFamily="34" charset="-128"/>
              </a:rPr>
              <a:t> deployment of TCP/IP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1982:</a:t>
            </a:r>
            <a:r>
              <a:rPr lang="en-US" altLang="zh-TW" sz="2400">
                <a:ea typeface="ＭＳ Ｐゴシック" panose="020B0600070205080204" pitchFamily="34" charset="-128"/>
              </a:rPr>
              <a:t> smtp e-mail protocol defined 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1983:</a:t>
            </a:r>
            <a:r>
              <a:rPr lang="en-US" altLang="zh-TW" sz="2400">
                <a:ea typeface="ＭＳ Ｐゴシック" panose="020B0600070205080204" pitchFamily="34" charset="-128"/>
              </a:rPr>
              <a:t> DNS defined for name-to-IP-address translation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1985:</a:t>
            </a:r>
            <a:r>
              <a:rPr lang="en-US" altLang="zh-TW" sz="2400">
                <a:ea typeface="ＭＳ Ｐゴシック" panose="020B0600070205080204" pitchFamily="34" charset="-128"/>
              </a:rPr>
              <a:t> ftp protocol defined</a:t>
            </a:r>
          </a:p>
          <a:p>
            <a:pPr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1988:</a:t>
            </a:r>
            <a:r>
              <a:rPr lang="en-US" altLang="zh-TW" sz="2400">
                <a:ea typeface="ＭＳ Ｐゴシック" panose="020B0600070205080204" pitchFamily="34" charset="-128"/>
              </a:rPr>
              <a:t> TCP congestion control</a:t>
            </a:r>
          </a:p>
        </p:txBody>
      </p:sp>
      <p:sp>
        <p:nvSpPr>
          <p:cNvPr id="142340" name="Rectangle 4">
            <a:extLst>
              <a:ext uri="{FF2B5EF4-FFF2-40B4-BE49-F238E27FC236}">
                <a16:creationId xmlns:a16="http://schemas.microsoft.com/office/drawing/2014/main" id="{23440038-5998-4B2D-A9B2-2C45FD61B4F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811338"/>
            <a:ext cx="3810000" cy="44481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new national networks: Csnet, BITnet, NSFnet, Minitel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100,000 hosts connected to confederation of networks</a:t>
            </a:r>
          </a:p>
          <a:p>
            <a:pPr eaLnBrk="1" hangingPunct="1">
              <a:buSzPct val="75000"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42341" name="Rectangle 5">
            <a:extLst>
              <a:ext uri="{FF2B5EF4-FFF2-40B4-BE49-F238E27FC236}">
                <a16:creationId xmlns:a16="http://schemas.microsoft.com/office/drawing/2014/main" id="{EB9C6A0E-AE40-4ECF-A275-8E095BE6F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1028700"/>
            <a:ext cx="7962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rgbClr val="CC0000"/>
                </a:solidFill>
                <a:latin typeface="Comic Sans MS" panose="030F0702030302020204" pitchFamily="66" charset="0"/>
              </a:rPr>
              <a:t>1980-1990: new protocols, a proliferation of networks</a:t>
            </a:r>
            <a:endParaRPr lang="en-US" altLang="zh-TW" sz="4000" u="sng" dirty="0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42342" name="Rectangle 2">
            <a:extLst>
              <a:ext uri="{FF2B5EF4-FFF2-40B4-BE49-F238E27FC236}">
                <a16:creationId xmlns:a16="http://schemas.microsoft.com/office/drawing/2014/main" id="{AE79FD08-2A16-42F2-9E23-C04D46CD1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Internet history</a:t>
            </a:r>
            <a:endParaRPr lang="en-US" altLang="zh-TW" sz="4400">
              <a:solidFill>
                <a:srgbClr val="000099"/>
              </a:solidFill>
            </a:endParaRPr>
          </a:p>
        </p:txBody>
      </p:sp>
      <p:pic>
        <p:nvPicPr>
          <p:cNvPr id="142343" name="Picture 11" descr="underline_base">
            <a:extLst>
              <a:ext uri="{FF2B5EF4-FFF2-40B4-BE49-F238E27FC236}">
                <a16:creationId xmlns:a16="http://schemas.microsoft.com/office/drawing/2014/main" id="{9F0757CF-1774-49F5-B304-4B84A98B04C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77152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4" name="Slide Number Placeholder 3">
            <a:extLst>
              <a:ext uri="{FF2B5EF4-FFF2-40B4-BE49-F238E27FC236}">
                <a16:creationId xmlns:a16="http://schemas.microsoft.com/office/drawing/2014/main" id="{93A5B80E-2ABE-4A92-B10B-811E208C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4B9974B4-8732-4D7E-96F0-DC5C30B96A8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Footer Placeholder 2">
            <a:extLst>
              <a:ext uri="{FF2B5EF4-FFF2-40B4-BE49-F238E27FC236}">
                <a16:creationId xmlns:a16="http://schemas.microsoft.com/office/drawing/2014/main" id="{898C8767-9EF9-4E71-98F1-390CA7E7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E19CDFA9-2BD5-4F49-A316-6DFAC1A0474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9100" y="1790700"/>
            <a:ext cx="4470400" cy="4457700"/>
          </a:xfrm>
        </p:spPr>
        <p:txBody>
          <a:bodyPr/>
          <a:lstStyle/>
          <a:p>
            <a:pPr marL="225425" indent="-225425"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early 1990</a:t>
            </a:r>
            <a:r>
              <a:rPr lang="ja-JP" altLang="en-US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40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a typeface="ＭＳ Ｐゴシック" panose="020B0600070205080204" pitchFamily="34" charset="-128"/>
              </a:rPr>
              <a:t>ARPAnet decommissioned</a:t>
            </a:r>
          </a:p>
          <a:p>
            <a:pPr marL="225425" indent="-225425"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1991:</a:t>
            </a:r>
            <a:r>
              <a:rPr lang="en-US" altLang="zh-TW" sz="240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>
                <a:ea typeface="ＭＳ Ｐゴシック" panose="020B0600070205080204" pitchFamily="34" charset="-128"/>
              </a:rPr>
              <a:t>NSF lifts restrictions on commercial use of NSFnet (decommissioned, 1995)</a:t>
            </a:r>
          </a:p>
          <a:p>
            <a:pPr marL="225425" indent="-225425" eaLnBrk="1" hangingPunct="1">
              <a:buSzPct val="75000"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early 1990s:</a:t>
            </a:r>
            <a:r>
              <a:rPr lang="en-US" altLang="zh-TW" sz="2400">
                <a:ea typeface="ＭＳ Ｐゴシック" panose="020B0600070205080204" pitchFamily="34" charset="-128"/>
              </a:rPr>
              <a:t> Web</a:t>
            </a:r>
          </a:p>
          <a:p>
            <a:pPr marL="569913" lvl="1" indent="-225425" eaLnBrk="1" hangingPunct="1"/>
            <a:r>
              <a:rPr lang="en-US" altLang="zh-TW">
                <a:ea typeface="新細明體" panose="02020500000000000000" pitchFamily="18" charset="-120"/>
              </a:rPr>
              <a:t>hypertext [Bush 1945, Nelson 1960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s]</a:t>
            </a:r>
          </a:p>
          <a:p>
            <a:pPr marL="569913" lvl="1" indent="-225425" eaLnBrk="1" hangingPunct="1"/>
            <a:r>
              <a:rPr lang="en-US" altLang="zh-TW">
                <a:ea typeface="新細明體" panose="02020500000000000000" pitchFamily="18" charset="-120"/>
              </a:rPr>
              <a:t>HTML, HTTP: Berners-Lee</a:t>
            </a:r>
          </a:p>
          <a:p>
            <a:pPr marL="569913" lvl="1" indent="-225425" eaLnBrk="1" hangingPunct="1"/>
            <a:r>
              <a:rPr lang="en-US" altLang="zh-TW">
                <a:ea typeface="新細明體" panose="02020500000000000000" pitchFamily="18" charset="-120"/>
              </a:rPr>
              <a:t>1994: Mosaic, later Netscape</a:t>
            </a:r>
          </a:p>
          <a:p>
            <a:pPr marL="569913" lvl="1" indent="-225425" eaLnBrk="1" hangingPunct="1"/>
            <a:r>
              <a:rPr lang="en-US" altLang="zh-TW">
                <a:ea typeface="新細明體" panose="02020500000000000000" pitchFamily="18" charset="-120"/>
              </a:rPr>
              <a:t>late 1990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s: commercialization</a:t>
            </a:r>
            <a:r>
              <a:rPr lang="en-US" altLang="ja-JP" sz="2000">
                <a:ea typeface="ＭＳ Ｐゴシック" panose="020B0600070205080204" pitchFamily="34" charset="-128"/>
              </a:rPr>
              <a:t> of the Web</a:t>
            </a:r>
          </a:p>
          <a:p>
            <a:pPr marL="225425" indent="-225425" eaLnBrk="1" hangingPunct="1"/>
            <a:endParaRPr lang="en-US" altLang="zh-TW" sz="2400">
              <a:ea typeface="ＭＳ Ｐゴシック" panose="020B0600070205080204" pitchFamily="34" charset="-128"/>
            </a:endParaRPr>
          </a:p>
          <a:p>
            <a:pPr marL="225425" indent="-225425" eaLnBrk="1" hangingPunct="1"/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44388" name="Rectangle 4">
            <a:extLst>
              <a:ext uri="{FF2B5EF4-FFF2-40B4-BE49-F238E27FC236}">
                <a16:creationId xmlns:a16="http://schemas.microsoft.com/office/drawing/2014/main" id="{2A531FCA-0CCF-465B-B32F-9A9C9FD59C5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89500" y="1800225"/>
            <a:ext cx="3965575" cy="44481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late 1990</a:t>
            </a:r>
            <a:r>
              <a:rPr lang="ja-JP" altLang="en-US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s – 2000</a:t>
            </a:r>
            <a:r>
              <a:rPr lang="ja-JP" altLang="en-US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more killer apps: instant messaging, P2P file sharing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network security to forefront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est. 50 million host, 100 million+ users</a:t>
            </a:r>
          </a:p>
          <a:p>
            <a:pPr eaLnBrk="1" hangingPunct="1"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backbone links running at Gbps</a:t>
            </a:r>
          </a:p>
          <a:p>
            <a:pPr eaLnBrk="1" hangingPunct="1"/>
            <a:endParaRPr lang="en-US" altLang="zh-TW" sz="2000">
              <a:ea typeface="ＭＳ Ｐゴシック" panose="020B0600070205080204" pitchFamily="34" charset="-128"/>
            </a:endParaRPr>
          </a:p>
        </p:txBody>
      </p:sp>
      <p:sp>
        <p:nvSpPr>
          <p:cNvPr id="144389" name="Rectangle 5">
            <a:extLst>
              <a:ext uri="{FF2B5EF4-FFF2-40B4-BE49-F238E27FC236}">
                <a16:creationId xmlns:a16="http://schemas.microsoft.com/office/drawing/2014/main" id="{60D7195A-BCA7-4CC9-A6A7-DAA17C05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1028700"/>
            <a:ext cx="7962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1990, 2000</a:t>
            </a:r>
            <a:r>
              <a:rPr lang="ja-JP" altLang="en-US" i="1" dirty="0">
                <a:solidFill>
                  <a:srgbClr val="CC0000"/>
                </a:solidFill>
              </a:rPr>
              <a:t>’</a:t>
            </a:r>
            <a:r>
              <a:rPr lang="en-US" altLang="ja-JP" i="1" dirty="0">
                <a:solidFill>
                  <a:srgbClr val="CC0000"/>
                </a:solidFill>
              </a:rPr>
              <a:t>s: commercialization, the Web, new apps</a:t>
            </a:r>
            <a:endParaRPr lang="en-US" altLang="zh-TW" u="sng" dirty="0">
              <a:solidFill>
                <a:srgbClr val="CC0000"/>
              </a:solidFill>
            </a:endParaRPr>
          </a:p>
        </p:txBody>
      </p:sp>
      <p:sp>
        <p:nvSpPr>
          <p:cNvPr id="144390" name="Rectangle 2">
            <a:extLst>
              <a:ext uri="{FF2B5EF4-FFF2-40B4-BE49-F238E27FC236}">
                <a16:creationId xmlns:a16="http://schemas.microsoft.com/office/drawing/2014/main" id="{A0A27411-12E7-44D3-A564-02F107410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Internet history</a:t>
            </a:r>
            <a:endParaRPr lang="en-US" altLang="zh-TW" sz="4400">
              <a:solidFill>
                <a:srgbClr val="000099"/>
              </a:solidFill>
            </a:endParaRPr>
          </a:p>
        </p:txBody>
      </p:sp>
      <p:pic>
        <p:nvPicPr>
          <p:cNvPr id="144391" name="Picture 11" descr="underline_base">
            <a:extLst>
              <a:ext uri="{FF2B5EF4-FFF2-40B4-BE49-F238E27FC236}">
                <a16:creationId xmlns:a16="http://schemas.microsoft.com/office/drawing/2014/main" id="{597784FE-5B51-43C1-9F95-FB85E699C25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77152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92" name="Slide Number Placeholder 3">
            <a:extLst>
              <a:ext uri="{FF2B5EF4-FFF2-40B4-BE49-F238E27FC236}">
                <a16:creationId xmlns:a16="http://schemas.microsoft.com/office/drawing/2014/main" id="{A1989BF4-88B6-46DB-8A80-40B5DDAA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C5A7C2F8-E1EB-491A-95BA-06A7E935E15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Footer Placeholder 2">
            <a:extLst>
              <a:ext uri="{FF2B5EF4-FFF2-40B4-BE49-F238E27FC236}">
                <a16:creationId xmlns:a16="http://schemas.microsoft.com/office/drawing/2014/main" id="{9A98A823-33AC-4A9C-B61F-9049F278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C52D6C2F-6593-489E-A241-A1657A44041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2125" y="1209675"/>
            <a:ext cx="7502525" cy="4457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2005-present</a:t>
            </a:r>
          </a:p>
          <a:p>
            <a:pPr eaLnBrk="1" hangingPunct="1"/>
            <a:r>
              <a:rPr lang="en-US" altLang="zh-TW" sz="2400" dirty="0">
                <a:ea typeface="ＭＳ Ｐゴシック" panose="020B0600070205080204" pitchFamily="34" charset="-128"/>
              </a:rPr>
              <a:t>~5B devices attached to Internet </a:t>
            </a:r>
            <a:r>
              <a:rPr lang="en-US" altLang="zh-TW" sz="1800" dirty="0">
                <a:ea typeface="ＭＳ Ｐゴシック" panose="020B0600070205080204" pitchFamily="34" charset="-128"/>
              </a:rPr>
              <a:t>(2016)</a:t>
            </a:r>
          </a:p>
          <a:p>
            <a:pPr marL="682625" lvl="1" indent="-225425" eaLnBrk="1" hangingPunct="1"/>
            <a:r>
              <a:rPr lang="en-US" altLang="zh-TW" sz="2000" dirty="0">
                <a:ea typeface="ＭＳ Ｐゴシック" panose="020B0600070205080204" pitchFamily="34" charset="-128"/>
              </a:rPr>
              <a:t>smartphones and tablets</a:t>
            </a:r>
          </a:p>
          <a:p>
            <a:pPr eaLnBrk="1" hangingPunct="1"/>
            <a:r>
              <a:rPr lang="en-US" altLang="zh-TW" sz="2400" dirty="0">
                <a:ea typeface="ＭＳ Ｐゴシック" panose="020B0600070205080204" pitchFamily="34" charset="-128"/>
              </a:rPr>
              <a:t>aggressive deployment of broadband access</a:t>
            </a:r>
          </a:p>
          <a:p>
            <a:pPr eaLnBrk="1" hangingPunct="1"/>
            <a:r>
              <a:rPr lang="en-US" altLang="zh-TW" sz="2400" dirty="0">
                <a:ea typeface="ＭＳ Ｐゴシック" panose="020B0600070205080204" pitchFamily="34" charset="-128"/>
              </a:rPr>
              <a:t>increasing ubiquity of high-speed wireless access</a:t>
            </a:r>
          </a:p>
          <a:p>
            <a:pPr eaLnBrk="1" hangingPunct="1"/>
            <a:r>
              <a:rPr lang="en-US" altLang="zh-TW" sz="2400" dirty="0">
                <a:ea typeface="ＭＳ Ｐゴシック" panose="020B0600070205080204" pitchFamily="34" charset="-128"/>
              </a:rPr>
              <a:t>emergence of online social networks: </a:t>
            </a:r>
          </a:p>
          <a:p>
            <a:pPr marL="682625" lvl="1" indent="-225425" eaLnBrk="1" hangingPunct="1"/>
            <a:r>
              <a:rPr lang="en-US" altLang="zh-TW" sz="2000" dirty="0">
                <a:ea typeface="ＭＳ Ｐゴシック" panose="020B0600070205080204" pitchFamily="34" charset="-128"/>
              </a:rPr>
              <a:t>Facebook: ~ one billion users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TW" sz="2400">
                <a:ea typeface="ＭＳ Ｐゴシック" panose="020B0600070205080204" pitchFamily="34" charset="-128"/>
              </a:rPr>
              <a:t>service providers (Google, Microsoft) create their own networks</a:t>
            </a:r>
          </a:p>
          <a:p>
            <a:pPr marL="682625" lvl="1" indent="-225425" eaLnBrk="1" hangingPunct="1"/>
            <a:r>
              <a:rPr lang="en-US" altLang="zh-TW" dirty="0">
                <a:ea typeface="ＭＳ Ｐゴシック" panose="020B0600070205080204" pitchFamily="34" charset="-128"/>
              </a:rPr>
              <a:t>bypass  Internet, providing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instantaneous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access to search, video content, email, etc.</a:t>
            </a:r>
          </a:p>
          <a:p>
            <a:pPr eaLnBrk="1" hangingPunct="1"/>
            <a:r>
              <a:rPr lang="en-US" altLang="zh-TW" sz="2400" dirty="0">
                <a:ea typeface="ＭＳ Ｐゴシック" panose="020B0600070205080204" pitchFamily="34" charset="-128"/>
              </a:rPr>
              <a:t>e-commerce, universities, enterprises running their services in </a:t>
            </a:r>
            <a:r>
              <a:rPr lang="ja-JP" altLang="en-US" sz="2400" dirty="0">
                <a:ea typeface="ＭＳ Ｐゴシック" panose="020B0600070205080204" pitchFamily="34" charset="-128"/>
              </a:rPr>
              <a:t>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cloud</a:t>
            </a:r>
            <a:r>
              <a:rPr lang="ja-JP" altLang="en-US" sz="2400" dirty="0">
                <a:ea typeface="ＭＳ Ｐゴシック" panose="020B0600070205080204" pitchFamily="34" charset="-128"/>
              </a:rPr>
              <a:t>”</a:t>
            </a:r>
            <a:r>
              <a:rPr lang="en-US" altLang="ja-JP" sz="2400" dirty="0">
                <a:ea typeface="ＭＳ Ｐゴシック" panose="020B0600070205080204" pitchFamily="34" charset="-128"/>
              </a:rPr>
              <a:t> (e.g., Amazon EC2)</a:t>
            </a: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146436" name="Rectangle 2">
            <a:extLst>
              <a:ext uri="{FF2B5EF4-FFF2-40B4-BE49-F238E27FC236}">
                <a16:creationId xmlns:a16="http://schemas.microsoft.com/office/drawing/2014/main" id="{599076F5-5BA4-4D95-A379-AC6C85F4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Internet history</a:t>
            </a:r>
            <a:endParaRPr lang="en-US" altLang="zh-TW" sz="4400">
              <a:solidFill>
                <a:srgbClr val="000099"/>
              </a:solidFill>
            </a:endParaRPr>
          </a:p>
        </p:txBody>
      </p:sp>
      <p:pic>
        <p:nvPicPr>
          <p:cNvPr id="146437" name="Picture 9" descr="underline_base">
            <a:extLst>
              <a:ext uri="{FF2B5EF4-FFF2-40B4-BE49-F238E27FC236}">
                <a16:creationId xmlns:a16="http://schemas.microsoft.com/office/drawing/2014/main" id="{3FCC36F9-A712-47E6-9C7E-D24C3F94C32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77152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38" name="Slide Number Placeholder 3">
            <a:extLst>
              <a:ext uri="{FF2B5EF4-FFF2-40B4-BE49-F238E27FC236}">
                <a16:creationId xmlns:a16="http://schemas.microsoft.com/office/drawing/2014/main" id="{581C5532-B600-4DCD-89B6-6745E2FF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E0CA9CC6-2720-4187-85F4-BF3266EAEA9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Footer Placeholder 2">
            <a:extLst>
              <a:ext uri="{FF2B5EF4-FFF2-40B4-BE49-F238E27FC236}">
                <a16:creationId xmlns:a16="http://schemas.microsoft.com/office/drawing/2014/main" id="{2F62AEA6-BCA4-460A-82DE-F51BD51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48483" name="Picture 9" descr="underline_base">
            <a:extLst>
              <a:ext uri="{FF2B5EF4-FFF2-40B4-BE49-F238E27FC236}">
                <a16:creationId xmlns:a16="http://schemas.microsoft.com/office/drawing/2014/main" id="{8257A8AE-F296-4186-9AB5-DFEC53AA74A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83661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4" name="Rectangle 2">
            <a:extLst>
              <a:ext uri="{FF2B5EF4-FFF2-40B4-BE49-F238E27FC236}">
                <a16:creationId xmlns:a16="http://schemas.microsoft.com/office/drawing/2014/main" id="{56FE993B-B2F7-46DC-9612-643D11136A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160338"/>
            <a:ext cx="7772400" cy="903287"/>
          </a:xfrm>
        </p:spPr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Introduction: summary</a:t>
            </a:r>
          </a:p>
        </p:txBody>
      </p:sp>
      <p:sp>
        <p:nvSpPr>
          <p:cNvPr id="148485" name="Rectangle 3">
            <a:extLst>
              <a:ext uri="{FF2B5EF4-FFF2-40B4-BE49-F238E27FC236}">
                <a16:creationId xmlns:a16="http://schemas.microsoft.com/office/drawing/2014/main" id="{53FAA665-C923-4224-8CF6-3829746934B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2288" y="1443038"/>
            <a:ext cx="4384675" cy="51895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covered a </a:t>
            </a:r>
            <a:r>
              <a:rPr lang="ja-JP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i="1">
                <a:solidFill>
                  <a:srgbClr val="CC0000"/>
                </a:solidFill>
                <a:ea typeface="ＭＳ Ｐゴシック" panose="020B0600070205080204" pitchFamily="34" charset="-128"/>
              </a:rPr>
              <a:t>ton</a:t>
            </a:r>
            <a:r>
              <a:rPr lang="ja-JP" altLang="en-US" i="1">
                <a:solidFill>
                  <a:srgbClr val="CC0000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i="1">
                <a:solidFill>
                  <a:srgbClr val="CC0000"/>
                </a:solidFill>
                <a:ea typeface="ＭＳ Ｐゴシック" panose="020B0600070205080204" pitchFamily="34" charset="-128"/>
              </a:rPr>
              <a:t> of material!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Internet overview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what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a protocol?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network edge, core, access network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>
                <a:ea typeface="新細明體" panose="02020500000000000000" pitchFamily="18" charset="-120"/>
              </a:rPr>
              <a:t>packet-switching versus circuit-switching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>
                <a:ea typeface="新細明體" panose="02020500000000000000" pitchFamily="18" charset="-120"/>
              </a:rPr>
              <a:t>Internet structure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performance: loss, delay, throughput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layering, service models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security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history</a:t>
            </a:r>
          </a:p>
        </p:txBody>
      </p:sp>
      <p:sp>
        <p:nvSpPr>
          <p:cNvPr id="148486" name="Rectangle 4">
            <a:extLst>
              <a:ext uri="{FF2B5EF4-FFF2-40B4-BE49-F238E27FC236}">
                <a16:creationId xmlns:a16="http://schemas.microsoft.com/office/drawing/2014/main" id="{BC491419-2A3A-427D-8353-80D83899023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46675" y="1428750"/>
            <a:ext cx="3724275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you now have:</a:t>
            </a:r>
            <a:r>
              <a:rPr lang="en-US" altLang="zh-TW" sz="24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context, overview, </a:t>
            </a: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ea typeface="ＭＳ Ｐゴシック" panose="020B0600070205080204" pitchFamily="34" charset="-128"/>
              </a:rPr>
              <a:t>feel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r>
              <a:rPr lang="en-US" altLang="ja-JP" sz="2400">
                <a:ea typeface="ＭＳ Ｐゴシック" panose="020B0600070205080204" pitchFamily="34" charset="-128"/>
              </a:rPr>
              <a:t> of networking</a:t>
            </a:r>
          </a:p>
          <a:p>
            <a:pPr eaLnBrk="1" hangingPunct="1">
              <a:lnSpc>
                <a:spcPct val="90000"/>
              </a:lnSpc>
              <a:buSzPct val="75000"/>
            </a:pPr>
            <a:r>
              <a:rPr lang="en-US" altLang="zh-TW" sz="2400">
                <a:ea typeface="ＭＳ Ｐゴシック" panose="020B0600070205080204" pitchFamily="34" charset="-128"/>
              </a:rPr>
              <a:t>more depth, detail </a:t>
            </a:r>
            <a:r>
              <a:rPr lang="en-US" altLang="zh-TW" sz="2400" i="1">
                <a:ea typeface="ＭＳ Ｐゴシック" panose="020B0600070205080204" pitchFamily="34" charset="-128"/>
              </a:rPr>
              <a:t>to follow!</a:t>
            </a:r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48487" name="Slide Number Placeholder 3">
            <a:extLst>
              <a:ext uri="{FF2B5EF4-FFF2-40B4-BE49-F238E27FC236}">
                <a16:creationId xmlns:a16="http://schemas.microsoft.com/office/drawing/2014/main" id="{1670B8AA-9439-403D-B99A-67A6FFCE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1-</a:t>
            </a:r>
            <a:fld id="{07D7760C-1D39-4912-9BC3-F4622E3DE2B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28271</TotalTime>
  <Words>2176</Words>
  <Application>Microsoft Office PowerPoint</Application>
  <PresentationFormat>如螢幕大小 (4:3)</PresentationFormat>
  <Paragraphs>510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40" baseType="lpstr">
      <vt:lpstr>ＭＳ Ｐゴシック</vt:lpstr>
      <vt:lpstr>ZapfDingbats</vt:lpstr>
      <vt:lpstr>新細明體</vt:lpstr>
      <vt:lpstr>Arial</vt:lpstr>
      <vt:lpstr>Comic Sans MS</vt:lpstr>
      <vt:lpstr>Courier New</vt:lpstr>
      <vt:lpstr>Gill Sans MT</vt:lpstr>
      <vt:lpstr>Tahoma</vt:lpstr>
      <vt:lpstr>Times New Roman</vt:lpstr>
      <vt:lpstr>Wingdings</vt:lpstr>
      <vt:lpstr>12_Default Design</vt:lpstr>
      <vt:lpstr>“Real” Internet delays and routes</vt:lpstr>
      <vt:lpstr>“Real” Internet delays, routes</vt:lpstr>
      <vt:lpstr>Packet loss</vt:lpstr>
      <vt:lpstr>Throughput</vt:lpstr>
      <vt:lpstr>Throughput (more)</vt:lpstr>
      <vt:lpstr>Throughput: Internet scenario</vt:lpstr>
      <vt:lpstr>Chapter 1: roadmap</vt:lpstr>
      <vt:lpstr>Protocol “layers”</vt:lpstr>
      <vt:lpstr>Organization of air travel</vt:lpstr>
      <vt:lpstr>Layering of airline functionality</vt:lpstr>
      <vt:lpstr>Why layering?</vt:lpstr>
      <vt:lpstr>Internet protocol stack</vt:lpstr>
      <vt:lpstr>ISO/OSI reference model</vt:lpstr>
      <vt:lpstr>Encapsulation</vt:lpstr>
      <vt:lpstr>Encapsulation</vt:lpstr>
      <vt:lpstr>“Packet” at different layers</vt:lpstr>
      <vt:lpstr>Chapter 1: roadmap</vt:lpstr>
      <vt:lpstr>Network security</vt:lpstr>
      <vt:lpstr>Bad guys: put malware into hosts via Internet</vt:lpstr>
      <vt:lpstr>PowerPoint 簡報</vt:lpstr>
      <vt:lpstr>Bad guys can sniff packets</vt:lpstr>
      <vt:lpstr>Bad guys can use fake addresses</vt:lpstr>
      <vt:lpstr>Chapter 1: roadmap</vt:lpstr>
      <vt:lpstr>Internet history</vt:lpstr>
      <vt:lpstr>PowerPoint 簡報</vt:lpstr>
      <vt:lpstr>PowerPoint 簡報</vt:lpstr>
      <vt:lpstr>PowerPoint 簡報</vt:lpstr>
      <vt:lpstr>PowerPoint 簡報</vt:lpstr>
      <vt:lpstr>Introduction: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Edition: Chapter 1</dc:title>
  <dc:creator>Jim Kurose and Keith Ross</dc:creator>
  <cp:lastModifiedBy>Prof. CHEUNG Man Hon Michael</cp:lastModifiedBy>
  <cp:revision>428</cp:revision>
  <dcterms:created xsi:type="dcterms:W3CDTF">1999-10-08T19:08:27Z</dcterms:created>
  <dcterms:modified xsi:type="dcterms:W3CDTF">2026-09-05T11:49:28Z</dcterms:modified>
</cp:coreProperties>
</file>