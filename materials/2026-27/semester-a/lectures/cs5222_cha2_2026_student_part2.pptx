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4622" r:id="rId2"/>
    <p:sldMasterId id="2147485322" r:id="rId3"/>
    <p:sldMasterId id="2147485626" r:id="rId4"/>
  </p:sldMasterIdLst>
  <p:notesMasterIdLst>
    <p:notesMasterId r:id="rId48"/>
  </p:notesMasterIdLst>
  <p:handoutMasterIdLst>
    <p:handoutMasterId r:id="rId49"/>
  </p:handoutMasterIdLst>
  <p:sldIdLst>
    <p:sldId id="331" r:id="rId5"/>
    <p:sldId id="265" r:id="rId6"/>
    <p:sldId id="266" r:id="rId7"/>
    <p:sldId id="330" r:id="rId8"/>
    <p:sldId id="541" r:id="rId9"/>
    <p:sldId id="545" r:id="rId10"/>
    <p:sldId id="544" r:id="rId11"/>
    <p:sldId id="267" r:id="rId12"/>
    <p:sldId id="269" r:id="rId13"/>
    <p:sldId id="546" r:id="rId14"/>
    <p:sldId id="547" r:id="rId15"/>
    <p:sldId id="273" r:id="rId16"/>
    <p:sldId id="334" r:id="rId17"/>
    <p:sldId id="374" r:id="rId18"/>
    <p:sldId id="375" r:id="rId19"/>
    <p:sldId id="457" r:id="rId20"/>
    <p:sldId id="281" r:id="rId21"/>
    <p:sldId id="282" r:id="rId22"/>
    <p:sldId id="283" r:id="rId23"/>
    <p:sldId id="548" r:id="rId24"/>
    <p:sldId id="563" r:id="rId25"/>
    <p:sldId id="285" r:id="rId26"/>
    <p:sldId id="286" r:id="rId27"/>
    <p:sldId id="289" r:id="rId28"/>
    <p:sldId id="553" r:id="rId29"/>
    <p:sldId id="550" r:id="rId30"/>
    <p:sldId id="554" r:id="rId31"/>
    <p:sldId id="339" r:id="rId32"/>
    <p:sldId id="555" r:id="rId33"/>
    <p:sldId id="458" r:id="rId34"/>
    <p:sldId id="296" r:id="rId35"/>
    <p:sldId id="297" r:id="rId36"/>
    <p:sldId id="556" r:id="rId37"/>
    <p:sldId id="557" r:id="rId38"/>
    <p:sldId id="562" r:id="rId39"/>
    <p:sldId id="559" r:id="rId40"/>
    <p:sldId id="560" r:id="rId41"/>
    <p:sldId id="390" r:id="rId42"/>
    <p:sldId id="536" r:id="rId43"/>
    <p:sldId id="391" r:id="rId44"/>
    <p:sldId id="302" r:id="rId45"/>
    <p:sldId id="303" r:id="rId46"/>
    <p:sldId id="537" r:id="rId4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0000"/>
    <a:srgbClr val="000099"/>
    <a:srgbClr val="FFFF00"/>
    <a:srgbClr val="DDDDDD"/>
    <a:srgbClr val="FFCCFF"/>
    <a:srgbClr val="FF99CC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70744" autoAdjust="0"/>
  </p:normalViewPr>
  <p:slideViewPr>
    <p:cSldViewPr snapToGrid="0">
      <p:cViewPr varScale="1">
        <p:scale>
          <a:sx n="67" d="100"/>
          <a:sy n="67" d="100"/>
        </p:scale>
        <p:origin x="1915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2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93A49FEF-8C39-44F9-BE5C-DA5DD293EA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4CA9BD48-C151-48DC-B397-124F902EDF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7373CCBA-E246-4319-AD0F-19001D30F66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6501" name="Rectangle 5">
            <a:extLst>
              <a:ext uri="{FF2B5EF4-FFF2-40B4-BE49-F238E27FC236}">
                <a16:creationId xmlns:a16="http://schemas.microsoft.com/office/drawing/2014/main" id="{8D9B5F75-766C-49EC-818F-49E0F3CD0C1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5F3DBBC-4409-488B-BCF1-5B0F4C62B16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14DEAA-DB7B-48BE-B1B6-6C9043096C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252A18B-503E-41CC-A41E-0601901A4F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7900A4B6-9396-4AF9-A38E-EAD7E46D332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00324EA-A398-4C69-95CB-EACC50A016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EE32593-2C8B-421E-8AD8-DC1F59B807E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2E491A6-FFC9-48DE-8C5C-FED9B9BF86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7F9EEE-A982-4800-A44C-C49151D4A29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>
            <a:extLst>
              <a:ext uri="{FF2B5EF4-FFF2-40B4-BE49-F238E27FC236}">
                <a16:creationId xmlns:a16="http://schemas.microsoft.com/office/drawing/2014/main" id="{6E6AB2A5-2CE3-4667-B65D-AF4983DC61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Notes Placeholder 2">
            <a:extLst>
              <a:ext uri="{FF2B5EF4-FFF2-40B4-BE49-F238E27FC236}">
                <a16:creationId xmlns:a16="http://schemas.microsoft.com/office/drawing/2014/main" id="{C7692F50-7A81-4235-87E8-6724110A3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37220" name="Slide Number Placeholder 3">
            <a:extLst>
              <a:ext uri="{FF2B5EF4-FFF2-40B4-BE49-F238E27FC236}">
                <a16:creationId xmlns:a16="http://schemas.microsoft.com/office/drawing/2014/main" id="{9DCB9B3A-FE9C-408F-8EC0-881DF8FA9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EE896B1-80A9-4C00-AE87-3E75560CDD48}" type="slidenum">
              <a:rPr lang="en-US" altLang="zh-TW" sz="1300" smtClean="0">
                <a:latin typeface="Times New Roman" panose="02020603050405020304" pitchFamily="18" charset="0"/>
              </a:rPr>
              <a:pPr/>
              <a:t>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>
            <a:extLst>
              <a:ext uri="{FF2B5EF4-FFF2-40B4-BE49-F238E27FC236}">
                <a16:creationId xmlns:a16="http://schemas.microsoft.com/office/drawing/2014/main" id="{3044AE74-4030-4521-B761-3F598FFD40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Notes Placeholder 2">
            <a:extLst>
              <a:ext uri="{FF2B5EF4-FFF2-40B4-BE49-F238E27FC236}">
                <a16:creationId xmlns:a16="http://schemas.microsoft.com/office/drawing/2014/main" id="{F6AF5F2F-69DA-4434-A7B0-20DA7C8A7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39268" name="Slide Number Placeholder 3">
            <a:extLst>
              <a:ext uri="{FF2B5EF4-FFF2-40B4-BE49-F238E27FC236}">
                <a16:creationId xmlns:a16="http://schemas.microsoft.com/office/drawing/2014/main" id="{74EE2F28-5F7D-422B-976F-440AD7A97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F09B22D-8CFD-4D5A-AA00-BD9C09EB4B12}" type="slidenum">
              <a:rPr lang="en-US" altLang="zh-TW" sz="1300" smtClean="0">
                <a:latin typeface="Times New Roman" panose="02020603050405020304" pitchFamily="18" charset="0"/>
              </a:rPr>
              <a:pPr/>
              <a:t>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>
            <a:extLst>
              <a:ext uri="{FF2B5EF4-FFF2-40B4-BE49-F238E27FC236}">
                <a16:creationId xmlns:a16="http://schemas.microsoft.com/office/drawing/2014/main" id="{27388AEA-EC9B-43D3-9353-BD68161004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Notes Placeholder 2">
            <a:extLst>
              <a:ext uri="{FF2B5EF4-FFF2-40B4-BE49-F238E27FC236}">
                <a16:creationId xmlns:a16="http://schemas.microsoft.com/office/drawing/2014/main" id="{0B5A1FF6-F06A-4084-8898-5BB0D7243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41316" name="Slide Number Placeholder 3">
            <a:extLst>
              <a:ext uri="{FF2B5EF4-FFF2-40B4-BE49-F238E27FC236}">
                <a16:creationId xmlns:a16="http://schemas.microsoft.com/office/drawing/2014/main" id="{BBE1095F-A0D2-47CD-A840-456B58116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77ED15-22A5-40A0-B3CC-6601EE708D7F}" type="slidenum">
              <a:rPr lang="en-US" altLang="zh-TW" sz="1300" smtClean="0">
                <a:latin typeface="Times New Roman" panose="02020603050405020304" pitchFamily="18" charset="0"/>
              </a:rPr>
              <a:pPr/>
              <a:t>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>
            <a:extLst>
              <a:ext uri="{FF2B5EF4-FFF2-40B4-BE49-F238E27FC236}">
                <a16:creationId xmlns:a16="http://schemas.microsoft.com/office/drawing/2014/main" id="{1271E9DC-8FD7-405A-8E18-5792CBC3CC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Notes Placeholder 2">
            <a:extLst>
              <a:ext uri="{FF2B5EF4-FFF2-40B4-BE49-F238E27FC236}">
                <a16:creationId xmlns:a16="http://schemas.microsoft.com/office/drawing/2014/main" id="{262DC354-6025-43CD-964E-858AF8E81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43364" name="Slide Number Placeholder 3">
            <a:extLst>
              <a:ext uri="{FF2B5EF4-FFF2-40B4-BE49-F238E27FC236}">
                <a16:creationId xmlns:a16="http://schemas.microsoft.com/office/drawing/2014/main" id="{638EE744-C5D4-4FF7-A473-F575B2349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2B475AC-4081-4A60-9A01-E399E3B158D3}" type="slidenum">
              <a:rPr lang="en-US" altLang="zh-TW" sz="1300" smtClean="0">
                <a:latin typeface="Times New Roman" panose="02020603050405020304" pitchFamily="18" charset="0"/>
              </a:rPr>
              <a:pPr/>
              <a:t>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>
            <a:extLst>
              <a:ext uri="{FF2B5EF4-FFF2-40B4-BE49-F238E27FC236}">
                <a16:creationId xmlns:a16="http://schemas.microsoft.com/office/drawing/2014/main" id="{24432BE8-3BEE-44AD-B387-FA06EB7BD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Notes Placeholder 2">
            <a:extLst>
              <a:ext uri="{FF2B5EF4-FFF2-40B4-BE49-F238E27FC236}">
                <a16:creationId xmlns:a16="http://schemas.microsoft.com/office/drawing/2014/main" id="{6CDEECF7-C308-4623-8E65-2C473E362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145412" name="Slide Number Placeholder 3">
            <a:extLst>
              <a:ext uri="{FF2B5EF4-FFF2-40B4-BE49-F238E27FC236}">
                <a16:creationId xmlns:a16="http://schemas.microsoft.com/office/drawing/2014/main" id="{943F1C76-24A7-48D9-8EDE-F4A20914A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8C9FF40-950E-4C0C-AF45-606033792AD8}" type="slidenum">
              <a:rPr lang="en-US" altLang="en-US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5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>
            <a:extLst>
              <a:ext uri="{FF2B5EF4-FFF2-40B4-BE49-F238E27FC236}">
                <a16:creationId xmlns:a16="http://schemas.microsoft.com/office/drawing/2014/main" id="{D6D224B4-6C8B-49BF-9686-54262589C2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Notes Placeholder 2">
            <a:extLst>
              <a:ext uri="{FF2B5EF4-FFF2-40B4-BE49-F238E27FC236}">
                <a16:creationId xmlns:a16="http://schemas.microsoft.com/office/drawing/2014/main" id="{1E1A26FC-7FA2-44FC-933B-F48C1E1EF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47460" name="Slide Number Placeholder 3">
            <a:extLst>
              <a:ext uri="{FF2B5EF4-FFF2-40B4-BE49-F238E27FC236}">
                <a16:creationId xmlns:a16="http://schemas.microsoft.com/office/drawing/2014/main" id="{8620B5A6-D977-45D7-AA6B-3C9081E84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C0AED62-8D2C-4E44-AFB5-0FBF9CD4B4B5}" type="slidenum">
              <a:rPr lang="en-US" altLang="zh-TW" sz="1300" smtClean="0">
                <a:latin typeface="Times New Roman" panose="02020603050405020304" pitchFamily="18" charset="0"/>
              </a:rPr>
              <a:pPr/>
              <a:t>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>
            <a:extLst>
              <a:ext uri="{FF2B5EF4-FFF2-40B4-BE49-F238E27FC236}">
                <a16:creationId xmlns:a16="http://schemas.microsoft.com/office/drawing/2014/main" id="{3F2646F2-F144-4A79-8C4F-459A6CE36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Notes Placeholder 2">
            <a:extLst>
              <a:ext uri="{FF2B5EF4-FFF2-40B4-BE49-F238E27FC236}">
                <a16:creationId xmlns:a16="http://schemas.microsoft.com/office/drawing/2014/main" id="{EB49BD62-01F3-4B29-86EF-0C0A9785B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9508" name="Slide Number Placeholder 3">
            <a:extLst>
              <a:ext uri="{FF2B5EF4-FFF2-40B4-BE49-F238E27FC236}">
                <a16:creationId xmlns:a16="http://schemas.microsoft.com/office/drawing/2014/main" id="{E8F149D9-E341-4131-BE87-44668408B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3AEE23F-C9C5-47F1-BB09-969234AD45A0}" type="slidenum">
              <a:rPr lang="en-US" altLang="en-US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>
            <a:extLst>
              <a:ext uri="{FF2B5EF4-FFF2-40B4-BE49-F238E27FC236}">
                <a16:creationId xmlns:a16="http://schemas.microsoft.com/office/drawing/2014/main" id="{4DED4E40-41AA-436C-A43A-B74BBC559C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Notes Placeholder 2">
            <a:extLst>
              <a:ext uri="{FF2B5EF4-FFF2-40B4-BE49-F238E27FC236}">
                <a16:creationId xmlns:a16="http://schemas.microsoft.com/office/drawing/2014/main" id="{9DEA1722-D6E0-45A7-B5A0-41543AA8E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4995" name="Slide Number Placeholder 3">
            <a:extLst>
              <a:ext uri="{FF2B5EF4-FFF2-40B4-BE49-F238E27FC236}">
                <a16:creationId xmlns:a16="http://schemas.microsoft.com/office/drawing/2014/main" id="{4F2D5A2C-3E94-4982-95EA-671D507A8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D6FD285-9D59-40F1-8BA3-0F9623450BAF}" type="slidenum">
              <a:rPr lang="en-US" altLang="en-US" sz="1300">
                <a:latin typeface="Times New Roman" panose="02020603050405020304" pitchFamily="18" charset="0"/>
              </a:rPr>
              <a:pPr/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>
            <a:extLst>
              <a:ext uri="{FF2B5EF4-FFF2-40B4-BE49-F238E27FC236}">
                <a16:creationId xmlns:a16="http://schemas.microsoft.com/office/drawing/2014/main" id="{02D5A824-B3C2-494A-BB51-74B09E33C6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2" name="Notes Placeholder 2">
            <a:extLst>
              <a:ext uri="{FF2B5EF4-FFF2-40B4-BE49-F238E27FC236}">
                <a16:creationId xmlns:a16="http://schemas.microsoft.com/office/drawing/2014/main" id="{D274F56B-0E51-405A-961A-F5E8F386B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7043" name="Slide Number Placeholder 3">
            <a:extLst>
              <a:ext uri="{FF2B5EF4-FFF2-40B4-BE49-F238E27FC236}">
                <a16:creationId xmlns:a16="http://schemas.microsoft.com/office/drawing/2014/main" id="{A3F90AAC-FB49-427C-8F43-C70A43AD3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5DEAE0D-5827-45EC-A405-C63644C2B431}" type="slidenum">
              <a:rPr lang="en-US" altLang="en-US" sz="1300">
                <a:latin typeface="Times New Roman" panose="02020603050405020304" pitchFamily="18" charset="0"/>
              </a:rPr>
              <a:pPr/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>
            <a:extLst>
              <a:ext uri="{FF2B5EF4-FFF2-40B4-BE49-F238E27FC236}">
                <a16:creationId xmlns:a16="http://schemas.microsoft.com/office/drawing/2014/main" id="{84ECD09C-E466-4C70-AFCC-2F40E73406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Notes Placeholder 2">
            <a:extLst>
              <a:ext uri="{FF2B5EF4-FFF2-40B4-BE49-F238E27FC236}">
                <a16:creationId xmlns:a16="http://schemas.microsoft.com/office/drawing/2014/main" id="{6F4EADDB-1C6E-4F1C-871A-FAC6547B0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51556" name="Slide Number Placeholder 3">
            <a:extLst>
              <a:ext uri="{FF2B5EF4-FFF2-40B4-BE49-F238E27FC236}">
                <a16:creationId xmlns:a16="http://schemas.microsoft.com/office/drawing/2014/main" id="{F66E6ECA-F446-4649-B821-DB8F19091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EAA226-2EC1-42E7-BB74-3BAD95DA30F2}" type="slidenum">
              <a:rPr lang="en-US" altLang="zh-TW" sz="1300" smtClean="0">
                <a:latin typeface="Times New Roman" panose="02020603050405020304" pitchFamily="18" charset="0"/>
              </a:rPr>
              <a:pPr/>
              <a:t>10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>
            <a:extLst>
              <a:ext uri="{FF2B5EF4-FFF2-40B4-BE49-F238E27FC236}">
                <a16:creationId xmlns:a16="http://schemas.microsoft.com/office/drawing/2014/main" id="{5F80CE10-F054-4466-BCBF-8CE63878D8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Notes Placeholder 2">
            <a:extLst>
              <a:ext uri="{FF2B5EF4-FFF2-40B4-BE49-F238E27FC236}">
                <a16:creationId xmlns:a16="http://schemas.microsoft.com/office/drawing/2014/main" id="{9364B2DD-B397-4902-A287-E1D8BFE6C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  <p:sp>
        <p:nvSpPr>
          <p:cNvPr id="153604" name="Slide Number Placeholder 3">
            <a:extLst>
              <a:ext uri="{FF2B5EF4-FFF2-40B4-BE49-F238E27FC236}">
                <a16:creationId xmlns:a16="http://schemas.microsoft.com/office/drawing/2014/main" id="{E90C405A-FC98-4BCD-8537-3A887328D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E76873D-956B-4914-B5EE-785790B9AA63}" type="slidenum">
              <a:rPr lang="en-US" altLang="zh-TW" sz="1300" smtClean="0">
                <a:latin typeface="Times New Roman" panose="02020603050405020304" pitchFamily="18" charset="0"/>
              </a:rPr>
              <a:pPr/>
              <a:t>11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>
            <a:extLst>
              <a:ext uri="{FF2B5EF4-FFF2-40B4-BE49-F238E27FC236}">
                <a16:creationId xmlns:a16="http://schemas.microsoft.com/office/drawing/2014/main" id="{7098E7DE-C9FD-4BA4-8FB7-5B36ED26E1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Notes Placeholder 2">
            <a:extLst>
              <a:ext uri="{FF2B5EF4-FFF2-40B4-BE49-F238E27FC236}">
                <a16:creationId xmlns:a16="http://schemas.microsoft.com/office/drawing/2014/main" id="{3075E883-7FA2-43A4-9963-A5CC62F54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57700" name="Slide Number Placeholder 3">
            <a:extLst>
              <a:ext uri="{FF2B5EF4-FFF2-40B4-BE49-F238E27FC236}">
                <a16:creationId xmlns:a16="http://schemas.microsoft.com/office/drawing/2014/main" id="{60C83778-18B0-4FA7-B927-5DD83A67A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F04B503-5FD7-423F-8FF7-2A043C71467F}" type="slidenum">
              <a:rPr lang="en-US" altLang="zh-TW" sz="1300" smtClean="0">
                <a:latin typeface="Times New Roman" panose="02020603050405020304" pitchFamily="18" charset="0"/>
              </a:rPr>
              <a:pPr/>
              <a:t>12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>
            <a:extLst>
              <a:ext uri="{FF2B5EF4-FFF2-40B4-BE49-F238E27FC236}">
                <a16:creationId xmlns:a16="http://schemas.microsoft.com/office/drawing/2014/main" id="{65450887-47F2-4D6C-A825-749AD8D111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Notes Placeholder 2">
            <a:extLst>
              <a:ext uri="{FF2B5EF4-FFF2-40B4-BE49-F238E27FC236}">
                <a16:creationId xmlns:a16="http://schemas.microsoft.com/office/drawing/2014/main" id="{3B15618B-F58A-4136-8419-A974F468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>
              <a:buAutoNum type="arabicParenR"/>
            </a:pPr>
            <a:endParaRPr lang="en-US" altLang="zh-TW" dirty="0"/>
          </a:p>
        </p:txBody>
      </p:sp>
      <p:sp>
        <p:nvSpPr>
          <p:cNvPr id="155652" name="Slide Number Placeholder 3">
            <a:extLst>
              <a:ext uri="{FF2B5EF4-FFF2-40B4-BE49-F238E27FC236}">
                <a16:creationId xmlns:a16="http://schemas.microsoft.com/office/drawing/2014/main" id="{9D892092-6B57-4C5B-948C-C3653664A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41B477-D447-4A19-A837-8756763BB756}" type="slidenum">
              <a:rPr lang="en-US" altLang="zh-TW" sz="1300" smtClean="0">
                <a:latin typeface="Times New Roman" panose="02020603050405020304" pitchFamily="18" charset="0"/>
              </a:rPr>
              <a:pPr/>
              <a:t>13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027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>
            <a:extLst>
              <a:ext uri="{FF2B5EF4-FFF2-40B4-BE49-F238E27FC236}">
                <a16:creationId xmlns:a16="http://schemas.microsoft.com/office/drawing/2014/main" id="{B041A40E-A755-4490-82B9-CF947B4DDA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Notes Placeholder 2">
            <a:extLst>
              <a:ext uri="{FF2B5EF4-FFF2-40B4-BE49-F238E27FC236}">
                <a16:creationId xmlns:a16="http://schemas.microsoft.com/office/drawing/2014/main" id="{C890B52B-B432-499F-924D-F8232E252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59748" name="Slide Number Placeholder 3">
            <a:extLst>
              <a:ext uri="{FF2B5EF4-FFF2-40B4-BE49-F238E27FC236}">
                <a16:creationId xmlns:a16="http://schemas.microsoft.com/office/drawing/2014/main" id="{14CD616D-0BF7-403F-9D15-BBB169CA8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D9BFFD4-6352-48E9-A467-D3678ED492CE}" type="slidenum">
              <a:rPr lang="en-US" altLang="zh-TW" sz="1300" smtClean="0">
                <a:latin typeface="Times New Roman" panose="02020603050405020304" pitchFamily="18" charset="0"/>
              </a:rPr>
              <a:pPr/>
              <a:t>14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Image Placeholder 1">
            <a:extLst>
              <a:ext uri="{FF2B5EF4-FFF2-40B4-BE49-F238E27FC236}">
                <a16:creationId xmlns:a16="http://schemas.microsoft.com/office/drawing/2014/main" id="{753D09D1-5807-47B9-B395-AEAA4089D4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Notes Placeholder 2">
            <a:extLst>
              <a:ext uri="{FF2B5EF4-FFF2-40B4-BE49-F238E27FC236}">
                <a16:creationId xmlns:a16="http://schemas.microsoft.com/office/drawing/2014/main" id="{E621A676-BE04-48F2-ABC2-E05EDB771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61796" name="Slide Number Placeholder 3">
            <a:extLst>
              <a:ext uri="{FF2B5EF4-FFF2-40B4-BE49-F238E27FC236}">
                <a16:creationId xmlns:a16="http://schemas.microsoft.com/office/drawing/2014/main" id="{7F50300C-C461-48FC-8CD8-8D79C9490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2A51F1B-F02E-4165-BB9A-84669B225AAF}" type="slidenum">
              <a:rPr lang="en-US" altLang="zh-TW" sz="1300" smtClean="0">
                <a:latin typeface="Times New Roman" panose="02020603050405020304" pitchFamily="18" charset="0"/>
              </a:rPr>
              <a:pPr/>
              <a:t>15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Image Placeholder 1">
            <a:extLst>
              <a:ext uri="{FF2B5EF4-FFF2-40B4-BE49-F238E27FC236}">
                <a16:creationId xmlns:a16="http://schemas.microsoft.com/office/drawing/2014/main" id="{A8BD5B34-BBC3-4A49-9803-DCA9D109F2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Notes Placeholder 2">
            <a:extLst>
              <a:ext uri="{FF2B5EF4-FFF2-40B4-BE49-F238E27FC236}">
                <a16:creationId xmlns:a16="http://schemas.microsoft.com/office/drawing/2014/main" id="{D7253C08-DADB-4040-B958-EFCF8EF16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  <p:sp>
        <p:nvSpPr>
          <p:cNvPr id="172036" name="Slide Number Placeholder 3">
            <a:extLst>
              <a:ext uri="{FF2B5EF4-FFF2-40B4-BE49-F238E27FC236}">
                <a16:creationId xmlns:a16="http://schemas.microsoft.com/office/drawing/2014/main" id="{21EEA919-6CA2-4418-A36B-824B62C36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2062157-474D-4225-9C7D-22A02D0181B5}" type="slidenum">
              <a:rPr lang="en-US" altLang="zh-TW" sz="1300" smtClean="0">
                <a:latin typeface="Times New Roman" panose="02020603050405020304" pitchFamily="18" charset="0"/>
              </a:rPr>
              <a:pPr/>
              <a:t>16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Slide Image Placeholder 1">
            <a:extLst>
              <a:ext uri="{FF2B5EF4-FFF2-40B4-BE49-F238E27FC236}">
                <a16:creationId xmlns:a16="http://schemas.microsoft.com/office/drawing/2014/main" id="{263D9F08-0E0B-4D1B-A240-351952BABF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Notes Placeholder 2">
            <a:extLst>
              <a:ext uri="{FF2B5EF4-FFF2-40B4-BE49-F238E27FC236}">
                <a16:creationId xmlns:a16="http://schemas.microsoft.com/office/drawing/2014/main" id="{0FE71D1F-B014-462F-80A4-2678F9B88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74084" name="Slide Number Placeholder 3">
            <a:extLst>
              <a:ext uri="{FF2B5EF4-FFF2-40B4-BE49-F238E27FC236}">
                <a16:creationId xmlns:a16="http://schemas.microsoft.com/office/drawing/2014/main" id="{BEE23F33-8795-4CBD-88BA-47E7A6FD4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3B6A85-F9F7-47F7-ADE7-07E0E455ADEB}" type="slidenum">
              <a:rPr lang="en-US" altLang="zh-TW" sz="1300" smtClean="0">
                <a:latin typeface="Times New Roman" panose="02020603050405020304" pitchFamily="18" charset="0"/>
              </a:rPr>
              <a:pPr/>
              <a:t>17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Slide Image Placeholder 1">
            <a:extLst>
              <a:ext uri="{FF2B5EF4-FFF2-40B4-BE49-F238E27FC236}">
                <a16:creationId xmlns:a16="http://schemas.microsoft.com/office/drawing/2014/main" id="{88757BAE-1002-42C6-A493-699619F03D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Notes Placeholder 2">
            <a:extLst>
              <a:ext uri="{FF2B5EF4-FFF2-40B4-BE49-F238E27FC236}">
                <a16:creationId xmlns:a16="http://schemas.microsoft.com/office/drawing/2014/main" id="{7BDC20BF-70E6-4546-A859-3B5ADB00C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76132" name="Slide Number Placeholder 3">
            <a:extLst>
              <a:ext uri="{FF2B5EF4-FFF2-40B4-BE49-F238E27FC236}">
                <a16:creationId xmlns:a16="http://schemas.microsoft.com/office/drawing/2014/main" id="{F54FE8FE-94C3-47D0-9111-7A861E484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84E14A5-433A-4811-8C1E-53C33AD0D1F4}" type="slidenum">
              <a:rPr lang="en-US" altLang="zh-TW" sz="1300" smtClean="0">
                <a:latin typeface="Times New Roman" panose="02020603050405020304" pitchFamily="18" charset="0"/>
              </a:rPr>
              <a:pPr/>
              <a:t>18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>
            <a:extLst>
              <a:ext uri="{FF2B5EF4-FFF2-40B4-BE49-F238E27FC236}">
                <a16:creationId xmlns:a16="http://schemas.microsoft.com/office/drawing/2014/main" id="{4E96A608-84D1-43DE-8CB2-853F6E9632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Notes Placeholder 2">
            <a:extLst>
              <a:ext uri="{FF2B5EF4-FFF2-40B4-BE49-F238E27FC236}">
                <a16:creationId xmlns:a16="http://schemas.microsoft.com/office/drawing/2014/main" id="{08DE8585-C527-4689-88BA-4083DF568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78180" name="Slide Number Placeholder 3">
            <a:extLst>
              <a:ext uri="{FF2B5EF4-FFF2-40B4-BE49-F238E27FC236}">
                <a16:creationId xmlns:a16="http://schemas.microsoft.com/office/drawing/2014/main" id="{E7E8FC04-490F-4AE5-A2AF-1C5F9804E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04247B0-B41B-4BA8-9F25-97DA7F263B70}" type="slidenum">
              <a:rPr lang="en-US" altLang="zh-TW" sz="1300" smtClean="0">
                <a:latin typeface="Times New Roman" panose="02020603050405020304" pitchFamily="18" charset="0"/>
              </a:rPr>
              <a:pPr/>
              <a:t>19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Slide Image Placeholder 1">
            <a:extLst>
              <a:ext uri="{FF2B5EF4-FFF2-40B4-BE49-F238E27FC236}">
                <a16:creationId xmlns:a16="http://schemas.microsoft.com/office/drawing/2014/main" id="{30984290-4519-4100-AF97-97CC65B28C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Notes Placeholder 2">
            <a:extLst>
              <a:ext uri="{FF2B5EF4-FFF2-40B4-BE49-F238E27FC236}">
                <a16:creationId xmlns:a16="http://schemas.microsoft.com/office/drawing/2014/main" id="{ACB56FF4-3458-4E3B-A8EB-BEC0D17B8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80228" name="Slide Number Placeholder 3">
            <a:extLst>
              <a:ext uri="{FF2B5EF4-FFF2-40B4-BE49-F238E27FC236}">
                <a16:creationId xmlns:a16="http://schemas.microsoft.com/office/drawing/2014/main" id="{4BA2B7E1-C40A-4B08-A32D-3422F73FF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E867621-E8F1-40E8-B335-9D5C222E1E0F}" type="slidenum">
              <a:rPr lang="en-US" altLang="en-US" sz="1300" smtClean="0">
                <a:latin typeface="Times New Roman" panose="02020603050405020304" pitchFamily="18" charset="0"/>
              </a:rPr>
              <a:pPr/>
              <a:t>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Slide Image Placeholder 1">
            <a:extLst>
              <a:ext uri="{FF2B5EF4-FFF2-40B4-BE49-F238E27FC236}">
                <a16:creationId xmlns:a16="http://schemas.microsoft.com/office/drawing/2014/main" id="{EB91B880-0BEB-4C8D-B7F5-2179B44C43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Notes Placeholder 2">
            <a:extLst>
              <a:ext uri="{FF2B5EF4-FFF2-40B4-BE49-F238E27FC236}">
                <a16:creationId xmlns:a16="http://schemas.microsoft.com/office/drawing/2014/main" id="{6C8536D7-BAE2-4D7D-BEE0-F3803C9A0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82276" name="Slide Number Placeholder 3">
            <a:extLst>
              <a:ext uri="{FF2B5EF4-FFF2-40B4-BE49-F238E27FC236}">
                <a16:creationId xmlns:a16="http://schemas.microsoft.com/office/drawing/2014/main" id="{79915999-FE53-4DCE-B0C2-0FDEDF2C9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AC47AC2-750C-4AEC-A4D2-6E296E7B0E66}" type="slidenum">
              <a:rPr lang="en-US" altLang="zh-TW" sz="1300" smtClean="0">
                <a:latin typeface="Times New Roman" panose="02020603050405020304" pitchFamily="18" charset="0"/>
              </a:rPr>
              <a:pPr/>
              <a:t>21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>
            <a:extLst>
              <a:ext uri="{FF2B5EF4-FFF2-40B4-BE49-F238E27FC236}">
                <a16:creationId xmlns:a16="http://schemas.microsoft.com/office/drawing/2014/main" id="{3C301A05-0C46-47E3-85CA-F73349B6E3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Notes Placeholder 2">
            <a:extLst>
              <a:ext uri="{FF2B5EF4-FFF2-40B4-BE49-F238E27FC236}">
                <a16:creationId xmlns:a16="http://schemas.microsoft.com/office/drawing/2014/main" id="{F2F3C615-DF9A-4FE0-8FD3-550BE330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84324" name="Slide Number Placeholder 3">
            <a:extLst>
              <a:ext uri="{FF2B5EF4-FFF2-40B4-BE49-F238E27FC236}">
                <a16:creationId xmlns:a16="http://schemas.microsoft.com/office/drawing/2014/main" id="{A56C4756-98A6-4BDD-AC78-D25091B1B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71C2179-27D5-4ACF-A6CF-43A34A6EE533}" type="slidenum">
              <a:rPr lang="en-US" altLang="zh-TW" sz="1300" smtClean="0">
                <a:latin typeface="Times New Roman" panose="02020603050405020304" pitchFamily="18" charset="0"/>
              </a:rPr>
              <a:pPr/>
              <a:t>22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Slide Image Placeholder 1">
            <a:extLst>
              <a:ext uri="{FF2B5EF4-FFF2-40B4-BE49-F238E27FC236}">
                <a16:creationId xmlns:a16="http://schemas.microsoft.com/office/drawing/2014/main" id="{2BB72329-5A2A-4B4F-A73F-E164335764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Notes Placeholder 2">
            <a:extLst>
              <a:ext uri="{FF2B5EF4-FFF2-40B4-BE49-F238E27FC236}">
                <a16:creationId xmlns:a16="http://schemas.microsoft.com/office/drawing/2014/main" id="{999D08D8-C1E7-4544-8CC1-A5A55C159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86372" name="Slide Number Placeholder 3">
            <a:extLst>
              <a:ext uri="{FF2B5EF4-FFF2-40B4-BE49-F238E27FC236}">
                <a16:creationId xmlns:a16="http://schemas.microsoft.com/office/drawing/2014/main" id="{C91A62B4-ADE4-441F-8BC2-E20727724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F7413A-AFE8-4F2F-923F-05BF873199A6}" type="slidenum">
              <a:rPr lang="en-US" altLang="zh-TW" sz="1300" smtClean="0">
                <a:latin typeface="Times New Roman" panose="02020603050405020304" pitchFamily="18" charset="0"/>
              </a:rPr>
              <a:pPr/>
              <a:t>23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Slide Image Placeholder 1">
            <a:extLst>
              <a:ext uri="{FF2B5EF4-FFF2-40B4-BE49-F238E27FC236}">
                <a16:creationId xmlns:a16="http://schemas.microsoft.com/office/drawing/2014/main" id="{13600718-2FB1-4E63-97A0-B5DB60B467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Notes Placeholder 2">
            <a:extLst>
              <a:ext uri="{FF2B5EF4-FFF2-40B4-BE49-F238E27FC236}">
                <a16:creationId xmlns:a16="http://schemas.microsoft.com/office/drawing/2014/main" id="{3ACE8BBF-486C-4FDB-A085-5B5F7F2E5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88420" name="Slide Number Placeholder 3">
            <a:extLst>
              <a:ext uri="{FF2B5EF4-FFF2-40B4-BE49-F238E27FC236}">
                <a16:creationId xmlns:a16="http://schemas.microsoft.com/office/drawing/2014/main" id="{EB6CBE3E-EB35-4B31-9CEB-ABF7539A1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BA1676B-6264-47B6-9CFC-D5B3F73FB98D}" type="slidenum">
              <a:rPr lang="en-US" altLang="zh-TW" sz="1300" smtClean="0">
                <a:latin typeface="Times New Roman" panose="02020603050405020304" pitchFamily="18" charset="0"/>
              </a:rPr>
              <a:pPr/>
              <a:t>24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Slide Image Placeholder 1">
            <a:extLst>
              <a:ext uri="{FF2B5EF4-FFF2-40B4-BE49-F238E27FC236}">
                <a16:creationId xmlns:a16="http://schemas.microsoft.com/office/drawing/2014/main" id="{31BA733A-7524-4578-8835-1BA7A0DD8B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7" name="Notes Placeholder 2">
            <a:extLst>
              <a:ext uri="{FF2B5EF4-FFF2-40B4-BE49-F238E27FC236}">
                <a16:creationId xmlns:a16="http://schemas.microsoft.com/office/drawing/2014/main" id="{024367BB-7119-4927-8423-DA5EF0B1A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90468" name="Slide Number Placeholder 3">
            <a:extLst>
              <a:ext uri="{FF2B5EF4-FFF2-40B4-BE49-F238E27FC236}">
                <a16:creationId xmlns:a16="http://schemas.microsoft.com/office/drawing/2014/main" id="{4B6BB144-7FF1-4839-BAB9-BE72666EA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C0504D"/>
              </a:buClr>
            </a:pPr>
            <a:fld id="{76C9F90A-CF9F-40D8-912C-796474817345}" type="slidenum">
              <a:rPr lang="en-US" altLang="zh-TW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>
                  <a:srgbClr val="C0504D"/>
                </a:buClr>
              </a:pPr>
              <a:t>25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Slide Image Placeholder 1">
            <a:extLst>
              <a:ext uri="{FF2B5EF4-FFF2-40B4-BE49-F238E27FC236}">
                <a16:creationId xmlns:a16="http://schemas.microsoft.com/office/drawing/2014/main" id="{2D47DCFD-FCB2-4BAB-ABA1-B64D0669EA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5" name="Notes Placeholder 2">
            <a:extLst>
              <a:ext uri="{FF2B5EF4-FFF2-40B4-BE49-F238E27FC236}">
                <a16:creationId xmlns:a16="http://schemas.microsoft.com/office/drawing/2014/main" id="{6FCA2398-DC17-46F9-91DE-D364E8DCC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TW" altLang="zh-TW" dirty="0"/>
          </a:p>
        </p:txBody>
      </p:sp>
      <p:sp>
        <p:nvSpPr>
          <p:cNvPr id="192516" name="Slide Number Placeholder 3">
            <a:extLst>
              <a:ext uri="{FF2B5EF4-FFF2-40B4-BE49-F238E27FC236}">
                <a16:creationId xmlns:a16="http://schemas.microsoft.com/office/drawing/2014/main" id="{AF72E10D-18D0-4BF1-9BE8-F7124A468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C0504D"/>
              </a:buClr>
            </a:pPr>
            <a:fld id="{5F9431AD-8DEA-4A5A-A838-76D3969DB07C}" type="slidenum">
              <a:rPr lang="en-US" altLang="zh-TW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>
                  <a:srgbClr val="C0504D"/>
                </a:buClr>
              </a:pPr>
              <a:t>26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Slide Image Placeholder 1">
            <a:extLst>
              <a:ext uri="{FF2B5EF4-FFF2-40B4-BE49-F238E27FC236}">
                <a16:creationId xmlns:a16="http://schemas.microsoft.com/office/drawing/2014/main" id="{E7BB406D-16A2-44E5-A962-BA39009A22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Notes Placeholder 2">
            <a:extLst>
              <a:ext uri="{FF2B5EF4-FFF2-40B4-BE49-F238E27FC236}">
                <a16:creationId xmlns:a16="http://schemas.microsoft.com/office/drawing/2014/main" id="{1A43F4C0-C2EA-4F5F-8CCD-F095A9389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  <p:sp>
        <p:nvSpPr>
          <p:cNvPr id="194564" name="Slide Number Placeholder 3">
            <a:extLst>
              <a:ext uri="{FF2B5EF4-FFF2-40B4-BE49-F238E27FC236}">
                <a16:creationId xmlns:a16="http://schemas.microsoft.com/office/drawing/2014/main" id="{7440A43A-3DFE-41AF-85AA-1C43F343D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C0504D"/>
              </a:buClr>
            </a:pPr>
            <a:fld id="{B2B39F32-3235-44B0-9C11-F57486AD4240}" type="slidenum">
              <a:rPr lang="en-US" altLang="zh-TW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>
                  <a:srgbClr val="C0504D"/>
                </a:buClr>
              </a:pPr>
              <a:t>27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Image Placeholder 1">
            <a:extLst>
              <a:ext uri="{FF2B5EF4-FFF2-40B4-BE49-F238E27FC236}">
                <a16:creationId xmlns:a16="http://schemas.microsoft.com/office/drawing/2014/main" id="{FFA43C5A-A2EA-495C-85F3-1EB14A5673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Notes Placeholder 2">
            <a:extLst>
              <a:ext uri="{FF2B5EF4-FFF2-40B4-BE49-F238E27FC236}">
                <a16:creationId xmlns:a16="http://schemas.microsoft.com/office/drawing/2014/main" id="{C99D6D7F-ECCF-45E2-9342-3739837C9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96612" name="Slide Number Placeholder 3">
            <a:extLst>
              <a:ext uri="{FF2B5EF4-FFF2-40B4-BE49-F238E27FC236}">
                <a16:creationId xmlns:a16="http://schemas.microsoft.com/office/drawing/2014/main" id="{92F688E3-1810-491B-9775-2A98E39AC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A60766A-0820-4025-939A-CFFE5C1ABDF0}" type="slidenum">
              <a:rPr lang="en-US" altLang="zh-TW" sz="1300" smtClean="0">
                <a:latin typeface="Times New Roman" panose="02020603050405020304" pitchFamily="18" charset="0"/>
              </a:rPr>
              <a:pPr/>
              <a:t>28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Slide Image Placeholder 1">
            <a:extLst>
              <a:ext uri="{FF2B5EF4-FFF2-40B4-BE49-F238E27FC236}">
                <a16:creationId xmlns:a16="http://schemas.microsoft.com/office/drawing/2014/main" id="{D87334C1-0BA7-42E3-A182-410149549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Notes Placeholder 2">
            <a:extLst>
              <a:ext uri="{FF2B5EF4-FFF2-40B4-BE49-F238E27FC236}">
                <a16:creationId xmlns:a16="http://schemas.microsoft.com/office/drawing/2014/main" id="{060F3DF1-2DAA-4B2F-9E7B-2F03C8E1B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98660" name="Slide Number Placeholder 3">
            <a:extLst>
              <a:ext uri="{FF2B5EF4-FFF2-40B4-BE49-F238E27FC236}">
                <a16:creationId xmlns:a16="http://schemas.microsoft.com/office/drawing/2014/main" id="{0A81EEBB-1DED-49AB-AC28-5673D109E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C0504D"/>
              </a:buClr>
            </a:pPr>
            <a:fld id="{94E9DB63-CB91-42BB-A93F-861A5870A463}" type="slidenum">
              <a:rPr lang="en-US" altLang="zh-TW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>
                <a:buClr>
                  <a:srgbClr val="C0504D"/>
                </a:buClr>
              </a:pPr>
              <a:t>29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Image Placeholder 1">
            <a:extLst>
              <a:ext uri="{FF2B5EF4-FFF2-40B4-BE49-F238E27FC236}">
                <a16:creationId xmlns:a16="http://schemas.microsoft.com/office/drawing/2014/main" id="{4A1E6907-9B62-4006-AEE9-BD5B5916A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Notes Placeholder 2">
            <a:extLst>
              <a:ext uri="{FF2B5EF4-FFF2-40B4-BE49-F238E27FC236}">
                <a16:creationId xmlns:a16="http://schemas.microsoft.com/office/drawing/2014/main" id="{93D8DB29-0541-4AD6-B08A-1584183C3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  <p:sp>
        <p:nvSpPr>
          <p:cNvPr id="200708" name="Slide Number Placeholder 3">
            <a:extLst>
              <a:ext uri="{FF2B5EF4-FFF2-40B4-BE49-F238E27FC236}">
                <a16:creationId xmlns:a16="http://schemas.microsoft.com/office/drawing/2014/main" id="{9AC770AD-5BD0-432D-8468-CD088A643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13FC2D7-7616-41D6-BF5F-004C4BCA6E52}" type="slidenum">
              <a:rPr lang="en-US" altLang="zh-TW" sz="1300" smtClean="0">
                <a:latin typeface="Times New Roman" panose="02020603050405020304" pitchFamily="18" charset="0"/>
              </a:rPr>
              <a:pPr/>
              <a:t>30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Image Placeholder 1">
            <a:extLst>
              <a:ext uri="{FF2B5EF4-FFF2-40B4-BE49-F238E27FC236}">
                <a16:creationId xmlns:a16="http://schemas.microsoft.com/office/drawing/2014/main" id="{F253D2E2-3424-4E59-A568-63B082A2AB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Notes Placeholder 2">
            <a:extLst>
              <a:ext uri="{FF2B5EF4-FFF2-40B4-BE49-F238E27FC236}">
                <a16:creationId xmlns:a16="http://schemas.microsoft.com/office/drawing/2014/main" id="{206906BA-63EE-46A8-9CCA-389278A00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02756" name="Slide Number Placeholder 3">
            <a:extLst>
              <a:ext uri="{FF2B5EF4-FFF2-40B4-BE49-F238E27FC236}">
                <a16:creationId xmlns:a16="http://schemas.microsoft.com/office/drawing/2014/main" id="{3554A733-847F-414D-8BE2-BB06E360C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5D4ED10-E82A-4F58-B0AE-8D7AFA2BCF48}" type="slidenum">
              <a:rPr lang="en-US" altLang="zh-TW" sz="1300" smtClean="0">
                <a:latin typeface="Times New Roman" panose="02020603050405020304" pitchFamily="18" charset="0"/>
              </a:rPr>
              <a:pPr/>
              <a:t>31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Slide Image Placeholder 1">
            <a:extLst>
              <a:ext uri="{FF2B5EF4-FFF2-40B4-BE49-F238E27FC236}">
                <a16:creationId xmlns:a16="http://schemas.microsoft.com/office/drawing/2014/main" id="{2E46C11A-CCC4-4F50-8899-084D7DD671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Notes Placeholder 2">
            <a:extLst>
              <a:ext uri="{FF2B5EF4-FFF2-40B4-BE49-F238E27FC236}">
                <a16:creationId xmlns:a16="http://schemas.microsoft.com/office/drawing/2014/main" id="{52E28D36-3DD3-4949-B6CC-A16875A98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204804" name="Slide Number Placeholder 3">
            <a:extLst>
              <a:ext uri="{FF2B5EF4-FFF2-40B4-BE49-F238E27FC236}">
                <a16:creationId xmlns:a16="http://schemas.microsoft.com/office/drawing/2014/main" id="{95F2911C-7B10-42B0-A33C-F2B95C32F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48B8087-C191-4064-8AF4-9D4FA574F2D4}" type="slidenum">
              <a:rPr lang="en-US" altLang="zh-TW" sz="1300" smtClean="0">
                <a:latin typeface="Times New Roman" panose="02020603050405020304" pitchFamily="18" charset="0"/>
              </a:rPr>
              <a:pPr/>
              <a:t>32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Slide Image Placeholder 1">
            <a:extLst>
              <a:ext uri="{FF2B5EF4-FFF2-40B4-BE49-F238E27FC236}">
                <a16:creationId xmlns:a16="http://schemas.microsoft.com/office/drawing/2014/main" id="{FFFD3831-81F9-4CA5-ACF4-74B14938EF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Notes Placeholder 2">
            <a:extLst>
              <a:ext uri="{FF2B5EF4-FFF2-40B4-BE49-F238E27FC236}">
                <a16:creationId xmlns:a16="http://schemas.microsoft.com/office/drawing/2014/main" id="{E93B1EC6-17C2-44CC-A4E0-25DAAABFB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06852" name="Slide Number Placeholder 3">
            <a:extLst>
              <a:ext uri="{FF2B5EF4-FFF2-40B4-BE49-F238E27FC236}">
                <a16:creationId xmlns:a16="http://schemas.microsoft.com/office/drawing/2014/main" id="{B31C839C-7AED-4FCD-9020-5B0CF4995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5C581A-BBB9-4F93-8D6B-AD1F649D0DC5}" type="slidenum">
              <a:rPr lang="en-US" altLang="zh-TW" sz="1300" smtClean="0">
                <a:latin typeface="Times New Roman" panose="02020603050405020304" pitchFamily="18" charset="0"/>
              </a:rPr>
              <a:pPr/>
              <a:t>33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Slide Image Placeholder 1">
            <a:extLst>
              <a:ext uri="{FF2B5EF4-FFF2-40B4-BE49-F238E27FC236}">
                <a16:creationId xmlns:a16="http://schemas.microsoft.com/office/drawing/2014/main" id="{97B9FCDA-3B02-4431-B952-AF44317976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Notes Placeholder 2">
            <a:extLst>
              <a:ext uri="{FF2B5EF4-FFF2-40B4-BE49-F238E27FC236}">
                <a16:creationId xmlns:a16="http://schemas.microsoft.com/office/drawing/2014/main" id="{246E3D37-C054-4B63-909A-FC5201C35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08900" name="Slide Number Placeholder 3">
            <a:extLst>
              <a:ext uri="{FF2B5EF4-FFF2-40B4-BE49-F238E27FC236}">
                <a16:creationId xmlns:a16="http://schemas.microsoft.com/office/drawing/2014/main" id="{8122586B-9E31-46B6-86BE-56D300D98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D52258C-EA1D-479E-920B-9E81A9D3DF00}" type="slidenum">
              <a:rPr lang="en-US" altLang="en-US" sz="1300" smtClean="0">
                <a:latin typeface="Times New Roman" panose="02020603050405020304" pitchFamily="18" charset="0"/>
              </a:rPr>
              <a:pPr/>
              <a:t>34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Slide Image Placeholder 1">
            <a:extLst>
              <a:ext uri="{FF2B5EF4-FFF2-40B4-BE49-F238E27FC236}">
                <a16:creationId xmlns:a16="http://schemas.microsoft.com/office/drawing/2014/main" id="{267F9CF2-75B2-4C39-B7F0-E97EB2CC56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Notes Placeholder 2">
            <a:extLst>
              <a:ext uri="{FF2B5EF4-FFF2-40B4-BE49-F238E27FC236}">
                <a16:creationId xmlns:a16="http://schemas.microsoft.com/office/drawing/2014/main" id="{54BF0AA1-2086-4F67-8091-AD0B8324C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10948" name="Slide Number Placeholder 3">
            <a:extLst>
              <a:ext uri="{FF2B5EF4-FFF2-40B4-BE49-F238E27FC236}">
                <a16:creationId xmlns:a16="http://schemas.microsoft.com/office/drawing/2014/main" id="{9313C6AE-109C-4298-82B6-444F472D1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C0504D"/>
              </a:buClr>
            </a:pPr>
            <a:fld id="{39F7809B-5819-4F41-B34C-D5341240FB9F}" type="slidenum">
              <a:rPr lang="en-US" altLang="zh-TW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>
                  <a:srgbClr val="C0504D"/>
                </a:buClr>
              </a:pPr>
              <a:t>35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Slide Image Placeholder 1">
            <a:extLst>
              <a:ext uri="{FF2B5EF4-FFF2-40B4-BE49-F238E27FC236}">
                <a16:creationId xmlns:a16="http://schemas.microsoft.com/office/drawing/2014/main" id="{8A516AC3-DA9A-4307-A5A4-AA522E8F80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Notes Placeholder 2">
            <a:extLst>
              <a:ext uri="{FF2B5EF4-FFF2-40B4-BE49-F238E27FC236}">
                <a16:creationId xmlns:a16="http://schemas.microsoft.com/office/drawing/2014/main" id="{F84E1760-EFAA-4F44-AFF9-9D246DE7A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2996" name="Slide Number Placeholder 3">
            <a:extLst>
              <a:ext uri="{FF2B5EF4-FFF2-40B4-BE49-F238E27FC236}">
                <a16:creationId xmlns:a16="http://schemas.microsoft.com/office/drawing/2014/main" id="{A068656C-E028-4EF3-BDEC-E14EEB254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77A7BEC-0528-4F2D-B92B-95B5D7CD8FC7}" type="slidenum">
              <a:rPr lang="en-US" altLang="en-US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36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Slide Image Placeholder 1">
            <a:extLst>
              <a:ext uri="{FF2B5EF4-FFF2-40B4-BE49-F238E27FC236}">
                <a16:creationId xmlns:a16="http://schemas.microsoft.com/office/drawing/2014/main" id="{43521D40-E0ED-4AE9-A521-C6389E6A4A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Notes Placeholder 2">
            <a:extLst>
              <a:ext uri="{FF2B5EF4-FFF2-40B4-BE49-F238E27FC236}">
                <a16:creationId xmlns:a16="http://schemas.microsoft.com/office/drawing/2014/main" id="{948802A0-1A26-415E-9E0E-5B443A349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5044" name="Slide Number Placeholder 3">
            <a:extLst>
              <a:ext uri="{FF2B5EF4-FFF2-40B4-BE49-F238E27FC236}">
                <a16:creationId xmlns:a16="http://schemas.microsoft.com/office/drawing/2014/main" id="{F552189E-BB42-499A-90FE-A995B1299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C79A189-A095-4865-9DCD-75CB61465887}" type="slidenum">
              <a:rPr lang="en-US" altLang="en-US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37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Slide Image Placeholder 1">
            <a:extLst>
              <a:ext uri="{FF2B5EF4-FFF2-40B4-BE49-F238E27FC236}">
                <a16:creationId xmlns:a16="http://schemas.microsoft.com/office/drawing/2014/main" id="{DB9C0D40-1E11-40ED-ADC1-55CDD78947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Notes Placeholder 2">
            <a:extLst>
              <a:ext uri="{FF2B5EF4-FFF2-40B4-BE49-F238E27FC236}">
                <a16:creationId xmlns:a16="http://schemas.microsoft.com/office/drawing/2014/main" id="{A1623563-B05F-4FD8-A728-68DC22D68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17092" name="Slide Number Placeholder 3">
            <a:extLst>
              <a:ext uri="{FF2B5EF4-FFF2-40B4-BE49-F238E27FC236}">
                <a16:creationId xmlns:a16="http://schemas.microsoft.com/office/drawing/2014/main" id="{15F7FF1B-C702-490A-A088-7390DFCE1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B25458F-DAA6-408B-AFB8-5280E489752A}" type="slidenum">
              <a:rPr lang="en-US" altLang="zh-TW" sz="1300" smtClean="0">
                <a:latin typeface="Times New Roman" panose="02020603050405020304" pitchFamily="18" charset="0"/>
              </a:rPr>
              <a:pPr/>
              <a:t>38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Slide Image Placeholder 1">
            <a:extLst>
              <a:ext uri="{FF2B5EF4-FFF2-40B4-BE49-F238E27FC236}">
                <a16:creationId xmlns:a16="http://schemas.microsoft.com/office/drawing/2014/main" id="{A16F1753-5DAC-4E9A-A32F-08362489D8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Notes Placeholder 2">
            <a:extLst>
              <a:ext uri="{FF2B5EF4-FFF2-40B4-BE49-F238E27FC236}">
                <a16:creationId xmlns:a16="http://schemas.microsoft.com/office/drawing/2014/main" id="{1249425B-70DA-4597-BA7A-0D8550F18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TW" altLang="zh-TW" dirty="0"/>
          </a:p>
        </p:txBody>
      </p:sp>
      <p:sp>
        <p:nvSpPr>
          <p:cNvPr id="219140" name="Slide Number Placeholder 3">
            <a:extLst>
              <a:ext uri="{FF2B5EF4-FFF2-40B4-BE49-F238E27FC236}">
                <a16:creationId xmlns:a16="http://schemas.microsoft.com/office/drawing/2014/main" id="{51397C61-8BF8-41B6-BAFE-EBC2367DE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F143FF4-BBE8-4AD6-A0DB-C144F471252F}" type="slidenum">
              <a:rPr lang="en-US" altLang="zh-TW" sz="1300" smtClean="0">
                <a:latin typeface="Times New Roman" panose="02020603050405020304" pitchFamily="18" charset="0"/>
              </a:rPr>
              <a:pPr/>
              <a:t>39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Slide Image Placeholder 1">
            <a:extLst>
              <a:ext uri="{FF2B5EF4-FFF2-40B4-BE49-F238E27FC236}">
                <a16:creationId xmlns:a16="http://schemas.microsoft.com/office/drawing/2014/main" id="{7EC58ACC-C61B-4D71-892A-34DE9D0706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Notes Placeholder 2">
            <a:extLst>
              <a:ext uri="{FF2B5EF4-FFF2-40B4-BE49-F238E27FC236}">
                <a16:creationId xmlns:a16="http://schemas.microsoft.com/office/drawing/2014/main" id="{5E8DE61E-0E9E-4AB6-87DB-E4DB4F30C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21188" name="Slide Number Placeholder 3">
            <a:extLst>
              <a:ext uri="{FF2B5EF4-FFF2-40B4-BE49-F238E27FC236}">
                <a16:creationId xmlns:a16="http://schemas.microsoft.com/office/drawing/2014/main" id="{DEB92967-760F-4D35-A503-D1A41FF2A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0148C7A-0085-4C50-A560-0F9D7F43E00B}" type="slidenum">
              <a:rPr lang="en-US" altLang="zh-TW" sz="1300" smtClean="0">
                <a:latin typeface="Times New Roman" panose="02020603050405020304" pitchFamily="18" charset="0"/>
              </a:rPr>
              <a:pPr/>
              <a:t>40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Slide Image Placeholder 1">
            <a:extLst>
              <a:ext uri="{FF2B5EF4-FFF2-40B4-BE49-F238E27FC236}">
                <a16:creationId xmlns:a16="http://schemas.microsoft.com/office/drawing/2014/main" id="{A7A18FA5-5195-44AD-9836-695D44B93D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Notes Placeholder 2">
            <a:extLst>
              <a:ext uri="{FF2B5EF4-FFF2-40B4-BE49-F238E27FC236}">
                <a16:creationId xmlns:a16="http://schemas.microsoft.com/office/drawing/2014/main" id="{27C6A34D-61CE-44BF-B33C-8072BDD73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23236" name="Slide Number Placeholder 3">
            <a:extLst>
              <a:ext uri="{FF2B5EF4-FFF2-40B4-BE49-F238E27FC236}">
                <a16:creationId xmlns:a16="http://schemas.microsoft.com/office/drawing/2014/main" id="{331A014B-F53E-44CF-A126-6A7C47A99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07AB03B-397D-49C1-9FE3-779F6F80A72A}" type="slidenum">
              <a:rPr lang="en-US" altLang="zh-TW" sz="1300" smtClean="0">
                <a:latin typeface="Times New Roman" panose="02020603050405020304" pitchFamily="18" charset="0"/>
              </a:rPr>
              <a:pPr/>
              <a:t>41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>
            <a:extLst>
              <a:ext uri="{FF2B5EF4-FFF2-40B4-BE49-F238E27FC236}">
                <a16:creationId xmlns:a16="http://schemas.microsoft.com/office/drawing/2014/main" id="{3655C2A1-06DF-41FA-A6B9-8C25352541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Notes Placeholder 2">
            <a:extLst>
              <a:ext uri="{FF2B5EF4-FFF2-40B4-BE49-F238E27FC236}">
                <a16:creationId xmlns:a16="http://schemas.microsoft.com/office/drawing/2014/main" id="{0D798E8A-2F76-4D2D-93F9-83B428141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zh-TW" altLang="zh-TW" dirty="0"/>
          </a:p>
        </p:txBody>
      </p:sp>
      <p:sp>
        <p:nvSpPr>
          <p:cNvPr id="225284" name="Slide Number Placeholder 3">
            <a:extLst>
              <a:ext uri="{FF2B5EF4-FFF2-40B4-BE49-F238E27FC236}">
                <a16:creationId xmlns:a16="http://schemas.microsoft.com/office/drawing/2014/main" id="{D1733D13-973D-4E93-896E-D59B68C62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6635773-B5B3-4674-A730-AA67B98C30B7}" type="slidenum">
              <a:rPr lang="en-US" altLang="zh-TW" sz="1300" smtClean="0">
                <a:latin typeface="Times New Roman" panose="02020603050405020304" pitchFamily="18" charset="0"/>
              </a:rPr>
              <a:pPr/>
              <a:t>42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Slide Image Placeholder 1">
            <a:extLst>
              <a:ext uri="{FF2B5EF4-FFF2-40B4-BE49-F238E27FC236}">
                <a16:creationId xmlns:a16="http://schemas.microsoft.com/office/drawing/2014/main" id="{4CDE9595-2222-435E-858B-DA86DA47B0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Notes Placeholder 2">
            <a:extLst>
              <a:ext uri="{FF2B5EF4-FFF2-40B4-BE49-F238E27FC236}">
                <a16:creationId xmlns:a16="http://schemas.microsoft.com/office/drawing/2014/main" id="{45EFBFED-A10A-41ED-9420-314C2822A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27332" name="Slide Number Placeholder 3">
            <a:extLst>
              <a:ext uri="{FF2B5EF4-FFF2-40B4-BE49-F238E27FC236}">
                <a16:creationId xmlns:a16="http://schemas.microsoft.com/office/drawing/2014/main" id="{6C545798-4DC6-41AA-990D-95D84DA9E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DD9549-94B6-4F51-B3CD-FEC9C60BF196}" type="slidenum">
              <a:rPr lang="en-US" altLang="zh-TW" sz="1300" smtClean="0">
                <a:latin typeface="Times New Roman" panose="02020603050405020304" pitchFamily="18" charset="0"/>
              </a:rPr>
              <a:pPr/>
              <a:t>43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BB6432-F67E-4A4A-AE8C-7F5D61E89B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5E083-4BF6-4D99-9656-A3818509F9C2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16F1812-22A9-4482-8CBA-7A7CBF74DD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3D4AB58-CA9F-47F4-82DE-3FA5CA12AC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45849843-3012-426C-81FA-47BA024AAA0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391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F65CFD-C423-4D84-9C5D-1F1944246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C8DAD-883E-4685-A2BB-95CBC0BE33E0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D13567B-B52B-43AC-95D4-59D59B9B9E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9098C40-35A3-4F6A-870C-64628F8300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139881FB-69E4-4A5F-8C0E-C886663FC7C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479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06872E-DEB6-495A-AB8B-DED7D21B9E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BD12F-782B-4300-9E94-AA8B8CE0C9AC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A278241-9B65-4EF5-B09B-D5F92F6B38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590C68C-CB9C-40E3-BD1E-11EA8F5EF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A01E185D-1907-4678-8F02-553502593C1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041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73BDD-8E6C-43F8-BB73-803041453E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749717-4805-4935-8926-BE01962DC93A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916E819-0B7B-4EC6-B347-C12093987C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E8D7626-2EBF-4028-9D5A-47B7036350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3425D1CB-B341-4A37-BBB4-2C3CAD78088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929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36C6F97-A7CC-43E7-87BC-75C9F271ED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4C9DB5-5C02-4971-9A0C-CDDB6FB12D83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88D58-FB46-4E6E-8DE2-3FD887F604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2AD835-CFCE-43C2-8210-4A9D1BDC57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C25912AC-7D96-408D-BBFD-7816A20122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241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13C76C-CEB2-4628-9A85-65F524409D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BA8A03-A0FA-4877-BBAE-635D2FA6D8C6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C78F129-71B7-4B6E-ABFE-5475D83140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B29FB4B-AA6C-490F-B538-27795A15C0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9DEDBA1D-8525-4455-A958-E2192592515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5898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B469F6-AE7C-4A2C-AD29-EE08DA9AE6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861783-63DA-4ED2-90E1-B1972D3340DA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C043C54-BC19-46E2-8AC6-9CBD317BCA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8129A9B-C3B4-47AD-B25E-4708F617C6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E95F67EC-52F2-4710-A28B-5C439A6BC57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202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9EA47-224D-4B08-8084-EDF6A553A9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B5B1B-366F-4F23-8953-048BC0315B74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6CE119A-E18B-4D8C-BAC0-78990F1772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0E0F13A-D832-4C80-A00A-C22161B958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A369F655-33B3-4180-9B55-DE74E58E808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5959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327418-CF07-4D25-825C-10611CFDD1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0E855-48F8-4A6F-B6BE-2CFEFCE4E9A0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E856016-EC20-40F4-99C5-399F90788D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6402987-9617-4FC9-88C6-11985ABB77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390B4600-94B7-4250-B9D3-A58EFC3B738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276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41E1F5-884A-4F54-8293-2A32D72005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E36B3-6B29-4E57-AE2C-216D32FC061F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4E5F3F-BF20-47AE-B7D1-92B2B7946D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B5B7A20-B016-4777-8587-DCE5F1297A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EC1BB9FC-D721-44C4-8FF3-39D1B30F3D2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003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58F953-6030-4BAE-91EB-3AA6C44C2C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8E837-56EE-4BCD-BBB3-7EBEDC4D43C5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51DFB0-3646-47E7-B340-03279790BA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7590165-631A-4316-9FB3-3679095B4C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8DB91E77-7A3B-4248-B047-FE5AE80021C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2816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823CE5-698B-485E-A267-7CBA3C73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B3877-74DC-4997-92FF-E3A498FCA91F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04B3099-AAC7-4DFA-A8D8-AC2E15EDBF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B53790-3529-4549-B1F6-D55EE8DB6F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7895DB4C-724D-4BFD-AC52-263DE5466AF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0506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3CCC3-EB2B-49DC-BAF0-9C22B502CA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BE303-CD1E-457E-91D7-EB4DAC86CB84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D8F9715-501C-4B6C-97C4-BC7E3A58C1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82C3CEF-30C0-45E4-9D36-7C44DF13F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3B890F50-4F22-4902-93EE-93955A9372F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42742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A1956-BB94-4464-999C-ACBAB28A44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7C203-7D24-4244-BE5A-D2949C51BFA8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85F2BA4-B81C-41AA-AC4A-E2183EA461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A0D3C95-565C-493B-9D7B-99DDE0FB65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B3F0F668-A75F-427D-8C08-46C2533D9A7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354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DAE4A-09FE-4978-92EE-430955522D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4F935-DA51-4445-A677-9C83DF400D84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D288150-F3E1-4B70-BDF6-5D6D5E843F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F4033D0-6689-4921-A720-9761C188B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81F01A66-C280-492B-AA20-B9BC8F0C0B6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3913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5E85EE-2246-4C4D-81F2-7DA6856279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C0CD2276-DF28-4D00-B114-C6F2CFB3A3B1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4C7B8D-5A14-48AA-9350-9A8206B196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8E299F-6926-478A-9766-450A788FEB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883FA46B-74FD-41F1-899A-15FCFD7A9A1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2332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71BD5B-29B6-42A5-A24A-8B950BA79B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21B2E430-9272-4742-B9AC-81777BB59928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0B02A9-1B79-484F-A93A-4117B6E99F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FFCBEF-BB1D-4732-818F-C8E2CE50F5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BB9B9202-BC5E-4FEC-8B85-BEA84D94680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3574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C8F85B-4FFB-4491-B619-D479428D96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08EF54B7-1E1A-47C0-AD48-845CD8A27DC0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F098AD-41A3-41CB-95D2-EE0BF2035D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E23AEF-A569-4250-A051-A0B44EFCE1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D74C23C6-8AAB-4A94-B108-51F8A54F4C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6987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9A336-75B4-4C28-BF55-A179BB623B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1555DB06-6C47-4B57-A3B9-3DBAB680C8B6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DF831-8FCA-4E94-9EBC-C62F79D9D8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9074D-439B-414E-B299-710E06BE2D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357D3498-2486-47FD-873A-9B1CD32D6BB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2202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273D004-B256-4FB6-AC29-40AAAD9CD5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63288317-9064-45A0-BB3D-F191E5ACADB6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9A5CF11-560B-458C-97B4-A915948983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45255F1-788A-4095-8703-30B152FB1E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95FE60DF-0FDB-45C3-913D-FB3A38CE1FD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42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2D2DB0D-047C-4A47-B878-FDF11ABEF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73628397-EE12-404E-919C-30F3BA65D815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7940B56-AA9A-4115-AAA1-CC1B09925D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5C48681-9A58-4AF7-B424-B9CC9FE74A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0C71E5FB-4F0F-4855-BC08-F706FA86E1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880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CB98F5-9355-4311-A93B-EDAB02F9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B3D519FB-3B4D-4410-AE8F-B928C18A1591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34A17-3564-490B-B4AE-8B92A157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984B9-5717-48AF-9686-6A7CB14D4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D0534057-92E5-498F-8F7A-6BBBD8917A4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34647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B6A49-85B4-4F05-95FA-9724801BA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9D2990BA-3213-46BC-ACF2-45723F52627B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8C356-BCE6-421D-BF6F-EAA22AF0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ADF4F-6001-4B01-9FB1-611F55E2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A404EF1-C083-4F0F-BC69-EF5AA9344DE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53423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2F897-7A37-4D5D-A11C-E5A8A18355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5870D958-DC12-40D2-92A0-279FE0A10E9D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CCE03-441A-4A52-8673-4AB5A6FC3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E817A-8BEA-4079-A2B0-89C41CF28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51F5375E-96F5-4C0A-94A2-28FD0F385C5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7298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0E39C-B7A3-46B3-85D7-A65B40860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11D227B7-4643-4C7C-9F2F-8D8286DE8878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68441-AF14-4752-8E88-7AE4D5D0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46DEE-CC66-4C25-B4EC-4FCACBB0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833751B4-147C-43A1-90DB-3E56BC4D444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2296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BA9D1-79D3-467A-A22F-9D0CCAE1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30AE2254-86B7-45CA-8833-6855F699BC0F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D99A0-51A9-4DEB-BC07-A9BACA4F6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A18C4-C849-4127-9349-BF7AB4D62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E9E01369-55CF-45DE-A67E-572AE595CF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4074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8107AF3-0DF2-4A6B-B0B4-4C027696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F00F6BB2-F948-49A2-A4BC-A731549AD0F3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B2F27E-15A5-4999-A891-3650844A5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5DA512-AAB4-43EB-AD8B-D5149576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3333CC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1</a:t>
            </a:r>
            <a:fld id="{5AC63952-FCA1-4F6D-A71B-1B8080582A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4345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B64A-A4E5-436C-9D7E-ABD8036CF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43D7D8EC-D9EB-4D61-AFD8-8011989D7845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2C7C4-57D4-4775-99D9-3A6677A544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879F7-2DFB-4C8B-8523-C7A287123D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AFF28F44-1332-48F3-9E63-6525CDF4587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0033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93A86-5AC7-4819-83A7-00FBF6696E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E596237A-DBCF-49B2-91FF-EF04E4018188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A6A3B-8E64-486D-98F4-8EA52CF4AB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8758A-0375-41DE-9178-80CCBFDC85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9B3C1C31-9AA0-426F-8811-9E140DC2115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62222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52D2B-AE30-456C-A96B-C07BE1357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815A4D59-6EAA-4B2F-AED5-E8F4F359CC56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FAFC1-85C9-4257-86B6-E8D014DF16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BBFE5-F472-4262-8A0E-AD9DCF155F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8A56B7D2-0B64-4313-ADEF-303C0851134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673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5A6DE0-8B05-4C24-85DE-118D6FA304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E8BC99E4-3E2B-489D-B860-D86519652C15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FEFF1-7408-4115-A1EB-E48F39C05D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4F985-BEB1-475C-8732-BAFCC6C8D1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0A746D9F-1573-47A5-892C-2102FA0AF1B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09682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0616DE-68C5-4DB6-8981-AE98E5AC3B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47796FD8-ECF6-420B-8E92-278B111DE1ED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97E52-A343-4834-8DCA-4348AF3586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25CC9-BAF2-4232-AFA0-EABA40E9D4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BB4433BC-8326-46F3-9C69-0D36FB6681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5938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CD90F4-FC0F-47CC-BB2F-F731A4E6C0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F0FEF97D-5F65-4A96-8601-9A46A27DF847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66318-171C-433C-9E0F-3F273F5950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56081-894F-48C3-8788-5D240F1E26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44FCD6F8-002E-4642-BFA9-C0F60A4508A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68927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FDEB0-658A-4597-965C-570FEB625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D4FC7193-CFB1-4EC1-80E7-E84D01EB7FB4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38E03-D9CC-4D74-B160-B86AFDC2ED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E658D-1628-4B8A-83C9-2264AB4926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A7753F87-C95E-4240-8863-4681094F8C5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29105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02BEF9E-68C9-4E9C-9CD5-C5761C6DF8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9AED6A8B-23B3-416D-935C-33691F2A22FD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0D8D2A-298D-4FD8-8A56-833425DFE9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8DF13-B9D5-4682-A665-C3DEB68530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4D7763DD-EDC1-48AF-B874-3F604A21116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9536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E8AE724-C64F-4239-A25F-A37B5DCCC9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AE866C5C-6141-4957-B360-381746A6F3E1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300DE-8ADC-458C-9827-5B1B45023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6ED99-AEDF-4CA2-A9F4-7541D03978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CE52F73F-DDFC-4CE7-A7C4-532E4406C83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7753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4A0E5BC-3A20-4FCA-832C-5C58FC5151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FF9081EA-8E0E-4EE1-B087-85EBE7A704D3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2ABB3-311F-4B36-B42B-9D069D1FCE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1C003-A822-4C61-B2BC-37F1C25A6F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8EA5F6C3-C323-4DD5-80EF-68C569263CA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46984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975C8-DC01-4083-9582-48D4694423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F4D8F931-F659-4F06-9A3E-A964C0D8F842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1FFA5-5047-4713-9C37-E283DACC10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A1642-3248-46BF-AEE2-AC13BB4A5D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8DBE0308-B4A1-4A50-BFAB-235077869B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81185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4BC55-5B74-4FA6-A85D-7290B88DCA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84800F93-69BC-4905-8A66-5B4E72C3B681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EBC88-6378-4269-9A17-B38C4C73F1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7740A-A562-4BBF-A3AE-D657925462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9CF568C7-7712-47D2-986A-2F11B275D0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43217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B53BD9-9F77-4BCB-ACE0-E88C89A109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80D43B8C-A786-4188-B83A-765003E48770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6B5FA-59A6-4E31-A935-0F839DBB60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983DA-019A-47F6-B891-883EDFD66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0B787655-2796-406B-82EB-523EFB80774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06755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D0A35E-A7BC-4053-B450-16893A8C39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B404ABE4-9E25-4FCA-9AEE-D0A7A7CBDE20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9ED41-B4D8-4DC6-A176-2A47C33EA1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9D69D-48CE-4E8C-A5EA-1F180553F8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08AB2D93-5A1D-48BD-ABC5-61E25211C3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9199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86D24-070F-422C-8FA7-1C4E9C1ED6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79A34AED-0DA5-4BD2-BA77-1FC151944613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31841-317C-4C1B-A88A-95CE9F276A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74D77-8035-4650-AAA5-3714409CBF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2C5FDE78-621E-47F5-9766-A5CBF07CFA2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30728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ABA08-1BA9-44EF-A223-A5CC700B4F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A554DEA0-59F1-4087-A7E8-A4CC1AF405D0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F2F8D-471E-4F4E-B7B4-B369305E19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AD7F9-CDAA-4E3D-8BDB-2B4160366C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0FC10CCA-B3B2-411B-9CFE-52C4B2DFDC6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25805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FD7C7-9706-442C-A31E-A4D59F6C72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6A2BB4A5-9FF5-401A-9C5B-B2453725415A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45319-123F-4389-B21E-CEEE4081F5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FC049-CF16-45D5-9585-33F29E17D9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02E3C49A-AD0A-4614-9C05-FE3BF849352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26464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6D53F-209D-4CCC-9097-284C603D25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9933CDBF-3585-4B95-9561-F80036041918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FAF3E-781C-4313-B344-1CE6C9EB29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C2A36-3FD6-47DD-9D71-7264FAEEED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BA23D427-CBF5-4F15-AB0B-1AFC00D9032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58609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F73ED0-3E00-4DD8-8FBB-4ECE064F24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2D0527F7-7382-4C7E-8C51-00E95A6D209D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A474F-35FD-4A07-8721-1D8D278FD7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4F948-E693-4DA8-80D4-A1AC40D9A3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9B639208-8101-4F34-B1A6-C768DD2CEF8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37898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D93DE5-056A-463F-97DC-F336F82F84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0259AF1D-1F2B-4B55-8105-D66D30BBA56B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F2514-820B-4830-9140-5C3B90BBC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47472-9533-48C4-BD09-A8C3A16095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E3789FA7-6995-4F41-83E5-02FEF15BBCA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398585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370579-4273-47F9-8FE3-4F67A76478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9138ADD3-3348-4E9E-9F56-E12D0F9B1924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1A056-4384-41CC-964D-F64D85DCCA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BF1F-6373-47E0-B30A-11A385B57D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CCC1EDD3-14DC-4674-A094-480DC1EB13B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31083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196F7-05C0-4F78-8CB2-4503C1DA22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46A1E35B-2D12-494E-84DA-3669FEC2C6C8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CCA3C-2AB4-4CE1-A47F-8018CC8C7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BEC5F-B1A9-4718-AC9B-F1053B65C6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AB04211B-4636-4BED-AA78-8BDAF683275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779350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B4B722A-95D0-4E6C-9E87-1AF2E2B8BC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9A1B1F4C-4C39-4D76-9FA7-6B442AD7C2EB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9E546-9231-4145-864E-B807AB1548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F83D1-AF8B-497F-89AB-913175D0AC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4705793E-D79D-4873-A634-8B5EF6A56B5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932254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3B7D628-7838-4946-808E-45385D598A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C6832CD3-7207-40A9-9611-E13196C6EC9C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9AAE5-4ACF-47A4-BF4A-826ECF5770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F62A69-F4B6-4415-8FC0-92FD8F2A69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5B55FC88-0A96-4772-B942-6108E23C04A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8058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1AA4813-50DD-41B0-80CF-8B621F05C4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D41A7221-D681-43DB-9551-C7C76069FA4C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315F05-F141-45EF-8442-E9CC6E74CC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16F5E-1872-4739-93B1-D79A187AE4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F384776E-AD83-417B-A2FE-C6810AB3F20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3667738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711C5-A7A8-4A79-8FD0-A77F586ED6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E785AC89-EB1B-4320-BABA-41E4C6E9E81D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71D0F-7C44-4A72-869D-0B33F3CBE2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CBD4C-A73C-4F21-A83B-E164F7689E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068E390D-808C-4F47-9B92-F9B76EB9EF4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58911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7EC26-3980-4609-ADCB-59A820CD8B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E3CD5B1C-2B18-4DAF-AF5F-B760FC0BC129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CC7DB-999A-4D56-A3A6-379B85B1BB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3F2A1-1DCF-4427-8DDF-B52FF76538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493DAA8C-12E9-415D-8DB6-574E0279966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028686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165810-F693-41DC-AFCD-C723B709BF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C5BE7E63-11F7-475E-BA1D-D71C362F289B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2B648-CA36-49C8-B014-6FC6EBFD62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F82F0-666A-4453-BFCB-3A12306051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DA52F4FD-BD25-44AA-9A72-1F773EA8435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30173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A59D8E-CC09-4A70-9393-4EA0DBE355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CB3895C2-5B04-4309-9679-82205495A25D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A8008-A0AB-49A8-AC0C-79C0691946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6BE7E-27D0-48D6-8F0B-48F21ABBDD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055A9479-0CF2-473B-B846-384B93AA611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815781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08771-7D2B-4EA9-9688-D2D18D65F9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936E7CA6-9008-4EBD-9FB8-20BD0F984816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02A75-47B2-4612-8F5F-D180292043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1CEA9-7848-4799-8059-31EC9DBE52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BC6C99C3-3974-4ED2-B57C-FDFD491DE45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202014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5EE8F-E254-4BFC-BD6A-9AAB709631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2559E273-7D32-4522-A707-BCCC79A6090B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0379-3562-45E9-A8D2-8E2A048F1C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F61EB-D3F7-4155-897C-B398232977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D4974A3B-E5F7-43B6-86CD-E5F7CB191AE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49620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A21EE-B85F-4417-9A66-0CCECC3B5C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483CEC7A-73B1-4EFC-BFF0-DA3C4FE27B24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BF10A-F2FA-470F-920D-76531C05D7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BD7B1-0AF4-4C0C-8478-C66FB14947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659B95FC-99D4-423E-9116-77F880178C7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438671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9D607-2BE9-406B-B305-6A9FEC3C9F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fld id="{B3686083-766C-493F-8289-97E56D31F4C4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0AD2E-05AE-43FA-8A5C-1D7DABD64D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D88DB-7B2C-45E8-A11F-F428BC3AFF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kumimoji="1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BD5C38B6-8563-4B65-8139-3A482BB12D8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309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5B8BFB-EE37-46A0-A2A7-6080DB32E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B30A12-05FE-478E-B260-35A195BFA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846A211-DD95-4F19-A1D7-292160DAB8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467E6BE6-1B69-47C6-9177-545AB647BE76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6FF294D9-D6E7-48E0-8F53-5DA0317C2D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5E20F0DB-E2D5-4BE5-80DD-92B3A0E1F9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5C731456-67E0-4891-971C-7F990BCE2EE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28" r:id="rId1"/>
    <p:sldLayoutId id="2147487629" r:id="rId2"/>
    <p:sldLayoutId id="2147487630" r:id="rId3"/>
    <p:sldLayoutId id="2147487631" r:id="rId4"/>
    <p:sldLayoutId id="2147487632" r:id="rId5"/>
    <p:sldLayoutId id="2147487633" r:id="rId6"/>
    <p:sldLayoutId id="2147487634" r:id="rId7"/>
    <p:sldLayoutId id="2147487635" r:id="rId8"/>
    <p:sldLayoutId id="2147487636" r:id="rId9"/>
    <p:sldLayoutId id="2147487637" r:id="rId10"/>
    <p:sldLayoutId id="2147487638" r:id="rId11"/>
    <p:sldLayoutId id="2147487639" r:id="rId12"/>
    <p:sldLayoutId id="2147487640" r:id="rId13"/>
    <p:sldLayoutId id="2147487641" r:id="rId14"/>
    <p:sldLayoutId id="2147487642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Gill Sans MT" pitchFamily="34" charset="0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E3E161A-52C9-4F67-A981-FB982EF98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3ACA928-7707-4956-9B33-B09F524A5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FCCDD0E-678A-45C3-89DB-BED20C683E4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00B31127-ED9B-44A9-A2AC-0CE29D3E5E40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11B2F5A4-0B87-4D1A-8621-4176A552CB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rgbClr val="000000"/>
                </a:solidFill>
                <a:latin typeface="Tahoma" pitchFamily="34" charset="0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>
            <a:extLst>
              <a:ext uri="{FF2B5EF4-FFF2-40B4-BE49-F238E27FC236}">
                <a16:creationId xmlns:a16="http://schemas.microsoft.com/office/drawing/2014/main" id="{54B45527-2EAB-4270-868B-5B3187A0B2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2-</a:t>
            </a:r>
            <a:fld id="{35648475-1762-4E0B-AF86-E80943A88CB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85" r:id="rId1"/>
    <p:sldLayoutId id="2147487686" r:id="rId2"/>
    <p:sldLayoutId id="2147487687" r:id="rId3"/>
    <p:sldLayoutId id="2147487688" r:id="rId4"/>
    <p:sldLayoutId id="2147487689" r:id="rId5"/>
    <p:sldLayoutId id="2147487690" r:id="rId6"/>
    <p:sldLayoutId id="2147487691" r:id="rId7"/>
    <p:sldLayoutId id="2147487692" r:id="rId8"/>
    <p:sldLayoutId id="2147487693" r:id="rId9"/>
    <p:sldLayoutId id="2147487694" r:id="rId10"/>
    <p:sldLayoutId id="2147487695" r:id="rId11"/>
    <p:sldLayoutId id="2147487696" r:id="rId12"/>
    <p:sldLayoutId id="2147487697" r:id="rId13"/>
    <p:sldLayoutId id="2147487698" r:id="rId14"/>
    <p:sldLayoutId id="2147487699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anose="020B0600070205080204" pitchFamily="34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anose="020B0600070205080204" pitchFamily="34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anose="020B0600070205080204" pitchFamily="34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anose="020B0600070205080204" pitchFamily="34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16815B-C6F7-4CFB-8FE9-710DD2C320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9D2DDEA-10DD-4FEF-8EC4-2C209E9EA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5E20643-1C4C-438A-8D77-7060DEF701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66115CD-5A34-4BB6-9BF9-93BF72DE4A23}" type="datetime1">
              <a:rPr lang="en-US" altLang="en-US"/>
              <a:pPr>
                <a:defRPr/>
              </a:pPr>
              <a:t>9/12/2026</a:t>
            </a:fld>
            <a:endParaRPr lang="en-US" altLang="en-US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DB86D89E-127C-4DD4-A7D9-527A8EB72E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1075A4E7-1F73-4C76-8221-30D16B56CC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2-</a:t>
            </a:r>
            <a:fld id="{C57EE8F6-A2DD-47C4-9A9F-973C4ECCE7F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700" r:id="rId1"/>
    <p:sldLayoutId id="2147487701" r:id="rId2"/>
    <p:sldLayoutId id="2147487702" r:id="rId3"/>
    <p:sldLayoutId id="2147487703" r:id="rId4"/>
    <p:sldLayoutId id="2147487704" r:id="rId5"/>
    <p:sldLayoutId id="2147487705" r:id="rId6"/>
    <p:sldLayoutId id="2147487706" r:id="rId7"/>
    <p:sldLayoutId id="2147487707" r:id="rId8"/>
    <p:sldLayoutId id="2147487708" r:id="rId9"/>
    <p:sldLayoutId id="2147487709" r:id="rId10"/>
    <p:sldLayoutId id="2147487710" r:id="rId11"/>
    <p:sldLayoutId id="2147487711" r:id="rId12"/>
    <p:sldLayoutId id="2147487712" r:id="rId13"/>
    <p:sldLayoutId id="2147487713" r:id="rId14"/>
    <p:sldLayoutId id="2147487714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anose="020B0600070205080204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Gill Sans MT" pitchFamily="34" charset="0"/>
          <a:ea typeface="ＭＳ Ｐゴシック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Gill Sans MT" pitchFamily="34" charset="0"/>
          <a:ea typeface="ＭＳ Ｐゴシック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7F1DD38-4EF2-4B8E-9264-349F8C810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5EA8142-CE39-4504-B543-DBF262DEA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1A4DD81-C729-4802-976D-ADBD7B7CF5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E68C7715-99C9-450D-BE62-5F69E0EA2142}" type="datetime1">
              <a:rPr lang="en-US" altLang="zh-TW"/>
              <a:pPr>
                <a:defRPr/>
              </a:pPr>
              <a:t>9/12/2026</a:t>
            </a:fld>
            <a:endParaRPr lang="en-US" altLang="zh-TW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D7CB1905-2663-4B4E-8EC4-572DC1D2C8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ECD81871-D5B8-4B45-B80E-4D1ACB4A32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5E5F24FD-D3FE-466C-9185-D5ECA8D87C1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715" r:id="rId1"/>
    <p:sldLayoutId id="2147487716" r:id="rId2"/>
    <p:sldLayoutId id="2147487717" r:id="rId3"/>
    <p:sldLayoutId id="2147487718" r:id="rId4"/>
    <p:sldLayoutId id="2147487719" r:id="rId5"/>
    <p:sldLayoutId id="2147487720" r:id="rId6"/>
    <p:sldLayoutId id="2147487721" r:id="rId7"/>
    <p:sldLayoutId id="2147487722" r:id="rId8"/>
    <p:sldLayoutId id="2147487723" r:id="rId9"/>
    <p:sldLayoutId id="2147487724" r:id="rId10"/>
    <p:sldLayoutId id="2147487725" r:id="rId11"/>
    <p:sldLayoutId id="2147487726" r:id="rId12"/>
    <p:sldLayoutId id="2147487727" r:id="rId13"/>
    <p:sldLayoutId id="2147487728" r:id="rId14"/>
    <p:sldLayoutId id="2147487729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Gill Sans MT" pitchFamily="34" charset="0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FF8F8204-100D-4981-B5FE-160A03734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6195" name="Rectangle 8">
            <a:extLst>
              <a:ext uri="{FF2B5EF4-FFF2-40B4-BE49-F238E27FC236}">
                <a16:creationId xmlns:a16="http://schemas.microsoft.com/office/drawing/2014/main" id="{FA4D999F-4593-474E-8ACC-CD0E8B7DAB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F7A3CED6-2C31-41C4-84EE-137ED4C7001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36196" name="Rectangle 2">
            <a:extLst>
              <a:ext uri="{FF2B5EF4-FFF2-40B4-BE49-F238E27FC236}">
                <a16:creationId xmlns:a16="http://schemas.microsoft.com/office/drawing/2014/main" id="{DCB8D248-2FEB-4DA0-B032-A2164353B5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HTTP connections</a:t>
            </a:r>
          </a:p>
        </p:txBody>
      </p:sp>
      <p:sp>
        <p:nvSpPr>
          <p:cNvPr id="136197" name="Rectangle 3">
            <a:extLst>
              <a:ext uri="{FF2B5EF4-FFF2-40B4-BE49-F238E27FC236}">
                <a16:creationId xmlns:a16="http://schemas.microsoft.com/office/drawing/2014/main" id="{1603E301-C124-4976-BBEC-AA9E4D97A3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2676525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non-persistent HTTP</a:t>
            </a:r>
          </a:p>
          <a:p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at most one object </a:t>
            </a:r>
            <a:r>
              <a:rPr lang="en-US" altLang="zh-TW" dirty="0">
                <a:ea typeface="ＭＳ Ｐゴシック" panose="020B0600070205080204" pitchFamily="34" charset="-128"/>
              </a:rPr>
              <a:t>sent over single TCP connection</a:t>
            </a:r>
          </a:p>
          <a:p>
            <a:pPr lvl="1"/>
            <a:r>
              <a:rPr lang="en-US" altLang="zh-TW" sz="2800" dirty="0">
                <a:ea typeface="ＭＳ Ｐゴシック" panose="020B0600070205080204" pitchFamily="34" charset="-128"/>
              </a:rPr>
              <a:t>connection then closed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=&gt; downloading multiple objects required multiple connections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sp>
        <p:nvSpPr>
          <p:cNvPr id="136198" name="Rectangle 4">
            <a:extLst>
              <a:ext uri="{FF2B5EF4-FFF2-40B4-BE49-F238E27FC236}">
                <a16:creationId xmlns:a16="http://schemas.microsoft.com/office/drawing/2014/main" id="{85E66888-1E10-4996-8DE6-9C459F065AE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27178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persistent HTTP</a:t>
            </a:r>
          </a:p>
          <a:p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multiple objects </a:t>
            </a:r>
            <a:r>
              <a:rPr lang="en-US" altLang="zh-TW" dirty="0">
                <a:ea typeface="ＭＳ Ｐゴシック" panose="020B0600070205080204" pitchFamily="34" charset="-128"/>
              </a:rPr>
              <a:t>can be sent over single TCP connection between client, server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pic>
        <p:nvPicPr>
          <p:cNvPr id="136199" name="Picture 10" descr="underline_base">
            <a:extLst>
              <a:ext uri="{FF2B5EF4-FFF2-40B4-BE49-F238E27FC236}">
                <a16:creationId xmlns:a16="http://schemas.microsoft.com/office/drawing/2014/main" id="{5BA4CE23-4B19-42F5-8FF8-79307CA5FAB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10318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5F7A93F8-7456-49F6-8A3A-7FEFD6DD6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1454150"/>
            <a:ext cx="8251825" cy="94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800" i="1" kern="0" dirty="0">
                <a:solidFill>
                  <a:srgbClr val="0070C0"/>
                </a:solidFill>
                <a:latin typeface="Gill Sans MT" pitchFamily="34" charset="0"/>
                <a:cs typeface="ＭＳ Ｐゴシック" charset="0"/>
              </a:rPr>
              <a:t>Question: </a:t>
            </a:r>
            <a:r>
              <a:rPr lang="en-US" altLang="zh-TW" sz="2800" kern="0" dirty="0">
                <a:latin typeface="Gill Sans MT" pitchFamily="34" charset="0"/>
                <a:cs typeface="ＭＳ Ｐゴシック" charset="0"/>
              </a:rPr>
              <a:t>should each request/response pair be sent over a </a:t>
            </a:r>
            <a:r>
              <a:rPr lang="en-US" altLang="zh-TW" sz="2800" kern="0" dirty="0">
                <a:solidFill>
                  <a:srgbClr val="FF0000"/>
                </a:solidFill>
                <a:latin typeface="Gill Sans MT" pitchFamily="34" charset="0"/>
                <a:cs typeface="ＭＳ Ｐゴシック" charset="0"/>
              </a:rPr>
              <a:t>separate</a:t>
            </a:r>
            <a:r>
              <a:rPr lang="en-US" altLang="zh-TW" sz="2800" kern="0" dirty="0">
                <a:latin typeface="Gill Sans MT" pitchFamily="34" charset="0"/>
                <a:cs typeface="ＭＳ Ｐゴシック" charset="0"/>
              </a:rPr>
              <a:t> or the </a:t>
            </a:r>
            <a:r>
              <a:rPr lang="en-US" altLang="zh-TW" sz="2800" kern="0" dirty="0">
                <a:solidFill>
                  <a:srgbClr val="FF0000"/>
                </a:solidFill>
                <a:latin typeface="Gill Sans MT" pitchFamily="34" charset="0"/>
                <a:cs typeface="ＭＳ Ｐゴシック" charset="0"/>
              </a:rPr>
              <a:t>same</a:t>
            </a:r>
            <a:r>
              <a:rPr lang="en-US" altLang="zh-TW" sz="2800" kern="0" dirty="0">
                <a:latin typeface="Gill Sans MT" pitchFamily="34" charset="0"/>
                <a:cs typeface="ＭＳ Ｐゴシック" charset="0"/>
              </a:rPr>
              <a:t> </a:t>
            </a:r>
            <a:r>
              <a:rPr lang="en-US" altLang="zh-TW" sz="2800" kern="0" dirty="0">
                <a:solidFill>
                  <a:srgbClr val="FF0000"/>
                </a:solidFill>
                <a:latin typeface="Gill Sans MT" pitchFamily="34" charset="0"/>
                <a:cs typeface="ＭＳ Ｐゴシック" charset="0"/>
              </a:rPr>
              <a:t>TCP connection</a:t>
            </a:r>
            <a:r>
              <a:rPr lang="en-US" altLang="zh-TW" sz="2800" kern="0" dirty="0">
                <a:latin typeface="Gill Sans MT" pitchFamily="34" charset="0"/>
                <a:cs typeface="ＭＳ Ｐゴシック" charset="0"/>
              </a:rPr>
              <a:t>?</a:t>
            </a:r>
            <a:endParaRPr lang="en-US" altLang="zh-TW" sz="2400" kern="0" dirty="0">
              <a:latin typeface="Gill Sans MT" pitchFamily="34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6BBA51AD-223E-41FF-A639-1B7A191F90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8243" name="Rectangle 8">
            <a:extLst>
              <a:ext uri="{FF2B5EF4-FFF2-40B4-BE49-F238E27FC236}">
                <a16:creationId xmlns:a16="http://schemas.microsoft.com/office/drawing/2014/main" id="{CC33D243-35BD-4D7F-A235-FAC780F8B6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D6EBF967-5B1F-429C-AA4D-6FD305E3FD6C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38244" name="Picture 22" descr="underline_base">
            <a:extLst>
              <a:ext uri="{FF2B5EF4-FFF2-40B4-BE49-F238E27FC236}">
                <a16:creationId xmlns:a16="http://schemas.microsoft.com/office/drawing/2014/main" id="{FA50C1D0-9A6F-42BE-8D46-F5A5F5AA56A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842963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5" name="Line 11">
            <a:extLst>
              <a:ext uri="{FF2B5EF4-FFF2-40B4-BE49-F238E27FC236}">
                <a16:creationId xmlns:a16="http://schemas.microsoft.com/office/drawing/2014/main" id="{A5DFB61B-409F-4B24-8AC4-5E838BCD83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50" y="2095500"/>
            <a:ext cx="0" cy="44958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8246" name="Rectangle 13">
            <a:extLst>
              <a:ext uri="{FF2B5EF4-FFF2-40B4-BE49-F238E27FC236}">
                <a16:creationId xmlns:a16="http://schemas.microsoft.com/office/drawing/2014/main" id="{2569D159-5F86-4C11-A865-5C49F6042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6019800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Comic Sans MS" panose="030F0702030302020204" pitchFamily="66" charset="0"/>
            </a:endParaRPr>
          </a:p>
        </p:txBody>
      </p:sp>
      <p:sp>
        <p:nvSpPr>
          <p:cNvPr id="138247" name="Rectangle 2">
            <a:extLst>
              <a:ext uri="{FF2B5EF4-FFF2-40B4-BE49-F238E27FC236}">
                <a16:creationId xmlns:a16="http://schemas.microsoft.com/office/drawing/2014/main" id="{D80CCE1F-BAE9-4C14-9F15-83C3846151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8475" y="190500"/>
            <a:ext cx="7772400" cy="866775"/>
          </a:xfrm>
        </p:spPr>
        <p:txBody>
          <a:bodyPr/>
          <a:lstStyle/>
          <a:p>
            <a:r>
              <a:rPr lang="en-US" altLang="zh-TW" sz="4000" dirty="0">
                <a:ea typeface="ＭＳ Ｐゴシック" panose="020B0600070205080204" pitchFamily="34" charset="-128"/>
              </a:rPr>
              <a:t>Non-persistent HTTP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138248" name="Rectangle 3">
            <a:extLst>
              <a:ext uri="{FF2B5EF4-FFF2-40B4-BE49-F238E27FC236}">
                <a16:creationId xmlns:a16="http://schemas.microsoft.com/office/drawing/2014/main" id="{D4235543-F846-4093-A72A-C413E68C14E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01638" y="1114425"/>
            <a:ext cx="7942262" cy="466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400">
                <a:ea typeface="ＭＳ Ｐゴシック" panose="020B0600070205080204" pitchFamily="34" charset="-128"/>
              </a:rPr>
              <a:t>suppose user enters URL:</a:t>
            </a:r>
          </a:p>
        </p:txBody>
      </p:sp>
      <p:sp>
        <p:nvSpPr>
          <p:cNvPr id="53256" name="Rectangle 4">
            <a:extLst>
              <a:ext uri="{FF2B5EF4-FFF2-40B4-BE49-F238E27FC236}">
                <a16:creationId xmlns:a16="http://schemas.microsoft.com/office/drawing/2014/main" id="{66A77864-4825-4EB5-B63A-DA3F3E66168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57225" y="2106613"/>
            <a:ext cx="3943350" cy="1905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1a</a:t>
            </a:r>
            <a:r>
              <a:rPr lang="en-US" altLang="zh-TW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.</a:t>
            </a:r>
            <a:r>
              <a:rPr lang="en-US" altLang="zh-TW" sz="2000" dirty="0">
                <a:ea typeface="ＭＳ Ｐゴシック" panose="020B0600070205080204" pitchFamily="34" charset="-128"/>
              </a:rPr>
              <a:t> HTTP client </a:t>
            </a:r>
            <a:r>
              <a:rPr lang="en-US" altLang="zh-TW" sz="20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initiates TCP connectio</a:t>
            </a:r>
            <a:r>
              <a:rPr lang="en-US" altLang="zh-TW" sz="2000" dirty="0">
                <a:ea typeface="ＭＳ Ｐゴシック" panose="020B0600070205080204" pitchFamily="34" charset="-128"/>
              </a:rPr>
              <a:t>n to HTTP server (process) at www.someSchool.edu on port 80</a:t>
            </a:r>
          </a:p>
        </p:txBody>
      </p:sp>
      <p:sp>
        <p:nvSpPr>
          <p:cNvPr id="53257" name="Rectangle 5">
            <a:extLst>
              <a:ext uri="{FF2B5EF4-FFF2-40B4-BE49-F238E27FC236}">
                <a16:creationId xmlns:a16="http://schemas.microsoft.com/office/drawing/2014/main" id="{24DF8D15-F71B-427E-BAEB-51D28E17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3829050"/>
            <a:ext cx="3810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CC0000"/>
                </a:solidFill>
              </a:rPr>
              <a:t>2</a:t>
            </a:r>
            <a:r>
              <a:rPr lang="en-US" altLang="zh-TW" sz="2000">
                <a:solidFill>
                  <a:srgbClr val="FF0000"/>
                </a:solidFill>
              </a:rPr>
              <a:t>.</a:t>
            </a:r>
            <a:r>
              <a:rPr lang="en-US" altLang="zh-TW" sz="2000"/>
              <a:t> HTTP client sends HTTP </a:t>
            </a:r>
            <a:r>
              <a:rPr lang="en-US" altLang="zh-TW" sz="2000" i="1">
                <a:solidFill>
                  <a:srgbClr val="000099"/>
                </a:solidFill>
              </a:rPr>
              <a:t>request message</a:t>
            </a:r>
            <a:r>
              <a:rPr lang="en-US" altLang="zh-TW" sz="2000"/>
              <a:t> (containing URL) into TCP connection socket. Message indicates that client wants object someDepartment/home.index</a:t>
            </a:r>
          </a:p>
        </p:txBody>
      </p:sp>
      <p:sp>
        <p:nvSpPr>
          <p:cNvPr id="53258" name="Rectangle 6">
            <a:extLst>
              <a:ext uri="{FF2B5EF4-FFF2-40B4-BE49-F238E27FC236}">
                <a16:creationId xmlns:a16="http://schemas.microsoft.com/office/drawing/2014/main" id="{8FBA3AF4-4FC9-409E-96A9-C0CF81079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2524125"/>
            <a:ext cx="381000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dirty="0">
                <a:solidFill>
                  <a:srgbClr val="CC0000"/>
                </a:solidFill>
              </a:rPr>
              <a:t>1b</a:t>
            </a:r>
            <a:r>
              <a:rPr lang="en-US" altLang="zh-TW" sz="2000" dirty="0">
                <a:solidFill>
                  <a:srgbClr val="FF0000"/>
                </a:solidFill>
              </a:rPr>
              <a:t>.</a:t>
            </a:r>
            <a:r>
              <a:rPr lang="en-US" altLang="zh-TW" sz="2000" dirty="0"/>
              <a:t> HTTP server at host www.someSchool.edu waiting for TCP connection at port 80.  </a:t>
            </a:r>
            <a:r>
              <a:rPr lang="ja-JP" altLang="en-US" sz="2000" dirty="0">
                <a:solidFill>
                  <a:srgbClr val="0070C0"/>
                </a:solidFill>
              </a:rPr>
              <a:t>“</a:t>
            </a:r>
            <a:r>
              <a:rPr lang="en-US" altLang="ja-JP" sz="2000" dirty="0">
                <a:solidFill>
                  <a:srgbClr val="0070C0"/>
                </a:solidFill>
              </a:rPr>
              <a:t>accepts</a:t>
            </a:r>
            <a:r>
              <a:rPr lang="ja-JP" altLang="en-US" sz="2000" dirty="0">
                <a:solidFill>
                  <a:srgbClr val="0070C0"/>
                </a:solidFill>
              </a:rPr>
              <a:t>”</a:t>
            </a:r>
            <a:r>
              <a:rPr lang="en-US" altLang="ja-JP" sz="2000" dirty="0">
                <a:solidFill>
                  <a:srgbClr val="0070C0"/>
                </a:solidFill>
              </a:rPr>
              <a:t> connection</a:t>
            </a:r>
            <a:r>
              <a:rPr lang="en-US" altLang="ja-JP" sz="2000" dirty="0"/>
              <a:t>, notifying client</a:t>
            </a:r>
            <a:endParaRPr lang="en-US" altLang="zh-TW" sz="2000" dirty="0"/>
          </a:p>
        </p:txBody>
      </p:sp>
      <p:sp>
        <p:nvSpPr>
          <p:cNvPr id="53259" name="Rectangle 7">
            <a:extLst>
              <a:ext uri="{FF2B5EF4-FFF2-40B4-BE49-F238E27FC236}">
                <a16:creationId xmlns:a16="http://schemas.microsoft.com/office/drawing/2014/main" id="{50F0B3E0-1151-4061-A898-4C69F5EAB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381500"/>
            <a:ext cx="3810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CC0000"/>
                </a:solidFill>
              </a:rPr>
              <a:t>3</a:t>
            </a:r>
            <a:r>
              <a:rPr lang="en-US" altLang="zh-TW" sz="2000">
                <a:solidFill>
                  <a:srgbClr val="FF0000"/>
                </a:solidFill>
              </a:rPr>
              <a:t>.</a:t>
            </a:r>
            <a:r>
              <a:rPr lang="en-US" altLang="zh-TW" sz="2000"/>
              <a:t> HTTP server receives request message, forms </a:t>
            </a:r>
            <a:r>
              <a:rPr lang="en-US" altLang="zh-TW" sz="2000" i="1">
                <a:solidFill>
                  <a:srgbClr val="000099"/>
                </a:solidFill>
              </a:rPr>
              <a:t>response message</a:t>
            </a:r>
            <a:r>
              <a:rPr lang="en-US" altLang="zh-TW" sz="2000"/>
              <a:t> containing requested object, and sends message into its socket</a:t>
            </a:r>
          </a:p>
        </p:txBody>
      </p:sp>
      <p:sp>
        <p:nvSpPr>
          <p:cNvPr id="53261" name="Line 9">
            <a:extLst>
              <a:ext uri="{FF2B5EF4-FFF2-40B4-BE49-F238E27FC236}">
                <a16:creationId xmlns:a16="http://schemas.microsoft.com/office/drawing/2014/main" id="{D21DF3D0-4F49-4B00-B7CF-7A3AFF767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5725" y="4591050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3262" name="Line 10">
            <a:extLst>
              <a:ext uri="{FF2B5EF4-FFF2-40B4-BE49-F238E27FC236}">
                <a16:creationId xmlns:a16="http://schemas.microsoft.com/office/drawing/2014/main" id="{1726C689-5028-4F54-A7F8-BBA3E5E9AD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3350" y="5200650"/>
            <a:ext cx="1008063" cy="1025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8255" name="Text Box 12">
            <a:extLst>
              <a:ext uri="{FF2B5EF4-FFF2-40B4-BE49-F238E27FC236}">
                <a16:creationId xmlns:a16="http://schemas.microsoft.com/office/drawing/2014/main" id="{64ED0FD8-3B1F-45A1-9529-929B9F313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5942013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chemeClr val="bg2"/>
                </a:solidFill>
                <a:latin typeface="Arial" panose="020B0604020202020204" pitchFamily="34" charset="0"/>
              </a:rPr>
              <a:t>time</a:t>
            </a:r>
          </a:p>
        </p:txBody>
      </p:sp>
      <p:sp>
        <p:nvSpPr>
          <p:cNvPr id="53260" name="Line 8">
            <a:extLst>
              <a:ext uri="{FF2B5EF4-FFF2-40B4-BE49-F238E27FC236}">
                <a16:creationId xmlns:a16="http://schemas.microsoft.com/office/drawing/2014/main" id="{947E9184-A02A-4C63-94CE-49F64A1BA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8125" y="2647950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3264" name="Line 14">
            <a:extLst>
              <a:ext uri="{FF2B5EF4-FFF2-40B4-BE49-F238E27FC236}">
                <a16:creationId xmlns:a16="http://schemas.microsoft.com/office/drawing/2014/main" id="{F14B0D88-48E6-4A25-AD8A-DCAE49C01D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4463" y="3259138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8258" name="Text Box 15">
            <a:extLst>
              <a:ext uri="{FF2B5EF4-FFF2-40B4-BE49-F238E27FC236}">
                <a16:creationId xmlns:a16="http://schemas.microsoft.com/office/drawing/2014/main" id="{E64D831D-0033-4B47-BA8E-2563840DE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200" y="1123950"/>
            <a:ext cx="18986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(contains text,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references to 10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jpeg images)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38259" name="Rectangle 3">
            <a:extLst>
              <a:ext uri="{FF2B5EF4-FFF2-40B4-BE49-F238E27FC236}">
                <a16:creationId xmlns:a16="http://schemas.microsoft.com/office/drawing/2014/main" id="{F8170A0E-5AD2-42D2-BCD2-2E1D1C8C8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" y="1450975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TW" sz="1800" b="1">
                <a:latin typeface="Courier New" panose="02070309020205020404" pitchFamily="49" charset="0"/>
              </a:rPr>
              <a:t>www.someSchool.edu/someDepartment/home.index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 build="p"/>
      <p:bldP spid="53257" grpId="0"/>
      <p:bldP spid="53258" grpId="0"/>
      <p:bldP spid="5325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16CF5409-DED1-4341-AA51-34D9132574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40291" name="Rectangle 8">
            <a:extLst>
              <a:ext uri="{FF2B5EF4-FFF2-40B4-BE49-F238E27FC236}">
                <a16:creationId xmlns:a16="http://schemas.microsoft.com/office/drawing/2014/main" id="{163DB0E6-8D80-49DA-A40D-1AD81F2C82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2EAFCB10-156F-46AC-A533-D48423EA73B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40292" name="Picture 16" descr="underline_base">
            <a:extLst>
              <a:ext uri="{FF2B5EF4-FFF2-40B4-BE49-F238E27FC236}">
                <a16:creationId xmlns:a16="http://schemas.microsoft.com/office/drawing/2014/main" id="{C91E7984-AE7A-407F-B1B7-0150A70A1FA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889000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3" name="Rectangle 4">
            <a:extLst>
              <a:ext uri="{FF2B5EF4-FFF2-40B4-BE49-F238E27FC236}">
                <a16:creationId xmlns:a16="http://schemas.microsoft.com/office/drawing/2014/main" id="{3EB6AC35-A31E-4B96-91B1-EEB05F875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2925" y="257175"/>
            <a:ext cx="7772400" cy="866775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Non-persistent HTTP (cont.)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54277" name="Rectangle 6">
            <a:extLst>
              <a:ext uri="{FF2B5EF4-FFF2-40B4-BE49-F238E27FC236}">
                <a16:creationId xmlns:a16="http://schemas.microsoft.com/office/drawing/2014/main" id="{383D3094-DE52-49BD-BD5F-BFE8A097806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1095375" y="2058988"/>
            <a:ext cx="3810000" cy="15335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5</a:t>
            </a:r>
            <a:r>
              <a:rPr lang="en-US" altLang="zh-TW" sz="18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.</a:t>
            </a:r>
            <a:r>
              <a:rPr lang="en-US" altLang="zh-TW" sz="1800" dirty="0">
                <a:ea typeface="ＭＳ Ｐゴシック" panose="020B0600070205080204" pitchFamily="34" charset="-128"/>
              </a:rPr>
              <a:t> HTTP client receives response message containing </a:t>
            </a:r>
            <a:r>
              <a:rPr lang="en-US" altLang="zh-TW" sz="18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html file</a:t>
            </a:r>
            <a:r>
              <a:rPr lang="en-US" altLang="zh-TW" sz="1800" dirty="0">
                <a:ea typeface="ＭＳ Ｐゴシック" panose="020B0600070205080204" pitchFamily="34" charset="-128"/>
              </a:rPr>
              <a:t>, displays html.  Parsing html file, </a:t>
            </a:r>
            <a:r>
              <a:rPr lang="en-US" altLang="zh-TW" sz="18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finds 10 referenced jpeg  objects</a:t>
            </a:r>
            <a:endParaRPr lang="en-US" altLang="zh-TW" sz="2000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4278" name="Rectangle 7">
            <a:extLst>
              <a:ext uri="{FF2B5EF4-FFF2-40B4-BE49-F238E27FC236}">
                <a16:creationId xmlns:a16="http://schemas.microsoft.com/office/drawing/2014/main" id="{40B3C27C-CDF6-4547-A928-21A2FF747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3568700"/>
            <a:ext cx="3810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dirty="0">
                <a:solidFill>
                  <a:srgbClr val="CC0000"/>
                </a:solidFill>
              </a:rPr>
              <a:t>6.</a:t>
            </a:r>
            <a:r>
              <a:rPr lang="en-US" altLang="zh-TW" sz="2000" dirty="0"/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Steps 1-5 repeated for each of 10 jpeg objects</a:t>
            </a:r>
          </a:p>
        </p:txBody>
      </p:sp>
      <p:sp>
        <p:nvSpPr>
          <p:cNvPr id="54279" name="Rectangle 8">
            <a:extLst>
              <a:ext uri="{FF2B5EF4-FFF2-40B4-BE49-F238E27FC236}">
                <a16:creationId xmlns:a16="http://schemas.microsoft.com/office/drawing/2014/main" id="{C9597921-1690-45E3-AAE2-D066756F5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1492250"/>
            <a:ext cx="3810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dirty="0">
                <a:solidFill>
                  <a:srgbClr val="CC0000"/>
                </a:solidFill>
              </a:rPr>
              <a:t>4.</a:t>
            </a:r>
            <a:r>
              <a:rPr lang="en-US" altLang="zh-TW" sz="2000" dirty="0"/>
              <a:t> HTTP server </a:t>
            </a:r>
            <a:r>
              <a:rPr lang="en-US" altLang="zh-TW" sz="2000" dirty="0">
                <a:solidFill>
                  <a:srgbClr val="0070C0"/>
                </a:solidFill>
              </a:rPr>
              <a:t>closes TCP connection</a:t>
            </a:r>
            <a:r>
              <a:rPr lang="en-US" altLang="zh-TW" sz="2000" dirty="0"/>
              <a:t>. </a:t>
            </a:r>
          </a:p>
        </p:txBody>
      </p:sp>
      <p:sp>
        <p:nvSpPr>
          <p:cNvPr id="140297" name="Line 2">
            <a:extLst>
              <a:ext uri="{FF2B5EF4-FFF2-40B4-BE49-F238E27FC236}">
                <a16:creationId xmlns:a16="http://schemas.microsoft.com/office/drawing/2014/main" id="{4D4600AB-C2FE-4215-BF53-801529E2E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" y="1519238"/>
            <a:ext cx="0" cy="257175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0298" name="Rectangle 3">
            <a:extLst>
              <a:ext uri="{FF2B5EF4-FFF2-40B4-BE49-F238E27FC236}">
                <a16:creationId xmlns:a16="http://schemas.microsoft.com/office/drawing/2014/main" id="{23B48EFA-78CB-4202-8B39-F0BD2EF3A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519488"/>
            <a:ext cx="342900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Comic Sans MS" panose="030F0702030302020204" pitchFamily="66" charset="0"/>
            </a:endParaRPr>
          </a:p>
        </p:txBody>
      </p:sp>
      <p:sp>
        <p:nvSpPr>
          <p:cNvPr id="140299" name="Text Box 13">
            <a:extLst>
              <a:ext uri="{FF2B5EF4-FFF2-40B4-BE49-F238E27FC236}">
                <a16:creationId xmlns:a16="http://schemas.microsoft.com/office/drawing/2014/main" id="{8133B13D-1096-4A67-A1FE-D82AE7383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8" y="3382963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chemeClr val="bg2"/>
                </a:solidFill>
              </a:rPr>
              <a:t>time</a:t>
            </a:r>
          </a:p>
        </p:txBody>
      </p:sp>
      <p:sp>
        <p:nvSpPr>
          <p:cNvPr id="54283" name="Line 17">
            <a:extLst>
              <a:ext uri="{FF2B5EF4-FFF2-40B4-BE49-F238E27FC236}">
                <a16:creationId xmlns:a16="http://schemas.microsoft.com/office/drawing/2014/main" id="{191559FB-4DBD-45AD-B242-10FCFA93EB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2375" y="1449388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 build="p"/>
      <p:bldP spid="5427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18C13A7F-CEDD-44DB-8903-DF5961A64A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42339" name="Rectangle 8">
            <a:extLst>
              <a:ext uri="{FF2B5EF4-FFF2-40B4-BE49-F238E27FC236}">
                <a16:creationId xmlns:a16="http://schemas.microsoft.com/office/drawing/2014/main" id="{69BE1181-F4C4-441F-92B0-C968FF0814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7C1D51FA-DCEC-48DB-BAEB-032D05B6DF4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42340" name="Picture 42" descr="underline_base">
            <a:extLst>
              <a:ext uri="{FF2B5EF4-FFF2-40B4-BE49-F238E27FC236}">
                <a16:creationId xmlns:a16="http://schemas.microsoft.com/office/drawing/2014/main" id="{3EBFA97A-6961-4683-B640-8A9C377CC37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668338"/>
            <a:ext cx="70072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1" name="Rectangle 2">
            <a:extLst>
              <a:ext uri="{FF2B5EF4-FFF2-40B4-BE49-F238E27FC236}">
                <a16:creationId xmlns:a16="http://schemas.microsoft.com/office/drawing/2014/main" id="{B0C12D73-877A-4262-8602-6A77BA8B7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2888" y="0"/>
            <a:ext cx="8223250" cy="925513"/>
          </a:xfrm>
        </p:spPr>
        <p:txBody>
          <a:bodyPr/>
          <a:lstStyle/>
          <a:p>
            <a:r>
              <a:rPr lang="en-US" altLang="zh-TW" sz="3600">
                <a:ea typeface="ＭＳ Ｐゴシック" panose="020B0600070205080204" pitchFamily="34" charset="-128"/>
              </a:rPr>
              <a:t>Non-persistent HTTP: response time</a:t>
            </a:r>
          </a:p>
        </p:txBody>
      </p:sp>
      <p:sp>
        <p:nvSpPr>
          <p:cNvPr id="142342" name="Rectangle 3">
            <a:extLst>
              <a:ext uri="{FF2B5EF4-FFF2-40B4-BE49-F238E27FC236}">
                <a16:creationId xmlns:a16="http://schemas.microsoft.com/office/drawing/2014/main" id="{E291B92A-8B6E-422C-93E6-3B3C7210F33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58888"/>
            <a:ext cx="4090988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Round-trip time (RTT):</a:t>
            </a:r>
            <a:r>
              <a:rPr lang="en-US" altLang="zh-TW" sz="2400" dirty="0">
                <a:ea typeface="ＭＳ Ｐゴシック" panose="020B0600070205080204" pitchFamily="34" charset="-128"/>
              </a:rPr>
              <a:t> time for a small packet to travel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from client to server and back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HTTP response time: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ea typeface="ＭＳ Ｐゴシック" panose="020B0600070205080204" pitchFamily="34" charset="-128"/>
              </a:rPr>
              <a:t>one RTT to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initiate TCP connection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ea typeface="ＭＳ Ｐゴシック" panose="020B0600070205080204" pitchFamily="34" charset="-128"/>
              </a:rPr>
              <a:t>one RTT for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HTTP request </a:t>
            </a:r>
            <a:r>
              <a:rPr lang="en-US" altLang="zh-TW" sz="2400" dirty="0">
                <a:ea typeface="ＭＳ Ｐゴシック" panose="020B0600070205080204" pitchFamily="34" charset="-128"/>
              </a:rPr>
              <a:t>and first few bytes of HTTP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response </a:t>
            </a:r>
            <a:r>
              <a:rPr lang="en-US" altLang="zh-TW" sz="2400" dirty="0">
                <a:ea typeface="ＭＳ Ｐゴシック" panose="020B0600070205080204" pitchFamily="34" charset="-128"/>
              </a:rPr>
              <a:t>to return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file transmission</a:t>
            </a:r>
            <a:r>
              <a:rPr lang="en-US" altLang="zh-TW" sz="2400" dirty="0">
                <a:ea typeface="ＭＳ Ｐゴシック" panose="020B0600070205080204" pitchFamily="34" charset="-128"/>
              </a:rPr>
              <a:t> time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(Overall) non-persistent HTTP response time =   	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2RTT+ file transmission  time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sp>
        <p:nvSpPr>
          <p:cNvPr id="142343" name="Line 15">
            <a:extLst>
              <a:ext uri="{FF2B5EF4-FFF2-40B4-BE49-F238E27FC236}">
                <a16:creationId xmlns:a16="http://schemas.microsoft.com/office/drawing/2014/main" id="{8380F307-1889-486B-8BF6-080C78568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6638" y="2490788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2344" name="Line 16">
            <a:extLst>
              <a:ext uri="{FF2B5EF4-FFF2-40B4-BE49-F238E27FC236}">
                <a16:creationId xmlns:a16="http://schemas.microsoft.com/office/drawing/2014/main" id="{F59F1200-EBC2-44EF-B481-43B1E571C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7325" y="2484438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2345" name="Line 17">
            <a:extLst>
              <a:ext uri="{FF2B5EF4-FFF2-40B4-BE49-F238E27FC236}">
                <a16:creationId xmlns:a16="http://schemas.microsoft.com/office/drawing/2014/main" id="{23A6C393-3542-42A3-BBF5-5676779C4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0925" y="2722563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2346" name="Line 18">
            <a:extLst>
              <a:ext uri="{FF2B5EF4-FFF2-40B4-BE49-F238E27FC236}">
                <a16:creationId xmlns:a16="http://schemas.microsoft.com/office/drawing/2014/main" id="{F2D75837-5624-4A1B-BCBA-6A82073263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6638" y="3160713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2347" name="Line 19">
            <a:extLst>
              <a:ext uri="{FF2B5EF4-FFF2-40B4-BE49-F238E27FC236}">
                <a16:creationId xmlns:a16="http://schemas.microsoft.com/office/drawing/2014/main" id="{B7C19EF2-9B59-4D60-9BA3-9F35B3575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4575" y="3668713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2348" name="Line 20">
            <a:extLst>
              <a:ext uri="{FF2B5EF4-FFF2-40B4-BE49-F238E27FC236}">
                <a16:creationId xmlns:a16="http://schemas.microsoft.com/office/drawing/2014/main" id="{AD45A9AC-0A48-4583-8B4B-117AF847D6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4151313"/>
            <a:ext cx="1673225" cy="379412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2349" name="AutoShape 21">
            <a:extLst>
              <a:ext uri="{FF2B5EF4-FFF2-40B4-BE49-F238E27FC236}">
                <a16:creationId xmlns:a16="http://schemas.microsoft.com/office/drawing/2014/main" id="{610CC053-EFC1-4D64-83F3-3B9D8C898440}"/>
              </a:ext>
            </a:extLst>
          </p:cNvPr>
          <p:cNvSpPr>
            <a:spLocks/>
          </p:cNvSpPr>
          <p:nvPr/>
        </p:nvSpPr>
        <p:spPr bwMode="auto">
          <a:xfrm>
            <a:off x="7886700" y="4067175"/>
            <a:ext cx="74613" cy="182563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42350" name="Text Box 22">
            <a:extLst>
              <a:ext uri="{FF2B5EF4-FFF2-40B4-BE49-F238E27FC236}">
                <a16:creationId xmlns:a16="http://schemas.microsoft.com/office/drawing/2014/main" id="{BD3DFA44-E649-4FF2-97EE-371922FF7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6863" y="3763963"/>
            <a:ext cx="9652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CC0000"/>
                </a:solidFill>
                <a:latin typeface="Arial" panose="020B0604020202020204" pitchFamily="34" charset="0"/>
              </a:rPr>
              <a:t>time to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CC0000"/>
                </a:solidFill>
                <a:latin typeface="Arial" panose="020B0604020202020204" pitchFamily="34" charset="0"/>
              </a:rPr>
              <a:t>transmit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CC0000"/>
                </a:solidFill>
                <a:latin typeface="Arial" panose="020B0604020202020204" pitchFamily="34" charset="0"/>
              </a:rPr>
              <a:t>file</a:t>
            </a:r>
          </a:p>
        </p:txBody>
      </p:sp>
      <p:sp>
        <p:nvSpPr>
          <p:cNvPr id="142351" name="Line 23">
            <a:extLst>
              <a:ext uri="{FF2B5EF4-FFF2-40B4-BE49-F238E27FC236}">
                <a16:creationId xmlns:a16="http://schemas.microsoft.com/office/drawing/2014/main" id="{B2DF6E54-759C-44A7-B511-F8AB2513E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2697163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2352" name="Text Box 24">
            <a:extLst>
              <a:ext uri="{FF2B5EF4-FFF2-40B4-BE49-F238E27FC236}">
                <a16:creationId xmlns:a16="http://schemas.microsoft.com/office/drawing/2014/main" id="{1D6D287C-23EC-44E1-A360-698306B27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813" y="2409825"/>
            <a:ext cx="12319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CC0000"/>
                </a:solidFill>
                <a:latin typeface="Arial" panose="020B0604020202020204" pitchFamily="34" charset="0"/>
              </a:rPr>
              <a:t>initiate TCP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CC0000"/>
                </a:solidFill>
                <a:latin typeface="Arial" panose="020B0604020202020204" pitchFamily="34" charset="0"/>
              </a:rPr>
              <a:t>connection</a:t>
            </a:r>
          </a:p>
        </p:txBody>
      </p:sp>
      <p:sp>
        <p:nvSpPr>
          <p:cNvPr id="142353" name="AutoShape 25">
            <a:extLst>
              <a:ext uri="{FF2B5EF4-FFF2-40B4-BE49-F238E27FC236}">
                <a16:creationId xmlns:a16="http://schemas.microsoft.com/office/drawing/2014/main" id="{D04AA938-C287-4FD3-B531-DAAEA7421939}"/>
              </a:ext>
            </a:extLst>
          </p:cNvPr>
          <p:cNvSpPr>
            <a:spLocks/>
          </p:cNvSpPr>
          <p:nvPr/>
        </p:nvSpPr>
        <p:spPr bwMode="auto">
          <a:xfrm>
            <a:off x="5861050" y="2747963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42354" name="Text Box 26">
            <a:extLst>
              <a:ext uri="{FF2B5EF4-FFF2-40B4-BE49-F238E27FC236}">
                <a16:creationId xmlns:a16="http://schemas.microsoft.com/office/drawing/2014/main" id="{625E352E-1753-4386-8BFF-67C50DAB5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2959100"/>
            <a:ext cx="5778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RTT</a:t>
            </a:r>
          </a:p>
        </p:txBody>
      </p:sp>
      <p:sp>
        <p:nvSpPr>
          <p:cNvPr id="142355" name="Line 27">
            <a:extLst>
              <a:ext uri="{FF2B5EF4-FFF2-40B4-BE49-F238E27FC236}">
                <a16:creationId xmlns:a16="http://schemas.microsoft.com/office/drawing/2014/main" id="{B97C87C4-036F-48B7-A80B-05D73F139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5325" y="3602038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2356" name="Text Box 28">
            <a:extLst>
              <a:ext uri="{FF2B5EF4-FFF2-40B4-BE49-F238E27FC236}">
                <a16:creationId xmlns:a16="http://schemas.microsoft.com/office/drawing/2014/main" id="{C8809A3B-FA4C-4BEC-B833-F5F82E65A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38" y="3302000"/>
            <a:ext cx="86201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CC0000"/>
                </a:solidFill>
                <a:latin typeface="Arial" panose="020B0604020202020204" pitchFamily="34" charset="0"/>
              </a:rPr>
              <a:t>request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CC0000"/>
                </a:solidFill>
                <a:latin typeface="Arial" panose="020B0604020202020204" pitchFamily="34" charset="0"/>
              </a:rPr>
              <a:t>file</a:t>
            </a:r>
          </a:p>
        </p:txBody>
      </p:sp>
      <p:sp>
        <p:nvSpPr>
          <p:cNvPr id="142357" name="AutoShape 29">
            <a:extLst>
              <a:ext uri="{FF2B5EF4-FFF2-40B4-BE49-F238E27FC236}">
                <a16:creationId xmlns:a16="http://schemas.microsoft.com/office/drawing/2014/main" id="{3D987912-F34D-40A0-81DC-B14CAED5457F}"/>
              </a:ext>
            </a:extLst>
          </p:cNvPr>
          <p:cNvSpPr>
            <a:spLocks/>
          </p:cNvSpPr>
          <p:nvPr/>
        </p:nvSpPr>
        <p:spPr bwMode="auto">
          <a:xfrm>
            <a:off x="5867400" y="3657600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42358" name="Text Box 30">
            <a:extLst>
              <a:ext uri="{FF2B5EF4-FFF2-40B4-BE49-F238E27FC236}">
                <a16:creationId xmlns:a16="http://schemas.microsoft.com/office/drawing/2014/main" id="{A1517A6A-BB7A-4680-8F8A-32E186087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0" y="3881438"/>
            <a:ext cx="57785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RTT</a:t>
            </a:r>
          </a:p>
        </p:txBody>
      </p:sp>
      <p:sp>
        <p:nvSpPr>
          <p:cNvPr id="142359" name="Line 35">
            <a:extLst>
              <a:ext uri="{FF2B5EF4-FFF2-40B4-BE49-F238E27FC236}">
                <a16:creationId xmlns:a16="http://schemas.microsoft.com/office/drawing/2014/main" id="{E0669156-7622-4F75-82F3-57B28760AD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6438" y="4591050"/>
            <a:ext cx="342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2360" name="Text Box 36">
            <a:extLst>
              <a:ext uri="{FF2B5EF4-FFF2-40B4-BE49-F238E27FC236}">
                <a16:creationId xmlns:a16="http://schemas.microsoft.com/office/drawing/2014/main" id="{2B881509-041A-4CED-9033-B1DD0C7FC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513" y="4438650"/>
            <a:ext cx="95091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CC0000"/>
                </a:solidFill>
                <a:latin typeface="Arial" panose="020B0604020202020204" pitchFamily="34" charset="0"/>
              </a:rPr>
              <a:t>file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CC0000"/>
                </a:solidFill>
                <a:latin typeface="Arial" panose="020B0604020202020204" pitchFamily="34" charset="0"/>
              </a:rPr>
              <a:t>received</a:t>
            </a:r>
          </a:p>
        </p:txBody>
      </p:sp>
      <p:sp>
        <p:nvSpPr>
          <p:cNvPr id="142361" name="Text Box 37">
            <a:extLst>
              <a:ext uri="{FF2B5EF4-FFF2-40B4-BE49-F238E27FC236}">
                <a16:creationId xmlns:a16="http://schemas.microsoft.com/office/drawing/2014/main" id="{ABC2235B-4E2C-4B2D-AA5E-8BD5DFA74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1213" y="5337175"/>
            <a:ext cx="5683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time</a:t>
            </a:r>
          </a:p>
        </p:txBody>
      </p:sp>
      <p:sp>
        <p:nvSpPr>
          <p:cNvPr id="142362" name="Text Box 38">
            <a:extLst>
              <a:ext uri="{FF2B5EF4-FFF2-40B4-BE49-F238E27FC236}">
                <a16:creationId xmlns:a16="http://schemas.microsoft.com/office/drawing/2014/main" id="{B23A9002-4909-435D-9DCF-9806A0FC2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200" y="5319713"/>
            <a:ext cx="568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time</a:t>
            </a:r>
          </a:p>
        </p:txBody>
      </p:sp>
      <p:grpSp>
        <p:nvGrpSpPr>
          <p:cNvPr id="142363" name="Group 43">
            <a:extLst>
              <a:ext uri="{FF2B5EF4-FFF2-40B4-BE49-F238E27FC236}">
                <a16:creationId xmlns:a16="http://schemas.microsoft.com/office/drawing/2014/main" id="{E7E1933B-E3BA-4404-8373-9AEEFD148542}"/>
              </a:ext>
            </a:extLst>
          </p:cNvPr>
          <p:cNvGrpSpPr>
            <a:grpSpLocks/>
          </p:cNvGrpSpPr>
          <p:nvPr/>
        </p:nvGrpSpPr>
        <p:grpSpPr bwMode="auto">
          <a:xfrm>
            <a:off x="7607300" y="1717675"/>
            <a:ext cx="423863" cy="684213"/>
            <a:chOff x="4140" y="429"/>
            <a:chExt cx="1425" cy="2396"/>
          </a:xfrm>
        </p:grpSpPr>
        <p:sp>
          <p:nvSpPr>
            <p:cNvPr id="142367" name="Freeform 44">
              <a:extLst>
                <a:ext uri="{FF2B5EF4-FFF2-40B4-BE49-F238E27FC236}">
                  <a16:creationId xmlns:a16="http://schemas.microsoft.com/office/drawing/2014/main" id="{ABA9B2D0-3049-40ED-AAB7-A78AF8B47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2368" name="Rectangle 45">
              <a:extLst>
                <a:ext uri="{FF2B5EF4-FFF2-40B4-BE49-F238E27FC236}">
                  <a16:creationId xmlns:a16="http://schemas.microsoft.com/office/drawing/2014/main" id="{A626C227-7D82-49A9-A860-35E69F9D9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42369" name="Freeform 46">
              <a:extLst>
                <a:ext uri="{FF2B5EF4-FFF2-40B4-BE49-F238E27FC236}">
                  <a16:creationId xmlns:a16="http://schemas.microsoft.com/office/drawing/2014/main" id="{0F527426-EE38-43A2-A2B7-3C4E7564D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2370" name="Freeform 47">
              <a:extLst>
                <a:ext uri="{FF2B5EF4-FFF2-40B4-BE49-F238E27FC236}">
                  <a16:creationId xmlns:a16="http://schemas.microsoft.com/office/drawing/2014/main" id="{CA9C50BC-D0C9-4894-A82C-3F71A8329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2371" name="Rectangle 48">
              <a:extLst>
                <a:ext uri="{FF2B5EF4-FFF2-40B4-BE49-F238E27FC236}">
                  <a16:creationId xmlns:a16="http://schemas.microsoft.com/office/drawing/2014/main" id="{DB8875E6-4FBE-43D9-B5A5-77EDB5186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42372" name="Group 49">
              <a:extLst>
                <a:ext uri="{FF2B5EF4-FFF2-40B4-BE49-F238E27FC236}">
                  <a16:creationId xmlns:a16="http://schemas.microsoft.com/office/drawing/2014/main" id="{EDBD1FD5-259C-4DDD-A5CC-DA5E2E2456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2397" name="AutoShape 50">
                <a:extLst>
                  <a:ext uri="{FF2B5EF4-FFF2-40B4-BE49-F238E27FC236}">
                    <a16:creationId xmlns:a16="http://schemas.microsoft.com/office/drawing/2014/main" id="{B8245BBA-30D4-4166-A75F-7629A147E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398" name="AutoShape 51">
                <a:extLst>
                  <a:ext uri="{FF2B5EF4-FFF2-40B4-BE49-F238E27FC236}">
                    <a16:creationId xmlns:a16="http://schemas.microsoft.com/office/drawing/2014/main" id="{3FBBFFBA-63F4-4E38-9FAF-2AE163C45C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373" name="Rectangle 52">
              <a:extLst>
                <a:ext uri="{FF2B5EF4-FFF2-40B4-BE49-F238E27FC236}">
                  <a16:creationId xmlns:a16="http://schemas.microsoft.com/office/drawing/2014/main" id="{20EE0D80-872F-4E97-9D38-419FEE9CE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42374" name="Group 53">
              <a:extLst>
                <a:ext uri="{FF2B5EF4-FFF2-40B4-BE49-F238E27FC236}">
                  <a16:creationId xmlns:a16="http://schemas.microsoft.com/office/drawing/2014/main" id="{15AB3614-59AF-424B-9B90-0AB5BAD107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2395" name="AutoShape 54">
                <a:extLst>
                  <a:ext uri="{FF2B5EF4-FFF2-40B4-BE49-F238E27FC236}">
                    <a16:creationId xmlns:a16="http://schemas.microsoft.com/office/drawing/2014/main" id="{ACE38901-5BC0-40A4-A4D7-04FE04F7E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396" name="AutoShape 55">
                <a:extLst>
                  <a:ext uri="{FF2B5EF4-FFF2-40B4-BE49-F238E27FC236}">
                    <a16:creationId xmlns:a16="http://schemas.microsoft.com/office/drawing/2014/main" id="{DEF67D75-07C6-4EFE-9BB0-8425362DD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375" name="Rectangle 56">
              <a:extLst>
                <a:ext uri="{FF2B5EF4-FFF2-40B4-BE49-F238E27FC236}">
                  <a16:creationId xmlns:a16="http://schemas.microsoft.com/office/drawing/2014/main" id="{90BE26DD-FBF7-4083-9BA9-FFA4CFADC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42376" name="Rectangle 57">
              <a:extLst>
                <a:ext uri="{FF2B5EF4-FFF2-40B4-BE49-F238E27FC236}">
                  <a16:creationId xmlns:a16="http://schemas.microsoft.com/office/drawing/2014/main" id="{48445C43-889A-4BD7-842D-D52FCC808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42377" name="Group 58">
              <a:extLst>
                <a:ext uri="{FF2B5EF4-FFF2-40B4-BE49-F238E27FC236}">
                  <a16:creationId xmlns:a16="http://schemas.microsoft.com/office/drawing/2014/main" id="{215C2E61-3001-4D42-BCA1-4338B58EFC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2393" name="AutoShape 59">
                <a:extLst>
                  <a:ext uri="{FF2B5EF4-FFF2-40B4-BE49-F238E27FC236}">
                    <a16:creationId xmlns:a16="http://schemas.microsoft.com/office/drawing/2014/main" id="{BB364BF8-8375-4AA6-A3F2-E840CF04D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394" name="AutoShape 60">
                <a:extLst>
                  <a:ext uri="{FF2B5EF4-FFF2-40B4-BE49-F238E27FC236}">
                    <a16:creationId xmlns:a16="http://schemas.microsoft.com/office/drawing/2014/main" id="{B5A0F977-3AAF-4BB0-859C-DB20961E10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378" name="Freeform 61">
              <a:extLst>
                <a:ext uri="{FF2B5EF4-FFF2-40B4-BE49-F238E27FC236}">
                  <a16:creationId xmlns:a16="http://schemas.microsoft.com/office/drawing/2014/main" id="{DBC4B202-3156-4680-A07B-B32E9CF3F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42379" name="Group 62">
              <a:extLst>
                <a:ext uri="{FF2B5EF4-FFF2-40B4-BE49-F238E27FC236}">
                  <a16:creationId xmlns:a16="http://schemas.microsoft.com/office/drawing/2014/main" id="{254BB576-362A-48D3-80C3-F4F4A6744D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2391" name="AutoShape 63">
                <a:extLst>
                  <a:ext uri="{FF2B5EF4-FFF2-40B4-BE49-F238E27FC236}">
                    <a16:creationId xmlns:a16="http://schemas.microsoft.com/office/drawing/2014/main" id="{F23FEC08-466C-4806-88EA-DAAEA25CA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392" name="AutoShape 64">
                <a:extLst>
                  <a:ext uri="{FF2B5EF4-FFF2-40B4-BE49-F238E27FC236}">
                    <a16:creationId xmlns:a16="http://schemas.microsoft.com/office/drawing/2014/main" id="{7BA0C0B4-422F-4512-94F3-ABA6F12FD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380" name="Rectangle 65">
              <a:extLst>
                <a:ext uri="{FF2B5EF4-FFF2-40B4-BE49-F238E27FC236}">
                  <a16:creationId xmlns:a16="http://schemas.microsoft.com/office/drawing/2014/main" id="{4299DCE6-BBEE-42D2-A21D-9F9F88DE6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42381" name="Freeform 66">
              <a:extLst>
                <a:ext uri="{FF2B5EF4-FFF2-40B4-BE49-F238E27FC236}">
                  <a16:creationId xmlns:a16="http://schemas.microsoft.com/office/drawing/2014/main" id="{169C61DD-3263-460B-8382-40F84680E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2382" name="Freeform 67">
              <a:extLst>
                <a:ext uri="{FF2B5EF4-FFF2-40B4-BE49-F238E27FC236}">
                  <a16:creationId xmlns:a16="http://schemas.microsoft.com/office/drawing/2014/main" id="{1AE72A6E-645E-47AD-BB5C-55EA26019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2383" name="Oval 68">
              <a:extLst>
                <a:ext uri="{FF2B5EF4-FFF2-40B4-BE49-F238E27FC236}">
                  <a16:creationId xmlns:a16="http://schemas.microsoft.com/office/drawing/2014/main" id="{BC2DD79F-3E59-4B37-B8F9-55A709C21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42384" name="Freeform 69">
              <a:extLst>
                <a:ext uri="{FF2B5EF4-FFF2-40B4-BE49-F238E27FC236}">
                  <a16:creationId xmlns:a16="http://schemas.microsoft.com/office/drawing/2014/main" id="{8C588EB2-97FD-43E9-AE35-203616149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2385" name="AutoShape 70">
              <a:extLst>
                <a:ext uri="{FF2B5EF4-FFF2-40B4-BE49-F238E27FC236}">
                  <a16:creationId xmlns:a16="http://schemas.microsoft.com/office/drawing/2014/main" id="{C92DF1BF-3E29-4C99-ABCC-9A6443893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42386" name="AutoShape 71">
              <a:extLst>
                <a:ext uri="{FF2B5EF4-FFF2-40B4-BE49-F238E27FC236}">
                  <a16:creationId xmlns:a16="http://schemas.microsoft.com/office/drawing/2014/main" id="{043D6EF3-4BFC-4735-A060-378BAB434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42387" name="Oval 72">
              <a:extLst>
                <a:ext uri="{FF2B5EF4-FFF2-40B4-BE49-F238E27FC236}">
                  <a16:creationId xmlns:a16="http://schemas.microsoft.com/office/drawing/2014/main" id="{2E6FCBCA-5933-40E6-8C40-C194C1E9F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42388" name="Oval 73">
              <a:extLst>
                <a:ext uri="{FF2B5EF4-FFF2-40B4-BE49-F238E27FC236}">
                  <a16:creationId xmlns:a16="http://schemas.microsoft.com/office/drawing/2014/main" id="{284853CE-389A-4F4B-8E22-0239D1969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389" name="Oval 74">
              <a:extLst>
                <a:ext uri="{FF2B5EF4-FFF2-40B4-BE49-F238E27FC236}">
                  <a16:creationId xmlns:a16="http://schemas.microsoft.com/office/drawing/2014/main" id="{AB88B390-F71E-45D7-A7B8-692B79C5B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42390" name="Rectangle 75">
              <a:extLst>
                <a:ext uri="{FF2B5EF4-FFF2-40B4-BE49-F238E27FC236}">
                  <a16:creationId xmlns:a16="http://schemas.microsoft.com/office/drawing/2014/main" id="{13C2C792-D8BA-4609-8385-BB3CB33D5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42364" name="Group 76">
            <a:extLst>
              <a:ext uri="{FF2B5EF4-FFF2-40B4-BE49-F238E27FC236}">
                <a16:creationId xmlns:a16="http://schemas.microsoft.com/office/drawing/2014/main" id="{1AC7FE19-1C10-4548-A9D3-2E9B8D388F3F}"/>
              </a:ext>
            </a:extLst>
          </p:cNvPr>
          <p:cNvGrpSpPr>
            <a:grpSpLocks/>
          </p:cNvGrpSpPr>
          <p:nvPr/>
        </p:nvGrpSpPr>
        <p:grpSpPr bwMode="auto">
          <a:xfrm>
            <a:off x="5605463" y="1739900"/>
            <a:ext cx="698500" cy="709613"/>
            <a:chOff x="-44" y="1473"/>
            <a:chExt cx="981" cy="1105"/>
          </a:xfrm>
        </p:grpSpPr>
        <p:pic>
          <p:nvPicPr>
            <p:cNvPr id="142365" name="Picture 77" descr="desktop_computer_stylized_medium">
              <a:extLst>
                <a:ext uri="{FF2B5EF4-FFF2-40B4-BE49-F238E27FC236}">
                  <a16:creationId xmlns:a16="http://schemas.microsoft.com/office/drawing/2014/main" id="{D10C61D2-63C6-453E-9FD9-E5FFA3009E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366" name="Freeform 78">
              <a:extLst>
                <a:ext uri="{FF2B5EF4-FFF2-40B4-BE49-F238E27FC236}">
                  <a16:creationId xmlns:a16="http://schemas.microsoft.com/office/drawing/2014/main" id="{F1DF76D7-7E13-48D7-9998-4A2434A5939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9" grpId="0" animBg="1"/>
      <p:bldP spid="142350" grpId="0"/>
      <p:bldP spid="142353" grpId="0" animBg="1"/>
      <p:bldP spid="142354" grpId="0"/>
      <p:bldP spid="142357" grpId="0" animBg="1"/>
      <p:bldP spid="1423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02D8CBD5-194C-415F-8D62-4196DA8B2D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44387" name="Rectangle 8">
            <a:extLst>
              <a:ext uri="{FF2B5EF4-FFF2-40B4-BE49-F238E27FC236}">
                <a16:creationId xmlns:a16="http://schemas.microsoft.com/office/drawing/2014/main" id="{69246428-49B8-44D2-8007-E63CC0F076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991FE90C-73C3-4DF0-8858-AF8D07C99EE6}" type="slidenum">
              <a:rPr lang="en-US" altLang="en-US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44388" name="Picture 42" descr="underline_base">
            <a:extLst>
              <a:ext uri="{FF2B5EF4-FFF2-40B4-BE49-F238E27FC236}">
                <a16:creationId xmlns:a16="http://schemas.microsoft.com/office/drawing/2014/main" id="{5D63D771-08E3-4F5A-98F8-3D7D36A124F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668338"/>
            <a:ext cx="70072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9" name="Rectangle 2">
            <a:extLst>
              <a:ext uri="{FF2B5EF4-FFF2-40B4-BE49-F238E27FC236}">
                <a16:creationId xmlns:a16="http://schemas.microsoft.com/office/drawing/2014/main" id="{9B0C46B1-D885-4AD1-A94E-160C0DAA0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2888" y="0"/>
            <a:ext cx="8223250" cy="925513"/>
          </a:xfrm>
        </p:spPr>
        <p:txBody>
          <a:bodyPr/>
          <a:lstStyle/>
          <a:p>
            <a:r>
              <a:rPr lang="en-US" altLang="en-US" sz="3600"/>
              <a:t>Persistent HTTP: response time</a:t>
            </a:r>
          </a:p>
        </p:txBody>
      </p:sp>
      <p:sp>
        <p:nvSpPr>
          <p:cNvPr id="144390" name="Rectangle 3">
            <a:extLst>
              <a:ext uri="{FF2B5EF4-FFF2-40B4-BE49-F238E27FC236}">
                <a16:creationId xmlns:a16="http://schemas.microsoft.com/office/drawing/2014/main" id="{7F07EC7A-36AD-472B-8518-07C2BFBBCF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58888"/>
            <a:ext cx="435927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0070C0"/>
                </a:solidFill>
              </a:rPr>
              <a:t>First</a:t>
            </a:r>
            <a:r>
              <a:rPr lang="en-US" altLang="en-US" sz="2400" dirty="0">
                <a:solidFill>
                  <a:srgbClr val="0070C0"/>
                </a:solidFill>
              </a:rPr>
              <a:t> request is same as non-persistent HTTP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i="1" dirty="0"/>
              <a:t>Subsequent</a:t>
            </a:r>
            <a:r>
              <a:rPr lang="en-US" altLang="en-US" sz="2400" dirty="0"/>
              <a:t> HTTP response time:</a:t>
            </a:r>
          </a:p>
          <a:p>
            <a:r>
              <a:rPr lang="en-US" altLang="en-US" sz="2400" dirty="0"/>
              <a:t>one RTT for HTTP request and first few bytes of HTTP response to return</a:t>
            </a:r>
          </a:p>
          <a:p>
            <a:r>
              <a:rPr lang="en-US" altLang="en-US" sz="2400" dirty="0"/>
              <a:t>file transmission time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grpSp>
        <p:nvGrpSpPr>
          <p:cNvPr id="144391" name="Group 1">
            <a:extLst>
              <a:ext uri="{FF2B5EF4-FFF2-40B4-BE49-F238E27FC236}">
                <a16:creationId xmlns:a16="http://schemas.microsoft.com/office/drawing/2014/main" id="{6A02A2BB-14F0-4027-BCAE-24C08AEAAABA}"/>
              </a:ext>
            </a:extLst>
          </p:cNvPr>
          <p:cNvGrpSpPr>
            <a:grpSpLocks/>
          </p:cNvGrpSpPr>
          <p:nvPr/>
        </p:nvGrpSpPr>
        <p:grpSpPr bwMode="auto">
          <a:xfrm>
            <a:off x="6353175" y="1931988"/>
            <a:ext cx="1690688" cy="3944937"/>
            <a:chOff x="6352612" y="1931373"/>
            <a:chExt cx="1690687" cy="2881312"/>
          </a:xfrm>
        </p:grpSpPr>
        <p:sp>
          <p:nvSpPr>
            <p:cNvPr id="144455" name="Line 15">
              <a:extLst>
                <a:ext uri="{FF2B5EF4-FFF2-40B4-BE49-F238E27FC236}">
                  <a16:creationId xmlns:a16="http://schemas.microsoft.com/office/drawing/2014/main" id="{FE8A740D-DEA9-4E43-A8CB-788B346B0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2612" y="1937723"/>
              <a:ext cx="0" cy="28321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44456" name="Line 16">
              <a:extLst>
                <a:ext uri="{FF2B5EF4-FFF2-40B4-BE49-F238E27FC236}">
                  <a16:creationId xmlns:a16="http://schemas.microsoft.com/office/drawing/2014/main" id="{E21AE62A-626B-4FFE-A2CF-E67D87457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43299" y="1931373"/>
              <a:ext cx="0" cy="28813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sp>
        <p:nvSpPr>
          <p:cNvPr id="144392" name="Line 17">
            <a:extLst>
              <a:ext uri="{FF2B5EF4-FFF2-40B4-BE49-F238E27FC236}">
                <a16:creationId xmlns:a16="http://schemas.microsoft.com/office/drawing/2014/main" id="{BE638434-592B-493A-967D-6676404678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7463" y="2170113"/>
            <a:ext cx="1684337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4393" name="Line 18">
            <a:extLst>
              <a:ext uri="{FF2B5EF4-FFF2-40B4-BE49-F238E27FC236}">
                <a16:creationId xmlns:a16="http://schemas.microsoft.com/office/drawing/2014/main" id="{4B5967A7-A9E8-4B1E-B0BF-2BEC21F6D0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53175" y="2608263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4394" name="Line 19">
            <a:extLst>
              <a:ext uri="{FF2B5EF4-FFF2-40B4-BE49-F238E27FC236}">
                <a16:creationId xmlns:a16="http://schemas.microsoft.com/office/drawing/2014/main" id="{7684CF46-C7F6-4A34-B7C6-2A2082916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1113" y="3116263"/>
            <a:ext cx="1684337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4395" name="Line 20">
            <a:extLst>
              <a:ext uri="{FF2B5EF4-FFF2-40B4-BE49-F238E27FC236}">
                <a16:creationId xmlns:a16="http://schemas.microsoft.com/office/drawing/2014/main" id="{58445593-FEC2-46B2-BDB3-909586A459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6988" y="3598863"/>
            <a:ext cx="1673225" cy="379412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4396" name="AutoShape 21">
            <a:extLst>
              <a:ext uri="{FF2B5EF4-FFF2-40B4-BE49-F238E27FC236}">
                <a16:creationId xmlns:a16="http://schemas.microsoft.com/office/drawing/2014/main" id="{06C63177-6E2D-4C59-81C4-8EF425E6FC5C}"/>
              </a:ext>
            </a:extLst>
          </p:cNvPr>
          <p:cNvSpPr>
            <a:spLocks/>
          </p:cNvSpPr>
          <p:nvPr/>
        </p:nvSpPr>
        <p:spPr bwMode="auto">
          <a:xfrm>
            <a:off x="8123238" y="3514725"/>
            <a:ext cx="74612" cy="182563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4397" name="Text Box 22">
            <a:extLst>
              <a:ext uri="{FF2B5EF4-FFF2-40B4-BE49-F238E27FC236}">
                <a16:creationId xmlns:a16="http://schemas.microsoft.com/office/drawing/2014/main" id="{C8463DD7-FA96-4676-9074-9CA975E83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211513"/>
            <a:ext cx="9652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time to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transmit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file 1</a:t>
            </a:r>
          </a:p>
        </p:txBody>
      </p:sp>
      <p:sp>
        <p:nvSpPr>
          <p:cNvPr id="144398" name="Line 23">
            <a:extLst>
              <a:ext uri="{FF2B5EF4-FFF2-40B4-BE49-F238E27FC236}">
                <a16:creationId xmlns:a16="http://schemas.microsoft.com/office/drawing/2014/main" id="{E79DFAC6-8503-4E62-9AFD-3A7E2661C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2650" y="2144713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4399" name="Text Box 24">
            <a:extLst>
              <a:ext uri="{FF2B5EF4-FFF2-40B4-BE49-F238E27FC236}">
                <a16:creationId xmlns:a16="http://schemas.microsoft.com/office/drawing/2014/main" id="{516CC27C-183A-47BB-A48E-EC98891A5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50" y="1857375"/>
            <a:ext cx="12319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initiate TCP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connection</a:t>
            </a:r>
          </a:p>
        </p:txBody>
      </p:sp>
      <p:sp>
        <p:nvSpPr>
          <p:cNvPr id="144400" name="AutoShape 25">
            <a:extLst>
              <a:ext uri="{FF2B5EF4-FFF2-40B4-BE49-F238E27FC236}">
                <a16:creationId xmlns:a16="http://schemas.microsoft.com/office/drawing/2014/main" id="{ADEA66C2-0E92-453B-842D-63BC8D31D83A}"/>
              </a:ext>
            </a:extLst>
          </p:cNvPr>
          <p:cNvSpPr>
            <a:spLocks/>
          </p:cNvSpPr>
          <p:nvPr/>
        </p:nvSpPr>
        <p:spPr bwMode="auto">
          <a:xfrm>
            <a:off x="6097588" y="2195513"/>
            <a:ext cx="128587" cy="803275"/>
          </a:xfrm>
          <a:prstGeom prst="leftBrace">
            <a:avLst>
              <a:gd name="adj1" fmla="val 5205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3333CC"/>
              </a:buClr>
              <a:buSzPct val="85000"/>
              <a:buFont typeface="ZapfDingbats" pitchFamily="82" charset="2"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4401" name="Text Box 26">
            <a:extLst>
              <a:ext uri="{FF2B5EF4-FFF2-40B4-BE49-F238E27FC236}">
                <a16:creationId xmlns:a16="http://schemas.microsoft.com/office/drawing/2014/main" id="{906302A6-E12D-4C74-8354-D5DBE185E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2406650"/>
            <a:ext cx="5778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RTT</a:t>
            </a:r>
          </a:p>
        </p:txBody>
      </p:sp>
      <p:sp>
        <p:nvSpPr>
          <p:cNvPr id="144402" name="Line 27">
            <a:extLst>
              <a:ext uri="{FF2B5EF4-FFF2-40B4-BE49-F238E27FC236}">
                <a16:creationId xmlns:a16="http://schemas.microsoft.com/office/drawing/2014/main" id="{718FDC06-5198-4D77-A316-73A491038D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3049588"/>
            <a:ext cx="354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4403" name="Text Box 28">
            <a:extLst>
              <a:ext uri="{FF2B5EF4-FFF2-40B4-BE49-F238E27FC236}">
                <a16:creationId xmlns:a16="http://schemas.microsoft.com/office/drawing/2014/main" id="{D68A383B-D4DA-4F45-B3D8-429351E77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763" y="3032125"/>
            <a:ext cx="86201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request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file 1</a:t>
            </a:r>
          </a:p>
        </p:txBody>
      </p:sp>
      <p:sp>
        <p:nvSpPr>
          <p:cNvPr id="144404" name="AutoShape 29">
            <a:extLst>
              <a:ext uri="{FF2B5EF4-FFF2-40B4-BE49-F238E27FC236}">
                <a16:creationId xmlns:a16="http://schemas.microsoft.com/office/drawing/2014/main" id="{042701F6-A1F6-4CFE-9B2D-236017DBA1C2}"/>
              </a:ext>
            </a:extLst>
          </p:cNvPr>
          <p:cNvSpPr>
            <a:spLocks/>
          </p:cNvSpPr>
          <p:nvPr/>
        </p:nvSpPr>
        <p:spPr bwMode="auto">
          <a:xfrm>
            <a:off x="6103938" y="3105150"/>
            <a:ext cx="128587" cy="803275"/>
          </a:xfrm>
          <a:prstGeom prst="leftBrace">
            <a:avLst>
              <a:gd name="adj1" fmla="val 5205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3333CC"/>
              </a:buClr>
              <a:buSzPct val="85000"/>
              <a:buFont typeface="ZapfDingbats" pitchFamily="82" charset="2"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4405" name="Text Box 30">
            <a:extLst>
              <a:ext uri="{FF2B5EF4-FFF2-40B4-BE49-F238E27FC236}">
                <a16:creationId xmlns:a16="http://schemas.microsoft.com/office/drawing/2014/main" id="{2DC510F2-1057-438F-97E6-2DAC2FF6A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4038" y="3328988"/>
            <a:ext cx="57785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RTT</a:t>
            </a:r>
          </a:p>
        </p:txBody>
      </p:sp>
      <p:sp>
        <p:nvSpPr>
          <p:cNvPr id="144406" name="Line 35">
            <a:extLst>
              <a:ext uri="{FF2B5EF4-FFF2-40B4-BE49-F238E27FC236}">
                <a16:creationId xmlns:a16="http://schemas.microsoft.com/office/drawing/2014/main" id="{C05D12F5-CE83-4B60-87BE-4C7FE3559E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22975" y="4038600"/>
            <a:ext cx="342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4407" name="Text Box 36">
            <a:extLst>
              <a:ext uri="{FF2B5EF4-FFF2-40B4-BE49-F238E27FC236}">
                <a16:creationId xmlns:a16="http://schemas.microsoft.com/office/drawing/2014/main" id="{E5FDA207-FA79-478C-A37A-1219BC53F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5" y="3886200"/>
            <a:ext cx="1627188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file 1 received</a:t>
            </a:r>
          </a:p>
        </p:txBody>
      </p:sp>
      <p:sp>
        <p:nvSpPr>
          <p:cNvPr id="144408" name="Text Box 37">
            <a:extLst>
              <a:ext uri="{FF2B5EF4-FFF2-40B4-BE49-F238E27FC236}">
                <a16:creationId xmlns:a16="http://schemas.microsoft.com/office/drawing/2014/main" id="{541886C5-35EC-45EC-8F2C-A234001D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0" y="5846763"/>
            <a:ext cx="568325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time</a:t>
            </a:r>
          </a:p>
        </p:txBody>
      </p:sp>
      <p:sp>
        <p:nvSpPr>
          <p:cNvPr id="144409" name="Text Box 38">
            <a:extLst>
              <a:ext uri="{FF2B5EF4-FFF2-40B4-BE49-F238E27FC236}">
                <a16:creationId xmlns:a16="http://schemas.microsoft.com/office/drawing/2014/main" id="{D5A0B302-8B9F-4FD8-9889-16BD313E4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738" y="5829300"/>
            <a:ext cx="568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time</a:t>
            </a:r>
          </a:p>
        </p:txBody>
      </p:sp>
      <p:grpSp>
        <p:nvGrpSpPr>
          <p:cNvPr id="144410" name="Group 43">
            <a:extLst>
              <a:ext uri="{FF2B5EF4-FFF2-40B4-BE49-F238E27FC236}">
                <a16:creationId xmlns:a16="http://schemas.microsoft.com/office/drawing/2014/main" id="{0DD1E49D-A8CC-4A99-A3BF-1F7C7FC2FD6E}"/>
              </a:ext>
            </a:extLst>
          </p:cNvPr>
          <p:cNvGrpSpPr>
            <a:grpSpLocks/>
          </p:cNvGrpSpPr>
          <p:nvPr/>
        </p:nvGrpSpPr>
        <p:grpSpPr bwMode="auto">
          <a:xfrm>
            <a:off x="7843838" y="1165225"/>
            <a:ext cx="423862" cy="684213"/>
            <a:chOff x="4140" y="429"/>
            <a:chExt cx="1425" cy="2396"/>
          </a:xfrm>
        </p:grpSpPr>
        <p:sp>
          <p:nvSpPr>
            <p:cNvPr id="144423" name="Freeform 44">
              <a:extLst>
                <a:ext uri="{FF2B5EF4-FFF2-40B4-BE49-F238E27FC236}">
                  <a16:creationId xmlns:a16="http://schemas.microsoft.com/office/drawing/2014/main" id="{1C187818-FC38-46B3-9512-773A62324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4424" name="Rectangle 45">
              <a:extLst>
                <a:ext uri="{FF2B5EF4-FFF2-40B4-BE49-F238E27FC236}">
                  <a16:creationId xmlns:a16="http://schemas.microsoft.com/office/drawing/2014/main" id="{24BB1D78-403A-4BBB-81B6-F71B03784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425" name="Freeform 46">
              <a:extLst>
                <a:ext uri="{FF2B5EF4-FFF2-40B4-BE49-F238E27FC236}">
                  <a16:creationId xmlns:a16="http://schemas.microsoft.com/office/drawing/2014/main" id="{F12D53B5-7580-41E5-A46D-3DB55B40C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4426" name="Freeform 47">
              <a:extLst>
                <a:ext uri="{FF2B5EF4-FFF2-40B4-BE49-F238E27FC236}">
                  <a16:creationId xmlns:a16="http://schemas.microsoft.com/office/drawing/2014/main" id="{6735B8E8-DB20-46AC-8BD6-D14A792EC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4427" name="Rectangle 48">
              <a:extLst>
                <a:ext uri="{FF2B5EF4-FFF2-40B4-BE49-F238E27FC236}">
                  <a16:creationId xmlns:a16="http://schemas.microsoft.com/office/drawing/2014/main" id="{1C6D2EF1-7C73-4A1A-A26E-80CAF9E42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4428" name="Group 49">
              <a:extLst>
                <a:ext uri="{FF2B5EF4-FFF2-40B4-BE49-F238E27FC236}">
                  <a16:creationId xmlns:a16="http://schemas.microsoft.com/office/drawing/2014/main" id="{0604CB54-FBDD-4A09-A0F1-9B0413765E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4453" name="AutoShape 50">
                <a:extLst>
                  <a:ext uri="{FF2B5EF4-FFF2-40B4-BE49-F238E27FC236}">
                    <a16:creationId xmlns:a16="http://schemas.microsoft.com/office/drawing/2014/main" id="{5178A641-6DF4-4477-B9F0-BAEF3BAC67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4454" name="AutoShape 51">
                <a:extLst>
                  <a:ext uri="{FF2B5EF4-FFF2-40B4-BE49-F238E27FC236}">
                    <a16:creationId xmlns:a16="http://schemas.microsoft.com/office/drawing/2014/main" id="{9D038085-FC43-4DE8-B80D-F083EE992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29" name="Rectangle 52">
              <a:extLst>
                <a:ext uri="{FF2B5EF4-FFF2-40B4-BE49-F238E27FC236}">
                  <a16:creationId xmlns:a16="http://schemas.microsoft.com/office/drawing/2014/main" id="{9C34FEF2-F3DF-4510-9E7C-7B4C91514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4430" name="Group 53">
              <a:extLst>
                <a:ext uri="{FF2B5EF4-FFF2-40B4-BE49-F238E27FC236}">
                  <a16:creationId xmlns:a16="http://schemas.microsoft.com/office/drawing/2014/main" id="{7CE4A39A-D117-4474-A412-22BFF552DA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4451" name="AutoShape 54">
                <a:extLst>
                  <a:ext uri="{FF2B5EF4-FFF2-40B4-BE49-F238E27FC236}">
                    <a16:creationId xmlns:a16="http://schemas.microsoft.com/office/drawing/2014/main" id="{DE31D584-884F-462C-93C0-FC369C513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4452" name="AutoShape 55">
                <a:extLst>
                  <a:ext uri="{FF2B5EF4-FFF2-40B4-BE49-F238E27FC236}">
                    <a16:creationId xmlns:a16="http://schemas.microsoft.com/office/drawing/2014/main" id="{649CD1AA-D893-4789-AE68-B5EC91B23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31" name="Rectangle 56">
              <a:extLst>
                <a:ext uri="{FF2B5EF4-FFF2-40B4-BE49-F238E27FC236}">
                  <a16:creationId xmlns:a16="http://schemas.microsoft.com/office/drawing/2014/main" id="{A78FB479-B46E-4BD1-9461-879FEF9C3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432" name="Rectangle 57">
              <a:extLst>
                <a:ext uri="{FF2B5EF4-FFF2-40B4-BE49-F238E27FC236}">
                  <a16:creationId xmlns:a16="http://schemas.microsoft.com/office/drawing/2014/main" id="{64D573E1-A4D4-4613-899D-99C84E279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4433" name="Group 58">
              <a:extLst>
                <a:ext uri="{FF2B5EF4-FFF2-40B4-BE49-F238E27FC236}">
                  <a16:creationId xmlns:a16="http://schemas.microsoft.com/office/drawing/2014/main" id="{6C8B891E-CAF4-4169-95D0-97C073A4C4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4449" name="AutoShape 59">
                <a:extLst>
                  <a:ext uri="{FF2B5EF4-FFF2-40B4-BE49-F238E27FC236}">
                    <a16:creationId xmlns:a16="http://schemas.microsoft.com/office/drawing/2014/main" id="{DFBB6DF8-AFB1-4CA6-A9A6-F50817D61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4450" name="AutoShape 60">
                <a:extLst>
                  <a:ext uri="{FF2B5EF4-FFF2-40B4-BE49-F238E27FC236}">
                    <a16:creationId xmlns:a16="http://schemas.microsoft.com/office/drawing/2014/main" id="{A50840D6-E6BD-4084-A9EB-50B867FFC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34" name="Freeform 61">
              <a:extLst>
                <a:ext uri="{FF2B5EF4-FFF2-40B4-BE49-F238E27FC236}">
                  <a16:creationId xmlns:a16="http://schemas.microsoft.com/office/drawing/2014/main" id="{56D19728-4108-4026-A213-723C2B1FC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44435" name="Group 62">
              <a:extLst>
                <a:ext uri="{FF2B5EF4-FFF2-40B4-BE49-F238E27FC236}">
                  <a16:creationId xmlns:a16="http://schemas.microsoft.com/office/drawing/2014/main" id="{88317391-0112-4014-AA59-ECCDAA7C8C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4447" name="AutoShape 63">
                <a:extLst>
                  <a:ext uri="{FF2B5EF4-FFF2-40B4-BE49-F238E27FC236}">
                    <a16:creationId xmlns:a16="http://schemas.microsoft.com/office/drawing/2014/main" id="{83EFC087-B576-46B6-9863-6AD8807F7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4448" name="AutoShape 64">
                <a:extLst>
                  <a:ext uri="{FF2B5EF4-FFF2-40B4-BE49-F238E27FC236}">
                    <a16:creationId xmlns:a16="http://schemas.microsoft.com/office/drawing/2014/main" id="{F9B6DE1A-FF14-4F4F-B196-E3653E369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36" name="Rectangle 65">
              <a:extLst>
                <a:ext uri="{FF2B5EF4-FFF2-40B4-BE49-F238E27FC236}">
                  <a16:creationId xmlns:a16="http://schemas.microsoft.com/office/drawing/2014/main" id="{D7D84BFF-52F8-4605-9BBC-CC3694EC2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437" name="Freeform 66">
              <a:extLst>
                <a:ext uri="{FF2B5EF4-FFF2-40B4-BE49-F238E27FC236}">
                  <a16:creationId xmlns:a16="http://schemas.microsoft.com/office/drawing/2014/main" id="{7B5FECAE-9A52-417E-A336-F00904D70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4438" name="Freeform 67">
              <a:extLst>
                <a:ext uri="{FF2B5EF4-FFF2-40B4-BE49-F238E27FC236}">
                  <a16:creationId xmlns:a16="http://schemas.microsoft.com/office/drawing/2014/main" id="{C5873624-0588-496C-9A84-10551D166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4439" name="Oval 68">
              <a:extLst>
                <a:ext uri="{FF2B5EF4-FFF2-40B4-BE49-F238E27FC236}">
                  <a16:creationId xmlns:a16="http://schemas.microsoft.com/office/drawing/2014/main" id="{63068771-3F2E-433B-9D8F-08013174D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440" name="Freeform 69">
              <a:extLst>
                <a:ext uri="{FF2B5EF4-FFF2-40B4-BE49-F238E27FC236}">
                  <a16:creationId xmlns:a16="http://schemas.microsoft.com/office/drawing/2014/main" id="{71CAFAF8-2CF0-4E3A-BBE3-6F82A2C6E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4441" name="AutoShape 70">
              <a:extLst>
                <a:ext uri="{FF2B5EF4-FFF2-40B4-BE49-F238E27FC236}">
                  <a16:creationId xmlns:a16="http://schemas.microsoft.com/office/drawing/2014/main" id="{28DA6C22-A83D-4D6A-940E-5D6CA54DB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442" name="AutoShape 71">
              <a:extLst>
                <a:ext uri="{FF2B5EF4-FFF2-40B4-BE49-F238E27FC236}">
                  <a16:creationId xmlns:a16="http://schemas.microsoft.com/office/drawing/2014/main" id="{8D35E47E-7D44-4FF7-8204-9C1294F5E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443" name="Oval 72">
              <a:extLst>
                <a:ext uri="{FF2B5EF4-FFF2-40B4-BE49-F238E27FC236}">
                  <a16:creationId xmlns:a16="http://schemas.microsoft.com/office/drawing/2014/main" id="{D3D9FE76-DD72-4239-92D4-5832C7C4E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444" name="Oval 73">
              <a:extLst>
                <a:ext uri="{FF2B5EF4-FFF2-40B4-BE49-F238E27FC236}">
                  <a16:creationId xmlns:a16="http://schemas.microsoft.com/office/drawing/2014/main" id="{E29ACA5F-9681-4CF4-B00C-D77B55E3C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445" name="Oval 74">
              <a:extLst>
                <a:ext uri="{FF2B5EF4-FFF2-40B4-BE49-F238E27FC236}">
                  <a16:creationId xmlns:a16="http://schemas.microsoft.com/office/drawing/2014/main" id="{7A0C32ED-3A9A-4B18-B9EF-B67D09B91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446" name="Rectangle 75">
              <a:extLst>
                <a:ext uri="{FF2B5EF4-FFF2-40B4-BE49-F238E27FC236}">
                  <a16:creationId xmlns:a16="http://schemas.microsoft.com/office/drawing/2014/main" id="{6DDE804D-D903-4002-B158-220A6357B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4411" name="Group 76">
            <a:extLst>
              <a:ext uri="{FF2B5EF4-FFF2-40B4-BE49-F238E27FC236}">
                <a16:creationId xmlns:a16="http://schemas.microsoft.com/office/drawing/2014/main" id="{A5F3102E-297D-4C82-9F5A-30B144F9E5AA}"/>
              </a:ext>
            </a:extLst>
          </p:cNvPr>
          <p:cNvGrpSpPr>
            <a:grpSpLocks/>
          </p:cNvGrpSpPr>
          <p:nvPr/>
        </p:nvGrpSpPr>
        <p:grpSpPr bwMode="auto">
          <a:xfrm>
            <a:off x="5842000" y="1187450"/>
            <a:ext cx="698500" cy="709613"/>
            <a:chOff x="-44" y="1473"/>
            <a:chExt cx="981" cy="1105"/>
          </a:xfrm>
        </p:grpSpPr>
        <p:pic>
          <p:nvPicPr>
            <p:cNvPr id="144421" name="Picture 77" descr="desktop_computer_stylized_medium">
              <a:extLst>
                <a:ext uri="{FF2B5EF4-FFF2-40B4-BE49-F238E27FC236}">
                  <a16:creationId xmlns:a16="http://schemas.microsoft.com/office/drawing/2014/main" id="{65FD2BDE-3E11-435D-AE60-B3DB3D6BB9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4422" name="Freeform 78">
              <a:extLst>
                <a:ext uri="{FF2B5EF4-FFF2-40B4-BE49-F238E27FC236}">
                  <a16:creationId xmlns:a16="http://schemas.microsoft.com/office/drawing/2014/main" id="{67551F07-3923-4B6C-A8E6-BA81755C9B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87315015 w 356"/>
                <a:gd name="T3" fmla="*/ 12510733 h 368"/>
                <a:gd name="T4" fmla="*/ 103580447 w 356"/>
                <a:gd name="T5" fmla="*/ 260637846 h 368"/>
                <a:gd name="T6" fmla="*/ 22827683 w 356"/>
                <a:gd name="T7" fmla="*/ 3259625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sp>
        <p:nvSpPr>
          <p:cNvPr id="144412" name="Line 19">
            <a:extLst>
              <a:ext uri="{FF2B5EF4-FFF2-40B4-BE49-F238E27FC236}">
                <a16:creationId xmlns:a16="http://schemas.microsoft.com/office/drawing/2014/main" id="{8CB8F4D2-3E83-4A2C-9A59-6B34B668DD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1588" y="4117975"/>
            <a:ext cx="1684337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4413" name="Line 20">
            <a:extLst>
              <a:ext uri="{FF2B5EF4-FFF2-40B4-BE49-F238E27FC236}">
                <a16:creationId xmlns:a16="http://schemas.microsoft.com/office/drawing/2014/main" id="{E6C776EF-CB68-4AF0-965E-D5C6E277A9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67463" y="4600575"/>
            <a:ext cx="1673225" cy="379413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4414" name="AutoShape 21">
            <a:extLst>
              <a:ext uri="{FF2B5EF4-FFF2-40B4-BE49-F238E27FC236}">
                <a16:creationId xmlns:a16="http://schemas.microsoft.com/office/drawing/2014/main" id="{C9E22886-3048-487C-AAB6-E7020D570BB8}"/>
              </a:ext>
            </a:extLst>
          </p:cNvPr>
          <p:cNvSpPr>
            <a:spLocks/>
          </p:cNvSpPr>
          <p:nvPr/>
        </p:nvSpPr>
        <p:spPr bwMode="auto">
          <a:xfrm>
            <a:off x="8113713" y="4516438"/>
            <a:ext cx="74612" cy="182562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4415" name="Text Box 22">
            <a:extLst>
              <a:ext uri="{FF2B5EF4-FFF2-40B4-BE49-F238E27FC236}">
                <a16:creationId xmlns:a16="http://schemas.microsoft.com/office/drawing/2014/main" id="{CEC96A0D-F69A-481B-9DAD-BA0E25434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75" y="4213225"/>
            <a:ext cx="9652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CC0000"/>
                </a:solidFill>
                <a:latin typeface="Arial" panose="020B0604020202020204" pitchFamily="34" charset="0"/>
              </a:rPr>
              <a:t>time to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CC0000"/>
                </a:solidFill>
                <a:latin typeface="Arial" panose="020B0604020202020204" pitchFamily="34" charset="0"/>
              </a:rPr>
              <a:t>transmit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CC0000"/>
                </a:solidFill>
                <a:latin typeface="Arial" panose="020B0604020202020204" pitchFamily="34" charset="0"/>
              </a:rPr>
              <a:t>file 2</a:t>
            </a:r>
          </a:p>
        </p:txBody>
      </p:sp>
      <p:sp>
        <p:nvSpPr>
          <p:cNvPr id="144416" name="AutoShape 29">
            <a:extLst>
              <a:ext uri="{FF2B5EF4-FFF2-40B4-BE49-F238E27FC236}">
                <a16:creationId xmlns:a16="http://schemas.microsoft.com/office/drawing/2014/main" id="{D7727DB6-46E7-4306-A1B9-8C52E6737875}"/>
              </a:ext>
            </a:extLst>
          </p:cNvPr>
          <p:cNvSpPr>
            <a:spLocks/>
          </p:cNvSpPr>
          <p:nvPr/>
        </p:nvSpPr>
        <p:spPr bwMode="auto">
          <a:xfrm>
            <a:off x="6094413" y="4106863"/>
            <a:ext cx="128587" cy="803275"/>
          </a:xfrm>
          <a:prstGeom prst="leftBrace">
            <a:avLst>
              <a:gd name="adj1" fmla="val 5205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3333CC"/>
              </a:buClr>
              <a:buSzPct val="85000"/>
              <a:buFont typeface="ZapfDingbats" pitchFamily="82" charset="2"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4417" name="Text Box 30">
            <a:extLst>
              <a:ext uri="{FF2B5EF4-FFF2-40B4-BE49-F238E27FC236}">
                <a16:creationId xmlns:a16="http://schemas.microsoft.com/office/drawing/2014/main" id="{A95F783D-A041-483E-9C2E-A062B1122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513" y="4330700"/>
            <a:ext cx="5778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RTT</a:t>
            </a:r>
          </a:p>
        </p:txBody>
      </p:sp>
      <p:sp>
        <p:nvSpPr>
          <p:cNvPr id="144418" name="Line 35">
            <a:extLst>
              <a:ext uri="{FF2B5EF4-FFF2-40B4-BE49-F238E27FC236}">
                <a16:creationId xmlns:a16="http://schemas.microsoft.com/office/drawing/2014/main" id="{CD347103-5155-40E3-987C-B113C9495B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3450" y="5040313"/>
            <a:ext cx="3429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44419" name="Text Box 36">
            <a:extLst>
              <a:ext uri="{FF2B5EF4-FFF2-40B4-BE49-F238E27FC236}">
                <a16:creationId xmlns:a16="http://schemas.microsoft.com/office/drawing/2014/main" id="{65994B94-4213-43D3-A509-A81F5A39F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4887913"/>
            <a:ext cx="1627188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file 2 received</a:t>
            </a:r>
          </a:p>
        </p:txBody>
      </p:sp>
      <p:sp>
        <p:nvSpPr>
          <p:cNvPr id="144420" name="Text Box 28">
            <a:extLst>
              <a:ext uri="{FF2B5EF4-FFF2-40B4-BE49-F238E27FC236}">
                <a16:creationId xmlns:a16="http://schemas.microsoft.com/office/drawing/2014/main" id="{E544C9D2-FBB4-4395-9C81-0081028B7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4975" y="4005263"/>
            <a:ext cx="86201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request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file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01" grpId="0"/>
      <p:bldP spid="144405" grpId="0"/>
      <p:bldP spid="144414" grpId="0" animBg="1"/>
      <p:bldP spid="144415" grpId="0"/>
      <p:bldP spid="144416" grpId="0" animBg="1"/>
      <p:bldP spid="1444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3E2299D5-B431-4C74-9F80-5152C63B7C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46435" name="Rectangle 8">
            <a:extLst>
              <a:ext uri="{FF2B5EF4-FFF2-40B4-BE49-F238E27FC236}">
                <a16:creationId xmlns:a16="http://schemas.microsoft.com/office/drawing/2014/main" id="{186FC29C-CE23-425F-9341-A33C24CC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6C8BEB82-A6E5-4D46-B124-F12EC262A528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46436" name="Rectangle 2">
            <a:extLst>
              <a:ext uri="{FF2B5EF4-FFF2-40B4-BE49-F238E27FC236}">
                <a16:creationId xmlns:a16="http://schemas.microsoft.com/office/drawing/2014/main" id="{E5CF241A-20DE-4BC3-8BAD-144FF8686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438" y="173038"/>
            <a:ext cx="7772400" cy="838200"/>
          </a:xfrm>
        </p:spPr>
        <p:txBody>
          <a:bodyPr/>
          <a:lstStyle/>
          <a:p>
            <a:r>
              <a:rPr lang="en-US" altLang="zh-TW" sz="3600"/>
              <a:t>Non-Persistent &amp; Persistent HTTP</a:t>
            </a:r>
            <a:endParaRPr lang="en-US" altLang="zh-TW"/>
          </a:p>
        </p:txBody>
      </p:sp>
      <p:sp>
        <p:nvSpPr>
          <p:cNvPr id="146437" name="Rectangle 3">
            <a:extLst>
              <a:ext uri="{FF2B5EF4-FFF2-40B4-BE49-F238E27FC236}">
                <a16:creationId xmlns:a16="http://schemas.microsoft.com/office/drawing/2014/main" id="{D481B4A6-EDC3-4008-8453-C3C7B8D5215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4975" y="1414463"/>
            <a:ext cx="39338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</a:rPr>
              <a:t>non-persistent HTTP issues:</a:t>
            </a:r>
          </a:p>
          <a:p>
            <a:r>
              <a:rPr lang="en-US" altLang="zh-TW" sz="2400" dirty="0"/>
              <a:t>requires 2 RTTs per object</a:t>
            </a:r>
          </a:p>
          <a:p>
            <a:r>
              <a:rPr lang="en-US" altLang="zh-TW" sz="2400" dirty="0"/>
              <a:t>OS overhead for </a:t>
            </a:r>
            <a:r>
              <a:rPr lang="en-US" altLang="zh-TW" sz="2400" i="1" dirty="0"/>
              <a:t>each</a:t>
            </a:r>
            <a:r>
              <a:rPr lang="en-US" altLang="zh-TW" sz="2400" dirty="0"/>
              <a:t> TCP connection</a:t>
            </a:r>
          </a:p>
          <a:p>
            <a:r>
              <a:rPr lang="en-US" altLang="zh-TW" sz="2400" dirty="0"/>
              <a:t>browsers often open </a:t>
            </a:r>
            <a:r>
              <a:rPr lang="en-US" altLang="zh-TW" sz="2400" dirty="0">
                <a:solidFill>
                  <a:srgbClr val="0070C0"/>
                </a:solidFill>
              </a:rPr>
              <a:t>parallel TCP connections </a:t>
            </a:r>
            <a:r>
              <a:rPr lang="en-US" altLang="zh-TW" sz="2400" dirty="0"/>
              <a:t>to fetch referenced objects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/>
          </a:p>
          <a:p>
            <a:endParaRPr lang="en-US" altLang="zh-TW" sz="2000" dirty="0"/>
          </a:p>
          <a:p>
            <a:endParaRPr lang="en-US" altLang="zh-TW" sz="2000" dirty="0"/>
          </a:p>
        </p:txBody>
      </p:sp>
      <p:sp>
        <p:nvSpPr>
          <p:cNvPr id="146438" name="Rectangle 10">
            <a:extLst>
              <a:ext uri="{FF2B5EF4-FFF2-40B4-BE49-F238E27FC236}">
                <a16:creationId xmlns:a16="http://schemas.microsoft.com/office/drawing/2014/main" id="{4DD5A6F5-03A6-45F6-8399-B0B6B27CFD1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703763" y="1438275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</a:rPr>
              <a:t>persistent  HTTP:</a:t>
            </a:r>
          </a:p>
          <a:p>
            <a:r>
              <a:rPr lang="en-US" altLang="zh-TW" sz="2400" dirty="0">
                <a:solidFill>
                  <a:srgbClr val="0070C0"/>
                </a:solidFill>
              </a:rPr>
              <a:t>server leaves connection open after sending response</a:t>
            </a:r>
          </a:p>
          <a:p>
            <a:r>
              <a:rPr lang="en-US" altLang="zh-TW" sz="2400" dirty="0">
                <a:solidFill>
                  <a:srgbClr val="0070C0"/>
                </a:solidFill>
              </a:rPr>
              <a:t>subsequent HTTP messages  between same client/server sent over open connection</a:t>
            </a:r>
          </a:p>
          <a:p>
            <a:r>
              <a:rPr lang="en-US" altLang="zh-TW" sz="2400" dirty="0"/>
              <a:t>client sends requests as soon as it encounters a referenced object</a:t>
            </a:r>
          </a:p>
          <a:p>
            <a:endParaRPr lang="en-US" altLang="zh-TW" sz="2400" dirty="0"/>
          </a:p>
        </p:txBody>
      </p:sp>
      <p:pic>
        <p:nvPicPr>
          <p:cNvPr id="146439" name="Picture 10" descr="underline_base">
            <a:extLst>
              <a:ext uri="{FF2B5EF4-FFF2-40B4-BE49-F238E27FC236}">
                <a16:creationId xmlns:a16="http://schemas.microsoft.com/office/drawing/2014/main" id="{D612FD67-36FD-48A7-90B9-2A2386FB3DE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796925"/>
            <a:ext cx="3303588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DD14BB2E-ECE2-4F49-8C04-0EE9846B2A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48483" name="Rectangle 8">
            <a:extLst>
              <a:ext uri="{FF2B5EF4-FFF2-40B4-BE49-F238E27FC236}">
                <a16:creationId xmlns:a16="http://schemas.microsoft.com/office/drawing/2014/main" id="{BF74C764-BFB2-48CD-B426-53BC5C4D82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1DACF418-4E4F-4933-AD43-820C614A5A92}" type="slidenum">
              <a:rPr lang="en-US" altLang="en-US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48484" name="Picture 42" descr="underline_base">
            <a:extLst>
              <a:ext uri="{FF2B5EF4-FFF2-40B4-BE49-F238E27FC236}">
                <a16:creationId xmlns:a16="http://schemas.microsoft.com/office/drawing/2014/main" id="{FCD3032A-CB4B-4749-85FA-1917711A36C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668338"/>
            <a:ext cx="70072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85" name="Rectangle 2">
            <a:extLst>
              <a:ext uri="{FF2B5EF4-FFF2-40B4-BE49-F238E27FC236}">
                <a16:creationId xmlns:a16="http://schemas.microsoft.com/office/drawing/2014/main" id="{888EADDC-AA13-4BA7-AC75-A2C615B62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2888" y="0"/>
            <a:ext cx="8223250" cy="925513"/>
          </a:xfrm>
        </p:spPr>
        <p:txBody>
          <a:bodyPr/>
          <a:lstStyle/>
          <a:p>
            <a:r>
              <a:rPr lang="en-US" altLang="en-US" sz="3600" dirty="0"/>
              <a:t>Concurrent HTTP</a:t>
            </a:r>
          </a:p>
        </p:txBody>
      </p:sp>
      <p:sp>
        <p:nvSpPr>
          <p:cNvPr id="148486" name="Rectangle 3">
            <a:extLst>
              <a:ext uri="{FF2B5EF4-FFF2-40B4-BE49-F238E27FC236}">
                <a16:creationId xmlns:a16="http://schemas.microsoft.com/office/drawing/2014/main" id="{1ABB400C-4F02-4451-AC84-719A073B203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01650" y="1111250"/>
            <a:ext cx="8161338" cy="4648200"/>
          </a:xfrm>
        </p:spPr>
        <p:txBody>
          <a:bodyPr/>
          <a:lstStyle/>
          <a:p>
            <a:r>
              <a:rPr lang="en-US" altLang="en-US" sz="2400" dirty="0"/>
              <a:t>What?</a:t>
            </a:r>
          </a:p>
          <a:p>
            <a:pPr lvl="1"/>
            <a:r>
              <a:rPr lang="en-US" altLang="en-US" sz="2000" dirty="0">
                <a:ea typeface="Arial" panose="020B0604020202020204" pitchFamily="34" charset="0"/>
              </a:rPr>
              <a:t>Not part of the HTTP specification</a:t>
            </a:r>
          </a:p>
          <a:p>
            <a:pPr lvl="1"/>
            <a:r>
              <a:rPr lang="en-US" altLang="en-US" sz="2000" dirty="0">
                <a:solidFill>
                  <a:srgbClr val="0070C0"/>
                </a:solidFill>
                <a:ea typeface="Arial" panose="020B0604020202020204" pitchFamily="34" charset="0"/>
              </a:rPr>
              <a:t>Implemented by almost all web browsers</a:t>
            </a:r>
          </a:p>
          <a:p>
            <a:pPr lvl="1"/>
            <a:r>
              <a:rPr lang="en-US" altLang="en-US" sz="2000" dirty="0">
                <a:ea typeface="Arial" panose="020B0604020202020204" pitchFamily="34" charset="0"/>
              </a:rPr>
              <a:t>After the initial HTTP connection which retrieves the HTML body, </a:t>
            </a:r>
            <a:r>
              <a:rPr lang="en-US" altLang="en-US" sz="2000" dirty="0">
                <a:solidFill>
                  <a:srgbClr val="FF0000"/>
                </a:solidFill>
                <a:ea typeface="Arial" panose="020B0604020202020204" pitchFamily="34" charset="0"/>
              </a:rPr>
              <a:t>initiate multiple (4~6) HTTP sessions</a:t>
            </a:r>
            <a:r>
              <a:rPr lang="en-US" altLang="en-US" sz="2000" dirty="0">
                <a:ea typeface="Arial" panose="020B0604020202020204" pitchFamily="34" charset="0"/>
              </a:rPr>
              <a:t> (per domain) to retrieve multiple objects (e.g., images) </a:t>
            </a:r>
            <a:r>
              <a:rPr lang="en-US" altLang="en-US" sz="2000" dirty="0">
                <a:solidFill>
                  <a:srgbClr val="FF0000"/>
                </a:solidFill>
                <a:ea typeface="Arial" panose="020B0604020202020204" pitchFamily="34" charset="0"/>
              </a:rPr>
              <a:t>in parallel</a:t>
            </a:r>
            <a:r>
              <a:rPr lang="en-US" altLang="en-US" sz="2000" dirty="0">
                <a:ea typeface="Arial" panose="020B0604020202020204" pitchFamily="34" charset="0"/>
              </a:rPr>
              <a:t>.</a:t>
            </a:r>
          </a:p>
          <a:p>
            <a:r>
              <a:rPr lang="en-US" altLang="en-US" sz="2400" dirty="0"/>
              <a:t>Why?</a:t>
            </a:r>
          </a:p>
          <a:p>
            <a:pPr lvl="1"/>
            <a:r>
              <a:rPr lang="en-US" altLang="en-US" sz="2000" dirty="0">
                <a:solidFill>
                  <a:srgbClr val="0070C0"/>
                </a:solidFill>
                <a:ea typeface="Arial" panose="020B0604020202020204" pitchFamily="34" charset="0"/>
              </a:rPr>
              <a:t>Reduce delay in waiting </a:t>
            </a:r>
            <a:r>
              <a:rPr lang="en-US" altLang="en-US" sz="2000" dirty="0">
                <a:ea typeface="Arial" panose="020B0604020202020204" pitchFamily="34" charset="0"/>
              </a:rPr>
              <a:t>for previous HTTP response to complete transfer (aka </a:t>
            </a:r>
            <a:r>
              <a:rPr lang="en-US" altLang="en-US" sz="2000" dirty="0">
                <a:solidFill>
                  <a:srgbClr val="0070C0"/>
                </a:solidFill>
                <a:ea typeface="Arial" panose="020B0604020202020204" pitchFamily="34" charset="0"/>
              </a:rPr>
              <a:t>head-of-line blocking</a:t>
            </a:r>
            <a:r>
              <a:rPr lang="en-US" altLang="en-US" sz="2000" dirty="0">
                <a:ea typeface="Arial" panose="020B0604020202020204" pitchFamily="34" charset="0"/>
              </a:rPr>
              <a:t>)</a:t>
            </a:r>
          </a:p>
          <a:p>
            <a:pPr lvl="1"/>
            <a:r>
              <a:rPr lang="en-US" altLang="en-US" sz="2000" dirty="0">
                <a:solidFill>
                  <a:srgbClr val="0070C0"/>
                </a:solidFill>
                <a:ea typeface="Arial" panose="020B0604020202020204" pitchFamily="34" charset="0"/>
              </a:rPr>
              <a:t>Potentially overlaps the server-side processing time of multiple HTTP requests</a:t>
            </a:r>
          </a:p>
          <a:p>
            <a:pPr lvl="1"/>
            <a:r>
              <a:rPr lang="en-US" altLang="en-US" sz="2000" dirty="0">
                <a:ea typeface="Arial" panose="020B0604020202020204" pitchFamily="34" charset="0"/>
              </a:rPr>
              <a:t>Effectively multiplies the TCP congestion window size by the number of TCP connections, resulting in higher aggregate throughput</a:t>
            </a:r>
          </a:p>
          <a:p>
            <a:r>
              <a:rPr lang="en-US" altLang="en-US" sz="2400" dirty="0"/>
              <a:t>Shortcomings:</a:t>
            </a:r>
          </a:p>
          <a:p>
            <a:pPr lvl="1"/>
            <a:r>
              <a:rPr lang="en-US" altLang="en-US" sz="2000" dirty="0">
                <a:ea typeface="Arial" panose="020B0604020202020204" pitchFamily="34" charset="0"/>
              </a:rPr>
              <a:t>Use up more resources at server</a:t>
            </a:r>
          </a:p>
          <a:p>
            <a:pPr lvl="1"/>
            <a:r>
              <a:rPr lang="en-US" altLang="en-US" sz="2000" dirty="0">
                <a:ea typeface="Arial" panose="020B0604020202020204" pitchFamily="34" charset="0"/>
              </a:rPr>
              <a:t>Unfairness to competing data flows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ECF65810-363F-43C9-B64E-5FCEFC148D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83970" name="Rectangle 8">
            <a:extLst>
              <a:ext uri="{FF2B5EF4-FFF2-40B4-BE49-F238E27FC236}">
                <a16:creationId xmlns:a16="http://schemas.microsoft.com/office/drawing/2014/main" id="{FC5D1729-ACB7-47B7-A828-85AA0D28BE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3FEF681B-4464-423A-8B35-D14EB92D8DB0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83971" name="Picture 21" descr="underline_base">
            <a:extLst>
              <a:ext uri="{FF2B5EF4-FFF2-40B4-BE49-F238E27FC236}">
                <a16:creationId xmlns:a16="http://schemas.microsoft.com/office/drawing/2014/main" id="{F780F552-422D-431A-9262-A4496409A72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908050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2" name="Rectangle 2">
            <a:extLst>
              <a:ext uri="{FF2B5EF4-FFF2-40B4-BE49-F238E27FC236}">
                <a16:creationId xmlns:a16="http://schemas.microsoft.com/office/drawing/2014/main" id="{5ECC805F-980B-445C-9BFC-82D0B98AF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7838" y="234950"/>
            <a:ext cx="7772400" cy="914400"/>
          </a:xfrm>
        </p:spPr>
        <p:txBody>
          <a:bodyPr/>
          <a:lstStyle/>
          <a:p>
            <a:r>
              <a:rPr lang="en-US" altLang="en-US" sz="4000">
                <a:ea typeface="ＭＳ Ｐゴシック" panose="020B0600070205080204" pitchFamily="34" charset="-128"/>
              </a:rPr>
              <a:t>HTTP request message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3973" name="Rectangle 3">
            <a:extLst>
              <a:ext uri="{FF2B5EF4-FFF2-40B4-BE49-F238E27FC236}">
                <a16:creationId xmlns:a16="http://schemas.microsoft.com/office/drawing/2014/main" id="{E6612481-8F74-45C9-A3DD-6DF8F666BF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4625"/>
            <a:ext cx="7772400" cy="4648200"/>
          </a:xfrm>
        </p:spPr>
        <p:txBody>
          <a:bodyPr/>
          <a:lstStyle/>
          <a:p>
            <a:pPr marL="233363" indent="-233363"/>
            <a:r>
              <a:rPr lang="en-US" altLang="en-US" sz="2400">
                <a:ea typeface="ＭＳ Ｐゴシック" panose="020B0600070205080204" pitchFamily="34" charset="-128"/>
              </a:rPr>
              <a:t>two types of HTTP messages: </a:t>
            </a:r>
            <a:r>
              <a:rPr lang="en-US" altLang="en-US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request</a:t>
            </a:r>
            <a:r>
              <a:rPr lang="en-US" altLang="en-US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US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response</a:t>
            </a:r>
          </a:p>
          <a:p>
            <a:pPr marL="233363" indent="-233363"/>
            <a:r>
              <a:rPr lang="en-US" altLang="en-US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HTTP request message:</a:t>
            </a:r>
          </a:p>
          <a:p>
            <a:pPr marL="685800" lvl="1" indent="-228600"/>
            <a:r>
              <a:rPr lang="en-US" altLang="en-US" sz="2000">
                <a:ea typeface="ＭＳ Ｐゴシック" panose="020B0600070205080204" pitchFamily="34" charset="-128"/>
              </a:rPr>
              <a:t>ASCII (human-readable format)</a:t>
            </a:r>
            <a:endParaRPr lang="en-US" altLang="en-US">
              <a:solidFill>
                <a:schemeClr val="accent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3974" name="Text Box 5">
            <a:extLst>
              <a:ext uri="{FF2B5EF4-FFF2-40B4-BE49-F238E27FC236}">
                <a16:creationId xmlns:a16="http://schemas.microsoft.com/office/drawing/2014/main" id="{71AB6C8A-AA08-450D-A01A-7E813445B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2870200"/>
            <a:ext cx="2286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request line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(GET, POST,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HEAD commands</a:t>
            </a:r>
            <a:r>
              <a:rPr lang="en-US" altLang="en-US" sz="2000">
                <a:solidFill>
                  <a:srgbClr val="000099"/>
                </a:solidFill>
              </a:rPr>
              <a:t>)</a:t>
            </a:r>
            <a:endParaRPr lang="en-US" altLang="en-US" sz="2400">
              <a:solidFill>
                <a:srgbClr val="000099"/>
              </a:solidFill>
            </a:endParaRPr>
          </a:p>
        </p:txBody>
      </p:sp>
      <p:sp>
        <p:nvSpPr>
          <p:cNvPr id="83975" name="Line 6">
            <a:extLst>
              <a:ext uri="{FF2B5EF4-FFF2-40B4-BE49-F238E27FC236}">
                <a16:creationId xmlns:a16="http://schemas.microsoft.com/office/drawing/2014/main" id="{FE034486-537C-477C-A5D6-9DCE2105F5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5638" y="3201988"/>
            <a:ext cx="868362" cy="14605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83976" name="Freeform 7">
            <a:extLst>
              <a:ext uri="{FF2B5EF4-FFF2-40B4-BE49-F238E27FC236}">
                <a16:creationId xmlns:a16="http://schemas.microsoft.com/office/drawing/2014/main" id="{F1C4E0D7-99FD-404F-9C03-D35D6BE83606}"/>
              </a:ext>
            </a:extLst>
          </p:cNvPr>
          <p:cNvSpPr>
            <a:spLocks/>
          </p:cNvSpPr>
          <p:nvPr/>
        </p:nvSpPr>
        <p:spPr bwMode="auto">
          <a:xfrm>
            <a:off x="2776538" y="3538538"/>
            <a:ext cx="149225" cy="1957387"/>
          </a:xfrm>
          <a:custGeom>
            <a:avLst/>
            <a:gdLst>
              <a:gd name="T0" fmla="*/ 2147483646 w 150"/>
              <a:gd name="T1" fmla="*/ 2147483646 h 924"/>
              <a:gd name="T2" fmla="*/ 0 w 150"/>
              <a:gd name="T3" fmla="*/ 0 h 924"/>
              <a:gd name="T4" fmla="*/ 0 w 150"/>
              <a:gd name="T5" fmla="*/ 2147483646 h 924"/>
              <a:gd name="T6" fmla="*/ 2147483646 w 150"/>
              <a:gd name="T7" fmla="*/ 2147483646 h 924"/>
              <a:gd name="T8" fmla="*/ 0 60000 65536"/>
              <a:gd name="T9" fmla="*/ 0 60000 65536"/>
              <a:gd name="T10" fmla="*/ 0 60000 65536"/>
              <a:gd name="T11" fmla="*/ 0 60000 65536"/>
              <a:gd name="T12" fmla="*/ 0 w 150"/>
              <a:gd name="T13" fmla="*/ 0 h 924"/>
              <a:gd name="T14" fmla="*/ 150 w 150"/>
              <a:gd name="T15" fmla="*/ 924 h 9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83977" name="Text Box 8">
            <a:extLst>
              <a:ext uri="{FF2B5EF4-FFF2-40B4-BE49-F238E27FC236}">
                <a16:creationId xmlns:a16="http://schemas.microsoft.com/office/drawing/2014/main" id="{0F3EBC85-BEBF-431A-A1A7-906CE2345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4056063"/>
            <a:ext cx="974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header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 lines</a:t>
            </a:r>
            <a:endParaRPr lang="en-US" altLang="en-US" sz="240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83978" name="Line 10">
            <a:extLst>
              <a:ext uri="{FF2B5EF4-FFF2-40B4-BE49-F238E27FC236}">
                <a16:creationId xmlns:a16="http://schemas.microsoft.com/office/drawing/2014/main" id="{50AE6323-2A62-4D3D-9C97-820400F69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9813" y="5622925"/>
            <a:ext cx="51117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83979" name="Text Box 11">
            <a:extLst>
              <a:ext uri="{FF2B5EF4-FFF2-40B4-BE49-F238E27FC236}">
                <a16:creationId xmlns:a16="http://schemas.microsoft.com/office/drawing/2014/main" id="{B4A69428-57FF-4589-8BE9-302DCCBB2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4719638"/>
            <a:ext cx="2365375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carriage return,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line feed at start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of line indicates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end of header lines</a:t>
            </a:r>
            <a:endParaRPr lang="en-US" altLang="en-US" sz="240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83980" name="Text Box 16">
            <a:extLst>
              <a:ext uri="{FF2B5EF4-FFF2-40B4-BE49-F238E27FC236}">
                <a16:creationId xmlns:a16="http://schemas.microsoft.com/office/drawing/2014/main" id="{12F19019-87FD-4964-9D32-829C03C02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75" y="3236913"/>
            <a:ext cx="6140450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GET /index.html HTTP/1.1\r\n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Host: www-net.cs.umass.edu\r\n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User-Agent: Firefox/3.6.10\r\n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Accept: text/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html,application</a:t>
            </a:r>
            <a:r>
              <a:rPr lang="en-US" altLang="en-US" sz="1800" b="1" dirty="0">
                <a:latin typeface="Courier New" panose="02070309020205020404" pitchFamily="49" charset="0"/>
              </a:rPr>
              <a:t>/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xhtml+xml</a:t>
            </a:r>
            <a:r>
              <a:rPr lang="en-US" altLang="en-US" sz="1800" b="1" dirty="0">
                <a:latin typeface="Courier New" panose="02070309020205020404" pitchFamily="49" charset="0"/>
              </a:rPr>
              <a:t>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Accept-Language: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en-us,en;q</a:t>
            </a:r>
            <a:r>
              <a:rPr lang="en-US" altLang="en-US" sz="1800" b="1" dirty="0">
                <a:latin typeface="Courier New" panose="02070309020205020404" pitchFamily="49" charset="0"/>
              </a:rPr>
              <a:t>=0.5\r\n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Accept-Encoding: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gzip,deflate</a:t>
            </a:r>
            <a:r>
              <a:rPr lang="en-US" altLang="en-US" sz="1800" b="1" dirty="0">
                <a:latin typeface="Courier New" panose="02070309020205020404" pitchFamily="49" charset="0"/>
              </a:rPr>
              <a:t>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Accept-Charset: ISO-8859-1,utf-8;q=0.7\r\n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Keep-Alive: 115\r\n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Connection: keep-alive\r\n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\r\n</a:t>
            </a:r>
          </a:p>
        </p:txBody>
      </p:sp>
      <p:sp>
        <p:nvSpPr>
          <p:cNvPr id="83981" name="Line 17">
            <a:extLst>
              <a:ext uri="{FF2B5EF4-FFF2-40B4-BE49-F238E27FC236}">
                <a16:creationId xmlns:a16="http://schemas.microsoft.com/office/drawing/2014/main" id="{61B8B3E2-7982-412C-A60F-69012DD75E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34125" y="2754313"/>
            <a:ext cx="166688" cy="51435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3982" name="Text Box 18">
            <a:extLst>
              <a:ext uri="{FF2B5EF4-FFF2-40B4-BE49-F238E27FC236}">
                <a16:creationId xmlns:a16="http://schemas.microsoft.com/office/drawing/2014/main" id="{03FA8D5D-0367-452A-AC51-B971C7D80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2466975"/>
            <a:ext cx="2411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carriage return character</a:t>
            </a:r>
          </a:p>
        </p:txBody>
      </p:sp>
      <p:sp>
        <p:nvSpPr>
          <p:cNvPr id="83983" name="Text Box 19">
            <a:extLst>
              <a:ext uri="{FF2B5EF4-FFF2-40B4-BE49-F238E27FC236}">
                <a16:creationId xmlns:a16="http://schemas.microsoft.com/office/drawing/2014/main" id="{5D5DAE74-85DE-4182-A79D-8ACE0332F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2763838"/>
            <a:ext cx="1866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line-feed character</a:t>
            </a:r>
          </a:p>
        </p:txBody>
      </p:sp>
      <p:sp>
        <p:nvSpPr>
          <p:cNvPr id="83984" name="Line 20">
            <a:extLst>
              <a:ext uri="{FF2B5EF4-FFF2-40B4-BE49-F238E27FC236}">
                <a16:creationId xmlns:a16="http://schemas.microsoft.com/office/drawing/2014/main" id="{814CF946-AD45-41DC-AAC3-D18F710C10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5113" y="3063875"/>
            <a:ext cx="80962" cy="252413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3985" name="TextBox 1">
            <a:extLst>
              <a:ext uri="{FF2B5EF4-FFF2-40B4-BE49-F238E27FC236}">
                <a16:creationId xmlns:a16="http://schemas.microsoft.com/office/drawing/2014/main" id="{EDCFD3C1-AFC0-4D53-9809-3F33A49E6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6199188"/>
            <a:ext cx="45069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400">
                <a:latin typeface="Arial" panose="020B0604020202020204" pitchFamily="34" charset="0"/>
              </a:rPr>
              <a:t>* Check out the online interactive exercises for more examples: h</a:t>
            </a:r>
            <a:r>
              <a:rPr lang="en-US" altLang="en-US" sz="1200">
                <a:latin typeface="Arial" panose="020B0604020202020204" pitchFamily="34" charset="0"/>
              </a:rPr>
              <a:t>ttp://gaia.cs.umass.edu/kurose_ross/interactive/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76601900-256F-4E26-AF0D-A3BF62CCE3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86018" name="Rectangle 8">
            <a:extLst>
              <a:ext uri="{FF2B5EF4-FFF2-40B4-BE49-F238E27FC236}">
                <a16:creationId xmlns:a16="http://schemas.microsoft.com/office/drawing/2014/main" id="{E8E431A3-46AF-4D63-8C58-95DB2D6257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9CC7B8DD-16DA-424C-A75D-51821AB6A2A8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86019" name="Picture 19" descr="underline_base">
            <a:extLst>
              <a:ext uri="{FF2B5EF4-FFF2-40B4-BE49-F238E27FC236}">
                <a16:creationId xmlns:a16="http://schemas.microsoft.com/office/drawing/2014/main" id="{F0206BB9-D3EE-45A9-80FA-312C3D5C18E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001713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Rectangle 2">
            <a:extLst>
              <a:ext uri="{FF2B5EF4-FFF2-40B4-BE49-F238E27FC236}">
                <a16:creationId xmlns:a16="http://schemas.microsoft.com/office/drawing/2014/main" id="{C3731928-8B6E-4843-A92F-62FED4CF63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HTTP request message: general format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6021" name="Text Box 9">
            <a:extLst>
              <a:ext uri="{FF2B5EF4-FFF2-40B4-BE49-F238E27FC236}">
                <a16:creationId xmlns:a16="http://schemas.microsoft.com/office/drawing/2014/main" id="{1DA3D45A-83FF-4D26-80CE-EE187B9D2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7538" y="1662113"/>
            <a:ext cx="1030287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request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line</a:t>
            </a:r>
          </a:p>
        </p:txBody>
      </p:sp>
      <p:sp>
        <p:nvSpPr>
          <p:cNvPr id="86022" name="Text Box 11">
            <a:extLst>
              <a:ext uri="{FF2B5EF4-FFF2-40B4-BE49-F238E27FC236}">
                <a16:creationId xmlns:a16="http://schemas.microsoft.com/office/drawing/2014/main" id="{4DC8F3F0-BFE6-4DFD-8050-6AE9056A6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2775" y="2678113"/>
            <a:ext cx="9747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header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lines</a:t>
            </a:r>
          </a:p>
        </p:txBody>
      </p:sp>
      <p:sp>
        <p:nvSpPr>
          <p:cNvPr id="86023" name="Rectangle 12">
            <a:extLst>
              <a:ext uri="{FF2B5EF4-FFF2-40B4-BE49-F238E27FC236}">
                <a16:creationId xmlns:a16="http://schemas.microsoft.com/office/drawing/2014/main" id="{B4A3A826-92E8-4A53-A25C-419C39B4F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8600" y="2247900"/>
            <a:ext cx="346075" cy="18192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6024" name="Rectangle 13">
            <a:extLst>
              <a:ext uri="{FF2B5EF4-FFF2-40B4-BE49-F238E27FC236}">
                <a16:creationId xmlns:a16="http://schemas.microsoft.com/office/drawing/2014/main" id="{0F25574A-D7C2-45FB-9868-26B2BD379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2197100"/>
            <a:ext cx="290513" cy="2017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6025" name="Rectangle 15">
            <a:extLst>
              <a:ext uri="{FF2B5EF4-FFF2-40B4-BE49-F238E27FC236}">
                <a16:creationId xmlns:a16="http://schemas.microsoft.com/office/drawing/2014/main" id="{2A978983-0CAB-4D9E-8B0E-AD491691C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550" y="4303713"/>
            <a:ext cx="712788" cy="1216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6026" name="Text Box 16">
            <a:extLst>
              <a:ext uri="{FF2B5EF4-FFF2-40B4-BE49-F238E27FC236}">
                <a16:creationId xmlns:a16="http://schemas.microsoft.com/office/drawing/2014/main" id="{52D98D1F-FBBF-4977-B64E-D45EFC586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4363" y="4868863"/>
            <a:ext cx="735012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body</a:t>
            </a:r>
          </a:p>
        </p:txBody>
      </p:sp>
      <p:sp>
        <p:nvSpPr>
          <p:cNvPr id="86027" name="Rectangle 20">
            <a:extLst>
              <a:ext uri="{FF2B5EF4-FFF2-40B4-BE49-F238E27FC236}">
                <a16:creationId xmlns:a16="http://schemas.microsoft.com/office/drawing/2014/main" id="{4542960A-232A-4216-9091-19829D874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698625"/>
            <a:ext cx="5638800" cy="4460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6028" name="Line 22">
            <a:extLst>
              <a:ext uri="{FF2B5EF4-FFF2-40B4-BE49-F238E27FC236}">
                <a16:creationId xmlns:a16="http://schemas.microsoft.com/office/drawing/2014/main" id="{5B4DA9F0-8469-4626-9018-AB5C70C35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17018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6029" name="Line 23">
            <a:extLst>
              <a:ext uri="{FF2B5EF4-FFF2-40B4-BE49-F238E27FC236}">
                <a16:creationId xmlns:a16="http://schemas.microsoft.com/office/drawing/2014/main" id="{F0BA6D7F-49CA-4ED7-96E7-2FAB2CC05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7018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6030" name="Line 24">
            <a:extLst>
              <a:ext uri="{FF2B5EF4-FFF2-40B4-BE49-F238E27FC236}">
                <a16:creationId xmlns:a16="http://schemas.microsoft.com/office/drawing/2014/main" id="{FE80BBAF-E592-4888-AA1A-C0B24FD5C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3700" y="17018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6031" name="Line 25">
            <a:extLst>
              <a:ext uri="{FF2B5EF4-FFF2-40B4-BE49-F238E27FC236}">
                <a16:creationId xmlns:a16="http://schemas.microsoft.com/office/drawing/2014/main" id="{6D7EFC33-E60E-4D52-A195-4620A8D13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9150" y="169545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6032" name="Line 26">
            <a:extLst>
              <a:ext uri="{FF2B5EF4-FFF2-40B4-BE49-F238E27FC236}">
                <a16:creationId xmlns:a16="http://schemas.microsoft.com/office/drawing/2014/main" id="{63739B71-DD67-42BD-9569-6108C0326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0900" y="17018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6033" name="Line 27">
            <a:extLst>
              <a:ext uri="{FF2B5EF4-FFF2-40B4-BE49-F238E27FC236}">
                <a16:creationId xmlns:a16="http://schemas.microsoft.com/office/drawing/2014/main" id="{A4CEA6CA-BE14-4F32-865B-8552F2B4F8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9050" y="1701800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6034" name="Text Box 28">
            <a:extLst>
              <a:ext uri="{FF2B5EF4-FFF2-40B4-BE49-F238E27FC236}">
                <a16:creationId xmlns:a16="http://schemas.microsoft.com/office/drawing/2014/main" id="{6B41408E-4FFC-4AFE-A7A2-7A8C7490F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825" y="1725613"/>
            <a:ext cx="1030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method</a:t>
            </a:r>
          </a:p>
        </p:txBody>
      </p:sp>
      <p:sp>
        <p:nvSpPr>
          <p:cNvPr id="86035" name="Text Box 29">
            <a:extLst>
              <a:ext uri="{FF2B5EF4-FFF2-40B4-BE49-F238E27FC236}">
                <a16:creationId xmlns:a16="http://schemas.microsoft.com/office/drawing/2014/main" id="{C9C7C303-5505-408E-AB68-E319B5D89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75" y="1706563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sp</a:t>
            </a:r>
          </a:p>
        </p:txBody>
      </p:sp>
      <p:sp>
        <p:nvSpPr>
          <p:cNvPr id="86036" name="Text Box 30">
            <a:extLst>
              <a:ext uri="{FF2B5EF4-FFF2-40B4-BE49-F238E27FC236}">
                <a16:creationId xmlns:a16="http://schemas.microsoft.com/office/drawing/2014/main" id="{79052A49-6D60-43DC-8EE8-682394578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175" y="1712913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sp</a:t>
            </a:r>
          </a:p>
        </p:txBody>
      </p:sp>
      <p:sp>
        <p:nvSpPr>
          <p:cNvPr id="86037" name="Text Box 31">
            <a:extLst>
              <a:ext uri="{FF2B5EF4-FFF2-40B4-BE49-F238E27FC236}">
                <a16:creationId xmlns:a16="http://schemas.microsoft.com/office/drawing/2014/main" id="{E83B1A38-486E-4B17-9CE3-1F15224F7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1719263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cr</a:t>
            </a:r>
          </a:p>
        </p:txBody>
      </p:sp>
      <p:sp>
        <p:nvSpPr>
          <p:cNvPr id="86038" name="Text Box 32">
            <a:extLst>
              <a:ext uri="{FF2B5EF4-FFF2-40B4-BE49-F238E27FC236}">
                <a16:creationId xmlns:a16="http://schemas.microsoft.com/office/drawing/2014/main" id="{F251CB82-6A76-44A3-A28B-729604E7C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17303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lf</a:t>
            </a:r>
          </a:p>
        </p:txBody>
      </p:sp>
      <p:sp>
        <p:nvSpPr>
          <p:cNvPr id="86039" name="Text Box 33">
            <a:extLst>
              <a:ext uri="{FF2B5EF4-FFF2-40B4-BE49-F238E27FC236}">
                <a16:creationId xmlns:a16="http://schemas.microsoft.com/office/drawing/2014/main" id="{300A28A0-F63C-4086-B7EC-4FBEE74CF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725" y="1712913"/>
            <a:ext cx="1003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version</a:t>
            </a:r>
          </a:p>
        </p:txBody>
      </p:sp>
      <p:sp>
        <p:nvSpPr>
          <p:cNvPr id="86040" name="Text Box 34">
            <a:extLst>
              <a:ext uri="{FF2B5EF4-FFF2-40B4-BE49-F238E27FC236}">
                <a16:creationId xmlns:a16="http://schemas.microsoft.com/office/drawing/2014/main" id="{ABA07891-EE74-4A07-834B-88AA90288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25" y="1725613"/>
            <a:ext cx="693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URL</a:t>
            </a:r>
          </a:p>
        </p:txBody>
      </p:sp>
      <p:grpSp>
        <p:nvGrpSpPr>
          <p:cNvPr id="86041" name="Group 45">
            <a:extLst>
              <a:ext uri="{FF2B5EF4-FFF2-40B4-BE49-F238E27FC236}">
                <a16:creationId xmlns:a16="http://schemas.microsoft.com/office/drawing/2014/main" id="{8E732951-B77E-4901-8A2D-7F89E138F86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143125"/>
            <a:ext cx="4565650" cy="446088"/>
            <a:chOff x="192" y="1894"/>
            <a:chExt cx="2876" cy="281"/>
          </a:xfrm>
        </p:grpSpPr>
        <p:sp>
          <p:nvSpPr>
            <p:cNvPr id="86077" name="Rectangle 35">
              <a:extLst>
                <a:ext uri="{FF2B5EF4-FFF2-40B4-BE49-F238E27FC236}">
                  <a16:creationId xmlns:a16="http://schemas.microsoft.com/office/drawing/2014/main" id="{A7042691-A56A-4AA0-8F37-63EEDC381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86078" name="Line 36">
              <a:extLst>
                <a:ext uri="{FF2B5EF4-FFF2-40B4-BE49-F238E27FC236}">
                  <a16:creationId xmlns:a16="http://schemas.microsoft.com/office/drawing/2014/main" id="{E385D7B0-268E-4387-9F58-4CA4D93CC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6079" name="Line 37">
              <a:extLst>
                <a:ext uri="{FF2B5EF4-FFF2-40B4-BE49-F238E27FC236}">
                  <a16:creationId xmlns:a16="http://schemas.microsoft.com/office/drawing/2014/main" id="{4FB2146B-38AC-46B8-A91A-806031365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6080" name="Line 39">
              <a:extLst>
                <a:ext uri="{FF2B5EF4-FFF2-40B4-BE49-F238E27FC236}">
                  <a16:creationId xmlns:a16="http://schemas.microsoft.com/office/drawing/2014/main" id="{A06F3E9C-31E5-4DAD-99C2-C0D6713C3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6081" name="Line 40">
              <a:extLst>
                <a:ext uri="{FF2B5EF4-FFF2-40B4-BE49-F238E27FC236}">
                  <a16:creationId xmlns:a16="http://schemas.microsoft.com/office/drawing/2014/main" id="{950B28B9-64A3-4D6D-AB76-8039D83FE2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6082" name="Text Box 41">
              <a:extLst>
                <a:ext uri="{FF2B5EF4-FFF2-40B4-BE49-F238E27FC236}">
                  <a16:creationId xmlns:a16="http://schemas.microsoft.com/office/drawing/2014/main" id="{6DE56CC5-89C0-4AF7-A6B7-C0EB256DE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cr</a:t>
              </a:r>
            </a:p>
          </p:txBody>
        </p:sp>
        <p:sp>
          <p:nvSpPr>
            <p:cNvPr id="86083" name="Text Box 42">
              <a:extLst>
                <a:ext uri="{FF2B5EF4-FFF2-40B4-BE49-F238E27FC236}">
                  <a16:creationId xmlns:a16="http://schemas.microsoft.com/office/drawing/2014/main" id="{1C1CC1A1-97B6-42C4-AAB3-0F17B0A9B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lf</a:t>
              </a:r>
            </a:p>
          </p:txBody>
        </p:sp>
        <p:sp>
          <p:nvSpPr>
            <p:cNvPr id="86084" name="Text Box 43">
              <a:extLst>
                <a:ext uri="{FF2B5EF4-FFF2-40B4-BE49-F238E27FC236}">
                  <a16:creationId xmlns:a16="http://schemas.microsoft.com/office/drawing/2014/main" id="{487690DE-D45D-4C7E-A42F-8E19421A8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solidFill>
                    <a:srgbClr val="000099"/>
                  </a:solidFill>
                  <a:latin typeface="Arial" panose="020B0604020202020204" pitchFamily="34" charset="0"/>
                </a:rPr>
                <a:t>value</a:t>
              </a:r>
            </a:p>
          </p:txBody>
        </p:sp>
        <p:sp>
          <p:nvSpPr>
            <p:cNvPr id="86085" name="Text Box 44">
              <a:extLst>
                <a:ext uri="{FF2B5EF4-FFF2-40B4-BE49-F238E27FC236}">
                  <a16:creationId xmlns:a16="http://schemas.microsoft.com/office/drawing/2014/main" id="{719327A1-023E-4B3E-8F18-45FD788D06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solidFill>
                    <a:srgbClr val="000099"/>
                  </a:solidFill>
                  <a:latin typeface="Arial" panose="020B0604020202020204" pitchFamily="34" charset="0"/>
                </a:rPr>
                <a:t>header field name</a:t>
              </a:r>
            </a:p>
          </p:txBody>
        </p:sp>
      </p:grpSp>
      <p:grpSp>
        <p:nvGrpSpPr>
          <p:cNvPr id="86042" name="Group 46">
            <a:extLst>
              <a:ext uri="{FF2B5EF4-FFF2-40B4-BE49-F238E27FC236}">
                <a16:creationId xmlns:a16="http://schemas.microsoft.com/office/drawing/2014/main" id="{C6D5CA4D-6B7B-42E0-8600-CA761323822D}"/>
              </a:ext>
            </a:extLst>
          </p:cNvPr>
          <p:cNvGrpSpPr>
            <a:grpSpLocks/>
          </p:cNvGrpSpPr>
          <p:nvPr/>
        </p:nvGrpSpPr>
        <p:grpSpPr bwMode="auto">
          <a:xfrm>
            <a:off x="1139825" y="3619500"/>
            <a:ext cx="4565650" cy="446088"/>
            <a:chOff x="192" y="1894"/>
            <a:chExt cx="2876" cy="281"/>
          </a:xfrm>
        </p:grpSpPr>
        <p:sp>
          <p:nvSpPr>
            <p:cNvPr id="86068" name="Rectangle 47">
              <a:extLst>
                <a:ext uri="{FF2B5EF4-FFF2-40B4-BE49-F238E27FC236}">
                  <a16:creationId xmlns:a16="http://schemas.microsoft.com/office/drawing/2014/main" id="{51A51FF7-E82F-4E5A-9938-29E42D039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86069" name="Line 48">
              <a:extLst>
                <a:ext uri="{FF2B5EF4-FFF2-40B4-BE49-F238E27FC236}">
                  <a16:creationId xmlns:a16="http://schemas.microsoft.com/office/drawing/2014/main" id="{D831C9FB-9CE2-4224-820F-5C92C1796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6070" name="Line 49">
              <a:extLst>
                <a:ext uri="{FF2B5EF4-FFF2-40B4-BE49-F238E27FC236}">
                  <a16:creationId xmlns:a16="http://schemas.microsoft.com/office/drawing/2014/main" id="{49EAA6E6-014B-4919-BA8D-00EE7416C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6071" name="Line 50">
              <a:extLst>
                <a:ext uri="{FF2B5EF4-FFF2-40B4-BE49-F238E27FC236}">
                  <a16:creationId xmlns:a16="http://schemas.microsoft.com/office/drawing/2014/main" id="{B3C672DC-02D8-4C64-81E4-BB3A829F1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6072" name="Line 51">
              <a:extLst>
                <a:ext uri="{FF2B5EF4-FFF2-40B4-BE49-F238E27FC236}">
                  <a16:creationId xmlns:a16="http://schemas.microsoft.com/office/drawing/2014/main" id="{A2DE62A2-D8A2-4937-959B-01A751BFB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6073" name="Text Box 52">
              <a:extLst>
                <a:ext uri="{FF2B5EF4-FFF2-40B4-BE49-F238E27FC236}">
                  <a16:creationId xmlns:a16="http://schemas.microsoft.com/office/drawing/2014/main" id="{891C4AB2-0CA6-44FA-82CE-1D387A43F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cr</a:t>
              </a:r>
            </a:p>
          </p:txBody>
        </p:sp>
        <p:sp>
          <p:nvSpPr>
            <p:cNvPr id="86074" name="Text Box 53">
              <a:extLst>
                <a:ext uri="{FF2B5EF4-FFF2-40B4-BE49-F238E27FC236}">
                  <a16:creationId xmlns:a16="http://schemas.microsoft.com/office/drawing/2014/main" id="{A50A3F2A-122A-4874-B8AD-EC3B8CD8E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lf</a:t>
              </a:r>
            </a:p>
          </p:txBody>
        </p:sp>
        <p:sp>
          <p:nvSpPr>
            <p:cNvPr id="86075" name="Text Box 54">
              <a:extLst>
                <a:ext uri="{FF2B5EF4-FFF2-40B4-BE49-F238E27FC236}">
                  <a16:creationId xmlns:a16="http://schemas.microsoft.com/office/drawing/2014/main" id="{EA5DF90A-6171-491A-B41F-2957C3C74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solidFill>
                    <a:srgbClr val="000099"/>
                  </a:solidFill>
                  <a:latin typeface="Arial" panose="020B0604020202020204" pitchFamily="34" charset="0"/>
                </a:rPr>
                <a:t>value</a:t>
              </a:r>
            </a:p>
          </p:txBody>
        </p:sp>
        <p:sp>
          <p:nvSpPr>
            <p:cNvPr id="86076" name="Text Box 55">
              <a:extLst>
                <a:ext uri="{FF2B5EF4-FFF2-40B4-BE49-F238E27FC236}">
                  <a16:creationId xmlns:a16="http://schemas.microsoft.com/office/drawing/2014/main" id="{13C0D2CC-889E-41A3-A664-139544464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solidFill>
                    <a:srgbClr val="000099"/>
                  </a:solidFill>
                  <a:latin typeface="Arial" panose="020B0604020202020204" pitchFamily="34" charset="0"/>
                </a:rPr>
                <a:t>header field name</a:t>
              </a:r>
            </a:p>
          </p:txBody>
        </p:sp>
      </p:grpSp>
      <p:sp>
        <p:nvSpPr>
          <p:cNvPr id="86043" name="Line 56">
            <a:extLst>
              <a:ext uri="{FF2B5EF4-FFF2-40B4-BE49-F238E27FC236}">
                <a16:creationId xmlns:a16="http://schemas.microsoft.com/office/drawing/2014/main" id="{671C7B35-FB27-4BD7-91FC-B067C0EF60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590800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86044" name="Group 61">
            <a:extLst>
              <a:ext uri="{FF2B5EF4-FFF2-40B4-BE49-F238E27FC236}">
                <a16:creationId xmlns:a16="http://schemas.microsoft.com/office/drawing/2014/main" id="{610FF311-6BE4-4540-9F29-F5B9BC6866A2}"/>
              </a:ext>
            </a:extLst>
          </p:cNvPr>
          <p:cNvGrpSpPr>
            <a:grpSpLocks/>
          </p:cNvGrpSpPr>
          <p:nvPr/>
        </p:nvGrpSpPr>
        <p:grpSpPr bwMode="auto">
          <a:xfrm>
            <a:off x="974725" y="2814638"/>
            <a:ext cx="331788" cy="461962"/>
            <a:chOff x="462" y="1727"/>
            <a:chExt cx="209" cy="291"/>
          </a:xfrm>
        </p:grpSpPr>
        <p:sp>
          <p:nvSpPr>
            <p:cNvPr id="86065" name="Rectangle 59">
              <a:extLst>
                <a:ext uri="{FF2B5EF4-FFF2-40B4-BE49-F238E27FC236}">
                  <a16:creationId xmlns:a16="http://schemas.microsoft.com/office/drawing/2014/main" id="{66E378F0-AB80-4B2E-8C54-605D6C4F2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86066" name="Text Box 57">
              <a:extLst>
                <a:ext uri="{FF2B5EF4-FFF2-40B4-BE49-F238E27FC236}">
                  <a16:creationId xmlns:a16="http://schemas.microsoft.com/office/drawing/2014/main" id="{417A3DE3-739A-43C2-8DDF-CDC322D81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~</a:t>
              </a:r>
            </a:p>
          </p:txBody>
        </p:sp>
        <p:sp>
          <p:nvSpPr>
            <p:cNvPr id="86067" name="Text Box 58">
              <a:extLst>
                <a:ext uri="{FF2B5EF4-FFF2-40B4-BE49-F238E27FC236}">
                  <a16:creationId xmlns:a16="http://schemas.microsoft.com/office/drawing/2014/main" id="{7CE351C8-FB78-4673-83F3-C9F14E03A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~</a:t>
              </a:r>
            </a:p>
          </p:txBody>
        </p:sp>
      </p:grpSp>
      <p:sp>
        <p:nvSpPr>
          <p:cNvPr id="86045" name="Line 62">
            <a:extLst>
              <a:ext uri="{FF2B5EF4-FFF2-40B4-BE49-F238E27FC236}">
                <a16:creationId xmlns:a16="http://schemas.microsoft.com/office/drawing/2014/main" id="{EF81405A-C9AE-441C-B8F0-22819B8AD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7063" y="2578100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86046" name="Group 63">
            <a:extLst>
              <a:ext uri="{FF2B5EF4-FFF2-40B4-BE49-F238E27FC236}">
                <a16:creationId xmlns:a16="http://schemas.microsoft.com/office/drawing/2014/main" id="{F8785897-0418-4116-92DC-5CC838812747}"/>
              </a:ext>
            </a:extLst>
          </p:cNvPr>
          <p:cNvGrpSpPr>
            <a:grpSpLocks/>
          </p:cNvGrpSpPr>
          <p:nvPr/>
        </p:nvGrpSpPr>
        <p:grpSpPr bwMode="auto">
          <a:xfrm>
            <a:off x="5538788" y="2801938"/>
            <a:ext cx="331787" cy="461962"/>
            <a:chOff x="462" y="1727"/>
            <a:chExt cx="209" cy="291"/>
          </a:xfrm>
        </p:grpSpPr>
        <p:sp>
          <p:nvSpPr>
            <p:cNvPr id="86062" name="Rectangle 64">
              <a:extLst>
                <a:ext uri="{FF2B5EF4-FFF2-40B4-BE49-F238E27FC236}">
                  <a16:creationId xmlns:a16="http://schemas.microsoft.com/office/drawing/2014/main" id="{56405E21-CF3C-4B44-B0D6-61BC1A86C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86063" name="Text Box 65">
              <a:extLst>
                <a:ext uri="{FF2B5EF4-FFF2-40B4-BE49-F238E27FC236}">
                  <a16:creationId xmlns:a16="http://schemas.microsoft.com/office/drawing/2014/main" id="{14FFDF59-0675-42B4-A298-28FA9DE4F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~</a:t>
              </a:r>
            </a:p>
          </p:txBody>
        </p:sp>
        <p:sp>
          <p:nvSpPr>
            <p:cNvPr id="86064" name="Text Box 66">
              <a:extLst>
                <a:ext uri="{FF2B5EF4-FFF2-40B4-BE49-F238E27FC236}">
                  <a16:creationId xmlns:a16="http://schemas.microsoft.com/office/drawing/2014/main" id="{BE3E2D59-C6B3-4E03-83FC-16460CC22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~</a:t>
              </a:r>
            </a:p>
          </p:txBody>
        </p:sp>
      </p:grpSp>
      <p:grpSp>
        <p:nvGrpSpPr>
          <p:cNvPr id="86047" name="Group 77">
            <a:extLst>
              <a:ext uri="{FF2B5EF4-FFF2-40B4-BE49-F238E27FC236}">
                <a16:creationId xmlns:a16="http://schemas.microsoft.com/office/drawing/2014/main" id="{D48CF075-0872-450B-BD17-A7D07C59B491}"/>
              </a:ext>
            </a:extLst>
          </p:cNvPr>
          <p:cNvGrpSpPr>
            <a:grpSpLocks/>
          </p:cNvGrpSpPr>
          <p:nvPr/>
        </p:nvGrpSpPr>
        <p:grpSpPr bwMode="auto">
          <a:xfrm>
            <a:off x="1138238" y="4065588"/>
            <a:ext cx="963612" cy="446087"/>
            <a:chOff x="3105" y="2650"/>
            <a:chExt cx="607" cy="281"/>
          </a:xfrm>
        </p:grpSpPr>
        <p:sp>
          <p:nvSpPr>
            <p:cNvPr id="86058" name="Rectangle 68">
              <a:extLst>
                <a:ext uri="{FF2B5EF4-FFF2-40B4-BE49-F238E27FC236}">
                  <a16:creationId xmlns:a16="http://schemas.microsoft.com/office/drawing/2014/main" id="{7D04B6E6-00F1-4444-80FA-EDF107DDF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2650"/>
              <a:ext cx="607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86059" name="Line 72">
              <a:extLst>
                <a:ext uri="{FF2B5EF4-FFF2-40B4-BE49-F238E27FC236}">
                  <a16:creationId xmlns:a16="http://schemas.microsoft.com/office/drawing/2014/main" id="{7B46F8F1-A154-49D5-9426-FBA088020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652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6060" name="Text Box 73">
              <a:extLst>
                <a:ext uri="{FF2B5EF4-FFF2-40B4-BE49-F238E27FC236}">
                  <a16:creationId xmlns:a16="http://schemas.microsoft.com/office/drawing/2014/main" id="{4E263B0D-9E45-4244-99B1-0FA0A6374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cr</a:t>
              </a:r>
            </a:p>
          </p:txBody>
        </p:sp>
        <p:sp>
          <p:nvSpPr>
            <p:cNvPr id="86061" name="Text Box 74">
              <a:extLst>
                <a:ext uri="{FF2B5EF4-FFF2-40B4-BE49-F238E27FC236}">
                  <a16:creationId xmlns:a16="http://schemas.microsoft.com/office/drawing/2014/main" id="{1C715708-BAC6-48A9-9B0A-C3F5C8159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lf</a:t>
              </a:r>
            </a:p>
          </p:txBody>
        </p:sp>
      </p:grpSp>
      <p:sp>
        <p:nvSpPr>
          <p:cNvPr id="86048" name="Rectangle 78">
            <a:extLst>
              <a:ext uri="{FF2B5EF4-FFF2-40B4-BE49-F238E27FC236}">
                <a16:creationId xmlns:a16="http://schemas.microsoft.com/office/drawing/2014/main" id="{4B573330-CC5F-481C-A8F6-578198E6D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238" y="4513263"/>
            <a:ext cx="5170487" cy="1120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6049" name="Text Box 80">
            <a:extLst>
              <a:ext uri="{FF2B5EF4-FFF2-40B4-BE49-F238E27FC236}">
                <a16:creationId xmlns:a16="http://schemas.microsoft.com/office/drawing/2014/main" id="{124FF35F-7545-4C29-B001-346BA6F00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4988" y="4837113"/>
            <a:ext cx="1411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entity body</a:t>
            </a:r>
          </a:p>
        </p:txBody>
      </p:sp>
      <p:grpSp>
        <p:nvGrpSpPr>
          <p:cNvPr id="86050" name="Group 81">
            <a:extLst>
              <a:ext uri="{FF2B5EF4-FFF2-40B4-BE49-F238E27FC236}">
                <a16:creationId xmlns:a16="http://schemas.microsoft.com/office/drawing/2014/main" id="{BDD606FD-A8B0-4C41-857D-21C9139BA419}"/>
              </a:ext>
            </a:extLst>
          </p:cNvPr>
          <p:cNvGrpSpPr>
            <a:grpSpLocks/>
          </p:cNvGrpSpPr>
          <p:nvPr/>
        </p:nvGrpSpPr>
        <p:grpSpPr bwMode="auto">
          <a:xfrm>
            <a:off x="974725" y="4851400"/>
            <a:ext cx="331788" cy="461963"/>
            <a:chOff x="462" y="1727"/>
            <a:chExt cx="209" cy="291"/>
          </a:xfrm>
        </p:grpSpPr>
        <p:sp>
          <p:nvSpPr>
            <p:cNvPr id="86055" name="Rectangle 82">
              <a:extLst>
                <a:ext uri="{FF2B5EF4-FFF2-40B4-BE49-F238E27FC236}">
                  <a16:creationId xmlns:a16="http://schemas.microsoft.com/office/drawing/2014/main" id="{6321F121-C3A5-4426-BAFC-DC84F4FF2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86056" name="Text Box 83">
              <a:extLst>
                <a:ext uri="{FF2B5EF4-FFF2-40B4-BE49-F238E27FC236}">
                  <a16:creationId xmlns:a16="http://schemas.microsoft.com/office/drawing/2014/main" id="{71152A2A-DA5B-4E06-9A99-44CBF4963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~</a:t>
              </a:r>
            </a:p>
          </p:txBody>
        </p:sp>
        <p:sp>
          <p:nvSpPr>
            <p:cNvPr id="86057" name="Text Box 84">
              <a:extLst>
                <a:ext uri="{FF2B5EF4-FFF2-40B4-BE49-F238E27FC236}">
                  <a16:creationId xmlns:a16="http://schemas.microsoft.com/office/drawing/2014/main" id="{AB88CA03-3357-4D44-9177-72F1ED480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~</a:t>
              </a:r>
            </a:p>
          </p:txBody>
        </p:sp>
      </p:grpSp>
      <p:grpSp>
        <p:nvGrpSpPr>
          <p:cNvPr id="86051" name="Group 85">
            <a:extLst>
              <a:ext uri="{FF2B5EF4-FFF2-40B4-BE49-F238E27FC236}">
                <a16:creationId xmlns:a16="http://schemas.microsoft.com/office/drawing/2014/main" id="{B285E05D-9A1C-4D6C-B7C5-B472222271DA}"/>
              </a:ext>
            </a:extLst>
          </p:cNvPr>
          <p:cNvGrpSpPr>
            <a:grpSpLocks/>
          </p:cNvGrpSpPr>
          <p:nvPr/>
        </p:nvGrpSpPr>
        <p:grpSpPr bwMode="auto">
          <a:xfrm>
            <a:off x="6134100" y="4841875"/>
            <a:ext cx="331788" cy="461963"/>
            <a:chOff x="462" y="1727"/>
            <a:chExt cx="209" cy="291"/>
          </a:xfrm>
        </p:grpSpPr>
        <p:sp>
          <p:nvSpPr>
            <p:cNvPr id="86052" name="Rectangle 86">
              <a:extLst>
                <a:ext uri="{FF2B5EF4-FFF2-40B4-BE49-F238E27FC236}">
                  <a16:creationId xmlns:a16="http://schemas.microsoft.com/office/drawing/2014/main" id="{2EA7BDD4-3B6A-499F-AF1F-7C127E121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86053" name="Text Box 87">
              <a:extLst>
                <a:ext uri="{FF2B5EF4-FFF2-40B4-BE49-F238E27FC236}">
                  <a16:creationId xmlns:a16="http://schemas.microsoft.com/office/drawing/2014/main" id="{9C25DA0C-3E8C-4A7B-9811-1358585CF5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~</a:t>
              </a:r>
            </a:p>
          </p:txBody>
        </p:sp>
        <p:sp>
          <p:nvSpPr>
            <p:cNvPr id="86054" name="Text Box 88">
              <a:extLst>
                <a:ext uri="{FF2B5EF4-FFF2-40B4-BE49-F238E27FC236}">
                  <a16:creationId xmlns:a16="http://schemas.microsoft.com/office/drawing/2014/main" id="{78268453-C3BA-475F-A4B1-4B4DF377FA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~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D868D5E7-0EEE-4A24-A371-9CAB3CD28A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50531" name="Rectangle 8">
            <a:extLst>
              <a:ext uri="{FF2B5EF4-FFF2-40B4-BE49-F238E27FC236}">
                <a16:creationId xmlns:a16="http://schemas.microsoft.com/office/drawing/2014/main" id="{5430C899-F3C7-4942-B47F-98518E176B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CB020232-1ACA-4D41-BD41-4A09374402B5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buClrTx/>
                <a:buSzTx/>
                <a:buFontTx/>
                <a:buNone/>
              </a:pPr>
              <a:t>10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50532" name="Rectangle 2">
            <a:extLst>
              <a:ext uri="{FF2B5EF4-FFF2-40B4-BE49-F238E27FC236}">
                <a16:creationId xmlns:a16="http://schemas.microsoft.com/office/drawing/2014/main" id="{76FFE641-987D-4880-833A-94E464C0B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User-server state: cookies</a:t>
            </a:r>
          </a:p>
        </p:txBody>
      </p:sp>
      <p:sp>
        <p:nvSpPr>
          <p:cNvPr id="150533" name="Rectangle 4">
            <a:extLst>
              <a:ext uri="{FF2B5EF4-FFF2-40B4-BE49-F238E27FC236}">
                <a16:creationId xmlns:a16="http://schemas.microsoft.com/office/drawing/2014/main" id="{079F4ABE-5A6F-4014-8499-124C7FABCB2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754063" y="1392238"/>
            <a:ext cx="74295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</a:rPr>
              <a:t>Q: </a:t>
            </a:r>
            <a:r>
              <a:rPr lang="en-US" altLang="zh-TW" sz="2400" dirty="0"/>
              <a:t>As HTTP server is </a:t>
            </a:r>
            <a:r>
              <a:rPr lang="en-US" altLang="zh-TW" sz="2400" dirty="0">
                <a:solidFill>
                  <a:srgbClr val="0070C0"/>
                </a:solidFill>
              </a:rPr>
              <a:t>stateless</a:t>
            </a:r>
            <a:r>
              <a:rPr lang="en-US" altLang="zh-TW" sz="2400" dirty="0"/>
              <a:t>, how can a Web site  </a:t>
            </a:r>
            <a:r>
              <a:rPr lang="en-US" altLang="zh-TW" sz="2400" dirty="0">
                <a:solidFill>
                  <a:srgbClr val="0070C0"/>
                </a:solidFill>
              </a:rPr>
              <a:t>identify users</a:t>
            </a:r>
            <a:r>
              <a:rPr lang="en-US" altLang="zh-TW" sz="2400" dirty="0"/>
              <a:t>?</a:t>
            </a:r>
            <a:endParaRPr lang="en-US" altLang="zh-TW" sz="2400" dirty="0">
              <a:solidFill>
                <a:srgbClr val="CC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</a:rPr>
              <a:t>A: </a:t>
            </a:r>
            <a:r>
              <a:rPr lang="en-US" altLang="zh-TW" sz="2400" dirty="0">
                <a:solidFill>
                  <a:srgbClr val="FF0000"/>
                </a:solidFill>
              </a:rPr>
              <a:t>Cookies</a:t>
            </a:r>
            <a:r>
              <a:rPr lang="en-US" altLang="zh-TW" sz="2400" dirty="0"/>
              <a:t>, defined in [RFC 6265], allow sites to keep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dirty="0"/>
              <a:t>track of users.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</a:rPr>
              <a:t>example:</a:t>
            </a:r>
          </a:p>
          <a:p>
            <a:r>
              <a:rPr lang="en-US" altLang="zh-TW" sz="2400" dirty="0"/>
              <a:t>Susan always access Internet from PC</a:t>
            </a:r>
          </a:p>
          <a:p>
            <a:r>
              <a:rPr lang="en-US" altLang="zh-TW" sz="2400" dirty="0"/>
              <a:t>visits specific </a:t>
            </a:r>
            <a:r>
              <a:rPr lang="en-US" altLang="zh-TW" sz="2400" dirty="0">
                <a:solidFill>
                  <a:srgbClr val="0070C0"/>
                </a:solidFill>
              </a:rPr>
              <a:t>e-commerce site</a:t>
            </a:r>
            <a:r>
              <a:rPr lang="en-US" altLang="zh-TW" sz="2400" dirty="0"/>
              <a:t> for first time</a:t>
            </a:r>
          </a:p>
          <a:p>
            <a:r>
              <a:rPr lang="en-US" altLang="zh-TW" sz="2400" dirty="0"/>
              <a:t>when initial HTTP requests arrives at site, site creates: 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unique ID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entry in backend database for ID</a:t>
            </a:r>
          </a:p>
        </p:txBody>
      </p:sp>
      <p:pic>
        <p:nvPicPr>
          <p:cNvPr id="150534" name="Picture 10" descr="underline_base">
            <a:extLst>
              <a:ext uri="{FF2B5EF4-FFF2-40B4-BE49-F238E27FC236}">
                <a16:creationId xmlns:a16="http://schemas.microsoft.com/office/drawing/2014/main" id="{56B0ABBA-A7E9-4F35-A030-93069D15586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46163"/>
            <a:ext cx="61261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D0E564A7-0C17-4449-88CB-1AEC0A4F8C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52579" name="Rectangle 8">
            <a:extLst>
              <a:ext uri="{FF2B5EF4-FFF2-40B4-BE49-F238E27FC236}">
                <a16:creationId xmlns:a16="http://schemas.microsoft.com/office/drawing/2014/main" id="{B75237CC-C020-4832-8908-D2764524E0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9CF92752-3B1C-4705-8776-F8A171F9D28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buClrTx/>
                <a:buSzTx/>
                <a:buFontTx/>
                <a:buNone/>
              </a:pPr>
              <a:t>11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52580" name="Picture 12" descr="underline_base">
            <a:extLst>
              <a:ext uri="{FF2B5EF4-FFF2-40B4-BE49-F238E27FC236}">
                <a16:creationId xmlns:a16="http://schemas.microsoft.com/office/drawing/2014/main" id="{7EAC9AD8-F65B-48AA-9352-8DFC24D5C8F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" y="89852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81" name="Rectangle 2">
            <a:extLst>
              <a:ext uri="{FF2B5EF4-FFF2-40B4-BE49-F238E27FC236}">
                <a16:creationId xmlns:a16="http://schemas.microsoft.com/office/drawing/2014/main" id="{89495141-5101-447F-87A7-8AAB4DE9A7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063" y="207963"/>
            <a:ext cx="7772400" cy="925512"/>
          </a:xfrm>
        </p:spPr>
        <p:txBody>
          <a:bodyPr/>
          <a:lstStyle/>
          <a:p>
            <a:r>
              <a:rPr lang="en-US" altLang="zh-TW"/>
              <a:t>Cookies (continued)</a:t>
            </a:r>
          </a:p>
        </p:txBody>
      </p:sp>
      <p:sp>
        <p:nvSpPr>
          <p:cNvPr id="152582" name="Rectangle 3">
            <a:extLst>
              <a:ext uri="{FF2B5EF4-FFF2-40B4-BE49-F238E27FC236}">
                <a16:creationId xmlns:a16="http://schemas.microsoft.com/office/drawing/2014/main" id="{365D055D-580B-4C70-BEC2-792AFDB8D30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89063"/>
            <a:ext cx="3810000" cy="2641600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</a:rPr>
              <a:t>what cookies can be used for:</a:t>
            </a:r>
          </a:p>
          <a:p>
            <a:pPr>
              <a:lnSpc>
                <a:spcPct val="75000"/>
              </a:lnSpc>
            </a:pPr>
            <a:r>
              <a:rPr lang="en-US" altLang="zh-TW" sz="2400">
                <a:solidFill>
                  <a:srgbClr val="0070C0"/>
                </a:solidFill>
              </a:rPr>
              <a:t>authorization</a:t>
            </a:r>
          </a:p>
          <a:p>
            <a:pPr>
              <a:lnSpc>
                <a:spcPct val="75000"/>
              </a:lnSpc>
            </a:pPr>
            <a:r>
              <a:rPr lang="en-US" altLang="zh-TW" sz="2400">
                <a:solidFill>
                  <a:srgbClr val="0070C0"/>
                </a:solidFill>
              </a:rPr>
              <a:t>shopping carts</a:t>
            </a:r>
          </a:p>
          <a:p>
            <a:pPr>
              <a:lnSpc>
                <a:spcPct val="75000"/>
              </a:lnSpc>
            </a:pPr>
            <a:r>
              <a:rPr lang="en-US" altLang="zh-TW" sz="2400">
                <a:solidFill>
                  <a:srgbClr val="0070C0"/>
                </a:solidFill>
              </a:rPr>
              <a:t>recommendations</a:t>
            </a:r>
          </a:p>
          <a:p>
            <a:pPr>
              <a:lnSpc>
                <a:spcPct val="75000"/>
              </a:lnSpc>
            </a:pPr>
            <a:r>
              <a:rPr lang="en-US" altLang="zh-TW" sz="2400"/>
              <a:t>user session state (Web e-mail)</a:t>
            </a:r>
          </a:p>
        </p:txBody>
      </p:sp>
      <p:sp>
        <p:nvSpPr>
          <p:cNvPr id="152583" name="Rectangle 13">
            <a:extLst>
              <a:ext uri="{FF2B5EF4-FFF2-40B4-BE49-F238E27FC236}">
                <a16:creationId xmlns:a16="http://schemas.microsoft.com/office/drawing/2014/main" id="{8389D4FA-72B0-45F6-AD02-FC0E0F7E1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725" y="1411288"/>
            <a:ext cx="3810000" cy="2233612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400" i="1" dirty="0">
                <a:solidFill>
                  <a:srgbClr val="CC0000"/>
                </a:solidFill>
              </a:rPr>
              <a:t>cookies and privacy:</a:t>
            </a:r>
          </a:p>
          <a:p>
            <a:pPr>
              <a:lnSpc>
                <a:spcPct val="90000"/>
              </a:lnSpc>
              <a:buSzPct val="75000"/>
            </a:pPr>
            <a:r>
              <a:rPr lang="en-US" altLang="zh-TW" sz="2400" dirty="0"/>
              <a:t>cookies permit sites to learn a lot about you</a:t>
            </a:r>
          </a:p>
          <a:p>
            <a:pPr>
              <a:lnSpc>
                <a:spcPct val="90000"/>
              </a:lnSpc>
              <a:buSzPct val="75000"/>
            </a:pPr>
            <a:r>
              <a:rPr lang="en-US" altLang="zh-TW" sz="2400" dirty="0"/>
              <a:t>you may supply name and e-mail to sites</a:t>
            </a:r>
          </a:p>
        </p:txBody>
      </p:sp>
      <p:sp>
        <p:nvSpPr>
          <p:cNvPr id="152584" name="Text Box 14">
            <a:extLst>
              <a:ext uri="{FF2B5EF4-FFF2-40B4-BE49-F238E27FC236}">
                <a16:creationId xmlns:a16="http://schemas.microsoft.com/office/drawing/2014/main" id="{7C6E302C-088E-4323-BCA2-58C9FAE56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550" y="1177925"/>
            <a:ext cx="8001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000099"/>
                </a:solidFill>
              </a:rPr>
              <a:t>aside</a:t>
            </a:r>
          </a:p>
        </p:txBody>
      </p:sp>
      <p:sp>
        <p:nvSpPr>
          <p:cNvPr id="152585" name="Rectangle 15">
            <a:extLst>
              <a:ext uri="{FF2B5EF4-FFF2-40B4-BE49-F238E27FC236}">
                <a16:creationId xmlns:a16="http://schemas.microsoft.com/office/drawing/2014/main" id="{E2E3A76D-2E79-42D7-82A5-8C08E5A9C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3946525"/>
            <a:ext cx="5702300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i="1" dirty="0">
                <a:solidFill>
                  <a:srgbClr val="CC0000"/>
                </a:solidFill>
              </a:rPr>
              <a:t>how to keep </a:t>
            </a:r>
            <a:r>
              <a:rPr lang="ja-JP" altLang="en-US" i="1" dirty="0">
                <a:solidFill>
                  <a:srgbClr val="CC0000"/>
                </a:solidFill>
              </a:rPr>
              <a:t>“</a:t>
            </a:r>
            <a:r>
              <a:rPr lang="en-US" altLang="ja-JP" i="1" dirty="0">
                <a:solidFill>
                  <a:srgbClr val="CC0000"/>
                </a:solidFill>
              </a:rPr>
              <a:t>state</a:t>
            </a:r>
            <a:r>
              <a:rPr lang="ja-JP" altLang="en-US" i="1" dirty="0">
                <a:solidFill>
                  <a:srgbClr val="CC0000"/>
                </a:solidFill>
              </a:rPr>
              <a:t>”</a:t>
            </a:r>
            <a:r>
              <a:rPr lang="en-US" altLang="ja-JP" i="1" dirty="0">
                <a:solidFill>
                  <a:srgbClr val="CC0000"/>
                </a:solidFill>
              </a:rPr>
              <a:t>:</a:t>
            </a:r>
          </a:p>
          <a:p>
            <a:pPr>
              <a:lnSpc>
                <a:spcPct val="90000"/>
              </a:lnSpc>
              <a:buSzPct val="75000"/>
            </a:pPr>
            <a:r>
              <a:rPr lang="en-US" altLang="zh-TW" sz="2400" dirty="0"/>
              <a:t>protocol endpoints: </a:t>
            </a:r>
            <a:r>
              <a:rPr lang="en-US" altLang="zh-TW" sz="2400" dirty="0">
                <a:solidFill>
                  <a:srgbClr val="0070C0"/>
                </a:solidFill>
              </a:rPr>
              <a:t>maintain state </a:t>
            </a:r>
            <a:r>
              <a:rPr lang="en-US" altLang="zh-TW" sz="2400" dirty="0"/>
              <a:t>at sender/receiver over multiple transactions</a:t>
            </a:r>
          </a:p>
          <a:p>
            <a:pPr>
              <a:lnSpc>
                <a:spcPct val="90000"/>
              </a:lnSpc>
              <a:buSzPct val="75000"/>
            </a:pPr>
            <a:r>
              <a:rPr lang="en-US" altLang="zh-TW" sz="2400" dirty="0"/>
              <a:t>cookies: http messages </a:t>
            </a:r>
            <a:r>
              <a:rPr lang="en-US" altLang="zh-TW" sz="2400" dirty="0">
                <a:solidFill>
                  <a:srgbClr val="0070C0"/>
                </a:solidFill>
              </a:rPr>
              <a:t>carry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3" grpId="0" animBg="1"/>
      <p:bldP spid="1525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CE4DB08E-DDF3-4C5F-B8BA-A38F2A1C26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56675" name="Rectangle 8">
            <a:extLst>
              <a:ext uri="{FF2B5EF4-FFF2-40B4-BE49-F238E27FC236}">
                <a16:creationId xmlns:a16="http://schemas.microsoft.com/office/drawing/2014/main" id="{A110D76E-1F5D-4284-A84D-2C106C80D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1D689624-F4D7-4957-863D-8C359DD3515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56676" name="Picture 59" descr="underline_base">
            <a:extLst>
              <a:ext uri="{FF2B5EF4-FFF2-40B4-BE49-F238E27FC236}">
                <a16:creationId xmlns:a16="http://schemas.microsoft.com/office/drawing/2014/main" id="{53CD2304-9155-4692-8535-1F5FCE8545F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788988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2">
            <a:extLst>
              <a:ext uri="{FF2B5EF4-FFF2-40B4-BE49-F238E27FC236}">
                <a16:creationId xmlns:a16="http://schemas.microsoft.com/office/drawing/2014/main" id="{5C4EF708-CA7E-49C5-879A-30ABCE0E4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800" y="153988"/>
            <a:ext cx="7772400" cy="773112"/>
          </a:xfrm>
        </p:spPr>
        <p:txBody>
          <a:bodyPr/>
          <a:lstStyle/>
          <a:p>
            <a:r>
              <a:rPr lang="en-US" altLang="zh-TW" sz="3600">
                <a:ea typeface="ＭＳ Ｐゴシック" panose="020B0600070205080204" pitchFamily="34" charset="-128"/>
              </a:rPr>
              <a:t>Cookies: keeping </a:t>
            </a:r>
            <a:r>
              <a:rPr lang="ja-JP" altLang="en-US" sz="3600">
                <a:ea typeface="ＭＳ Ｐゴシック" panose="020B0600070205080204" pitchFamily="34" charset="-128"/>
              </a:rPr>
              <a:t>“</a:t>
            </a:r>
            <a:r>
              <a:rPr lang="en-US" altLang="ja-JP" sz="3600">
                <a:ea typeface="ＭＳ Ｐゴシック" panose="020B0600070205080204" pitchFamily="34" charset="-128"/>
              </a:rPr>
              <a:t>state</a:t>
            </a:r>
            <a:r>
              <a:rPr lang="ja-JP" altLang="en-US" sz="3600">
                <a:ea typeface="ＭＳ Ｐゴシック" panose="020B0600070205080204" pitchFamily="34" charset="-128"/>
              </a:rPr>
              <a:t>”</a:t>
            </a:r>
            <a:r>
              <a:rPr lang="en-US" altLang="ja-JP" sz="3600">
                <a:ea typeface="ＭＳ Ｐゴシック" panose="020B0600070205080204" pitchFamily="34" charset="-128"/>
              </a:rPr>
              <a:t> (cont.)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56678" name="Text Box 5">
            <a:extLst>
              <a:ext uri="{FF2B5EF4-FFF2-40B4-BE49-F238E27FC236}">
                <a16:creationId xmlns:a16="http://schemas.microsoft.com/office/drawing/2014/main" id="{C93B33E0-B6EE-4E18-86BF-97891F882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13" y="1227138"/>
            <a:ext cx="77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CC0000"/>
                </a:solidFill>
                <a:latin typeface="Arial" panose="020B0604020202020204" pitchFamily="34" charset="0"/>
              </a:rPr>
              <a:t>client</a:t>
            </a:r>
          </a:p>
        </p:txBody>
      </p:sp>
      <p:sp>
        <p:nvSpPr>
          <p:cNvPr id="156679" name="Text Box 6">
            <a:extLst>
              <a:ext uri="{FF2B5EF4-FFF2-40B4-BE49-F238E27FC236}">
                <a16:creationId xmlns:a16="http://schemas.microsoft.com/office/drawing/2014/main" id="{10925708-2A8D-49FF-A576-644662696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1273175"/>
            <a:ext cx="889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CC0000"/>
                </a:solidFill>
                <a:latin typeface="Arial" panose="020B0604020202020204" pitchFamily="34" charset="0"/>
              </a:rPr>
              <a:t>server</a:t>
            </a:r>
          </a:p>
        </p:txBody>
      </p:sp>
      <p:grpSp>
        <p:nvGrpSpPr>
          <p:cNvPr id="2" name="Group 90">
            <a:extLst>
              <a:ext uri="{FF2B5EF4-FFF2-40B4-BE49-F238E27FC236}">
                <a16:creationId xmlns:a16="http://schemas.microsoft.com/office/drawing/2014/main" id="{C7EFE554-F4F3-473E-BFF7-FB18E69A804A}"/>
              </a:ext>
            </a:extLst>
          </p:cNvPr>
          <p:cNvGrpSpPr>
            <a:grpSpLocks/>
          </p:cNvGrpSpPr>
          <p:nvPr/>
        </p:nvGrpSpPr>
        <p:grpSpPr bwMode="auto">
          <a:xfrm>
            <a:off x="2200275" y="4227513"/>
            <a:ext cx="3305175" cy="425450"/>
            <a:chOff x="1386" y="2663"/>
            <a:chExt cx="2082" cy="268"/>
          </a:xfrm>
        </p:grpSpPr>
        <p:sp>
          <p:nvSpPr>
            <p:cNvPr id="156760" name="Line 16">
              <a:extLst>
                <a:ext uri="{FF2B5EF4-FFF2-40B4-BE49-F238E27FC236}">
                  <a16:creationId xmlns:a16="http://schemas.microsoft.com/office/drawing/2014/main" id="{52936184-25E4-4ADD-9C25-7CBE599884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6" y="2663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156761" name="Group 17">
              <a:extLst>
                <a:ext uri="{FF2B5EF4-FFF2-40B4-BE49-F238E27FC236}">
                  <a16:creationId xmlns:a16="http://schemas.microsoft.com/office/drawing/2014/main" id="{C5A483E6-B825-4F20-B116-CFC0BE419E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3" y="2694"/>
              <a:ext cx="1743" cy="237"/>
              <a:chOff x="3268" y="2846"/>
              <a:chExt cx="1743" cy="237"/>
            </a:xfrm>
          </p:grpSpPr>
          <p:sp>
            <p:nvSpPr>
              <p:cNvPr id="156762" name="Rectangle 18">
                <a:extLst>
                  <a:ext uri="{FF2B5EF4-FFF2-40B4-BE49-F238E27FC236}">
                    <a16:creationId xmlns:a16="http://schemas.microsoft.com/office/drawing/2014/main" id="{102FC2A3-6C3E-4444-A692-4C130BF20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6763" name="Text Box 19">
                <a:extLst>
                  <a:ext uri="{FF2B5EF4-FFF2-40B4-BE49-F238E27FC236}">
                    <a16:creationId xmlns:a16="http://schemas.microsoft.com/office/drawing/2014/main" id="{0ACE2EA9-5FE1-4E3B-BD6A-DED101C14D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743" cy="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latin typeface="Arial" panose="020B0604020202020204" pitchFamily="34" charset="0"/>
                  </a:rPr>
                  <a:t>usual http response msg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4" name="Group 94">
            <a:extLst>
              <a:ext uri="{FF2B5EF4-FFF2-40B4-BE49-F238E27FC236}">
                <a16:creationId xmlns:a16="http://schemas.microsoft.com/office/drawing/2014/main" id="{24B81424-94C6-4609-B164-F187F9DDA46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6145213"/>
            <a:ext cx="3305175" cy="407987"/>
            <a:chOff x="1392" y="3605"/>
            <a:chExt cx="2082" cy="257"/>
          </a:xfrm>
        </p:grpSpPr>
        <p:sp>
          <p:nvSpPr>
            <p:cNvPr id="156756" name="Line 24">
              <a:extLst>
                <a:ext uri="{FF2B5EF4-FFF2-40B4-BE49-F238E27FC236}">
                  <a16:creationId xmlns:a16="http://schemas.microsoft.com/office/drawing/2014/main" id="{8C2BB7D9-5D79-4264-8D26-A501E9E696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605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156757" name="Group 25">
              <a:extLst>
                <a:ext uri="{FF2B5EF4-FFF2-40B4-BE49-F238E27FC236}">
                  <a16:creationId xmlns:a16="http://schemas.microsoft.com/office/drawing/2014/main" id="{FEB7A560-9092-4CF7-8CEB-4A7BEDFF7C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2" y="3625"/>
              <a:ext cx="1743" cy="237"/>
              <a:chOff x="3268" y="2846"/>
              <a:chExt cx="1743" cy="237"/>
            </a:xfrm>
          </p:grpSpPr>
          <p:sp>
            <p:nvSpPr>
              <p:cNvPr id="156758" name="Rectangle 26">
                <a:extLst>
                  <a:ext uri="{FF2B5EF4-FFF2-40B4-BE49-F238E27FC236}">
                    <a16:creationId xmlns:a16="http://schemas.microsoft.com/office/drawing/2014/main" id="{C3028B07-370F-4DD5-AF3F-0992DB23F7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6759" name="Text Box 27">
                <a:extLst>
                  <a:ext uri="{FF2B5EF4-FFF2-40B4-BE49-F238E27FC236}">
                    <a16:creationId xmlns:a16="http://schemas.microsoft.com/office/drawing/2014/main" id="{4EBB3B6C-2A00-4A84-A3DD-633F5476C9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743" cy="2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latin typeface="Arial" panose="020B0604020202020204" pitchFamily="34" charset="0"/>
                  </a:rPr>
                  <a:t>usual http response msg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50235" name="Text Box 59">
            <a:extLst>
              <a:ext uri="{FF2B5EF4-FFF2-40B4-BE49-F238E27FC236}">
                <a16:creationId xmlns:a16="http://schemas.microsoft.com/office/drawing/2014/main" id="{F608F0FF-F829-4B51-87FB-85907E176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075" y="2454275"/>
            <a:ext cx="1787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cookie file</a:t>
            </a:r>
          </a:p>
        </p:txBody>
      </p:sp>
      <p:sp>
        <p:nvSpPr>
          <p:cNvPr id="50242" name="Text Box 66">
            <a:extLst>
              <a:ext uri="{FF2B5EF4-FFF2-40B4-BE49-F238E27FC236}">
                <a16:creationId xmlns:a16="http://schemas.microsoft.com/office/drawing/2014/main" id="{E0417DC5-F8B5-4B56-8C05-C34BA9012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878388"/>
            <a:ext cx="173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one week later:</a:t>
            </a:r>
          </a:p>
        </p:txBody>
      </p:sp>
      <p:grpSp>
        <p:nvGrpSpPr>
          <p:cNvPr id="6" name="Group 89">
            <a:extLst>
              <a:ext uri="{FF2B5EF4-FFF2-40B4-BE49-F238E27FC236}">
                <a16:creationId xmlns:a16="http://schemas.microsoft.com/office/drawing/2014/main" id="{830BE16D-2EEC-4B4D-8F83-CCAD65493D89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589338"/>
            <a:ext cx="5638800" cy="1028700"/>
            <a:chOff x="1392" y="2261"/>
            <a:chExt cx="3552" cy="648"/>
          </a:xfrm>
        </p:grpSpPr>
        <p:sp>
          <p:nvSpPr>
            <p:cNvPr id="156749" name="Line 12">
              <a:extLst>
                <a:ext uri="{FF2B5EF4-FFF2-40B4-BE49-F238E27FC236}">
                  <a16:creationId xmlns:a16="http://schemas.microsoft.com/office/drawing/2014/main" id="{6AE752C5-C9C5-4E9A-9308-4395E6D51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357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6750" name="Text Box 15">
              <a:extLst>
                <a:ext uri="{FF2B5EF4-FFF2-40B4-BE49-F238E27FC236}">
                  <a16:creationId xmlns:a16="http://schemas.microsoft.com/office/drawing/2014/main" id="{522E3C90-3D8C-4189-BC82-6D47D13CD5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2261"/>
              <a:ext cx="1689" cy="3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usual http request msg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Arial" panose="020B0604020202020204" pitchFamily="34" charset="0"/>
                </a:rPr>
                <a:t>cookie: 1678</a:t>
              </a:r>
            </a:p>
          </p:txBody>
        </p:sp>
        <p:sp>
          <p:nvSpPr>
            <p:cNvPr id="156751" name="Text Box 28">
              <a:extLst>
                <a:ext uri="{FF2B5EF4-FFF2-40B4-BE49-F238E27FC236}">
                  <a16:creationId xmlns:a16="http://schemas.microsoft.com/office/drawing/2014/main" id="{DE924A9F-D544-47DE-8EA4-3A8367486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4" y="2332"/>
              <a:ext cx="59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99"/>
                  </a:solidFill>
                  <a:latin typeface="Arial" panose="020B0604020202020204" pitchFamily="34" charset="0"/>
                </a:rPr>
                <a:t>cookie-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99"/>
                  </a:solidFill>
                  <a:latin typeface="Arial" panose="020B0604020202020204" pitchFamily="34" charset="0"/>
                </a:rPr>
                <a:t>specific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99"/>
                  </a:solidFill>
                  <a:latin typeface="Arial" panose="020B0604020202020204" pitchFamily="34" charset="0"/>
                </a:rPr>
                <a:t>action</a:t>
              </a:r>
            </a:p>
          </p:txBody>
        </p:sp>
        <p:sp>
          <p:nvSpPr>
            <p:cNvPr id="156752" name="Line 42">
              <a:extLst>
                <a:ext uri="{FF2B5EF4-FFF2-40B4-BE49-F238E27FC236}">
                  <a16:creationId xmlns:a16="http://schemas.microsoft.com/office/drawing/2014/main" id="{8CB0ABDE-39F8-4711-8FFD-0F7DAD1CEE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2367"/>
              <a:ext cx="692" cy="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156753" name="Group 83">
              <a:extLst>
                <a:ext uri="{FF2B5EF4-FFF2-40B4-BE49-F238E27FC236}">
                  <a16:creationId xmlns:a16="http://schemas.microsoft.com/office/drawing/2014/main" id="{D6BF6164-6CA6-4DAE-9A7A-032385996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6" y="2363"/>
              <a:ext cx="564" cy="231"/>
              <a:chOff x="4306" y="2273"/>
              <a:chExt cx="564" cy="231"/>
            </a:xfrm>
          </p:grpSpPr>
          <p:sp>
            <p:nvSpPr>
              <p:cNvPr id="156754" name="Rectangle 72">
                <a:extLst>
                  <a:ext uri="{FF2B5EF4-FFF2-40B4-BE49-F238E27FC236}">
                    <a16:creationId xmlns:a16="http://schemas.microsoft.com/office/drawing/2014/main" id="{680C42B2-CF96-4CB1-A9DD-1ECEE0DFA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9" y="2365"/>
                <a:ext cx="384" cy="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6755" name="Text Box 43">
                <a:extLst>
                  <a:ext uri="{FF2B5EF4-FFF2-40B4-BE49-F238E27FC236}">
                    <a16:creationId xmlns:a16="http://schemas.microsoft.com/office/drawing/2014/main" id="{52C655C7-A949-4962-97D3-39D30F1324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6" y="2273"/>
                <a:ext cx="5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latin typeface="Arial" panose="020B0604020202020204" pitchFamily="34" charset="0"/>
                  </a:rPr>
                  <a:t>access</a:t>
                </a:r>
              </a:p>
            </p:txBody>
          </p:sp>
        </p:grpSp>
      </p:grpSp>
      <p:grpSp>
        <p:nvGrpSpPr>
          <p:cNvPr id="156685" name="Group 81">
            <a:extLst>
              <a:ext uri="{FF2B5EF4-FFF2-40B4-BE49-F238E27FC236}">
                <a16:creationId xmlns:a16="http://schemas.microsoft.com/office/drawing/2014/main" id="{A9D84798-D58A-42EC-88BF-F0C393116528}"/>
              </a:ext>
            </a:extLst>
          </p:cNvPr>
          <p:cNvGrpSpPr>
            <a:grpSpLocks/>
          </p:cNvGrpSpPr>
          <p:nvPr/>
        </p:nvGrpSpPr>
        <p:grpSpPr bwMode="auto">
          <a:xfrm>
            <a:off x="936625" y="1922463"/>
            <a:ext cx="1068388" cy="565150"/>
            <a:chOff x="476" y="1047"/>
            <a:chExt cx="906" cy="486"/>
          </a:xfrm>
        </p:grpSpPr>
        <p:sp>
          <p:nvSpPr>
            <p:cNvPr id="156747" name="AutoShape 67">
              <a:extLst>
                <a:ext uri="{FF2B5EF4-FFF2-40B4-BE49-F238E27FC236}">
                  <a16:creationId xmlns:a16="http://schemas.microsoft.com/office/drawing/2014/main" id="{7A14DA68-1910-4357-BD12-1323DABC0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1047"/>
              <a:ext cx="855" cy="486"/>
            </a:xfrm>
            <a:prstGeom prst="can">
              <a:avLst>
                <a:gd name="adj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56748" name="Text Box 60">
              <a:extLst>
                <a:ext uri="{FF2B5EF4-FFF2-40B4-BE49-F238E27FC236}">
                  <a16:creationId xmlns:a16="http://schemas.microsoft.com/office/drawing/2014/main" id="{B00C1BC6-D493-414A-BD4E-8869840EC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134"/>
              <a:ext cx="874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ebay 8734</a:t>
              </a:r>
            </a:p>
          </p:txBody>
        </p:sp>
      </p:grpSp>
      <p:grpSp>
        <p:nvGrpSpPr>
          <p:cNvPr id="9" name="Group 95">
            <a:extLst>
              <a:ext uri="{FF2B5EF4-FFF2-40B4-BE49-F238E27FC236}">
                <a16:creationId xmlns:a16="http://schemas.microsoft.com/office/drawing/2014/main" id="{246C1BFE-F302-4D14-94C9-A3D0B501529A}"/>
              </a:ext>
            </a:extLst>
          </p:cNvPr>
          <p:cNvGrpSpPr>
            <a:grpSpLocks/>
          </p:cNvGrpSpPr>
          <p:nvPr/>
        </p:nvGrpSpPr>
        <p:grpSpPr bwMode="auto">
          <a:xfrm>
            <a:off x="2200275" y="2106613"/>
            <a:ext cx="5921375" cy="1296987"/>
            <a:chOff x="1386" y="1327"/>
            <a:chExt cx="3730" cy="817"/>
          </a:xfrm>
        </p:grpSpPr>
        <p:sp>
          <p:nvSpPr>
            <p:cNvPr id="156740" name="Line 4">
              <a:extLst>
                <a:ext uri="{FF2B5EF4-FFF2-40B4-BE49-F238E27FC236}">
                  <a16:creationId xmlns:a16="http://schemas.microsoft.com/office/drawing/2014/main" id="{B3711601-3A78-4F21-9F3F-C58441904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6" y="1355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6741" name="Text Box 8">
              <a:extLst>
                <a:ext uri="{FF2B5EF4-FFF2-40B4-BE49-F238E27FC236}">
                  <a16:creationId xmlns:a16="http://schemas.microsoft.com/office/drawing/2014/main" id="{54B3C6CE-0C78-49BD-AB60-3107EEEED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327"/>
              <a:ext cx="1689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usual http request msg</a:t>
              </a:r>
            </a:p>
          </p:txBody>
        </p:sp>
        <p:sp>
          <p:nvSpPr>
            <p:cNvPr id="156742" name="Text Box 31">
              <a:extLst>
                <a:ext uri="{FF2B5EF4-FFF2-40B4-BE49-F238E27FC236}">
                  <a16:creationId xmlns:a16="http://schemas.microsoft.com/office/drawing/2014/main" id="{DDFFD66B-60C4-40A9-9221-24EE6AE53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1" y="1390"/>
              <a:ext cx="1084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0099"/>
                  </a:solidFill>
                  <a:latin typeface="Arial" panose="020B0604020202020204" pitchFamily="34" charset="0"/>
                </a:rPr>
                <a:t>Amazon server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0099"/>
                  </a:solidFill>
                  <a:latin typeface="Arial" panose="020B0604020202020204" pitchFamily="34" charset="0"/>
                </a:rPr>
                <a:t>creates ID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0099"/>
                  </a:solidFill>
                  <a:latin typeface="Arial" panose="020B0604020202020204" pitchFamily="34" charset="0"/>
                </a:rPr>
                <a:t>1678 for user</a:t>
              </a:r>
            </a:p>
          </p:txBody>
        </p:sp>
        <p:grpSp>
          <p:nvGrpSpPr>
            <p:cNvPr id="156743" name="Group 82">
              <a:extLst>
                <a:ext uri="{FF2B5EF4-FFF2-40B4-BE49-F238E27FC236}">
                  <a16:creationId xmlns:a16="http://schemas.microsoft.com/office/drawing/2014/main" id="{731F836E-08E8-465F-98CB-1EA2006B9A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1730"/>
              <a:ext cx="739" cy="414"/>
              <a:chOff x="4377" y="1640"/>
              <a:chExt cx="739" cy="414"/>
            </a:xfrm>
          </p:grpSpPr>
          <p:sp>
            <p:nvSpPr>
              <p:cNvPr id="156744" name="Line 40">
                <a:extLst>
                  <a:ext uri="{FF2B5EF4-FFF2-40B4-BE49-F238E27FC236}">
                    <a16:creationId xmlns:a16="http://schemas.microsoft.com/office/drawing/2014/main" id="{C86C6B84-3EB5-49D6-85CA-961B52CEF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1640"/>
                <a:ext cx="659" cy="4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56745" name="Rectangle 73">
                <a:extLst>
                  <a:ext uri="{FF2B5EF4-FFF2-40B4-BE49-F238E27FC236}">
                    <a16:creationId xmlns:a16="http://schemas.microsoft.com/office/drawing/2014/main" id="{43049B80-0BD3-4E4B-B4EF-953878C38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0" y="1729"/>
                <a:ext cx="602" cy="2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6746" name="Text Box 41">
                <a:extLst>
                  <a:ext uri="{FF2B5EF4-FFF2-40B4-BE49-F238E27FC236}">
                    <a16:creationId xmlns:a16="http://schemas.microsoft.com/office/drawing/2014/main" id="{E56F396D-44E6-4FDB-BE58-0D20E9F894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1702"/>
                <a:ext cx="735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75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latin typeface="Arial" panose="020B0604020202020204" pitchFamily="34" charset="0"/>
                  </a:rPr>
                  <a:t>create</a:t>
                </a:r>
              </a:p>
              <a:p>
                <a:pPr>
                  <a:lnSpc>
                    <a:spcPct val="75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latin typeface="Arial" panose="020B0604020202020204" pitchFamily="34" charset="0"/>
                  </a:rPr>
                  <a:t>    entry</a:t>
                </a:r>
              </a:p>
            </p:txBody>
          </p:sp>
        </p:grpSp>
      </p:grpSp>
      <p:grpSp>
        <p:nvGrpSpPr>
          <p:cNvPr id="11" name="Group 88">
            <a:extLst>
              <a:ext uri="{FF2B5EF4-FFF2-40B4-BE49-F238E27FC236}">
                <a16:creationId xmlns:a16="http://schemas.microsoft.com/office/drawing/2014/main" id="{791038B9-4F62-449C-A2E1-5B3645022A1E}"/>
              </a:ext>
            </a:extLst>
          </p:cNvPr>
          <p:cNvGrpSpPr>
            <a:grpSpLocks/>
          </p:cNvGrpSpPr>
          <p:nvPr/>
        </p:nvGrpSpPr>
        <p:grpSpPr bwMode="auto">
          <a:xfrm>
            <a:off x="919163" y="2676525"/>
            <a:ext cx="4392612" cy="871538"/>
            <a:chOff x="459" y="1637"/>
            <a:chExt cx="3027" cy="704"/>
          </a:xfrm>
        </p:grpSpPr>
        <p:sp>
          <p:nvSpPr>
            <p:cNvPr id="156735" name="Line 9">
              <a:extLst>
                <a:ext uri="{FF2B5EF4-FFF2-40B4-BE49-F238E27FC236}">
                  <a16:creationId xmlns:a16="http://schemas.microsoft.com/office/drawing/2014/main" id="{DD7017B5-5D3B-4776-BDF9-D31151925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4" y="1637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6736" name="Text Box 11">
              <a:extLst>
                <a:ext uri="{FF2B5EF4-FFF2-40B4-BE49-F238E27FC236}">
                  <a16:creationId xmlns:a16="http://schemas.microsoft.com/office/drawing/2014/main" id="{B071E8FF-8EB5-4409-9740-84E9039C8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2" y="1650"/>
              <a:ext cx="1665" cy="4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usual http response 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Arial" panose="020B0604020202020204" pitchFamily="34" charset="0"/>
                </a:rPr>
                <a:t>set-cookie: 1678</a:t>
              </a:r>
              <a:r>
                <a:rPr lang="en-US" altLang="zh-TW" sz="2000" b="1">
                  <a:latin typeface="Courier New" panose="02070309020205020404" pitchFamily="49" charset="0"/>
                </a:rPr>
                <a:t> </a:t>
              </a:r>
            </a:p>
          </p:txBody>
        </p:sp>
        <p:grpSp>
          <p:nvGrpSpPr>
            <p:cNvPr id="156737" name="Group 76">
              <a:extLst>
                <a:ext uri="{FF2B5EF4-FFF2-40B4-BE49-F238E27FC236}">
                  <a16:creationId xmlns:a16="http://schemas.microsoft.com/office/drawing/2014/main" id="{5DFBDBFF-CFC5-483D-A721-7C9C56C068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" y="1836"/>
              <a:ext cx="1004" cy="505"/>
              <a:chOff x="684" y="1746"/>
              <a:chExt cx="1004" cy="505"/>
            </a:xfrm>
          </p:grpSpPr>
          <p:sp>
            <p:nvSpPr>
              <p:cNvPr id="156738" name="AutoShape 74">
                <a:extLst>
                  <a:ext uri="{FF2B5EF4-FFF2-40B4-BE49-F238E27FC236}">
                    <a16:creationId xmlns:a16="http://schemas.microsoft.com/office/drawing/2014/main" id="{A5D68556-9EF7-4849-A38A-F08C011AE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5" y="1746"/>
                <a:ext cx="829" cy="486"/>
              </a:xfrm>
              <a:prstGeom prst="can">
                <a:avLst>
                  <a:gd name="adj" fmla="val 25000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6739" name="Text Box 75">
                <a:extLst>
                  <a:ext uri="{FF2B5EF4-FFF2-40B4-BE49-F238E27FC236}">
                    <a16:creationId xmlns:a16="http://schemas.microsoft.com/office/drawing/2014/main" id="{B3F80EC3-CE43-476D-A6FE-871160CAD9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" y="1833"/>
                <a:ext cx="1004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ebay 8734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 b="1">
                    <a:solidFill>
                      <a:schemeClr val="bg1"/>
                    </a:solidFill>
                    <a:latin typeface="Arial" panose="020B0604020202020204" pitchFamily="34" charset="0"/>
                  </a:rPr>
                  <a:t>amazon 1678</a:t>
                </a:r>
              </a:p>
            </p:txBody>
          </p:sp>
        </p:grpSp>
      </p:grpSp>
      <p:grpSp>
        <p:nvGrpSpPr>
          <p:cNvPr id="13" name="Group 93">
            <a:extLst>
              <a:ext uri="{FF2B5EF4-FFF2-40B4-BE49-F238E27FC236}">
                <a16:creationId xmlns:a16="http://schemas.microsoft.com/office/drawing/2014/main" id="{FCB07FDF-602C-4691-8233-CFB3D0549CCE}"/>
              </a:ext>
            </a:extLst>
          </p:cNvPr>
          <p:cNvGrpSpPr>
            <a:grpSpLocks/>
          </p:cNvGrpSpPr>
          <p:nvPr/>
        </p:nvGrpSpPr>
        <p:grpSpPr bwMode="auto">
          <a:xfrm>
            <a:off x="2181225" y="4603750"/>
            <a:ext cx="5705475" cy="1901825"/>
            <a:chOff x="1374" y="2641"/>
            <a:chExt cx="3594" cy="1198"/>
          </a:xfrm>
        </p:grpSpPr>
        <p:sp>
          <p:nvSpPr>
            <p:cNvPr id="156730" name="Line 20">
              <a:extLst>
                <a:ext uri="{FF2B5EF4-FFF2-40B4-BE49-F238E27FC236}">
                  <a16:creationId xmlns:a16="http://schemas.microsoft.com/office/drawing/2014/main" id="{F3750593-1471-4481-A2CF-BDDBD53FC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4" y="3293"/>
              <a:ext cx="208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6731" name="Text Box 23">
              <a:extLst>
                <a:ext uri="{FF2B5EF4-FFF2-40B4-BE49-F238E27FC236}">
                  <a16:creationId xmlns:a16="http://schemas.microsoft.com/office/drawing/2014/main" id="{E5FC3DB6-486B-4E61-947E-7F395D9F5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3171"/>
              <a:ext cx="1689" cy="3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usual http request msg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Arial" panose="020B0604020202020204" pitchFamily="34" charset="0"/>
                </a:rPr>
                <a:t>cookie: 1678</a:t>
              </a:r>
            </a:p>
          </p:txBody>
        </p:sp>
        <p:sp>
          <p:nvSpPr>
            <p:cNvPr id="156732" name="Text Box 29">
              <a:extLst>
                <a:ext uri="{FF2B5EF4-FFF2-40B4-BE49-F238E27FC236}">
                  <a16:creationId xmlns:a16="http://schemas.microsoft.com/office/drawing/2014/main" id="{66FEB5DA-F789-4B3E-83F2-1DD7F3E79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3262"/>
              <a:ext cx="596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99"/>
                  </a:solidFill>
                  <a:latin typeface="Arial" panose="020B0604020202020204" pitchFamily="34" charset="0"/>
                </a:rPr>
                <a:t>cookie-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99"/>
                  </a:solidFill>
                  <a:latin typeface="Arial" panose="020B0604020202020204" pitchFamily="34" charset="0"/>
                </a:rPr>
                <a:t>specific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99"/>
                  </a:solidFill>
                  <a:latin typeface="Arial" panose="020B0604020202020204" pitchFamily="34" charset="0"/>
                </a:rPr>
                <a:t>action</a:t>
              </a:r>
            </a:p>
          </p:txBody>
        </p:sp>
        <p:sp>
          <p:nvSpPr>
            <p:cNvPr id="156733" name="Line 44">
              <a:extLst>
                <a:ext uri="{FF2B5EF4-FFF2-40B4-BE49-F238E27FC236}">
                  <a16:creationId xmlns:a16="http://schemas.microsoft.com/office/drawing/2014/main" id="{D339022A-76E3-44FA-992D-F0C1405258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1" y="2641"/>
              <a:ext cx="787" cy="8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6734" name="Text Box 71">
              <a:extLst>
                <a:ext uri="{FF2B5EF4-FFF2-40B4-BE49-F238E27FC236}">
                  <a16:creationId xmlns:a16="http://schemas.microsoft.com/office/drawing/2014/main" id="{C5A62811-0FDD-4A2F-A62F-2EDCFC1A7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7" y="2939"/>
              <a:ext cx="564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access</a:t>
              </a:r>
            </a:p>
          </p:txBody>
        </p:sp>
      </p:grpSp>
      <p:grpSp>
        <p:nvGrpSpPr>
          <p:cNvPr id="14" name="Group 77">
            <a:extLst>
              <a:ext uri="{FF2B5EF4-FFF2-40B4-BE49-F238E27FC236}">
                <a16:creationId xmlns:a16="http://schemas.microsoft.com/office/drawing/2014/main" id="{7755BCD0-7073-4FB9-93F3-EBC3BDE54BE8}"/>
              </a:ext>
            </a:extLst>
          </p:cNvPr>
          <p:cNvGrpSpPr>
            <a:grpSpLocks/>
          </p:cNvGrpSpPr>
          <p:nvPr/>
        </p:nvGrpSpPr>
        <p:grpSpPr bwMode="auto">
          <a:xfrm>
            <a:off x="865188" y="5351463"/>
            <a:ext cx="1389062" cy="633412"/>
            <a:chOff x="684" y="1746"/>
            <a:chExt cx="1004" cy="486"/>
          </a:xfrm>
        </p:grpSpPr>
        <p:sp>
          <p:nvSpPr>
            <p:cNvPr id="156728" name="AutoShape 78">
              <a:extLst>
                <a:ext uri="{FF2B5EF4-FFF2-40B4-BE49-F238E27FC236}">
                  <a16:creationId xmlns:a16="http://schemas.microsoft.com/office/drawing/2014/main" id="{7E284F1C-E62A-477C-AFAD-1FECC4701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746"/>
              <a:ext cx="829" cy="486"/>
            </a:xfrm>
            <a:prstGeom prst="can">
              <a:avLst>
                <a:gd name="adj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56729" name="Text Box 79">
              <a:extLst>
                <a:ext uri="{FF2B5EF4-FFF2-40B4-BE49-F238E27FC236}">
                  <a16:creationId xmlns:a16="http://schemas.microsoft.com/office/drawing/2014/main" id="{327824E1-53FE-4057-9893-BBB69741E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" y="1833"/>
              <a:ext cx="1004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ebay 8734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amazon 1678</a:t>
              </a:r>
            </a:p>
          </p:txBody>
        </p:sp>
      </p:grpSp>
      <p:sp>
        <p:nvSpPr>
          <p:cNvPr id="156690" name="Text Box 80">
            <a:extLst>
              <a:ext uri="{FF2B5EF4-FFF2-40B4-BE49-F238E27FC236}">
                <a16:creationId xmlns:a16="http://schemas.microsoft.com/office/drawing/2014/main" id="{781BAAE1-0E15-43AC-966D-1B225888A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0" y="2692400"/>
            <a:ext cx="1123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backend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database</a:t>
            </a:r>
          </a:p>
        </p:txBody>
      </p:sp>
      <p:sp>
        <p:nvSpPr>
          <p:cNvPr id="156691" name="AutoShape 327">
            <a:extLst>
              <a:ext uri="{FF2B5EF4-FFF2-40B4-BE49-F238E27FC236}">
                <a16:creationId xmlns:a16="http://schemas.microsoft.com/office/drawing/2014/main" id="{4E961330-F845-40FC-85E4-47452D34C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25" y="3313113"/>
            <a:ext cx="592138" cy="90805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56692" name="Group 63">
            <a:extLst>
              <a:ext uri="{FF2B5EF4-FFF2-40B4-BE49-F238E27FC236}">
                <a16:creationId xmlns:a16="http://schemas.microsoft.com/office/drawing/2014/main" id="{65152B96-1299-4508-ADD7-12E0DF4E5692}"/>
              </a:ext>
            </a:extLst>
          </p:cNvPr>
          <p:cNvGrpSpPr>
            <a:grpSpLocks/>
          </p:cNvGrpSpPr>
          <p:nvPr/>
        </p:nvGrpSpPr>
        <p:grpSpPr bwMode="auto">
          <a:xfrm>
            <a:off x="5475288" y="1119188"/>
            <a:ext cx="411162" cy="771525"/>
            <a:chOff x="4140" y="429"/>
            <a:chExt cx="1425" cy="2396"/>
          </a:xfrm>
        </p:grpSpPr>
        <p:sp>
          <p:nvSpPr>
            <p:cNvPr id="156696" name="Freeform 64">
              <a:extLst>
                <a:ext uri="{FF2B5EF4-FFF2-40B4-BE49-F238E27FC236}">
                  <a16:creationId xmlns:a16="http://schemas.microsoft.com/office/drawing/2014/main" id="{26FB88DD-4AC0-4835-8A90-49470D6E1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6697" name="Rectangle 65">
              <a:extLst>
                <a:ext uri="{FF2B5EF4-FFF2-40B4-BE49-F238E27FC236}">
                  <a16:creationId xmlns:a16="http://schemas.microsoft.com/office/drawing/2014/main" id="{7514ACDB-7168-4E3A-9786-70D63D763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5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6698" name="Freeform 66">
              <a:extLst>
                <a:ext uri="{FF2B5EF4-FFF2-40B4-BE49-F238E27FC236}">
                  <a16:creationId xmlns:a16="http://schemas.microsoft.com/office/drawing/2014/main" id="{C8AA6914-7C61-480E-9796-62110F044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6699" name="Freeform 67">
              <a:extLst>
                <a:ext uri="{FF2B5EF4-FFF2-40B4-BE49-F238E27FC236}">
                  <a16:creationId xmlns:a16="http://schemas.microsoft.com/office/drawing/2014/main" id="{577699B4-1237-409E-A8B2-DD3DF8675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6700" name="Rectangle 68">
              <a:extLst>
                <a:ext uri="{FF2B5EF4-FFF2-40B4-BE49-F238E27FC236}">
                  <a16:creationId xmlns:a16="http://schemas.microsoft.com/office/drawing/2014/main" id="{E3830DD7-3EB3-4D67-82E8-616D0E005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6701" name="Group 69">
              <a:extLst>
                <a:ext uri="{FF2B5EF4-FFF2-40B4-BE49-F238E27FC236}">
                  <a16:creationId xmlns:a16="http://schemas.microsoft.com/office/drawing/2014/main" id="{79D22581-F778-4CE7-8A4D-4C21CF78B7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6726" name="AutoShape 70">
                <a:extLst>
                  <a:ext uri="{FF2B5EF4-FFF2-40B4-BE49-F238E27FC236}">
                    <a16:creationId xmlns:a16="http://schemas.microsoft.com/office/drawing/2014/main" id="{C2B879F4-AD88-4900-A470-8AB17E6675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6727" name="AutoShape 71">
                <a:extLst>
                  <a:ext uri="{FF2B5EF4-FFF2-40B4-BE49-F238E27FC236}">
                    <a16:creationId xmlns:a16="http://schemas.microsoft.com/office/drawing/2014/main" id="{601B0327-18FB-4085-B65B-7D1EAB810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0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6702" name="Rectangle 72">
              <a:extLst>
                <a:ext uri="{FF2B5EF4-FFF2-40B4-BE49-F238E27FC236}">
                  <a16:creationId xmlns:a16="http://schemas.microsoft.com/office/drawing/2014/main" id="{70154991-3F18-4A25-A16D-1030E2613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6703" name="Group 73">
              <a:extLst>
                <a:ext uri="{FF2B5EF4-FFF2-40B4-BE49-F238E27FC236}">
                  <a16:creationId xmlns:a16="http://schemas.microsoft.com/office/drawing/2014/main" id="{6C499B87-0854-462E-B49B-A107A68E06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6724" name="AutoShape 74">
                <a:extLst>
                  <a:ext uri="{FF2B5EF4-FFF2-40B4-BE49-F238E27FC236}">
                    <a16:creationId xmlns:a16="http://schemas.microsoft.com/office/drawing/2014/main" id="{B4465799-C8AA-4612-8895-5BF98738B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6725" name="AutoShape 75">
                <a:extLst>
                  <a:ext uri="{FF2B5EF4-FFF2-40B4-BE49-F238E27FC236}">
                    <a16:creationId xmlns:a16="http://schemas.microsoft.com/office/drawing/2014/main" id="{FEE542C6-6A2F-4B7C-B9FB-DD82219CC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5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6704" name="Rectangle 76">
              <a:extLst>
                <a:ext uri="{FF2B5EF4-FFF2-40B4-BE49-F238E27FC236}">
                  <a16:creationId xmlns:a16="http://schemas.microsoft.com/office/drawing/2014/main" id="{0902CCFB-FB49-4A9C-97F6-3D0ADB690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6705" name="Rectangle 77">
              <a:extLst>
                <a:ext uri="{FF2B5EF4-FFF2-40B4-BE49-F238E27FC236}">
                  <a16:creationId xmlns:a16="http://schemas.microsoft.com/office/drawing/2014/main" id="{1098B086-AA47-47A3-9F0A-EB10D5745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6706" name="Group 78">
              <a:extLst>
                <a:ext uri="{FF2B5EF4-FFF2-40B4-BE49-F238E27FC236}">
                  <a16:creationId xmlns:a16="http://schemas.microsoft.com/office/drawing/2014/main" id="{490D6B8F-6F7E-40F1-B801-840BA976F8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6722" name="AutoShape 79">
                <a:extLst>
                  <a:ext uri="{FF2B5EF4-FFF2-40B4-BE49-F238E27FC236}">
                    <a16:creationId xmlns:a16="http://schemas.microsoft.com/office/drawing/2014/main" id="{5633C060-D188-4098-AAE2-FA0E0C719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7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6723" name="AutoShape 80">
                <a:extLst>
                  <a:ext uri="{FF2B5EF4-FFF2-40B4-BE49-F238E27FC236}">
                    <a16:creationId xmlns:a16="http://schemas.microsoft.com/office/drawing/2014/main" id="{6597EDE7-726C-4AAC-9CF6-F60644F5A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6707" name="Freeform 81">
              <a:extLst>
                <a:ext uri="{FF2B5EF4-FFF2-40B4-BE49-F238E27FC236}">
                  <a16:creationId xmlns:a16="http://schemas.microsoft.com/office/drawing/2014/main" id="{7BF7FEFA-A6E7-412A-B41B-E6A82C83B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56708" name="Group 82">
              <a:extLst>
                <a:ext uri="{FF2B5EF4-FFF2-40B4-BE49-F238E27FC236}">
                  <a16:creationId xmlns:a16="http://schemas.microsoft.com/office/drawing/2014/main" id="{06B55ECD-F822-46E7-8BB0-F626AC3243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6720" name="AutoShape 83">
                <a:extLst>
                  <a:ext uri="{FF2B5EF4-FFF2-40B4-BE49-F238E27FC236}">
                    <a16:creationId xmlns:a16="http://schemas.microsoft.com/office/drawing/2014/main" id="{97D985F3-C5CF-4D0E-9DED-5BC88E49C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6721" name="AutoShape 84">
                <a:extLst>
                  <a:ext uri="{FF2B5EF4-FFF2-40B4-BE49-F238E27FC236}">
                    <a16:creationId xmlns:a16="http://schemas.microsoft.com/office/drawing/2014/main" id="{FA6BF9FE-C0F2-4421-B6F6-34E960782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6709" name="Rectangle 85">
              <a:extLst>
                <a:ext uri="{FF2B5EF4-FFF2-40B4-BE49-F238E27FC236}">
                  <a16:creationId xmlns:a16="http://schemas.microsoft.com/office/drawing/2014/main" id="{C05282D3-6DD7-41D0-9624-62912CE04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6710" name="Freeform 86">
              <a:extLst>
                <a:ext uri="{FF2B5EF4-FFF2-40B4-BE49-F238E27FC236}">
                  <a16:creationId xmlns:a16="http://schemas.microsoft.com/office/drawing/2014/main" id="{6E01842D-E367-477A-92E8-7BB3D1490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6711" name="Freeform 87">
              <a:extLst>
                <a:ext uri="{FF2B5EF4-FFF2-40B4-BE49-F238E27FC236}">
                  <a16:creationId xmlns:a16="http://schemas.microsoft.com/office/drawing/2014/main" id="{206AB4EA-CAEA-44A2-A006-4C3D09A19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6712" name="Oval 88">
              <a:extLst>
                <a:ext uri="{FF2B5EF4-FFF2-40B4-BE49-F238E27FC236}">
                  <a16:creationId xmlns:a16="http://schemas.microsoft.com/office/drawing/2014/main" id="{A4356263-B3FC-4EDE-98E3-499145249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6713" name="Freeform 89">
              <a:extLst>
                <a:ext uri="{FF2B5EF4-FFF2-40B4-BE49-F238E27FC236}">
                  <a16:creationId xmlns:a16="http://schemas.microsoft.com/office/drawing/2014/main" id="{DAD67B94-0A95-4511-9BD1-82B3BFABE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6714" name="AutoShape 90">
              <a:extLst>
                <a:ext uri="{FF2B5EF4-FFF2-40B4-BE49-F238E27FC236}">
                  <a16:creationId xmlns:a16="http://schemas.microsoft.com/office/drawing/2014/main" id="{E0CA0DF1-7211-4E1D-83A8-C44E54852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6715" name="AutoShape 91">
              <a:extLst>
                <a:ext uri="{FF2B5EF4-FFF2-40B4-BE49-F238E27FC236}">
                  <a16:creationId xmlns:a16="http://schemas.microsoft.com/office/drawing/2014/main" id="{763267C3-77B7-474F-95CE-204BD21A2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67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6716" name="Oval 92">
              <a:extLst>
                <a:ext uri="{FF2B5EF4-FFF2-40B4-BE49-F238E27FC236}">
                  <a16:creationId xmlns:a16="http://schemas.microsoft.com/office/drawing/2014/main" id="{F644F354-97DA-48F5-B4F7-696BAF629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6717" name="Oval 93">
              <a:extLst>
                <a:ext uri="{FF2B5EF4-FFF2-40B4-BE49-F238E27FC236}">
                  <a16:creationId xmlns:a16="http://schemas.microsoft.com/office/drawing/2014/main" id="{3DFD0E41-73C1-4B50-A979-08FAB6FA8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718" name="Oval 94">
              <a:extLst>
                <a:ext uri="{FF2B5EF4-FFF2-40B4-BE49-F238E27FC236}">
                  <a16:creationId xmlns:a16="http://schemas.microsoft.com/office/drawing/2014/main" id="{4A7546CA-C652-4997-846C-B6524D004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6719" name="Rectangle 95">
              <a:extLst>
                <a:ext uri="{FF2B5EF4-FFF2-40B4-BE49-F238E27FC236}">
                  <a16:creationId xmlns:a16="http://schemas.microsoft.com/office/drawing/2014/main" id="{C678CB69-955E-42EF-BB28-EDF9066AC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56693" name="Group 96">
            <a:extLst>
              <a:ext uri="{FF2B5EF4-FFF2-40B4-BE49-F238E27FC236}">
                <a16:creationId xmlns:a16="http://schemas.microsoft.com/office/drawing/2014/main" id="{A421960D-FC3F-43D9-BB36-22335980B97D}"/>
              </a:ext>
            </a:extLst>
          </p:cNvPr>
          <p:cNvGrpSpPr>
            <a:grpSpLocks/>
          </p:cNvGrpSpPr>
          <p:nvPr/>
        </p:nvGrpSpPr>
        <p:grpSpPr bwMode="auto">
          <a:xfrm>
            <a:off x="1806575" y="1117600"/>
            <a:ext cx="687388" cy="731838"/>
            <a:chOff x="-44" y="1473"/>
            <a:chExt cx="981" cy="1105"/>
          </a:xfrm>
        </p:grpSpPr>
        <p:pic>
          <p:nvPicPr>
            <p:cNvPr id="156694" name="Picture 97" descr="desktop_computer_stylized_medium">
              <a:extLst>
                <a:ext uri="{FF2B5EF4-FFF2-40B4-BE49-F238E27FC236}">
                  <a16:creationId xmlns:a16="http://schemas.microsoft.com/office/drawing/2014/main" id="{8407A405-102D-4F39-8CF0-DE09A8DA9B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6695" name="Freeform 98">
              <a:extLst>
                <a:ext uri="{FF2B5EF4-FFF2-40B4-BE49-F238E27FC236}">
                  <a16:creationId xmlns:a16="http://schemas.microsoft.com/office/drawing/2014/main" id="{0212E614-69F9-4130-A11A-9F49BD9C335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35" grpId="0"/>
      <p:bldP spid="502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98FD8134-9278-4F39-BF67-B828D9B3ED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54627" name="Rectangle 8">
            <a:extLst>
              <a:ext uri="{FF2B5EF4-FFF2-40B4-BE49-F238E27FC236}">
                <a16:creationId xmlns:a16="http://schemas.microsoft.com/office/drawing/2014/main" id="{AB8FF994-2D4C-4813-90E9-BE0646251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2923ADB1-E17E-4E7C-9435-64DE100CB96A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54628" name="Rectangle 2">
            <a:extLst>
              <a:ext uri="{FF2B5EF4-FFF2-40B4-BE49-F238E27FC236}">
                <a16:creationId xmlns:a16="http://schemas.microsoft.com/office/drawing/2014/main" id="{F98D47D0-858B-4C0B-97A6-2B6728669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User-server state: cookies</a:t>
            </a:r>
          </a:p>
        </p:txBody>
      </p:sp>
      <p:sp>
        <p:nvSpPr>
          <p:cNvPr id="154629" name="Rectangle 3">
            <a:extLst>
              <a:ext uri="{FF2B5EF4-FFF2-40B4-BE49-F238E27FC236}">
                <a16:creationId xmlns:a16="http://schemas.microsoft.com/office/drawing/2014/main" id="{FE8686FA-0A79-4DC9-83BD-120DC7EFAA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11313"/>
            <a:ext cx="3810000" cy="4887912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dirty="0">
                <a:ea typeface="ＭＳ Ｐゴシック" panose="020B0600070205080204" pitchFamily="34" charset="-128"/>
              </a:rPr>
              <a:t>many Web sites use cookies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four components: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ea typeface="ＭＳ Ｐゴシック" panose="020B0600070205080204" pitchFamily="34" charset="-128"/>
              </a:rPr>
              <a:t>1) </a:t>
            </a:r>
            <a:r>
              <a:rPr lang="en-US" altLang="zh-TW" dirty="0">
                <a:ea typeface="ＭＳ Ｐゴシック" panose="020B0600070205080204" pitchFamily="34" charset="-128"/>
              </a:rPr>
              <a:t>cookie header line of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HTTP </a:t>
            </a:r>
            <a:r>
              <a:rPr lang="en-US" altLang="zh-TW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response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message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2)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cookie file</a:t>
            </a:r>
            <a:r>
              <a:rPr lang="en-US" altLang="zh-TW" dirty="0">
                <a:ea typeface="ＭＳ Ｐゴシック" panose="020B0600070205080204" pitchFamily="34" charset="-128"/>
              </a:rPr>
              <a:t> kept on user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host, managed by user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browser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3)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backend database</a:t>
            </a:r>
            <a:r>
              <a:rPr lang="en-US" altLang="zh-TW" dirty="0">
                <a:ea typeface="ＭＳ Ｐゴシック" panose="020B0600070205080204" pitchFamily="34" charset="-128"/>
              </a:rPr>
              <a:t> at Web site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4) cookie header line in next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HTTP </a:t>
            </a:r>
            <a:r>
              <a:rPr lang="en-US" altLang="zh-TW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request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message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pic>
        <p:nvPicPr>
          <p:cNvPr id="154630" name="Picture 10" descr="underline_base">
            <a:extLst>
              <a:ext uri="{FF2B5EF4-FFF2-40B4-BE49-F238E27FC236}">
                <a16:creationId xmlns:a16="http://schemas.microsoft.com/office/drawing/2014/main" id="{C18B11F9-498B-4303-822A-3F92A6B1B14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46163"/>
            <a:ext cx="61261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31" name="Picture 10">
            <a:extLst>
              <a:ext uri="{FF2B5EF4-FFF2-40B4-BE49-F238E27FC236}">
                <a16:creationId xmlns:a16="http://schemas.microsoft.com/office/drawing/2014/main" id="{90361CE5-2038-4476-94BC-576EF3236FB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57675" y="1666875"/>
            <a:ext cx="4841875" cy="4575175"/>
          </a:xfrm>
          <a:noFill/>
        </p:spPr>
      </p:pic>
    </p:spTree>
    <p:extLst>
      <p:ext uri="{BB962C8B-B14F-4D97-AF65-F5344CB8AC3E}">
        <p14:creationId xmlns:p14="http://schemas.microsoft.com/office/powerpoint/2010/main" val="3235213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77B08194-B994-4F58-9B0B-B617B6425F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58723" name="Rectangle 8">
            <a:extLst>
              <a:ext uri="{FF2B5EF4-FFF2-40B4-BE49-F238E27FC236}">
                <a16:creationId xmlns:a16="http://schemas.microsoft.com/office/drawing/2014/main" id="{1BF52E36-61A6-4AE4-9A6C-4EC0F03F88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8962BBD4-FA08-4E9C-9E1E-09271B0D283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158724" name="Group 171">
            <a:extLst>
              <a:ext uri="{FF2B5EF4-FFF2-40B4-BE49-F238E27FC236}">
                <a16:creationId xmlns:a16="http://schemas.microsoft.com/office/drawing/2014/main" id="{C65D9AA5-EF9B-4C3F-99C2-8753FA262719}"/>
              </a:ext>
            </a:extLst>
          </p:cNvPr>
          <p:cNvGrpSpPr>
            <a:grpSpLocks/>
          </p:cNvGrpSpPr>
          <p:nvPr/>
        </p:nvGrpSpPr>
        <p:grpSpPr bwMode="auto">
          <a:xfrm>
            <a:off x="4027488" y="2695575"/>
            <a:ext cx="687387" cy="763588"/>
            <a:chOff x="-44" y="1473"/>
            <a:chExt cx="981" cy="1105"/>
          </a:xfrm>
        </p:grpSpPr>
        <p:pic>
          <p:nvPicPr>
            <p:cNvPr id="158855" name="Picture 172" descr="desktop_computer_stylized_medium">
              <a:extLst>
                <a:ext uri="{FF2B5EF4-FFF2-40B4-BE49-F238E27FC236}">
                  <a16:creationId xmlns:a16="http://schemas.microsoft.com/office/drawing/2014/main" id="{44FC9FAB-746A-4AF0-B7F7-B016E6A0C3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8856" name="Freeform 173">
              <a:extLst>
                <a:ext uri="{FF2B5EF4-FFF2-40B4-BE49-F238E27FC236}">
                  <a16:creationId xmlns:a16="http://schemas.microsoft.com/office/drawing/2014/main" id="{1CEC56FE-F0B7-4B4E-84B8-746D9F5FDB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58725" name="Group 102">
            <a:extLst>
              <a:ext uri="{FF2B5EF4-FFF2-40B4-BE49-F238E27FC236}">
                <a16:creationId xmlns:a16="http://schemas.microsoft.com/office/drawing/2014/main" id="{5D9C03E4-62F6-4DF4-8AA2-44EFF76CA4AF}"/>
              </a:ext>
            </a:extLst>
          </p:cNvPr>
          <p:cNvGrpSpPr>
            <a:grpSpLocks/>
          </p:cNvGrpSpPr>
          <p:nvPr/>
        </p:nvGrpSpPr>
        <p:grpSpPr bwMode="auto">
          <a:xfrm>
            <a:off x="4092575" y="4568825"/>
            <a:ext cx="687388" cy="763588"/>
            <a:chOff x="-44" y="1473"/>
            <a:chExt cx="981" cy="1105"/>
          </a:xfrm>
        </p:grpSpPr>
        <p:pic>
          <p:nvPicPr>
            <p:cNvPr id="158853" name="Picture 103" descr="desktop_computer_stylized_medium">
              <a:extLst>
                <a:ext uri="{FF2B5EF4-FFF2-40B4-BE49-F238E27FC236}">
                  <a16:creationId xmlns:a16="http://schemas.microsoft.com/office/drawing/2014/main" id="{914E3D20-03A9-42EA-A0A6-D118C3F097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8854" name="Freeform 104">
              <a:extLst>
                <a:ext uri="{FF2B5EF4-FFF2-40B4-BE49-F238E27FC236}">
                  <a16:creationId xmlns:a16="http://schemas.microsoft.com/office/drawing/2014/main" id="{6C43B8C9-16C1-45DC-ADEC-6C78523AE83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58726" name="Group 138">
            <a:extLst>
              <a:ext uri="{FF2B5EF4-FFF2-40B4-BE49-F238E27FC236}">
                <a16:creationId xmlns:a16="http://schemas.microsoft.com/office/drawing/2014/main" id="{D149E579-D179-4C54-A076-AFDDA03766A5}"/>
              </a:ext>
            </a:extLst>
          </p:cNvPr>
          <p:cNvGrpSpPr>
            <a:grpSpLocks/>
          </p:cNvGrpSpPr>
          <p:nvPr/>
        </p:nvGrpSpPr>
        <p:grpSpPr bwMode="auto">
          <a:xfrm>
            <a:off x="6230938" y="3457575"/>
            <a:ext cx="400050" cy="715963"/>
            <a:chOff x="4140" y="429"/>
            <a:chExt cx="1425" cy="2396"/>
          </a:xfrm>
        </p:grpSpPr>
        <p:sp>
          <p:nvSpPr>
            <p:cNvPr id="158821" name="Freeform 139">
              <a:extLst>
                <a:ext uri="{FF2B5EF4-FFF2-40B4-BE49-F238E27FC236}">
                  <a16:creationId xmlns:a16="http://schemas.microsoft.com/office/drawing/2014/main" id="{619DAD5D-FB79-4B1B-8DFA-99CD4D18B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822" name="Rectangle 140">
              <a:extLst>
                <a:ext uri="{FF2B5EF4-FFF2-40B4-BE49-F238E27FC236}">
                  <a16:creationId xmlns:a16="http://schemas.microsoft.com/office/drawing/2014/main" id="{A70BF40B-59C6-4331-B0CC-F874E0B62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23" name="Freeform 141">
              <a:extLst>
                <a:ext uri="{FF2B5EF4-FFF2-40B4-BE49-F238E27FC236}">
                  <a16:creationId xmlns:a16="http://schemas.microsoft.com/office/drawing/2014/main" id="{8454DB2F-96C2-4299-AB3C-67E5C4BF3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824" name="Freeform 142">
              <a:extLst>
                <a:ext uri="{FF2B5EF4-FFF2-40B4-BE49-F238E27FC236}">
                  <a16:creationId xmlns:a16="http://schemas.microsoft.com/office/drawing/2014/main" id="{F950B069-C087-45BD-8365-A0B072841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825" name="Rectangle 143">
              <a:extLst>
                <a:ext uri="{FF2B5EF4-FFF2-40B4-BE49-F238E27FC236}">
                  <a16:creationId xmlns:a16="http://schemas.microsoft.com/office/drawing/2014/main" id="{43C308B0-7893-439E-849C-DC29390B3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8826" name="Group 144">
              <a:extLst>
                <a:ext uri="{FF2B5EF4-FFF2-40B4-BE49-F238E27FC236}">
                  <a16:creationId xmlns:a16="http://schemas.microsoft.com/office/drawing/2014/main" id="{76A6623E-CE6C-45AE-9E1B-89FD339B8F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8851" name="AutoShape 145">
                <a:extLst>
                  <a:ext uri="{FF2B5EF4-FFF2-40B4-BE49-F238E27FC236}">
                    <a16:creationId xmlns:a16="http://schemas.microsoft.com/office/drawing/2014/main" id="{72476DD8-1077-47A0-9136-299E7150E2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852" name="AutoShape 146">
                <a:extLst>
                  <a:ext uri="{FF2B5EF4-FFF2-40B4-BE49-F238E27FC236}">
                    <a16:creationId xmlns:a16="http://schemas.microsoft.com/office/drawing/2014/main" id="{486643EC-CCF9-472F-B006-D9F6DE243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7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827" name="Rectangle 147">
              <a:extLst>
                <a:ext uri="{FF2B5EF4-FFF2-40B4-BE49-F238E27FC236}">
                  <a16:creationId xmlns:a16="http://schemas.microsoft.com/office/drawing/2014/main" id="{676F3FE8-8270-4128-861B-F5DAF5911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8828" name="Group 148">
              <a:extLst>
                <a:ext uri="{FF2B5EF4-FFF2-40B4-BE49-F238E27FC236}">
                  <a16:creationId xmlns:a16="http://schemas.microsoft.com/office/drawing/2014/main" id="{A1EA2AC9-3351-41EF-A4B7-B732C7D72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8849" name="AutoShape 149">
                <a:extLst>
                  <a:ext uri="{FF2B5EF4-FFF2-40B4-BE49-F238E27FC236}">
                    <a16:creationId xmlns:a16="http://schemas.microsoft.com/office/drawing/2014/main" id="{2C497A4B-F567-45E7-8B34-6C064981F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850" name="AutoShape 150">
                <a:extLst>
                  <a:ext uri="{FF2B5EF4-FFF2-40B4-BE49-F238E27FC236}">
                    <a16:creationId xmlns:a16="http://schemas.microsoft.com/office/drawing/2014/main" id="{8F3AE12D-96C1-4DDE-BF85-735F8FFF5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2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829" name="Rectangle 151">
              <a:extLst>
                <a:ext uri="{FF2B5EF4-FFF2-40B4-BE49-F238E27FC236}">
                  <a16:creationId xmlns:a16="http://schemas.microsoft.com/office/drawing/2014/main" id="{DC78A1ED-134D-4942-9F97-04E676BE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30" name="Rectangle 152">
              <a:extLst>
                <a:ext uri="{FF2B5EF4-FFF2-40B4-BE49-F238E27FC236}">
                  <a16:creationId xmlns:a16="http://schemas.microsoft.com/office/drawing/2014/main" id="{81A75D84-3FF9-4A44-8FD2-E0A1A2B9F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8831" name="Group 153">
              <a:extLst>
                <a:ext uri="{FF2B5EF4-FFF2-40B4-BE49-F238E27FC236}">
                  <a16:creationId xmlns:a16="http://schemas.microsoft.com/office/drawing/2014/main" id="{9748AD89-62D6-48D7-9703-A34F1A14A4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8847" name="AutoShape 154">
                <a:extLst>
                  <a:ext uri="{FF2B5EF4-FFF2-40B4-BE49-F238E27FC236}">
                    <a16:creationId xmlns:a16="http://schemas.microsoft.com/office/drawing/2014/main" id="{9429C344-F092-46EB-A117-92BC97345B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6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848" name="AutoShape 155">
                <a:extLst>
                  <a:ext uri="{FF2B5EF4-FFF2-40B4-BE49-F238E27FC236}">
                    <a16:creationId xmlns:a16="http://schemas.microsoft.com/office/drawing/2014/main" id="{7B1BC9F6-91D5-4EC2-8682-B139EB0A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832" name="Freeform 156">
              <a:extLst>
                <a:ext uri="{FF2B5EF4-FFF2-40B4-BE49-F238E27FC236}">
                  <a16:creationId xmlns:a16="http://schemas.microsoft.com/office/drawing/2014/main" id="{0D209048-15C7-4D40-BAEB-B665FCE9C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58833" name="Group 157">
              <a:extLst>
                <a:ext uri="{FF2B5EF4-FFF2-40B4-BE49-F238E27FC236}">
                  <a16:creationId xmlns:a16="http://schemas.microsoft.com/office/drawing/2014/main" id="{3559006B-6648-4448-808D-D69922309D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8845" name="AutoShape 158">
                <a:extLst>
                  <a:ext uri="{FF2B5EF4-FFF2-40B4-BE49-F238E27FC236}">
                    <a16:creationId xmlns:a16="http://schemas.microsoft.com/office/drawing/2014/main" id="{47F27EE0-6EAC-4A68-81A2-38A8F9B4C8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846" name="AutoShape 159">
                <a:extLst>
                  <a:ext uri="{FF2B5EF4-FFF2-40B4-BE49-F238E27FC236}">
                    <a16:creationId xmlns:a16="http://schemas.microsoft.com/office/drawing/2014/main" id="{B6A7EF14-C20A-4718-9AA5-455575944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834" name="Rectangle 160">
              <a:extLst>
                <a:ext uri="{FF2B5EF4-FFF2-40B4-BE49-F238E27FC236}">
                  <a16:creationId xmlns:a16="http://schemas.microsoft.com/office/drawing/2014/main" id="{0E1F5925-4F11-4B2E-A010-7F8A11167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35" name="Freeform 161">
              <a:extLst>
                <a:ext uri="{FF2B5EF4-FFF2-40B4-BE49-F238E27FC236}">
                  <a16:creationId xmlns:a16="http://schemas.microsoft.com/office/drawing/2014/main" id="{2178F337-A893-4A26-8C60-1DFFA122D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836" name="Freeform 162">
              <a:extLst>
                <a:ext uri="{FF2B5EF4-FFF2-40B4-BE49-F238E27FC236}">
                  <a16:creationId xmlns:a16="http://schemas.microsoft.com/office/drawing/2014/main" id="{6412AB95-61E8-447E-BDCE-2E9B525A7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837" name="Oval 163">
              <a:extLst>
                <a:ext uri="{FF2B5EF4-FFF2-40B4-BE49-F238E27FC236}">
                  <a16:creationId xmlns:a16="http://schemas.microsoft.com/office/drawing/2014/main" id="{4A5EE563-011C-4DC7-8FBC-C785EAC0B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38" name="Freeform 164">
              <a:extLst>
                <a:ext uri="{FF2B5EF4-FFF2-40B4-BE49-F238E27FC236}">
                  <a16:creationId xmlns:a16="http://schemas.microsoft.com/office/drawing/2014/main" id="{508E8DA0-FC20-4E04-BCD7-79EC7EC54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839" name="AutoShape 165">
              <a:extLst>
                <a:ext uri="{FF2B5EF4-FFF2-40B4-BE49-F238E27FC236}">
                  <a16:creationId xmlns:a16="http://schemas.microsoft.com/office/drawing/2014/main" id="{D2EDEC22-59B1-417D-A682-D9BA70B60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9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40" name="AutoShape 166">
              <a:extLst>
                <a:ext uri="{FF2B5EF4-FFF2-40B4-BE49-F238E27FC236}">
                  <a16:creationId xmlns:a16="http://schemas.microsoft.com/office/drawing/2014/main" id="{F170656F-9E13-451A-99D2-87DECFC44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9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41" name="Oval 167">
              <a:extLst>
                <a:ext uri="{FF2B5EF4-FFF2-40B4-BE49-F238E27FC236}">
                  <a16:creationId xmlns:a16="http://schemas.microsoft.com/office/drawing/2014/main" id="{54A07379-D509-46B4-AB8E-390E95FA4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4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42" name="Oval 168">
              <a:extLst>
                <a:ext uri="{FF2B5EF4-FFF2-40B4-BE49-F238E27FC236}">
                  <a16:creationId xmlns:a16="http://schemas.microsoft.com/office/drawing/2014/main" id="{70DBA0E5-C1B3-4047-884B-71358D041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843" name="Oval 169">
              <a:extLst>
                <a:ext uri="{FF2B5EF4-FFF2-40B4-BE49-F238E27FC236}">
                  <a16:creationId xmlns:a16="http://schemas.microsoft.com/office/drawing/2014/main" id="{CE6F280C-1936-4AEB-B7A2-1BCB607E1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9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44" name="Rectangle 170">
              <a:extLst>
                <a:ext uri="{FF2B5EF4-FFF2-40B4-BE49-F238E27FC236}">
                  <a16:creationId xmlns:a16="http://schemas.microsoft.com/office/drawing/2014/main" id="{7EE2FF67-9566-48CE-8F1A-B7F135D27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58727" name="Group 105">
            <a:extLst>
              <a:ext uri="{FF2B5EF4-FFF2-40B4-BE49-F238E27FC236}">
                <a16:creationId xmlns:a16="http://schemas.microsoft.com/office/drawing/2014/main" id="{69E95C51-DAA6-44D0-AACD-94C297C68685}"/>
              </a:ext>
            </a:extLst>
          </p:cNvPr>
          <p:cNvGrpSpPr>
            <a:grpSpLocks/>
          </p:cNvGrpSpPr>
          <p:nvPr/>
        </p:nvGrpSpPr>
        <p:grpSpPr bwMode="auto">
          <a:xfrm>
            <a:off x="8178800" y="2836863"/>
            <a:ext cx="433388" cy="715962"/>
            <a:chOff x="4140" y="429"/>
            <a:chExt cx="1425" cy="2396"/>
          </a:xfrm>
        </p:grpSpPr>
        <p:sp>
          <p:nvSpPr>
            <p:cNvPr id="158789" name="Freeform 106">
              <a:extLst>
                <a:ext uri="{FF2B5EF4-FFF2-40B4-BE49-F238E27FC236}">
                  <a16:creationId xmlns:a16="http://schemas.microsoft.com/office/drawing/2014/main" id="{4447ED62-24E3-48EE-A9D4-6FAAE7E9D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790" name="Rectangle 107">
              <a:extLst>
                <a:ext uri="{FF2B5EF4-FFF2-40B4-BE49-F238E27FC236}">
                  <a16:creationId xmlns:a16="http://schemas.microsoft.com/office/drawing/2014/main" id="{A54CB4C2-8621-4430-AC25-0C85CDC8B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791" name="Freeform 108">
              <a:extLst>
                <a:ext uri="{FF2B5EF4-FFF2-40B4-BE49-F238E27FC236}">
                  <a16:creationId xmlns:a16="http://schemas.microsoft.com/office/drawing/2014/main" id="{A63145CB-84E6-4C87-B302-E3FDAABA5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792" name="Freeform 109">
              <a:extLst>
                <a:ext uri="{FF2B5EF4-FFF2-40B4-BE49-F238E27FC236}">
                  <a16:creationId xmlns:a16="http://schemas.microsoft.com/office/drawing/2014/main" id="{D5255E40-DE98-4CC7-A8B3-D0DA0F79E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793" name="Rectangle 110">
              <a:extLst>
                <a:ext uri="{FF2B5EF4-FFF2-40B4-BE49-F238E27FC236}">
                  <a16:creationId xmlns:a16="http://schemas.microsoft.com/office/drawing/2014/main" id="{02CE6E05-17F8-4651-B7AC-FD4EAFBCE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8794" name="Group 111">
              <a:extLst>
                <a:ext uri="{FF2B5EF4-FFF2-40B4-BE49-F238E27FC236}">
                  <a16:creationId xmlns:a16="http://schemas.microsoft.com/office/drawing/2014/main" id="{26E7CC64-0D7A-4B4C-802E-1C82F95372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8819" name="AutoShape 112">
                <a:extLst>
                  <a:ext uri="{FF2B5EF4-FFF2-40B4-BE49-F238E27FC236}">
                    <a16:creationId xmlns:a16="http://schemas.microsoft.com/office/drawing/2014/main" id="{A2EACD61-407A-40D5-B8F8-AD825B6E4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820" name="AutoShape 113">
                <a:extLst>
                  <a:ext uri="{FF2B5EF4-FFF2-40B4-BE49-F238E27FC236}">
                    <a16:creationId xmlns:a16="http://schemas.microsoft.com/office/drawing/2014/main" id="{5B100F18-CD63-4510-9773-C5F48CBC4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795" name="Rectangle 114">
              <a:extLst>
                <a:ext uri="{FF2B5EF4-FFF2-40B4-BE49-F238E27FC236}">
                  <a16:creationId xmlns:a16="http://schemas.microsoft.com/office/drawing/2014/main" id="{F8ED1D2C-CE74-4513-BDCF-D7DD10D05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8796" name="Group 115">
              <a:extLst>
                <a:ext uri="{FF2B5EF4-FFF2-40B4-BE49-F238E27FC236}">
                  <a16:creationId xmlns:a16="http://schemas.microsoft.com/office/drawing/2014/main" id="{A57F3747-1B85-4C64-92C0-80393248B0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8817" name="AutoShape 116">
                <a:extLst>
                  <a:ext uri="{FF2B5EF4-FFF2-40B4-BE49-F238E27FC236}">
                    <a16:creationId xmlns:a16="http://schemas.microsoft.com/office/drawing/2014/main" id="{8ABAEE8B-AFE9-4557-8BB1-BAC55961A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818" name="AutoShape 117">
                <a:extLst>
                  <a:ext uri="{FF2B5EF4-FFF2-40B4-BE49-F238E27FC236}">
                    <a16:creationId xmlns:a16="http://schemas.microsoft.com/office/drawing/2014/main" id="{0BB686EA-BB97-45A7-A94F-CB2D88F3D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797" name="Rectangle 118">
              <a:extLst>
                <a:ext uri="{FF2B5EF4-FFF2-40B4-BE49-F238E27FC236}">
                  <a16:creationId xmlns:a16="http://schemas.microsoft.com/office/drawing/2014/main" id="{A47E8BB3-40F6-4F14-8CC0-C294D77E0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798" name="Rectangle 119">
              <a:extLst>
                <a:ext uri="{FF2B5EF4-FFF2-40B4-BE49-F238E27FC236}">
                  <a16:creationId xmlns:a16="http://schemas.microsoft.com/office/drawing/2014/main" id="{09A21890-D187-48EB-9E5B-896AC63C6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8799" name="Group 120">
              <a:extLst>
                <a:ext uri="{FF2B5EF4-FFF2-40B4-BE49-F238E27FC236}">
                  <a16:creationId xmlns:a16="http://schemas.microsoft.com/office/drawing/2014/main" id="{9F8E01C1-10A8-45DA-9F4B-581882F73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8815" name="AutoShape 121">
                <a:extLst>
                  <a:ext uri="{FF2B5EF4-FFF2-40B4-BE49-F238E27FC236}">
                    <a16:creationId xmlns:a16="http://schemas.microsoft.com/office/drawing/2014/main" id="{FB14E4A4-5145-4F3B-B1FA-5273EE5C50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816" name="AutoShape 122">
                <a:extLst>
                  <a:ext uri="{FF2B5EF4-FFF2-40B4-BE49-F238E27FC236}">
                    <a16:creationId xmlns:a16="http://schemas.microsoft.com/office/drawing/2014/main" id="{80631781-FAA7-49A7-A7FF-31F4E40856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800" name="Freeform 123">
              <a:extLst>
                <a:ext uri="{FF2B5EF4-FFF2-40B4-BE49-F238E27FC236}">
                  <a16:creationId xmlns:a16="http://schemas.microsoft.com/office/drawing/2014/main" id="{DF73AC09-5FC8-41AC-93AF-1ABE0F467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58801" name="Group 124">
              <a:extLst>
                <a:ext uri="{FF2B5EF4-FFF2-40B4-BE49-F238E27FC236}">
                  <a16:creationId xmlns:a16="http://schemas.microsoft.com/office/drawing/2014/main" id="{E08ABA17-2FF9-40B7-B325-E98B8E4672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8813" name="AutoShape 125">
                <a:extLst>
                  <a:ext uri="{FF2B5EF4-FFF2-40B4-BE49-F238E27FC236}">
                    <a16:creationId xmlns:a16="http://schemas.microsoft.com/office/drawing/2014/main" id="{15ACC94D-37A9-4C3B-977E-F4D64CE5C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814" name="AutoShape 126">
                <a:extLst>
                  <a:ext uri="{FF2B5EF4-FFF2-40B4-BE49-F238E27FC236}">
                    <a16:creationId xmlns:a16="http://schemas.microsoft.com/office/drawing/2014/main" id="{ACD82851-AAC8-4330-9DC8-9EFBB8006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802" name="Rectangle 127">
              <a:extLst>
                <a:ext uri="{FF2B5EF4-FFF2-40B4-BE49-F238E27FC236}">
                  <a16:creationId xmlns:a16="http://schemas.microsoft.com/office/drawing/2014/main" id="{CC016200-B1B3-4807-BF28-69178519A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03" name="Freeform 128">
              <a:extLst>
                <a:ext uri="{FF2B5EF4-FFF2-40B4-BE49-F238E27FC236}">
                  <a16:creationId xmlns:a16="http://schemas.microsoft.com/office/drawing/2014/main" id="{3572D6F2-536A-4079-86C5-4D8D97B42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804" name="Freeform 129">
              <a:extLst>
                <a:ext uri="{FF2B5EF4-FFF2-40B4-BE49-F238E27FC236}">
                  <a16:creationId xmlns:a16="http://schemas.microsoft.com/office/drawing/2014/main" id="{4E5A284C-A719-43A4-840D-41512C8B6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805" name="Oval 130">
              <a:extLst>
                <a:ext uri="{FF2B5EF4-FFF2-40B4-BE49-F238E27FC236}">
                  <a16:creationId xmlns:a16="http://schemas.microsoft.com/office/drawing/2014/main" id="{EF4D01D7-BA8A-4575-949E-BC42E4946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06" name="Freeform 131">
              <a:extLst>
                <a:ext uri="{FF2B5EF4-FFF2-40B4-BE49-F238E27FC236}">
                  <a16:creationId xmlns:a16="http://schemas.microsoft.com/office/drawing/2014/main" id="{93A084E6-AC18-42AE-85D9-F1EA22BDB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807" name="AutoShape 132">
              <a:extLst>
                <a:ext uri="{FF2B5EF4-FFF2-40B4-BE49-F238E27FC236}">
                  <a16:creationId xmlns:a16="http://schemas.microsoft.com/office/drawing/2014/main" id="{CB8B0A6B-69D0-4BF3-8AD1-11790E095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08" name="AutoShape 133">
              <a:extLst>
                <a:ext uri="{FF2B5EF4-FFF2-40B4-BE49-F238E27FC236}">
                  <a16:creationId xmlns:a16="http://schemas.microsoft.com/office/drawing/2014/main" id="{E32CA372-716E-4470-B641-B0FB04B00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09" name="Oval 134">
              <a:extLst>
                <a:ext uri="{FF2B5EF4-FFF2-40B4-BE49-F238E27FC236}">
                  <a16:creationId xmlns:a16="http://schemas.microsoft.com/office/drawing/2014/main" id="{D9B3FF9C-EFFD-4827-9A00-AA8D43BF0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10" name="Oval 135">
              <a:extLst>
                <a:ext uri="{FF2B5EF4-FFF2-40B4-BE49-F238E27FC236}">
                  <a16:creationId xmlns:a16="http://schemas.microsoft.com/office/drawing/2014/main" id="{F04C0F00-8FDF-4CE6-9494-5DCE25F8F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811" name="Oval 136">
              <a:extLst>
                <a:ext uri="{FF2B5EF4-FFF2-40B4-BE49-F238E27FC236}">
                  <a16:creationId xmlns:a16="http://schemas.microsoft.com/office/drawing/2014/main" id="{4BCDCAA9-64B8-4F7D-B3A8-C236D707C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812" name="Rectangle 137">
              <a:extLst>
                <a:ext uri="{FF2B5EF4-FFF2-40B4-BE49-F238E27FC236}">
                  <a16:creationId xmlns:a16="http://schemas.microsoft.com/office/drawing/2014/main" id="{DBE6B388-BCB4-4E6F-8F63-610F5A8EB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pic>
        <p:nvPicPr>
          <p:cNvPr id="158728" name="Picture 63" descr="underline_base">
            <a:extLst>
              <a:ext uri="{FF2B5EF4-FFF2-40B4-BE49-F238E27FC236}">
                <a16:creationId xmlns:a16="http://schemas.microsoft.com/office/drawing/2014/main" id="{BBAEAC4D-599C-44C6-9814-4FDEE3D7AE78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893763"/>
            <a:ext cx="5942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8729" name="Rectangle 2">
            <a:extLst>
              <a:ext uri="{FF2B5EF4-FFF2-40B4-BE49-F238E27FC236}">
                <a16:creationId xmlns:a16="http://schemas.microsoft.com/office/drawing/2014/main" id="{D0B8040C-96C1-42C6-8CFE-718739469F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75" y="234950"/>
            <a:ext cx="7772400" cy="892175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Web caches (proxy server)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58730" name="Rectangle 3">
            <a:extLst>
              <a:ext uri="{FF2B5EF4-FFF2-40B4-BE49-F238E27FC236}">
                <a16:creationId xmlns:a16="http://schemas.microsoft.com/office/drawing/2014/main" id="{FA1B9912-4A13-4F84-9B7F-2DCB983796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79400" y="1957388"/>
            <a:ext cx="3767138" cy="3762375"/>
          </a:xfrm>
        </p:spPr>
        <p:txBody>
          <a:bodyPr/>
          <a:lstStyle/>
          <a:p>
            <a:r>
              <a:rPr lang="en-US" altLang="zh-TW" sz="2400">
                <a:ea typeface="ＭＳ Ｐゴシック" panose="020B0600070205080204" pitchFamily="34" charset="-128"/>
              </a:rPr>
              <a:t>user sets browser: Web accesses via </a:t>
            </a:r>
            <a:r>
              <a:rPr lang="en-US" altLang="zh-TW" sz="2400">
                <a:solidFill>
                  <a:srgbClr val="FF0000"/>
                </a:solidFill>
                <a:ea typeface="ＭＳ Ｐゴシック" panose="020B0600070205080204" pitchFamily="34" charset="-128"/>
              </a:rPr>
              <a:t>cache</a:t>
            </a:r>
            <a:r>
              <a:rPr lang="en-US" altLang="zh-TW" sz="2400">
                <a:ea typeface="ＭＳ Ｐゴシック" panose="020B0600070205080204" pitchFamily="34" charset="-128"/>
              </a:rPr>
              <a:t> (i.e., </a:t>
            </a:r>
            <a:r>
              <a:rPr lang="en-US" altLang="zh-TW" sz="2400">
                <a:solidFill>
                  <a:srgbClr val="FF0000"/>
                </a:solidFill>
                <a:ea typeface="ＭＳ Ｐゴシック" panose="020B0600070205080204" pitchFamily="34" charset="-128"/>
              </a:rPr>
              <a:t>proxy server</a:t>
            </a:r>
            <a:r>
              <a:rPr lang="en-US" altLang="zh-TW" sz="2400">
                <a:ea typeface="ＭＳ Ｐゴシック" panose="020B0600070205080204" pitchFamily="34" charset="-128"/>
              </a:rPr>
              <a:t>)</a:t>
            </a:r>
            <a:endParaRPr lang="en-US" altLang="zh-TW" sz="240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r>
              <a:rPr lang="en-US" altLang="zh-TW" sz="2400">
                <a:ea typeface="ＭＳ Ｐゴシック" panose="020B0600070205080204" pitchFamily="34" charset="-128"/>
              </a:rPr>
              <a:t>browser sends all HTTP requests to cache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object in cache: cache returns object 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else cache requests object from origin server, then returns object to client</a:t>
            </a:r>
          </a:p>
        </p:txBody>
      </p:sp>
      <p:sp>
        <p:nvSpPr>
          <p:cNvPr id="158731" name="Rectangle 4">
            <a:extLst>
              <a:ext uri="{FF2B5EF4-FFF2-40B4-BE49-F238E27FC236}">
                <a16:creationId xmlns:a16="http://schemas.microsoft.com/office/drawing/2014/main" id="{702A3B3D-F9E9-4809-A00E-48E22C6EF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1265238"/>
            <a:ext cx="87503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i="1">
                <a:solidFill>
                  <a:srgbClr val="CC0000"/>
                </a:solidFill>
              </a:rPr>
              <a:t>goal:</a:t>
            </a:r>
            <a:r>
              <a:rPr lang="en-US" altLang="zh-TW"/>
              <a:t> </a:t>
            </a:r>
            <a:r>
              <a:rPr lang="en-US" altLang="zh-TW">
                <a:solidFill>
                  <a:srgbClr val="0070C0"/>
                </a:solidFill>
              </a:rPr>
              <a:t>satisfy client request without involving origin server</a:t>
            </a:r>
          </a:p>
        </p:txBody>
      </p:sp>
      <p:sp>
        <p:nvSpPr>
          <p:cNvPr id="158732" name="Text Box 6">
            <a:extLst>
              <a:ext uri="{FF2B5EF4-FFF2-40B4-BE49-F238E27FC236}">
                <a16:creationId xmlns:a16="http://schemas.microsoft.com/office/drawing/2014/main" id="{64F78789-40D7-4FFD-8749-33E036553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0" y="3368675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client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58733" name="Text Box 8">
            <a:extLst>
              <a:ext uri="{FF2B5EF4-FFF2-40B4-BE49-F238E27FC236}">
                <a16:creationId xmlns:a16="http://schemas.microsoft.com/office/drawing/2014/main" id="{29B466D5-602B-409D-8DAE-2F53AF2C1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888" y="2774950"/>
            <a:ext cx="889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proxy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server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58734" name="Text Box 21">
            <a:extLst>
              <a:ext uri="{FF2B5EF4-FFF2-40B4-BE49-F238E27FC236}">
                <a16:creationId xmlns:a16="http://schemas.microsoft.com/office/drawing/2014/main" id="{FFC3C436-7A1E-4395-A85F-6E8EAAE3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188" y="5340350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client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grpSp>
        <p:nvGrpSpPr>
          <p:cNvPr id="14" name="Group 53">
            <a:extLst>
              <a:ext uri="{FF2B5EF4-FFF2-40B4-BE49-F238E27FC236}">
                <a16:creationId xmlns:a16="http://schemas.microsoft.com/office/drawing/2014/main" id="{4C8E6D69-6EE1-4C41-A914-7CE3E7629F20}"/>
              </a:ext>
            </a:extLst>
          </p:cNvPr>
          <p:cNvGrpSpPr>
            <a:grpSpLocks/>
          </p:cNvGrpSpPr>
          <p:nvPr/>
        </p:nvGrpSpPr>
        <p:grpSpPr bwMode="auto">
          <a:xfrm>
            <a:off x="4597400" y="4095750"/>
            <a:ext cx="1563688" cy="760413"/>
            <a:chOff x="2896" y="2580"/>
            <a:chExt cx="985" cy="479"/>
          </a:xfrm>
        </p:grpSpPr>
        <p:sp>
          <p:nvSpPr>
            <p:cNvPr id="158787" name="Line 19">
              <a:extLst>
                <a:ext uri="{FF2B5EF4-FFF2-40B4-BE49-F238E27FC236}">
                  <a16:creationId xmlns:a16="http://schemas.microsoft.com/office/drawing/2014/main" id="{F26A82B0-CE78-4170-A0A1-B6A8D1DC5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8788" name="Text Box 23">
              <a:extLst>
                <a:ext uri="{FF2B5EF4-FFF2-40B4-BE49-F238E27FC236}">
                  <a16:creationId xmlns:a16="http://schemas.microsoft.com/office/drawing/2014/main" id="{CBADC482-8C82-4333-9511-426AE464E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692639">
              <a:off x="2896" y="2646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request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Group 54">
            <a:extLst>
              <a:ext uri="{FF2B5EF4-FFF2-40B4-BE49-F238E27FC236}">
                <a16:creationId xmlns:a16="http://schemas.microsoft.com/office/drawing/2014/main" id="{42A1210D-D756-427B-9030-4B796983A8B4}"/>
              </a:ext>
            </a:extLst>
          </p:cNvPr>
          <p:cNvGrpSpPr>
            <a:grpSpLocks/>
          </p:cNvGrpSpPr>
          <p:nvPr/>
        </p:nvGrpSpPr>
        <p:grpSpPr bwMode="auto">
          <a:xfrm>
            <a:off x="4781550" y="4183063"/>
            <a:ext cx="1604963" cy="785812"/>
            <a:chOff x="3012" y="2635"/>
            <a:chExt cx="1011" cy="495"/>
          </a:xfrm>
        </p:grpSpPr>
        <p:sp>
          <p:nvSpPr>
            <p:cNvPr id="158785" name="Line 20">
              <a:extLst>
                <a:ext uri="{FF2B5EF4-FFF2-40B4-BE49-F238E27FC236}">
                  <a16:creationId xmlns:a16="http://schemas.microsoft.com/office/drawing/2014/main" id="{0E235936-AF07-4191-8E47-947569A573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8786" name="Text Box 25">
              <a:extLst>
                <a:ext uri="{FF2B5EF4-FFF2-40B4-BE49-F238E27FC236}">
                  <a16:creationId xmlns:a16="http://schemas.microsoft.com/office/drawing/2014/main" id="{C61BD55F-16EB-4E76-93F6-AF859CE03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737783">
              <a:off x="3012" y="2847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response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49">
            <a:extLst>
              <a:ext uri="{FF2B5EF4-FFF2-40B4-BE49-F238E27FC236}">
                <a16:creationId xmlns:a16="http://schemas.microsoft.com/office/drawing/2014/main" id="{7533DCBA-67A0-4F6D-AE00-A40C0C55C255}"/>
              </a:ext>
            </a:extLst>
          </p:cNvPr>
          <p:cNvGrpSpPr>
            <a:grpSpLocks/>
          </p:cNvGrpSpPr>
          <p:nvPr/>
        </p:nvGrpSpPr>
        <p:grpSpPr bwMode="auto">
          <a:xfrm>
            <a:off x="4765675" y="3124200"/>
            <a:ext cx="3251200" cy="730250"/>
            <a:chOff x="3002" y="1979"/>
            <a:chExt cx="2048" cy="460"/>
          </a:xfrm>
        </p:grpSpPr>
        <p:sp>
          <p:nvSpPr>
            <p:cNvPr id="158782" name="Freeform 18">
              <a:extLst>
                <a:ext uri="{FF2B5EF4-FFF2-40B4-BE49-F238E27FC236}">
                  <a16:creationId xmlns:a16="http://schemas.microsoft.com/office/drawing/2014/main" id="{AE24CBAD-8EAD-4305-9A65-93A8003B6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8783" name="Text Box 22">
              <a:extLst>
                <a:ext uri="{FF2B5EF4-FFF2-40B4-BE49-F238E27FC236}">
                  <a16:creationId xmlns:a16="http://schemas.microsoft.com/office/drawing/2014/main" id="{06CF04B4-65A6-4D91-AB91-A9E81C522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083" y="2006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request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8784" name="Text Box 45">
              <a:extLst>
                <a:ext uri="{FF2B5EF4-FFF2-40B4-BE49-F238E27FC236}">
                  <a16:creationId xmlns:a16="http://schemas.microsoft.com/office/drawing/2014/main" id="{8061EB5A-3015-4199-B317-002AE9CAE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419968">
              <a:off x="4114" y="2016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request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8738" name="Text Box 47">
            <a:extLst>
              <a:ext uri="{FF2B5EF4-FFF2-40B4-BE49-F238E27FC236}">
                <a16:creationId xmlns:a16="http://schemas.microsoft.com/office/drawing/2014/main" id="{AA0F380A-901B-4AF3-B0E8-CDF577AB5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9413" y="5421313"/>
            <a:ext cx="7493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origin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server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58739" name="Text Box 48">
            <a:extLst>
              <a:ext uri="{FF2B5EF4-FFF2-40B4-BE49-F238E27FC236}">
                <a16:creationId xmlns:a16="http://schemas.microsoft.com/office/drawing/2014/main" id="{F255DCF6-702A-49A3-8617-A241A6252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75" y="3484563"/>
            <a:ext cx="7493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origin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server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58740" name="Rectangle 55">
            <a:extLst>
              <a:ext uri="{FF2B5EF4-FFF2-40B4-BE49-F238E27FC236}">
                <a16:creationId xmlns:a16="http://schemas.microsoft.com/office/drawing/2014/main" id="{A92A51F0-B23D-4A2D-8C88-EF0C39709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0" y="4349750"/>
            <a:ext cx="4064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Comic Sans MS" panose="030F0702030302020204" pitchFamily="66" charset="0"/>
            </a:endParaRPr>
          </a:p>
        </p:txBody>
      </p:sp>
      <p:pic>
        <p:nvPicPr>
          <p:cNvPr id="158741" name="Picture 56">
            <a:extLst>
              <a:ext uri="{FF2B5EF4-FFF2-40B4-BE49-F238E27FC236}">
                <a16:creationId xmlns:a16="http://schemas.microsoft.com/office/drawing/2014/main" id="{6045E899-64BA-4D0C-BC88-8BD7CD526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863" y="2632075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Group 60">
            <a:extLst>
              <a:ext uri="{FF2B5EF4-FFF2-40B4-BE49-F238E27FC236}">
                <a16:creationId xmlns:a16="http://schemas.microsoft.com/office/drawing/2014/main" id="{198E9154-1C4E-4F31-9983-E07417ED847E}"/>
              </a:ext>
            </a:extLst>
          </p:cNvPr>
          <p:cNvGrpSpPr>
            <a:grpSpLocks/>
          </p:cNvGrpSpPr>
          <p:nvPr/>
        </p:nvGrpSpPr>
        <p:grpSpPr bwMode="auto">
          <a:xfrm>
            <a:off x="3992563" y="2671763"/>
            <a:ext cx="4178300" cy="1814512"/>
            <a:chOff x="2515" y="1687"/>
            <a:chExt cx="2632" cy="1143"/>
          </a:xfrm>
        </p:grpSpPr>
        <p:sp>
          <p:nvSpPr>
            <p:cNvPr id="158777" name="Freeform 44">
              <a:extLst>
                <a:ext uri="{FF2B5EF4-FFF2-40B4-BE49-F238E27FC236}">
                  <a16:creationId xmlns:a16="http://schemas.microsoft.com/office/drawing/2014/main" id="{1C66A2EC-BADD-4007-813F-D78C9EBC1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58778" name="Text Box 24">
              <a:extLst>
                <a:ext uri="{FF2B5EF4-FFF2-40B4-BE49-F238E27FC236}">
                  <a16:creationId xmlns:a16="http://schemas.microsoft.com/office/drawing/2014/main" id="{D85D8177-133C-44DA-89B5-1A3540EF5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2906" y="2244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response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8779" name="Text Box 46">
              <a:extLst>
                <a:ext uri="{FF2B5EF4-FFF2-40B4-BE49-F238E27FC236}">
                  <a16:creationId xmlns:a16="http://schemas.microsoft.com/office/drawing/2014/main" id="{F3B07F33-635E-4F9C-8DA6-6535A751B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415789">
              <a:off x="4136" y="2232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response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58780" name="Picture 57">
              <a:extLst>
                <a:ext uri="{FF2B5EF4-FFF2-40B4-BE49-F238E27FC236}">
                  <a16:creationId xmlns:a16="http://schemas.microsoft.com/office/drawing/2014/main" id="{A2FF447F-057C-412C-9C3F-4B32CC9CF7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8781" name="Picture 59">
              <a:extLst>
                <a:ext uri="{FF2B5EF4-FFF2-40B4-BE49-F238E27FC236}">
                  <a16:creationId xmlns:a16="http://schemas.microsoft.com/office/drawing/2014/main" id="{793F4DB1-E167-4C31-B88D-8A15270127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1069" name="Picture 61">
            <a:extLst>
              <a:ext uri="{FF2B5EF4-FFF2-40B4-BE49-F238E27FC236}">
                <a16:creationId xmlns:a16="http://schemas.microsoft.com/office/drawing/2014/main" id="{A14295E8-EE47-4D19-9CFA-2E6434010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188" y="4613275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8744" name="Group 69">
            <a:extLst>
              <a:ext uri="{FF2B5EF4-FFF2-40B4-BE49-F238E27FC236}">
                <a16:creationId xmlns:a16="http://schemas.microsoft.com/office/drawing/2014/main" id="{56FDA819-B6CA-45EB-96A4-0B16160279A8}"/>
              </a:ext>
            </a:extLst>
          </p:cNvPr>
          <p:cNvGrpSpPr>
            <a:grpSpLocks/>
          </p:cNvGrpSpPr>
          <p:nvPr/>
        </p:nvGrpSpPr>
        <p:grpSpPr bwMode="auto">
          <a:xfrm>
            <a:off x="8112125" y="4764088"/>
            <a:ext cx="433388" cy="715962"/>
            <a:chOff x="4140" y="429"/>
            <a:chExt cx="1425" cy="2396"/>
          </a:xfrm>
        </p:grpSpPr>
        <p:sp>
          <p:nvSpPr>
            <p:cNvPr id="158745" name="Freeform 70">
              <a:extLst>
                <a:ext uri="{FF2B5EF4-FFF2-40B4-BE49-F238E27FC236}">
                  <a16:creationId xmlns:a16="http://schemas.microsoft.com/office/drawing/2014/main" id="{08594DAF-AC7C-40E4-872F-1D6C6E54D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746" name="Rectangle 71">
              <a:extLst>
                <a:ext uri="{FF2B5EF4-FFF2-40B4-BE49-F238E27FC236}">
                  <a16:creationId xmlns:a16="http://schemas.microsoft.com/office/drawing/2014/main" id="{CE6F10BD-8D5E-4527-987D-291B69779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747" name="Freeform 72">
              <a:extLst>
                <a:ext uri="{FF2B5EF4-FFF2-40B4-BE49-F238E27FC236}">
                  <a16:creationId xmlns:a16="http://schemas.microsoft.com/office/drawing/2014/main" id="{9FB95A5A-47CF-41D2-81BF-E7660E799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748" name="Freeform 73">
              <a:extLst>
                <a:ext uri="{FF2B5EF4-FFF2-40B4-BE49-F238E27FC236}">
                  <a16:creationId xmlns:a16="http://schemas.microsoft.com/office/drawing/2014/main" id="{0F65F667-1514-4206-8E5D-96EEC6484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749" name="Rectangle 74">
              <a:extLst>
                <a:ext uri="{FF2B5EF4-FFF2-40B4-BE49-F238E27FC236}">
                  <a16:creationId xmlns:a16="http://schemas.microsoft.com/office/drawing/2014/main" id="{7D09F514-B07C-4D0C-A9EA-0536A94A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8750" name="Group 75">
              <a:extLst>
                <a:ext uri="{FF2B5EF4-FFF2-40B4-BE49-F238E27FC236}">
                  <a16:creationId xmlns:a16="http://schemas.microsoft.com/office/drawing/2014/main" id="{CBC755D0-00B5-439E-804D-F16CA5877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8775" name="AutoShape 76">
                <a:extLst>
                  <a:ext uri="{FF2B5EF4-FFF2-40B4-BE49-F238E27FC236}">
                    <a16:creationId xmlns:a16="http://schemas.microsoft.com/office/drawing/2014/main" id="{6029AA7A-DFBD-4D58-83EA-725A2FB3B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776" name="AutoShape 77">
                <a:extLst>
                  <a:ext uri="{FF2B5EF4-FFF2-40B4-BE49-F238E27FC236}">
                    <a16:creationId xmlns:a16="http://schemas.microsoft.com/office/drawing/2014/main" id="{0DDE0128-13A8-4D6D-A3D7-842892785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751" name="Rectangle 78">
              <a:extLst>
                <a:ext uri="{FF2B5EF4-FFF2-40B4-BE49-F238E27FC236}">
                  <a16:creationId xmlns:a16="http://schemas.microsoft.com/office/drawing/2014/main" id="{31C92631-9ABD-40FD-8313-9C984F0D6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8752" name="Group 79">
              <a:extLst>
                <a:ext uri="{FF2B5EF4-FFF2-40B4-BE49-F238E27FC236}">
                  <a16:creationId xmlns:a16="http://schemas.microsoft.com/office/drawing/2014/main" id="{8DBE8323-27F1-4242-9ABE-7A2606E6AD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8773" name="AutoShape 80">
                <a:extLst>
                  <a:ext uri="{FF2B5EF4-FFF2-40B4-BE49-F238E27FC236}">
                    <a16:creationId xmlns:a16="http://schemas.microsoft.com/office/drawing/2014/main" id="{493270F9-DCD6-44D2-A2B9-29601AD4F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774" name="AutoShape 81">
                <a:extLst>
                  <a:ext uri="{FF2B5EF4-FFF2-40B4-BE49-F238E27FC236}">
                    <a16:creationId xmlns:a16="http://schemas.microsoft.com/office/drawing/2014/main" id="{513AEB6F-15DB-4CD5-938D-C56D2C08C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753" name="Rectangle 82">
              <a:extLst>
                <a:ext uri="{FF2B5EF4-FFF2-40B4-BE49-F238E27FC236}">
                  <a16:creationId xmlns:a16="http://schemas.microsoft.com/office/drawing/2014/main" id="{2DA58FC1-84E1-4659-87D8-AD4BD3D16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754" name="Rectangle 83">
              <a:extLst>
                <a:ext uri="{FF2B5EF4-FFF2-40B4-BE49-F238E27FC236}">
                  <a16:creationId xmlns:a16="http://schemas.microsoft.com/office/drawing/2014/main" id="{7631457F-2A59-43EA-9B76-B0455893D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58755" name="Group 84">
              <a:extLst>
                <a:ext uri="{FF2B5EF4-FFF2-40B4-BE49-F238E27FC236}">
                  <a16:creationId xmlns:a16="http://schemas.microsoft.com/office/drawing/2014/main" id="{4CC7F71C-12B2-42AE-A800-470B9551BF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8771" name="AutoShape 85">
                <a:extLst>
                  <a:ext uri="{FF2B5EF4-FFF2-40B4-BE49-F238E27FC236}">
                    <a16:creationId xmlns:a16="http://schemas.microsoft.com/office/drawing/2014/main" id="{5F4BEDB3-303F-462B-B6F6-4C7AD72A1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772" name="AutoShape 86">
                <a:extLst>
                  <a:ext uri="{FF2B5EF4-FFF2-40B4-BE49-F238E27FC236}">
                    <a16:creationId xmlns:a16="http://schemas.microsoft.com/office/drawing/2014/main" id="{9122C8B2-4438-4B8E-B0B3-97CC8C5D2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756" name="Freeform 87">
              <a:extLst>
                <a:ext uri="{FF2B5EF4-FFF2-40B4-BE49-F238E27FC236}">
                  <a16:creationId xmlns:a16="http://schemas.microsoft.com/office/drawing/2014/main" id="{D6D56731-7133-4D5B-93DA-477335225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58757" name="Group 88">
              <a:extLst>
                <a:ext uri="{FF2B5EF4-FFF2-40B4-BE49-F238E27FC236}">
                  <a16:creationId xmlns:a16="http://schemas.microsoft.com/office/drawing/2014/main" id="{3E728803-52AA-43D3-BF1F-EED085159D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8769" name="AutoShape 89">
                <a:extLst>
                  <a:ext uri="{FF2B5EF4-FFF2-40B4-BE49-F238E27FC236}">
                    <a16:creationId xmlns:a16="http://schemas.microsoft.com/office/drawing/2014/main" id="{97AC6330-87F5-423C-AAD0-6BD2FAED5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8770" name="AutoShape 90">
                <a:extLst>
                  <a:ext uri="{FF2B5EF4-FFF2-40B4-BE49-F238E27FC236}">
                    <a16:creationId xmlns:a16="http://schemas.microsoft.com/office/drawing/2014/main" id="{5FA4B216-BC73-4B07-8566-37EEBB417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758" name="Rectangle 91">
              <a:extLst>
                <a:ext uri="{FF2B5EF4-FFF2-40B4-BE49-F238E27FC236}">
                  <a16:creationId xmlns:a16="http://schemas.microsoft.com/office/drawing/2014/main" id="{0CA7C498-D82E-48CC-9189-0BF248E51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759" name="Freeform 92">
              <a:extLst>
                <a:ext uri="{FF2B5EF4-FFF2-40B4-BE49-F238E27FC236}">
                  <a16:creationId xmlns:a16="http://schemas.microsoft.com/office/drawing/2014/main" id="{79A15C6B-F72A-4C20-A9A9-9A8D58E6E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760" name="Freeform 93">
              <a:extLst>
                <a:ext uri="{FF2B5EF4-FFF2-40B4-BE49-F238E27FC236}">
                  <a16:creationId xmlns:a16="http://schemas.microsoft.com/office/drawing/2014/main" id="{10228EE1-39B6-4085-90B0-EE26BE5A2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761" name="Oval 94">
              <a:extLst>
                <a:ext uri="{FF2B5EF4-FFF2-40B4-BE49-F238E27FC236}">
                  <a16:creationId xmlns:a16="http://schemas.microsoft.com/office/drawing/2014/main" id="{B5D738BE-7FC9-46B7-9455-26E39F11F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762" name="Freeform 95">
              <a:extLst>
                <a:ext uri="{FF2B5EF4-FFF2-40B4-BE49-F238E27FC236}">
                  <a16:creationId xmlns:a16="http://schemas.microsoft.com/office/drawing/2014/main" id="{C763B78B-7D4D-46F2-AF45-6E07652B7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58763" name="AutoShape 96">
              <a:extLst>
                <a:ext uri="{FF2B5EF4-FFF2-40B4-BE49-F238E27FC236}">
                  <a16:creationId xmlns:a16="http://schemas.microsoft.com/office/drawing/2014/main" id="{FE7D1970-54C7-47BC-B595-A92CE334F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764" name="AutoShape 97">
              <a:extLst>
                <a:ext uri="{FF2B5EF4-FFF2-40B4-BE49-F238E27FC236}">
                  <a16:creationId xmlns:a16="http://schemas.microsoft.com/office/drawing/2014/main" id="{42C77DF2-E85B-4DFC-8688-06A7F311F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765" name="Oval 98">
              <a:extLst>
                <a:ext uri="{FF2B5EF4-FFF2-40B4-BE49-F238E27FC236}">
                  <a16:creationId xmlns:a16="http://schemas.microsoft.com/office/drawing/2014/main" id="{1E40C6D8-324C-47C6-BC3A-64318E0E1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766" name="Oval 99">
              <a:extLst>
                <a:ext uri="{FF2B5EF4-FFF2-40B4-BE49-F238E27FC236}">
                  <a16:creationId xmlns:a16="http://schemas.microsoft.com/office/drawing/2014/main" id="{24185BCC-0CE4-4709-9098-63C99DBD2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767" name="Oval 100">
              <a:extLst>
                <a:ext uri="{FF2B5EF4-FFF2-40B4-BE49-F238E27FC236}">
                  <a16:creationId xmlns:a16="http://schemas.microsoft.com/office/drawing/2014/main" id="{36E196DB-A4F8-4A4A-863A-36F77E181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58768" name="Rectangle 101">
              <a:extLst>
                <a:ext uri="{FF2B5EF4-FFF2-40B4-BE49-F238E27FC236}">
                  <a16:creationId xmlns:a16="http://schemas.microsoft.com/office/drawing/2014/main" id="{0521978D-8265-431D-A626-936A20C28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7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60BE138C-4A18-4D31-9283-392976405B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60771" name="Rectangle 8">
            <a:extLst>
              <a:ext uri="{FF2B5EF4-FFF2-40B4-BE49-F238E27FC236}">
                <a16:creationId xmlns:a16="http://schemas.microsoft.com/office/drawing/2014/main" id="{442EAD0D-4788-445C-AE96-0EBDA8C261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209DDF80-5AB4-4687-BBFD-D68712BD808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60772" name="Picture 10" descr="underline_base">
            <a:extLst>
              <a:ext uri="{FF2B5EF4-FFF2-40B4-BE49-F238E27FC236}">
                <a16:creationId xmlns:a16="http://schemas.microsoft.com/office/drawing/2014/main" id="{52C8AD30-ABCC-4B3B-9F7B-D9BAE2BB18D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936625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773" name="Rectangle 2">
            <a:extLst>
              <a:ext uri="{FF2B5EF4-FFF2-40B4-BE49-F238E27FC236}">
                <a16:creationId xmlns:a16="http://schemas.microsoft.com/office/drawing/2014/main" id="{EE93E19F-C22C-4ACB-A35B-E8C37E2EF0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7838" y="234950"/>
            <a:ext cx="7772400" cy="947738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More about Web caching</a:t>
            </a:r>
          </a:p>
        </p:txBody>
      </p:sp>
      <p:sp>
        <p:nvSpPr>
          <p:cNvPr id="160774" name="Rectangle 3">
            <a:extLst>
              <a:ext uri="{FF2B5EF4-FFF2-40B4-BE49-F238E27FC236}">
                <a16:creationId xmlns:a16="http://schemas.microsoft.com/office/drawing/2014/main" id="{2893D450-3957-439F-ABA4-6912C7BA9B3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cache acts as both client and server</a:t>
            </a:r>
          </a:p>
          <a:p>
            <a:pPr lvl="1"/>
            <a:r>
              <a:rPr lang="en-US" altLang="zh-TW" sz="2000">
                <a:ea typeface="ＭＳ Ｐゴシック" panose="020B0600070205080204" pitchFamily="34" charset="-128"/>
              </a:rPr>
              <a:t>server for original requesting client</a:t>
            </a:r>
          </a:p>
          <a:p>
            <a:pPr lvl="1"/>
            <a:r>
              <a:rPr lang="en-US" altLang="zh-TW" sz="2000">
                <a:ea typeface="ＭＳ Ｐゴシック" panose="020B0600070205080204" pitchFamily="34" charset="-128"/>
              </a:rPr>
              <a:t>client to origin server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typically cache is installed by ISP (university, company, residential ISP)</a:t>
            </a:r>
          </a:p>
        </p:txBody>
      </p:sp>
      <p:sp>
        <p:nvSpPr>
          <p:cNvPr id="160775" name="Rectangle 4">
            <a:extLst>
              <a:ext uri="{FF2B5EF4-FFF2-40B4-BE49-F238E27FC236}">
                <a16:creationId xmlns:a16="http://schemas.microsoft.com/office/drawing/2014/main" id="{58D157B5-6960-4800-A0D5-766600B4590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11313"/>
            <a:ext cx="415925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why Web caching?</a:t>
            </a:r>
          </a:p>
          <a:p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reduce response time </a:t>
            </a:r>
            <a:r>
              <a:rPr lang="en-US" altLang="zh-TW" dirty="0">
                <a:ea typeface="ＭＳ Ｐゴシック" panose="020B0600070205080204" pitchFamily="34" charset="-128"/>
              </a:rPr>
              <a:t>for client request</a:t>
            </a:r>
          </a:p>
          <a:p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reduce traffic </a:t>
            </a:r>
            <a:r>
              <a:rPr lang="en-US" altLang="zh-TW" dirty="0">
                <a:ea typeface="ＭＳ Ｐゴシック" panose="020B0600070205080204" pitchFamily="34" charset="-128"/>
              </a:rPr>
              <a:t>on an institution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access link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poor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content providers to effectively deliver content (so too does P2P file sharing)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>
            <a:extLst>
              <a:ext uri="{FF2B5EF4-FFF2-40B4-BE49-F238E27FC236}">
                <a16:creationId xmlns:a16="http://schemas.microsoft.com/office/drawing/2014/main" id="{2BACEF3E-EEB9-483A-AEF3-DE65802BF6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71011" name="Rectangle 8">
            <a:extLst>
              <a:ext uri="{FF2B5EF4-FFF2-40B4-BE49-F238E27FC236}">
                <a16:creationId xmlns:a16="http://schemas.microsoft.com/office/drawing/2014/main" id="{8D136069-9C50-4D0B-8161-74FB391042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70E04D16-ED15-4761-AF9A-749B5B60FB5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71012" name="Rectangle 2">
            <a:extLst>
              <a:ext uri="{FF2B5EF4-FFF2-40B4-BE49-F238E27FC236}">
                <a16:creationId xmlns:a16="http://schemas.microsoft.com/office/drawing/2014/main" id="{72397AC8-05B9-4056-B4EF-F2386049E6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Chapter 2: outline</a:t>
            </a:r>
          </a:p>
        </p:txBody>
      </p:sp>
      <p:sp>
        <p:nvSpPr>
          <p:cNvPr id="171013" name="Rectangle 3">
            <a:extLst>
              <a:ext uri="{FF2B5EF4-FFF2-40B4-BE49-F238E27FC236}">
                <a16:creationId xmlns:a16="http://schemas.microsoft.com/office/drawing/2014/main" id="{5E2EF32E-4D40-4FD5-8426-65DD03FDF4FD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2.1 principles of network applications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app architectures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app requirements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2.2 Web and HTTP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2.3 FTP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CC0000"/>
                </a:solidFill>
                <a:ea typeface="ＭＳ Ｐゴシック" panose="020B0600070205080204" pitchFamily="34" charset="-128"/>
              </a:rPr>
              <a:t>2.4 electronic mail</a:t>
            </a:r>
          </a:p>
          <a:p>
            <a:pPr marL="912813" lvl="1"/>
            <a:r>
              <a:rPr lang="en-US" altLang="zh-TW">
                <a:solidFill>
                  <a:srgbClr val="CC0000"/>
                </a:solidFill>
                <a:ea typeface="ＭＳ Ｐゴシック" panose="020B0600070205080204" pitchFamily="34" charset="-128"/>
              </a:rPr>
              <a:t>SMTP, POP3, IMAP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2.5 DNS</a:t>
            </a:r>
          </a:p>
          <a:p>
            <a:pPr marL="457200" indent="-457200"/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171014" name="Rectangle 4">
            <a:extLst>
              <a:ext uri="{FF2B5EF4-FFF2-40B4-BE49-F238E27FC236}">
                <a16:creationId xmlns:a16="http://schemas.microsoft.com/office/drawing/2014/main" id="{02800719-F185-4FCB-8B2C-97D8C157F9D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2.6 P2P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2.7 Socket programming with UDP and TCP</a:t>
            </a:r>
          </a:p>
        </p:txBody>
      </p:sp>
      <p:pic>
        <p:nvPicPr>
          <p:cNvPr id="171015" name="Picture 5" descr="underline_base">
            <a:extLst>
              <a:ext uri="{FF2B5EF4-FFF2-40B4-BE49-F238E27FC236}">
                <a16:creationId xmlns:a16="http://schemas.microsoft.com/office/drawing/2014/main" id="{07CAC3C2-5AF3-4C8A-B5F0-DDE4B8B2CA4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>
            <a:extLst>
              <a:ext uri="{FF2B5EF4-FFF2-40B4-BE49-F238E27FC236}">
                <a16:creationId xmlns:a16="http://schemas.microsoft.com/office/drawing/2014/main" id="{3B66771A-34F3-4953-9621-A18B86B5FC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73059" name="Rectangle 8">
            <a:extLst>
              <a:ext uri="{FF2B5EF4-FFF2-40B4-BE49-F238E27FC236}">
                <a16:creationId xmlns:a16="http://schemas.microsoft.com/office/drawing/2014/main" id="{0940E391-C61F-417F-9D27-228B59D865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1A8340E7-3CDC-47F8-9BFB-729881A5EA8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73060" name="Rectangle 2">
            <a:extLst>
              <a:ext uri="{FF2B5EF4-FFF2-40B4-BE49-F238E27FC236}">
                <a16:creationId xmlns:a16="http://schemas.microsoft.com/office/drawing/2014/main" id="{C7539BFE-09EC-43D8-B4BF-D7601D447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301625"/>
            <a:ext cx="7772400" cy="86995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Electronic mail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id="{7C8D9520-7F81-4DC5-B878-480EB479873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4513" y="1366838"/>
            <a:ext cx="3933825" cy="4876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i="1" dirty="0">
                <a:solidFill>
                  <a:srgbClr val="0070C0"/>
                </a:solidFill>
                <a:ea typeface="ＭＳ Ｐゴシック" pitchFamily="34" charset="-128"/>
              </a:rPr>
              <a:t>Three major components:</a:t>
            </a:r>
            <a:r>
              <a:rPr lang="en-US" altLang="zh-TW" dirty="0">
                <a:solidFill>
                  <a:srgbClr val="0070C0"/>
                </a:solidFill>
                <a:ea typeface="ＭＳ Ｐゴシック" pitchFamily="34" charset="-128"/>
              </a:rPr>
              <a:t>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TW" sz="2400" dirty="0">
                <a:ea typeface="ＭＳ Ｐゴシック" pitchFamily="34" charset="-128"/>
              </a:rPr>
              <a:t>user agents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TW" sz="2400" dirty="0">
                <a:ea typeface="ＭＳ Ｐゴシック" pitchFamily="34" charset="-128"/>
              </a:rPr>
              <a:t>mail servers </a:t>
            </a:r>
          </a:p>
          <a:p>
            <a:pPr marL="457200" indent="-457200">
              <a:spcAft>
                <a:spcPct val="75000"/>
              </a:spcAft>
              <a:buFont typeface="+mj-lt"/>
              <a:buAutoNum type="arabicPeriod"/>
              <a:defRPr/>
            </a:pPr>
            <a:r>
              <a:rPr lang="en-US" altLang="zh-TW" sz="2400" dirty="0">
                <a:ea typeface="ＭＳ Ｐゴシック" pitchFamily="34" charset="-128"/>
              </a:rPr>
              <a:t>simple mail transfer protocol: SMTP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3200" i="1" dirty="0">
                <a:solidFill>
                  <a:srgbClr val="CC0000"/>
                </a:solidFill>
                <a:ea typeface="ＭＳ Ｐゴシック" pitchFamily="34" charset="-128"/>
              </a:rPr>
              <a:t>User Agent</a:t>
            </a:r>
          </a:p>
          <a:p>
            <a:pPr>
              <a:defRPr/>
            </a:pPr>
            <a:r>
              <a:rPr lang="en-US" altLang="zh-TW" sz="2400" dirty="0">
                <a:ea typeface="ＭＳ Ｐゴシック" pitchFamily="34" charset="-128"/>
              </a:rPr>
              <a:t>a.k.a. </a:t>
            </a:r>
            <a:r>
              <a:rPr lang="ja-JP" altLang="en-US" sz="2400" dirty="0">
                <a:ea typeface="ＭＳ Ｐゴシック" pitchFamily="34" charset="-128"/>
              </a:rPr>
              <a:t>“</a:t>
            </a:r>
            <a:r>
              <a:rPr lang="en-US" altLang="ja-JP" sz="2400" dirty="0">
                <a:solidFill>
                  <a:srgbClr val="0070C0"/>
                </a:solidFill>
                <a:ea typeface="ＭＳ Ｐゴシック" pitchFamily="34" charset="-128"/>
              </a:rPr>
              <a:t>mail reader</a:t>
            </a:r>
            <a:r>
              <a:rPr lang="ja-JP" altLang="en-US" sz="2400" dirty="0">
                <a:ea typeface="ＭＳ Ｐゴシック" pitchFamily="34" charset="-128"/>
              </a:rPr>
              <a:t>”</a:t>
            </a:r>
            <a:endParaRPr lang="en-US" altLang="ja-JP" sz="2400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zh-TW" sz="2400" dirty="0">
                <a:ea typeface="ＭＳ Ｐゴシック" pitchFamily="34" charset="-128"/>
              </a:rPr>
              <a:t>composing, editing, reading mail messages</a:t>
            </a:r>
          </a:p>
          <a:p>
            <a:pPr>
              <a:defRPr/>
            </a:pPr>
            <a:r>
              <a:rPr lang="en-US" altLang="zh-TW" sz="2400" dirty="0">
                <a:ea typeface="ＭＳ Ｐゴシック" pitchFamily="34" charset="-128"/>
              </a:rPr>
              <a:t>e.g., Outlook, Thunderbird, iPhone mail client</a:t>
            </a:r>
          </a:p>
        </p:txBody>
      </p:sp>
      <p:sp>
        <p:nvSpPr>
          <p:cNvPr id="173062" name="Rectangle 280">
            <a:extLst>
              <a:ext uri="{FF2B5EF4-FFF2-40B4-BE49-F238E27FC236}">
                <a16:creationId xmlns:a16="http://schemas.microsoft.com/office/drawing/2014/main" id="{318CB125-3153-42FC-86CC-A2AFC3DBC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775" y="628650"/>
            <a:ext cx="1828800" cy="98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grpSp>
        <p:nvGrpSpPr>
          <p:cNvPr id="173063" name="Group 279">
            <a:extLst>
              <a:ext uri="{FF2B5EF4-FFF2-40B4-BE49-F238E27FC236}">
                <a16:creationId xmlns:a16="http://schemas.microsoft.com/office/drawing/2014/main" id="{92654A70-7227-4F84-8EE3-9DEB088B2386}"/>
              </a:ext>
            </a:extLst>
          </p:cNvPr>
          <p:cNvGrpSpPr>
            <a:grpSpLocks/>
          </p:cNvGrpSpPr>
          <p:nvPr/>
        </p:nvGrpSpPr>
        <p:grpSpPr bwMode="auto">
          <a:xfrm>
            <a:off x="7059613" y="576263"/>
            <a:ext cx="1736725" cy="955675"/>
            <a:chOff x="4458" y="3335"/>
            <a:chExt cx="1094" cy="602"/>
          </a:xfrm>
        </p:grpSpPr>
        <p:sp>
          <p:nvSpPr>
            <p:cNvPr id="173261" name="Text Box 263">
              <a:extLst>
                <a:ext uri="{FF2B5EF4-FFF2-40B4-BE49-F238E27FC236}">
                  <a16:creationId xmlns:a16="http://schemas.microsoft.com/office/drawing/2014/main" id="{571B8EEA-93CC-4CE6-944B-508E9BB04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" y="3725"/>
              <a:ext cx="84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 mailbox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73262" name="Group 278">
              <a:extLst>
                <a:ext uri="{FF2B5EF4-FFF2-40B4-BE49-F238E27FC236}">
                  <a16:creationId xmlns:a16="http://schemas.microsoft.com/office/drawing/2014/main" id="{2902B758-7BCF-4F0E-9DBD-6BDF994AA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73265" name="Rectangle 264">
                <a:extLst>
                  <a:ext uri="{FF2B5EF4-FFF2-40B4-BE49-F238E27FC236}">
                    <a16:creationId xmlns:a16="http://schemas.microsoft.com/office/drawing/2014/main" id="{2B6F50EA-B0D5-4518-846E-3533547D2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266" name="Line 265">
                <a:extLst>
                  <a:ext uri="{FF2B5EF4-FFF2-40B4-BE49-F238E27FC236}">
                    <a16:creationId xmlns:a16="http://schemas.microsoft.com/office/drawing/2014/main" id="{9085DF7A-93AC-48C6-9F50-8F520602C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267" name="Line 266">
                <a:extLst>
                  <a:ext uri="{FF2B5EF4-FFF2-40B4-BE49-F238E27FC236}">
                    <a16:creationId xmlns:a16="http://schemas.microsoft.com/office/drawing/2014/main" id="{52C9E258-0976-4B49-933F-FCFE5EE22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268" name="Line 267">
                <a:extLst>
                  <a:ext uri="{FF2B5EF4-FFF2-40B4-BE49-F238E27FC236}">
                    <a16:creationId xmlns:a16="http://schemas.microsoft.com/office/drawing/2014/main" id="{08D7635C-E9E8-4EED-B16E-19EA5605D7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269" name="Line 268">
                <a:extLst>
                  <a:ext uri="{FF2B5EF4-FFF2-40B4-BE49-F238E27FC236}">
                    <a16:creationId xmlns:a16="http://schemas.microsoft.com/office/drawing/2014/main" id="{A4AFBD2C-43C7-4461-8D7A-DE460C4CC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270" name="Line 269">
                <a:extLst>
                  <a:ext uri="{FF2B5EF4-FFF2-40B4-BE49-F238E27FC236}">
                    <a16:creationId xmlns:a16="http://schemas.microsoft.com/office/drawing/2014/main" id="{1F182BCA-3D89-4D4D-B3AF-B7BEF558E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271" name="Line 270">
                <a:extLst>
                  <a:ext uri="{FF2B5EF4-FFF2-40B4-BE49-F238E27FC236}">
                    <a16:creationId xmlns:a16="http://schemas.microsoft.com/office/drawing/2014/main" id="{72BD1BBC-4138-4E63-92CC-1C3C168616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272" name="Line 271">
                <a:extLst>
                  <a:ext uri="{FF2B5EF4-FFF2-40B4-BE49-F238E27FC236}">
                    <a16:creationId xmlns:a16="http://schemas.microsoft.com/office/drawing/2014/main" id="{5F179DD0-10EE-4B62-AB3F-4C2DAE9F4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sp>
          <p:nvSpPr>
            <p:cNvPr id="173263" name="Rectangle 272">
              <a:extLst>
                <a:ext uri="{FF2B5EF4-FFF2-40B4-BE49-F238E27FC236}">
                  <a16:creationId xmlns:a16="http://schemas.microsoft.com/office/drawing/2014/main" id="{73132086-7C4B-41C4-A44C-2AD0AA80B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3264" name="Text Box 277">
              <a:extLst>
                <a:ext uri="{FF2B5EF4-FFF2-40B4-BE49-F238E27FC236}">
                  <a16:creationId xmlns:a16="http://schemas.microsoft.com/office/drawing/2014/main" id="{B37E1DC5-BC5A-46A2-9CAD-C810995BB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6" y="3335"/>
              <a:ext cx="10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outgoing 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message queue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  <p:pic>
        <p:nvPicPr>
          <p:cNvPr id="173064" name="Picture 230" descr="underline_base">
            <a:extLst>
              <a:ext uri="{FF2B5EF4-FFF2-40B4-BE49-F238E27FC236}">
                <a16:creationId xmlns:a16="http://schemas.microsoft.com/office/drawing/2014/main" id="{E61D4A09-3B75-492D-9952-720C1AE626B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947738"/>
            <a:ext cx="31940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3065" name="Group 454">
            <a:extLst>
              <a:ext uri="{FF2B5EF4-FFF2-40B4-BE49-F238E27FC236}">
                <a16:creationId xmlns:a16="http://schemas.microsoft.com/office/drawing/2014/main" id="{5E018C32-63AB-4275-8B4B-B0167E02633F}"/>
              </a:ext>
            </a:extLst>
          </p:cNvPr>
          <p:cNvGrpSpPr>
            <a:grpSpLocks/>
          </p:cNvGrpSpPr>
          <p:nvPr/>
        </p:nvGrpSpPr>
        <p:grpSpPr bwMode="auto">
          <a:xfrm>
            <a:off x="4662488" y="1406525"/>
            <a:ext cx="4318000" cy="5118100"/>
            <a:chOff x="2937" y="886"/>
            <a:chExt cx="2720" cy="3224"/>
          </a:xfrm>
        </p:grpSpPr>
        <p:grpSp>
          <p:nvGrpSpPr>
            <p:cNvPr id="173066" name="Group 389">
              <a:extLst>
                <a:ext uri="{FF2B5EF4-FFF2-40B4-BE49-F238E27FC236}">
                  <a16:creationId xmlns:a16="http://schemas.microsoft.com/office/drawing/2014/main" id="{5C6368BD-A0C9-4E18-9E28-06F5771016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173229" name="Freeform 390">
                <a:extLst>
                  <a:ext uri="{FF2B5EF4-FFF2-40B4-BE49-F238E27FC236}">
                    <a16:creationId xmlns:a16="http://schemas.microsoft.com/office/drawing/2014/main" id="{76E851E6-6AFA-4A9A-9EEA-3BDE3A786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30" name="Rectangle 391">
                <a:extLst>
                  <a:ext uri="{FF2B5EF4-FFF2-40B4-BE49-F238E27FC236}">
                    <a16:creationId xmlns:a16="http://schemas.microsoft.com/office/drawing/2014/main" id="{A0751E2B-28AF-4E86-B764-1D5BC62A7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31" name="Freeform 392">
                <a:extLst>
                  <a:ext uri="{FF2B5EF4-FFF2-40B4-BE49-F238E27FC236}">
                    <a16:creationId xmlns:a16="http://schemas.microsoft.com/office/drawing/2014/main" id="{EB8D84F0-F3E4-4EB8-9CA6-35D6F77D5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32" name="Freeform 393">
                <a:extLst>
                  <a:ext uri="{FF2B5EF4-FFF2-40B4-BE49-F238E27FC236}">
                    <a16:creationId xmlns:a16="http://schemas.microsoft.com/office/drawing/2014/main" id="{121A25E1-EA44-40C4-ABCA-6CF5FDA975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33" name="Rectangle 394">
                <a:extLst>
                  <a:ext uri="{FF2B5EF4-FFF2-40B4-BE49-F238E27FC236}">
                    <a16:creationId xmlns:a16="http://schemas.microsoft.com/office/drawing/2014/main" id="{C3B2339B-01E1-42BF-8EBC-C779A3954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73234" name="Group 395">
                <a:extLst>
                  <a:ext uri="{FF2B5EF4-FFF2-40B4-BE49-F238E27FC236}">
                    <a16:creationId xmlns:a16="http://schemas.microsoft.com/office/drawing/2014/main" id="{7A756060-850A-4C30-86ED-D81BBA8EDD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3259" name="AutoShape 396">
                  <a:extLst>
                    <a:ext uri="{FF2B5EF4-FFF2-40B4-BE49-F238E27FC236}">
                      <a16:creationId xmlns:a16="http://schemas.microsoft.com/office/drawing/2014/main" id="{3C62FEAD-F5E9-4D1E-AB57-0C795C7B91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260" name="AutoShape 397">
                  <a:extLst>
                    <a:ext uri="{FF2B5EF4-FFF2-40B4-BE49-F238E27FC236}">
                      <a16:creationId xmlns:a16="http://schemas.microsoft.com/office/drawing/2014/main" id="{FFE3A58A-81AA-4BBE-865A-5D8BB351D1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235" name="Rectangle 398">
                <a:extLst>
                  <a:ext uri="{FF2B5EF4-FFF2-40B4-BE49-F238E27FC236}">
                    <a16:creationId xmlns:a16="http://schemas.microsoft.com/office/drawing/2014/main" id="{326B1E5B-B578-49E8-931C-6039382D4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73236" name="Group 399">
                <a:extLst>
                  <a:ext uri="{FF2B5EF4-FFF2-40B4-BE49-F238E27FC236}">
                    <a16:creationId xmlns:a16="http://schemas.microsoft.com/office/drawing/2014/main" id="{F8D21F05-B4ED-4558-AEDD-2C6F1F676A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73257" name="AutoShape 400">
                  <a:extLst>
                    <a:ext uri="{FF2B5EF4-FFF2-40B4-BE49-F238E27FC236}">
                      <a16:creationId xmlns:a16="http://schemas.microsoft.com/office/drawing/2014/main" id="{A3D8F57B-11F9-415E-B32C-CF3D358297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258" name="AutoShape 401">
                  <a:extLst>
                    <a:ext uri="{FF2B5EF4-FFF2-40B4-BE49-F238E27FC236}">
                      <a16:creationId xmlns:a16="http://schemas.microsoft.com/office/drawing/2014/main" id="{3CD18768-7796-43F3-B097-DDD778E14A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237" name="Rectangle 402">
                <a:extLst>
                  <a:ext uri="{FF2B5EF4-FFF2-40B4-BE49-F238E27FC236}">
                    <a16:creationId xmlns:a16="http://schemas.microsoft.com/office/drawing/2014/main" id="{CCC0FACF-6619-4BB4-A482-27598B82ED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38" name="Rectangle 403">
                <a:extLst>
                  <a:ext uri="{FF2B5EF4-FFF2-40B4-BE49-F238E27FC236}">
                    <a16:creationId xmlns:a16="http://schemas.microsoft.com/office/drawing/2014/main" id="{10EB8BC7-1DB1-450D-B8AF-96F4DE115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73239" name="Group 404">
                <a:extLst>
                  <a:ext uri="{FF2B5EF4-FFF2-40B4-BE49-F238E27FC236}">
                    <a16:creationId xmlns:a16="http://schemas.microsoft.com/office/drawing/2014/main" id="{B32A2926-877E-4361-A3D5-853DA75DFC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73255" name="AutoShape 405">
                  <a:extLst>
                    <a:ext uri="{FF2B5EF4-FFF2-40B4-BE49-F238E27FC236}">
                      <a16:creationId xmlns:a16="http://schemas.microsoft.com/office/drawing/2014/main" id="{7F23BC37-F3A1-4C88-BCEF-A93B0C8272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256" name="AutoShape 406">
                  <a:extLst>
                    <a:ext uri="{FF2B5EF4-FFF2-40B4-BE49-F238E27FC236}">
                      <a16:creationId xmlns:a16="http://schemas.microsoft.com/office/drawing/2014/main" id="{150D4B16-5110-4898-A338-D5059CF3AC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240" name="Freeform 407">
                <a:extLst>
                  <a:ext uri="{FF2B5EF4-FFF2-40B4-BE49-F238E27FC236}">
                    <a16:creationId xmlns:a16="http://schemas.microsoft.com/office/drawing/2014/main" id="{CCD7B524-13E0-4246-813D-CFA41727D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73241" name="Group 408">
                <a:extLst>
                  <a:ext uri="{FF2B5EF4-FFF2-40B4-BE49-F238E27FC236}">
                    <a16:creationId xmlns:a16="http://schemas.microsoft.com/office/drawing/2014/main" id="{9B96203B-E566-40FC-9998-DE16F59B98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73253" name="AutoShape 409">
                  <a:extLst>
                    <a:ext uri="{FF2B5EF4-FFF2-40B4-BE49-F238E27FC236}">
                      <a16:creationId xmlns:a16="http://schemas.microsoft.com/office/drawing/2014/main" id="{678547C3-C2EA-4195-937F-F53BCA0C5F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254" name="AutoShape 410">
                  <a:extLst>
                    <a:ext uri="{FF2B5EF4-FFF2-40B4-BE49-F238E27FC236}">
                      <a16:creationId xmlns:a16="http://schemas.microsoft.com/office/drawing/2014/main" id="{3AFC97CD-495A-40F5-8044-01C7667C65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242" name="Rectangle 411">
                <a:extLst>
                  <a:ext uri="{FF2B5EF4-FFF2-40B4-BE49-F238E27FC236}">
                    <a16:creationId xmlns:a16="http://schemas.microsoft.com/office/drawing/2014/main" id="{FEECD225-47B8-4F4E-BAAF-C243F35CF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43" name="Freeform 412">
                <a:extLst>
                  <a:ext uri="{FF2B5EF4-FFF2-40B4-BE49-F238E27FC236}">
                    <a16:creationId xmlns:a16="http://schemas.microsoft.com/office/drawing/2014/main" id="{29A376DC-D525-43F6-8F9D-FC4B97F78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44" name="Freeform 413">
                <a:extLst>
                  <a:ext uri="{FF2B5EF4-FFF2-40B4-BE49-F238E27FC236}">
                    <a16:creationId xmlns:a16="http://schemas.microsoft.com/office/drawing/2014/main" id="{D883CF94-4D63-41BD-ACC6-489765DD1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45" name="Oval 414">
                <a:extLst>
                  <a:ext uri="{FF2B5EF4-FFF2-40B4-BE49-F238E27FC236}">
                    <a16:creationId xmlns:a16="http://schemas.microsoft.com/office/drawing/2014/main" id="{16B0EF27-A510-4517-B29B-B0E1650CB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46" name="Freeform 415">
                <a:extLst>
                  <a:ext uri="{FF2B5EF4-FFF2-40B4-BE49-F238E27FC236}">
                    <a16:creationId xmlns:a16="http://schemas.microsoft.com/office/drawing/2014/main" id="{DC341000-506E-4ECE-AC33-51DB6F7A1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47" name="AutoShape 416">
                <a:extLst>
                  <a:ext uri="{FF2B5EF4-FFF2-40B4-BE49-F238E27FC236}">
                    <a16:creationId xmlns:a16="http://schemas.microsoft.com/office/drawing/2014/main" id="{14A32517-E57D-409E-81C7-4039C79CA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48" name="AutoShape 417">
                <a:extLst>
                  <a:ext uri="{FF2B5EF4-FFF2-40B4-BE49-F238E27FC236}">
                    <a16:creationId xmlns:a16="http://schemas.microsoft.com/office/drawing/2014/main" id="{E870CF54-C2E1-433B-BA8C-BCBFA5C09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49" name="Oval 418">
                <a:extLst>
                  <a:ext uri="{FF2B5EF4-FFF2-40B4-BE49-F238E27FC236}">
                    <a16:creationId xmlns:a16="http://schemas.microsoft.com/office/drawing/2014/main" id="{20EB1B26-58EE-4D48-8204-75052726C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50" name="Oval 419">
                <a:extLst>
                  <a:ext uri="{FF2B5EF4-FFF2-40B4-BE49-F238E27FC236}">
                    <a16:creationId xmlns:a16="http://schemas.microsoft.com/office/drawing/2014/main" id="{25589D68-96D6-4265-B461-78414AA182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251" name="Oval 420">
                <a:extLst>
                  <a:ext uri="{FF2B5EF4-FFF2-40B4-BE49-F238E27FC236}">
                    <a16:creationId xmlns:a16="http://schemas.microsoft.com/office/drawing/2014/main" id="{0142735B-E04B-4E8F-AE39-6E351BA4C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52" name="Rectangle 421">
                <a:extLst>
                  <a:ext uri="{FF2B5EF4-FFF2-40B4-BE49-F238E27FC236}">
                    <a16:creationId xmlns:a16="http://schemas.microsoft.com/office/drawing/2014/main" id="{D832BCEB-2B72-4C47-BCB4-08F81E0127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3067" name="Group 356">
              <a:extLst>
                <a:ext uri="{FF2B5EF4-FFF2-40B4-BE49-F238E27FC236}">
                  <a16:creationId xmlns:a16="http://schemas.microsoft.com/office/drawing/2014/main" id="{35315AE0-44E3-4CBB-B629-9099BF6402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173197" name="Freeform 357">
                <a:extLst>
                  <a:ext uri="{FF2B5EF4-FFF2-40B4-BE49-F238E27FC236}">
                    <a16:creationId xmlns:a16="http://schemas.microsoft.com/office/drawing/2014/main" id="{2E837C03-680B-4522-BEE6-D9D9C6195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198" name="Rectangle 358">
                <a:extLst>
                  <a:ext uri="{FF2B5EF4-FFF2-40B4-BE49-F238E27FC236}">
                    <a16:creationId xmlns:a16="http://schemas.microsoft.com/office/drawing/2014/main" id="{5B9FF779-2B3C-4A1B-B29D-9132FC318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199" name="Freeform 359">
                <a:extLst>
                  <a:ext uri="{FF2B5EF4-FFF2-40B4-BE49-F238E27FC236}">
                    <a16:creationId xmlns:a16="http://schemas.microsoft.com/office/drawing/2014/main" id="{8AA8AA24-7914-42F8-BFD3-4F09A2FCC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00" name="Freeform 360">
                <a:extLst>
                  <a:ext uri="{FF2B5EF4-FFF2-40B4-BE49-F238E27FC236}">
                    <a16:creationId xmlns:a16="http://schemas.microsoft.com/office/drawing/2014/main" id="{6A6FA4EF-765A-4F01-854D-355DAD0FB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01" name="Rectangle 361">
                <a:extLst>
                  <a:ext uri="{FF2B5EF4-FFF2-40B4-BE49-F238E27FC236}">
                    <a16:creationId xmlns:a16="http://schemas.microsoft.com/office/drawing/2014/main" id="{A00FE8E1-9A05-4398-87A0-1440A658D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73202" name="Group 362">
                <a:extLst>
                  <a:ext uri="{FF2B5EF4-FFF2-40B4-BE49-F238E27FC236}">
                    <a16:creationId xmlns:a16="http://schemas.microsoft.com/office/drawing/2014/main" id="{E84598BA-43A9-450E-AE23-338E859D22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3227" name="AutoShape 363">
                  <a:extLst>
                    <a:ext uri="{FF2B5EF4-FFF2-40B4-BE49-F238E27FC236}">
                      <a16:creationId xmlns:a16="http://schemas.microsoft.com/office/drawing/2014/main" id="{1ED40145-7138-4D26-8C92-774ACB3036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228" name="AutoShape 364">
                  <a:extLst>
                    <a:ext uri="{FF2B5EF4-FFF2-40B4-BE49-F238E27FC236}">
                      <a16:creationId xmlns:a16="http://schemas.microsoft.com/office/drawing/2014/main" id="{7850A436-DC77-4FA4-A41D-58CDB5E3C4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203" name="Rectangle 365">
                <a:extLst>
                  <a:ext uri="{FF2B5EF4-FFF2-40B4-BE49-F238E27FC236}">
                    <a16:creationId xmlns:a16="http://schemas.microsoft.com/office/drawing/2014/main" id="{F742D0A9-D5B5-49DA-9DE2-37F534094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73204" name="Group 366">
                <a:extLst>
                  <a:ext uri="{FF2B5EF4-FFF2-40B4-BE49-F238E27FC236}">
                    <a16:creationId xmlns:a16="http://schemas.microsoft.com/office/drawing/2014/main" id="{BDBEA849-A851-4DF9-ADDF-0A96885BD3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73225" name="AutoShape 367">
                  <a:extLst>
                    <a:ext uri="{FF2B5EF4-FFF2-40B4-BE49-F238E27FC236}">
                      <a16:creationId xmlns:a16="http://schemas.microsoft.com/office/drawing/2014/main" id="{5705132E-0C64-4520-8D93-E4DB2CE453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226" name="AutoShape 368">
                  <a:extLst>
                    <a:ext uri="{FF2B5EF4-FFF2-40B4-BE49-F238E27FC236}">
                      <a16:creationId xmlns:a16="http://schemas.microsoft.com/office/drawing/2014/main" id="{EF448E04-DDD6-4CED-AC7E-C35A29D92D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205" name="Rectangle 369">
                <a:extLst>
                  <a:ext uri="{FF2B5EF4-FFF2-40B4-BE49-F238E27FC236}">
                    <a16:creationId xmlns:a16="http://schemas.microsoft.com/office/drawing/2014/main" id="{50876D3D-4603-4BA7-9A36-B792A40E6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06" name="Rectangle 370">
                <a:extLst>
                  <a:ext uri="{FF2B5EF4-FFF2-40B4-BE49-F238E27FC236}">
                    <a16:creationId xmlns:a16="http://schemas.microsoft.com/office/drawing/2014/main" id="{32190D45-DAB3-4006-BE0D-A9D61E937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73207" name="Group 371">
                <a:extLst>
                  <a:ext uri="{FF2B5EF4-FFF2-40B4-BE49-F238E27FC236}">
                    <a16:creationId xmlns:a16="http://schemas.microsoft.com/office/drawing/2014/main" id="{1EE52930-81A0-4637-87B0-1731B9DD46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73223" name="AutoShape 372">
                  <a:extLst>
                    <a:ext uri="{FF2B5EF4-FFF2-40B4-BE49-F238E27FC236}">
                      <a16:creationId xmlns:a16="http://schemas.microsoft.com/office/drawing/2014/main" id="{7E25C7C5-F27C-4A13-B199-7F1DFC2D1C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224" name="AutoShape 373">
                  <a:extLst>
                    <a:ext uri="{FF2B5EF4-FFF2-40B4-BE49-F238E27FC236}">
                      <a16:creationId xmlns:a16="http://schemas.microsoft.com/office/drawing/2014/main" id="{E0614293-329D-49F9-BDDF-DC891D565C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208" name="Freeform 374">
                <a:extLst>
                  <a:ext uri="{FF2B5EF4-FFF2-40B4-BE49-F238E27FC236}">
                    <a16:creationId xmlns:a16="http://schemas.microsoft.com/office/drawing/2014/main" id="{4D72D1EE-EB3E-4DB4-B3AA-8FBBCF23C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73209" name="Group 375">
                <a:extLst>
                  <a:ext uri="{FF2B5EF4-FFF2-40B4-BE49-F238E27FC236}">
                    <a16:creationId xmlns:a16="http://schemas.microsoft.com/office/drawing/2014/main" id="{332E80FD-290C-4F82-962F-AC0AB03402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73221" name="AutoShape 376">
                  <a:extLst>
                    <a:ext uri="{FF2B5EF4-FFF2-40B4-BE49-F238E27FC236}">
                      <a16:creationId xmlns:a16="http://schemas.microsoft.com/office/drawing/2014/main" id="{23C75572-8058-40A8-8762-93CBD482CD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222" name="AutoShape 377">
                  <a:extLst>
                    <a:ext uri="{FF2B5EF4-FFF2-40B4-BE49-F238E27FC236}">
                      <a16:creationId xmlns:a16="http://schemas.microsoft.com/office/drawing/2014/main" id="{D49FB770-3767-404C-B1EB-0A6F0138C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210" name="Rectangle 378">
                <a:extLst>
                  <a:ext uri="{FF2B5EF4-FFF2-40B4-BE49-F238E27FC236}">
                    <a16:creationId xmlns:a16="http://schemas.microsoft.com/office/drawing/2014/main" id="{91651B30-2651-4F9B-8F95-0B9BB95DC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11" name="Freeform 379">
                <a:extLst>
                  <a:ext uri="{FF2B5EF4-FFF2-40B4-BE49-F238E27FC236}">
                    <a16:creationId xmlns:a16="http://schemas.microsoft.com/office/drawing/2014/main" id="{F061666A-FCCA-47D9-9D3E-3504F6CE1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12" name="Freeform 380">
                <a:extLst>
                  <a:ext uri="{FF2B5EF4-FFF2-40B4-BE49-F238E27FC236}">
                    <a16:creationId xmlns:a16="http://schemas.microsoft.com/office/drawing/2014/main" id="{858A07B1-02E9-496E-8B10-52C486F66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13" name="Oval 381">
                <a:extLst>
                  <a:ext uri="{FF2B5EF4-FFF2-40B4-BE49-F238E27FC236}">
                    <a16:creationId xmlns:a16="http://schemas.microsoft.com/office/drawing/2014/main" id="{8B83DEE4-96A7-4194-B8CE-959462437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14" name="Freeform 382">
                <a:extLst>
                  <a:ext uri="{FF2B5EF4-FFF2-40B4-BE49-F238E27FC236}">
                    <a16:creationId xmlns:a16="http://schemas.microsoft.com/office/drawing/2014/main" id="{753603E4-7F40-4595-811E-732A3EECF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215" name="AutoShape 383">
                <a:extLst>
                  <a:ext uri="{FF2B5EF4-FFF2-40B4-BE49-F238E27FC236}">
                    <a16:creationId xmlns:a16="http://schemas.microsoft.com/office/drawing/2014/main" id="{78DC5EEE-BDD1-443B-8116-405FECF93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16" name="AutoShape 384">
                <a:extLst>
                  <a:ext uri="{FF2B5EF4-FFF2-40B4-BE49-F238E27FC236}">
                    <a16:creationId xmlns:a16="http://schemas.microsoft.com/office/drawing/2014/main" id="{B822167A-9657-4AEC-A82A-84389C5F2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17" name="Oval 385">
                <a:extLst>
                  <a:ext uri="{FF2B5EF4-FFF2-40B4-BE49-F238E27FC236}">
                    <a16:creationId xmlns:a16="http://schemas.microsoft.com/office/drawing/2014/main" id="{4B355B91-EC15-43B4-AB39-3C08D9B96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18" name="Oval 386">
                <a:extLst>
                  <a:ext uri="{FF2B5EF4-FFF2-40B4-BE49-F238E27FC236}">
                    <a16:creationId xmlns:a16="http://schemas.microsoft.com/office/drawing/2014/main" id="{797B6D0E-1D8F-42EF-B91C-C2836BDCB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219" name="Oval 387">
                <a:extLst>
                  <a:ext uri="{FF2B5EF4-FFF2-40B4-BE49-F238E27FC236}">
                    <a16:creationId xmlns:a16="http://schemas.microsoft.com/office/drawing/2014/main" id="{C1FDDA5D-1477-49D1-B4FE-E6C7441A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220" name="Rectangle 388">
                <a:extLst>
                  <a:ext uri="{FF2B5EF4-FFF2-40B4-BE49-F238E27FC236}">
                    <a16:creationId xmlns:a16="http://schemas.microsoft.com/office/drawing/2014/main" id="{A72BA71E-5016-48C4-B646-B84AA5D4B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3068" name="Group 320">
              <a:extLst>
                <a:ext uri="{FF2B5EF4-FFF2-40B4-BE49-F238E27FC236}">
                  <a16:creationId xmlns:a16="http://schemas.microsoft.com/office/drawing/2014/main" id="{D1B34D8D-03F6-4504-8DAD-2032180359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173165" name="Freeform 321">
                <a:extLst>
                  <a:ext uri="{FF2B5EF4-FFF2-40B4-BE49-F238E27FC236}">
                    <a16:creationId xmlns:a16="http://schemas.microsoft.com/office/drawing/2014/main" id="{7B301291-AB86-41BF-A468-F3EE98856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166" name="Rectangle 322">
                <a:extLst>
                  <a:ext uri="{FF2B5EF4-FFF2-40B4-BE49-F238E27FC236}">
                    <a16:creationId xmlns:a16="http://schemas.microsoft.com/office/drawing/2014/main" id="{8BAC6998-3766-4A1E-A16E-ACE54C302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167" name="Freeform 323">
                <a:extLst>
                  <a:ext uri="{FF2B5EF4-FFF2-40B4-BE49-F238E27FC236}">
                    <a16:creationId xmlns:a16="http://schemas.microsoft.com/office/drawing/2014/main" id="{C67C2722-70D3-4280-9971-4594C361D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168" name="Freeform 324">
                <a:extLst>
                  <a:ext uri="{FF2B5EF4-FFF2-40B4-BE49-F238E27FC236}">
                    <a16:creationId xmlns:a16="http://schemas.microsoft.com/office/drawing/2014/main" id="{0CC4356F-3007-4CAB-B9AD-2536F3D4C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169" name="Rectangle 325">
                <a:extLst>
                  <a:ext uri="{FF2B5EF4-FFF2-40B4-BE49-F238E27FC236}">
                    <a16:creationId xmlns:a16="http://schemas.microsoft.com/office/drawing/2014/main" id="{30E813D1-FF21-43D2-972F-2B0558FE5D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73170" name="Group 326">
                <a:extLst>
                  <a:ext uri="{FF2B5EF4-FFF2-40B4-BE49-F238E27FC236}">
                    <a16:creationId xmlns:a16="http://schemas.microsoft.com/office/drawing/2014/main" id="{9495B668-564C-4803-982F-5F371AA91B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3195" name="AutoShape 327">
                  <a:extLst>
                    <a:ext uri="{FF2B5EF4-FFF2-40B4-BE49-F238E27FC236}">
                      <a16:creationId xmlns:a16="http://schemas.microsoft.com/office/drawing/2014/main" id="{2F2B9B67-A395-4BA7-9033-2A674DAA2F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196" name="AutoShape 328">
                  <a:extLst>
                    <a:ext uri="{FF2B5EF4-FFF2-40B4-BE49-F238E27FC236}">
                      <a16:creationId xmlns:a16="http://schemas.microsoft.com/office/drawing/2014/main" id="{E6DB7E58-2E03-46FA-B1CE-0D18958E21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171" name="Rectangle 329">
                <a:extLst>
                  <a:ext uri="{FF2B5EF4-FFF2-40B4-BE49-F238E27FC236}">
                    <a16:creationId xmlns:a16="http://schemas.microsoft.com/office/drawing/2014/main" id="{2F3318C9-42B9-4194-B223-E7539CCC0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73172" name="Group 330">
                <a:extLst>
                  <a:ext uri="{FF2B5EF4-FFF2-40B4-BE49-F238E27FC236}">
                    <a16:creationId xmlns:a16="http://schemas.microsoft.com/office/drawing/2014/main" id="{5F5B6A99-774D-4B05-A5DC-5FD6B2C03B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73193" name="AutoShape 331">
                  <a:extLst>
                    <a:ext uri="{FF2B5EF4-FFF2-40B4-BE49-F238E27FC236}">
                      <a16:creationId xmlns:a16="http://schemas.microsoft.com/office/drawing/2014/main" id="{95CCB05B-5195-4770-B6CF-52C1F06004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194" name="AutoShape 332">
                  <a:extLst>
                    <a:ext uri="{FF2B5EF4-FFF2-40B4-BE49-F238E27FC236}">
                      <a16:creationId xmlns:a16="http://schemas.microsoft.com/office/drawing/2014/main" id="{4A50E96C-B4BC-42EA-97FD-FE04A64F73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173" name="Rectangle 333">
                <a:extLst>
                  <a:ext uri="{FF2B5EF4-FFF2-40B4-BE49-F238E27FC236}">
                    <a16:creationId xmlns:a16="http://schemas.microsoft.com/office/drawing/2014/main" id="{FE38F2B9-5454-41D0-9D43-5659A33D5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174" name="Rectangle 334">
                <a:extLst>
                  <a:ext uri="{FF2B5EF4-FFF2-40B4-BE49-F238E27FC236}">
                    <a16:creationId xmlns:a16="http://schemas.microsoft.com/office/drawing/2014/main" id="{08E909CD-46DD-43FF-9A80-6D8336460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73175" name="Group 335">
                <a:extLst>
                  <a:ext uri="{FF2B5EF4-FFF2-40B4-BE49-F238E27FC236}">
                    <a16:creationId xmlns:a16="http://schemas.microsoft.com/office/drawing/2014/main" id="{902348BB-0775-4937-8772-E55BAD3C38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73191" name="AutoShape 336">
                  <a:extLst>
                    <a:ext uri="{FF2B5EF4-FFF2-40B4-BE49-F238E27FC236}">
                      <a16:creationId xmlns:a16="http://schemas.microsoft.com/office/drawing/2014/main" id="{9B3E69CB-3868-4A23-AAB2-901B5319E0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192" name="AutoShape 337">
                  <a:extLst>
                    <a:ext uri="{FF2B5EF4-FFF2-40B4-BE49-F238E27FC236}">
                      <a16:creationId xmlns:a16="http://schemas.microsoft.com/office/drawing/2014/main" id="{F854305D-4C5A-4211-A050-AECC7A2A26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176" name="Freeform 338">
                <a:extLst>
                  <a:ext uri="{FF2B5EF4-FFF2-40B4-BE49-F238E27FC236}">
                    <a16:creationId xmlns:a16="http://schemas.microsoft.com/office/drawing/2014/main" id="{204C48B6-E2B0-45C2-8BD6-5755A2626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73177" name="Group 339">
                <a:extLst>
                  <a:ext uri="{FF2B5EF4-FFF2-40B4-BE49-F238E27FC236}">
                    <a16:creationId xmlns:a16="http://schemas.microsoft.com/office/drawing/2014/main" id="{82DC464C-6CFC-43AC-ADD9-05A9EC34F6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73189" name="AutoShape 340">
                  <a:extLst>
                    <a:ext uri="{FF2B5EF4-FFF2-40B4-BE49-F238E27FC236}">
                      <a16:creationId xmlns:a16="http://schemas.microsoft.com/office/drawing/2014/main" id="{681363A4-9867-4791-9521-C738A3E362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190" name="AutoShape 341">
                  <a:extLst>
                    <a:ext uri="{FF2B5EF4-FFF2-40B4-BE49-F238E27FC236}">
                      <a16:creationId xmlns:a16="http://schemas.microsoft.com/office/drawing/2014/main" id="{2138E536-BDAD-43E4-9EAB-7C18D2910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3178" name="Rectangle 342">
                <a:extLst>
                  <a:ext uri="{FF2B5EF4-FFF2-40B4-BE49-F238E27FC236}">
                    <a16:creationId xmlns:a16="http://schemas.microsoft.com/office/drawing/2014/main" id="{ACC61792-B713-465D-A94F-C26A40669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179" name="Freeform 343">
                <a:extLst>
                  <a:ext uri="{FF2B5EF4-FFF2-40B4-BE49-F238E27FC236}">
                    <a16:creationId xmlns:a16="http://schemas.microsoft.com/office/drawing/2014/main" id="{C6F54C60-C7B0-4721-9F76-4B4C005AE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180" name="Freeform 344">
                <a:extLst>
                  <a:ext uri="{FF2B5EF4-FFF2-40B4-BE49-F238E27FC236}">
                    <a16:creationId xmlns:a16="http://schemas.microsoft.com/office/drawing/2014/main" id="{E655C7FF-FBDA-41D0-83F1-7615D1B56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181" name="Oval 345">
                <a:extLst>
                  <a:ext uri="{FF2B5EF4-FFF2-40B4-BE49-F238E27FC236}">
                    <a16:creationId xmlns:a16="http://schemas.microsoft.com/office/drawing/2014/main" id="{2A8C4832-1919-4730-A2C0-E7E17F9B3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182" name="Freeform 346">
                <a:extLst>
                  <a:ext uri="{FF2B5EF4-FFF2-40B4-BE49-F238E27FC236}">
                    <a16:creationId xmlns:a16="http://schemas.microsoft.com/office/drawing/2014/main" id="{7ABED3C2-7B95-4E34-9D09-04F60FB90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73183" name="AutoShape 347">
                <a:extLst>
                  <a:ext uri="{FF2B5EF4-FFF2-40B4-BE49-F238E27FC236}">
                    <a16:creationId xmlns:a16="http://schemas.microsoft.com/office/drawing/2014/main" id="{67B9B685-79DF-4DEB-A0A7-72CB638F7A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184" name="AutoShape 348">
                <a:extLst>
                  <a:ext uri="{FF2B5EF4-FFF2-40B4-BE49-F238E27FC236}">
                    <a16:creationId xmlns:a16="http://schemas.microsoft.com/office/drawing/2014/main" id="{7BB12560-DADF-4FC5-863F-C6D211CB52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185" name="Oval 349">
                <a:extLst>
                  <a:ext uri="{FF2B5EF4-FFF2-40B4-BE49-F238E27FC236}">
                    <a16:creationId xmlns:a16="http://schemas.microsoft.com/office/drawing/2014/main" id="{DF4711F8-7FAA-4BE8-A48D-780EA87FE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186" name="Oval 350">
                <a:extLst>
                  <a:ext uri="{FF2B5EF4-FFF2-40B4-BE49-F238E27FC236}">
                    <a16:creationId xmlns:a16="http://schemas.microsoft.com/office/drawing/2014/main" id="{44582C82-3E66-4053-A96E-B522184A2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187" name="Oval 351">
                <a:extLst>
                  <a:ext uri="{FF2B5EF4-FFF2-40B4-BE49-F238E27FC236}">
                    <a16:creationId xmlns:a16="http://schemas.microsoft.com/office/drawing/2014/main" id="{8EFA1B88-C2F7-45E3-AFCB-7C6C14AB4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3188" name="Rectangle 352">
                <a:extLst>
                  <a:ext uri="{FF2B5EF4-FFF2-40B4-BE49-F238E27FC236}">
                    <a16:creationId xmlns:a16="http://schemas.microsoft.com/office/drawing/2014/main" id="{CBD35C05-3E4B-4C3E-B874-F0FB0EA79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3069" name="Line 9">
              <a:extLst>
                <a:ext uri="{FF2B5EF4-FFF2-40B4-BE49-F238E27FC236}">
                  <a16:creationId xmlns:a16="http://schemas.microsoft.com/office/drawing/2014/main" id="{CF9F794B-8FE3-46B0-A48A-531FF2CDD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173070" name="Group 19">
              <a:extLst>
                <a:ext uri="{FF2B5EF4-FFF2-40B4-BE49-F238E27FC236}">
                  <a16:creationId xmlns:a16="http://schemas.microsoft.com/office/drawing/2014/main" id="{323331AA-C566-4990-BD1E-71885123BA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173150" name="Rectangle 20">
                <a:extLst>
                  <a:ext uri="{FF2B5EF4-FFF2-40B4-BE49-F238E27FC236}">
                    <a16:creationId xmlns:a16="http://schemas.microsoft.com/office/drawing/2014/main" id="{DEB7A15F-6044-41D6-9A7D-4730564AC3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51" name="Text Box 21">
                <a:extLst>
                  <a:ext uri="{FF2B5EF4-FFF2-40B4-BE49-F238E27FC236}">
                    <a16:creationId xmlns:a16="http://schemas.microsoft.com/office/drawing/2014/main" id="{C9B2FCFE-C3B2-438E-9A64-802AB1ED8A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mail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server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52" name="Rectangle 22">
                <a:extLst>
                  <a:ext uri="{FF2B5EF4-FFF2-40B4-BE49-F238E27FC236}">
                    <a16:creationId xmlns:a16="http://schemas.microsoft.com/office/drawing/2014/main" id="{73FD9276-9DE2-4A58-AAF7-6757EAF4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53" name="Line 23">
                <a:extLst>
                  <a:ext uri="{FF2B5EF4-FFF2-40B4-BE49-F238E27FC236}">
                    <a16:creationId xmlns:a16="http://schemas.microsoft.com/office/drawing/2014/main" id="{419EE310-EB3D-46F5-987E-7C20150E2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54" name="Line 24">
                <a:extLst>
                  <a:ext uri="{FF2B5EF4-FFF2-40B4-BE49-F238E27FC236}">
                    <a16:creationId xmlns:a16="http://schemas.microsoft.com/office/drawing/2014/main" id="{AEEF6642-5CF8-4D37-BBB2-F01F3871D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55" name="Line 25">
                <a:extLst>
                  <a:ext uri="{FF2B5EF4-FFF2-40B4-BE49-F238E27FC236}">
                    <a16:creationId xmlns:a16="http://schemas.microsoft.com/office/drawing/2014/main" id="{FAB4E035-C17A-4C6A-BC65-F5815A7FFA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56" name="Line 26">
                <a:extLst>
                  <a:ext uri="{FF2B5EF4-FFF2-40B4-BE49-F238E27FC236}">
                    <a16:creationId xmlns:a16="http://schemas.microsoft.com/office/drawing/2014/main" id="{B8C622B6-699F-489D-BD35-9E04819ED0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57" name="Line 27">
                <a:extLst>
                  <a:ext uri="{FF2B5EF4-FFF2-40B4-BE49-F238E27FC236}">
                    <a16:creationId xmlns:a16="http://schemas.microsoft.com/office/drawing/2014/main" id="{66A768F1-875A-4729-A96A-A34290FD8A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58" name="Line 28">
                <a:extLst>
                  <a:ext uri="{FF2B5EF4-FFF2-40B4-BE49-F238E27FC236}">
                    <a16:creationId xmlns:a16="http://schemas.microsoft.com/office/drawing/2014/main" id="{8F240571-21B6-4611-9B7A-7EFACE71B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59" name="Line 29">
                <a:extLst>
                  <a:ext uri="{FF2B5EF4-FFF2-40B4-BE49-F238E27FC236}">
                    <a16:creationId xmlns:a16="http://schemas.microsoft.com/office/drawing/2014/main" id="{92987E0E-2995-4BD6-9A62-8836F9A6A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60" name="Rectangle 30">
                <a:extLst>
                  <a:ext uri="{FF2B5EF4-FFF2-40B4-BE49-F238E27FC236}">
                    <a16:creationId xmlns:a16="http://schemas.microsoft.com/office/drawing/2014/main" id="{02C7F2BD-64FC-42A2-BA06-6E5588A10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61" name="Rectangle 31">
                <a:extLst>
                  <a:ext uri="{FF2B5EF4-FFF2-40B4-BE49-F238E27FC236}">
                    <a16:creationId xmlns:a16="http://schemas.microsoft.com/office/drawing/2014/main" id="{96A458E8-DEAD-4883-A698-B16FF68A3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62" name="Rectangle 32">
                <a:extLst>
                  <a:ext uri="{FF2B5EF4-FFF2-40B4-BE49-F238E27FC236}">
                    <a16:creationId xmlns:a16="http://schemas.microsoft.com/office/drawing/2014/main" id="{D49A6464-8C96-4117-8732-13171BAD6A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63" name="Rectangle 33">
                <a:extLst>
                  <a:ext uri="{FF2B5EF4-FFF2-40B4-BE49-F238E27FC236}">
                    <a16:creationId xmlns:a16="http://schemas.microsoft.com/office/drawing/2014/main" id="{9B59DD70-717E-4841-8829-F48C1C492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64" name="Rectangle 34">
                <a:extLst>
                  <a:ext uri="{FF2B5EF4-FFF2-40B4-BE49-F238E27FC236}">
                    <a16:creationId xmlns:a16="http://schemas.microsoft.com/office/drawing/2014/main" id="{960DD3D7-FF95-43B0-90D9-749F4EFAB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3071" name="Group 60">
              <a:extLst>
                <a:ext uri="{FF2B5EF4-FFF2-40B4-BE49-F238E27FC236}">
                  <a16:creationId xmlns:a16="http://schemas.microsoft.com/office/drawing/2014/main" id="{B3F01AE9-C6A0-46C2-B9C0-4B251A1C55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173135" name="Rectangle 61">
                <a:extLst>
                  <a:ext uri="{FF2B5EF4-FFF2-40B4-BE49-F238E27FC236}">
                    <a16:creationId xmlns:a16="http://schemas.microsoft.com/office/drawing/2014/main" id="{01A0A14A-78B4-4709-A05D-42B9B74361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36" name="Text Box 62">
                <a:extLst>
                  <a:ext uri="{FF2B5EF4-FFF2-40B4-BE49-F238E27FC236}">
                    <a16:creationId xmlns:a16="http://schemas.microsoft.com/office/drawing/2014/main" id="{AD428650-F882-4E90-98B8-1097DDA3B8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mail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server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37" name="Rectangle 63">
                <a:extLst>
                  <a:ext uri="{FF2B5EF4-FFF2-40B4-BE49-F238E27FC236}">
                    <a16:creationId xmlns:a16="http://schemas.microsoft.com/office/drawing/2014/main" id="{6C320A57-BA42-49E2-B194-BB64DB784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38" name="Line 64">
                <a:extLst>
                  <a:ext uri="{FF2B5EF4-FFF2-40B4-BE49-F238E27FC236}">
                    <a16:creationId xmlns:a16="http://schemas.microsoft.com/office/drawing/2014/main" id="{3998D13A-2A0E-4A36-AF36-56C793570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39" name="Line 65">
                <a:extLst>
                  <a:ext uri="{FF2B5EF4-FFF2-40B4-BE49-F238E27FC236}">
                    <a16:creationId xmlns:a16="http://schemas.microsoft.com/office/drawing/2014/main" id="{B595A592-4399-4895-9B17-BDAF3AD2E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40" name="Line 66">
                <a:extLst>
                  <a:ext uri="{FF2B5EF4-FFF2-40B4-BE49-F238E27FC236}">
                    <a16:creationId xmlns:a16="http://schemas.microsoft.com/office/drawing/2014/main" id="{FA23924A-AA05-4EB2-95D9-43ABFC43B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41" name="Line 67">
                <a:extLst>
                  <a:ext uri="{FF2B5EF4-FFF2-40B4-BE49-F238E27FC236}">
                    <a16:creationId xmlns:a16="http://schemas.microsoft.com/office/drawing/2014/main" id="{B5FA708F-A6EB-4EFB-9034-E720F7038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42" name="Line 68">
                <a:extLst>
                  <a:ext uri="{FF2B5EF4-FFF2-40B4-BE49-F238E27FC236}">
                    <a16:creationId xmlns:a16="http://schemas.microsoft.com/office/drawing/2014/main" id="{7E888FC4-1DF4-4B17-AAB2-A100EAA11D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43" name="Line 69">
                <a:extLst>
                  <a:ext uri="{FF2B5EF4-FFF2-40B4-BE49-F238E27FC236}">
                    <a16:creationId xmlns:a16="http://schemas.microsoft.com/office/drawing/2014/main" id="{333D9A33-8E0E-4750-B9F7-274030F6CF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44" name="Line 70">
                <a:extLst>
                  <a:ext uri="{FF2B5EF4-FFF2-40B4-BE49-F238E27FC236}">
                    <a16:creationId xmlns:a16="http://schemas.microsoft.com/office/drawing/2014/main" id="{21FD5DE5-000E-4978-A80A-F7A9FCFE9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45" name="Rectangle 71">
                <a:extLst>
                  <a:ext uri="{FF2B5EF4-FFF2-40B4-BE49-F238E27FC236}">
                    <a16:creationId xmlns:a16="http://schemas.microsoft.com/office/drawing/2014/main" id="{11C87935-1324-42F0-A46D-80B93974C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46" name="Rectangle 72">
                <a:extLst>
                  <a:ext uri="{FF2B5EF4-FFF2-40B4-BE49-F238E27FC236}">
                    <a16:creationId xmlns:a16="http://schemas.microsoft.com/office/drawing/2014/main" id="{FD0C87BD-E06B-4300-87E9-020066F93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47" name="Rectangle 73">
                <a:extLst>
                  <a:ext uri="{FF2B5EF4-FFF2-40B4-BE49-F238E27FC236}">
                    <a16:creationId xmlns:a16="http://schemas.microsoft.com/office/drawing/2014/main" id="{7181BE57-9E73-4DE4-B2E0-69A18A945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48" name="Rectangle 74">
                <a:extLst>
                  <a:ext uri="{FF2B5EF4-FFF2-40B4-BE49-F238E27FC236}">
                    <a16:creationId xmlns:a16="http://schemas.microsoft.com/office/drawing/2014/main" id="{005DD2F7-FC94-42AC-9A8E-84B817477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49" name="Rectangle 75">
                <a:extLst>
                  <a:ext uri="{FF2B5EF4-FFF2-40B4-BE49-F238E27FC236}">
                    <a16:creationId xmlns:a16="http://schemas.microsoft.com/office/drawing/2014/main" id="{1CAC3769-710F-4CE4-8AAF-7F4485FD53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3072" name="Group 96">
              <a:extLst>
                <a:ext uri="{FF2B5EF4-FFF2-40B4-BE49-F238E27FC236}">
                  <a16:creationId xmlns:a16="http://schemas.microsoft.com/office/drawing/2014/main" id="{928D4131-7AC7-4347-9FA9-2F0AE4529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173120" name="Rectangle 97">
                <a:extLst>
                  <a:ext uri="{FF2B5EF4-FFF2-40B4-BE49-F238E27FC236}">
                    <a16:creationId xmlns:a16="http://schemas.microsoft.com/office/drawing/2014/main" id="{657515E5-2E11-4284-A528-FDB608766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21" name="Text Box 98">
                <a:extLst>
                  <a:ext uri="{FF2B5EF4-FFF2-40B4-BE49-F238E27FC236}">
                    <a16:creationId xmlns:a16="http://schemas.microsoft.com/office/drawing/2014/main" id="{58E1AC06-01A9-4750-9254-8DBA73EA9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mail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server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22" name="Rectangle 99">
                <a:extLst>
                  <a:ext uri="{FF2B5EF4-FFF2-40B4-BE49-F238E27FC236}">
                    <a16:creationId xmlns:a16="http://schemas.microsoft.com/office/drawing/2014/main" id="{49C86788-20FD-4259-9162-B8F34F7A2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23" name="Line 100">
                <a:extLst>
                  <a:ext uri="{FF2B5EF4-FFF2-40B4-BE49-F238E27FC236}">
                    <a16:creationId xmlns:a16="http://schemas.microsoft.com/office/drawing/2014/main" id="{23CF6732-14A7-4B89-AC97-FCD1CDCD1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24" name="Line 101">
                <a:extLst>
                  <a:ext uri="{FF2B5EF4-FFF2-40B4-BE49-F238E27FC236}">
                    <a16:creationId xmlns:a16="http://schemas.microsoft.com/office/drawing/2014/main" id="{086E1555-E566-45EB-ABBE-2318CD27C9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25" name="Line 102">
                <a:extLst>
                  <a:ext uri="{FF2B5EF4-FFF2-40B4-BE49-F238E27FC236}">
                    <a16:creationId xmlns:a16="http://schemas.microsoft.com/office/drawing/2014/main" id="{0F15E0DF-F6DC-4E98-9D8F-0902E853BC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26" name="Line 103">
                <a:extLst>
                  <a:ext uri="{FF2B5EF4-FFF2-40B4-BE49-F238E27FC236}">
                    <a16:creationId xmlns:a16="http://schemas.microsoft.com/office/drawing/2014/main" id="{42C191E1-726D-4678-B79E-DF3B3B2CE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27" name="Line 104">
                <a:extLst>
                  <a:ext uri="{FF2B5EF4-FFF2-40B4-BE49-F238E27FC236}">
                    <a16:creationId xmlns:a16="http://schemas.microsoft.com/office/drawing/2014/main" id="{4DB56A6D-BD14-4A2C-929B-CD3729D0DE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28" name="Line 105">
                <a:extLst>
                  <a:ext uri="{FF2B5EF4-FFF2-40B4-BE49-F238E27FC236}">
                    <a16:creationId xmlns:a16="http://schemas.microsoft.com/office/drawing/2014/main" id="{28E4E7F7-8240-4F3B-ABB5-E0D2F0490F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29" name="Line 106">
                <a:extLst>
                  <a:ext uri="{FF2B5EF4-FFF2-40B4-BE49-F238E27FC236}">
                    <a16:creationId xmlns:a16="http://schemas.microsoft.com/office/drawing/2014/main" id="{55D3FC66-7815-481D-AF22-1976C173F8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3130" name="Rectangle 107">
                <a:extLst>
                  <a:ext uri="{FF2B5EF4-FFF2-40B4-BE49-F238E27FC236}">
                    <a16:creationId xmlns:a16="http://schemas.microsoft.com/office/drawing/2014/main" id="{74AECDE4-D4FD-4359-8FDB-005FC1F76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31" name="Rectangle 108">
                <a:extLst>
                  <a:ext uri="{FF2B5EF4-FFF2-40B4-BE49-F238E27FC236}">
                    <a16:creationId xmlns:a16="http://schemas.microsoft.com/office/drawing/2014/main" id="{70F5EB0D-A26D-4A6D-B2E8-F3F25D01A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32" name="Rectangle 109">
                <a:extLst>
                  <a:ext uri="{FF2B5EF4-FFF2-40B4-BE49-F238E27FC236}">
                    <a16:creationId xmlns:a16="http://schemas.microsoft.com/office/drawing/2014/main" id="{C677B8C0-56E3-4786-8722-6C2F3C4C9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33" name="Rectangle 110">
                <a:extLst>
                  <a:ext uri="{FF2B5EF4-FFF2-40B4-BE49-F238E27FC236}">
                    <a16:creationId xmlns:a16="http://schemas.microsoft.com/office/drawing/2014/main" id="{6FD714C6-1120-4E40-A74F-03C1A845B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34" name="Rectangle 111">
                <a:extLst>
                  <a:ext uri="{FF2B5EF4-FFF2-40B4-BE49-F238E27FC236}">
                    <a16:creationId xmlns:a16="http://schemas.microsoft.com/office/drawing/2014/main" id="{ABB33CCF-B3E2-4635-B70C-FE2B5FF34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3073" name="Line 117">
              <a:extLst>
                <a:ext uri="{FF2B5EF4-FFF2-40B4-BE49-F238E27FC236}">
                  <a16:creationId xmlns:a16="http://schemas.microsoft.com/office/drawing/2014/main" id="{13250A94-B1C0-49DF-8A03-DEFBBDE74D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3074" name="Line 118">
              <a:extLst>
                <a:ext uri="{FF2B5EF4-FFF2-40B4-BE49-F238E27FC236}">
                  <a16:creationId xmlns:a16="http://schemas.microsoft.com/office/drawing/2014/main" id="{64339DDF-82D1-4724-9E94-97247B1BEF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173075" name="Group 119">
              <a:extLst>
                <a:ext uri="{FF2B5EF4-FFF2-40B4-BE49-F238E27FC236}">
                  <a16:creationId xmlns:a16="http://schemas.microsoft.com/office/drawing/2014/main" id="{2FD73387-EF25-41B3-8599-AAA7F5880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5" y="2535"/>
              <a:ext cx="650" cy="288"/>
              <a:chOff x="3745" y="2537"/>
              <a:chExt cx="650" cy="288"/>
            </a:xfrm>
          </p:grpSpPr>
          <p:sp>
            <p:nvSpPr>
              <p:cNvPr id="173118" name="Rectangle 120">
                <a:extLst>
                  <a:ext uri="{FF2B5EF4-FFF2-40B4-BE49-F238E27FC236}">
                    <a16:creationId xmlns:a16="http://schemas.microsoft.com/office/drawing/2014/main" id="{9139209D-2CD8-4433-BAD8-5A1E1DB2E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19" name="Text Box 121">
                <a:extLst>
                  <a:ext uri="{FF2B5EF4-FFF2-40B4-BE49-F238E27FC236}">
                    <a16:creationId xmlns:a16="http://schemas.microsoft.com/office/drawing/2014/main" id="{8CF8A555-D4DC-40BF-A21A-04077FC618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>
                    <a:solidFill>
                      <a:srgbClr val="CC0000"/>
                    </a:solidFill>
                    <a:latin typeface="Arial" panose="020B0604020202020204" pitchFamily="34" charset="0"/>
                  </a:rPr>
                  <a:t>SMTP</a:t>
                </a:r>
              </a:p>
            </p:txBody>
          </p:sp>
        </p:grpSp>
        <p:grpSp>
          <p:nvGrpSpPr>
            <p:cNvPr id="173076" name="Group 122">
              <a:extLst>
                <a:ext uri="{FF2B5EF4-FFF2-40B4-BE49-F238E27FC236}">
                  <a16:creationId xmlns:a16="http://schemas.microsoft.com/office/drawing/2014/main" id="{DBE89077-A176-4DBF-93F4-40F8CE158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743"/>
              <a:ext cx="650" cy="288"/>
              <a:chOff x="3745" y="2537"/>
              <a:chExt cx="650" cy="288"/>
            </a:xfrm>
          </p:grpSpPr>
          <p:sp>
            <p:nvSpPr>
              <p:cNvPr id="173116" name="Rectangle 123">
                <a:extLst>
                  <a:ext uri="{FF2B5EF4-FFF2-40B4-BE49-F238E27FC236}">
                    <a16:creationId xmlns:a16="http://schemas.microsoft.com/office/drawing/2014/main" id="{67225165-E4A8-4E47-B9C8-AEF2C01AB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17" name="Text Box 124">
                <a:extLst>
                  <a:ext uri="{FF2B5EF4-FFF2-40B4-BE49-F238E27FC236}">
                    <a16:creationId xmlns:a16="http://schemas.microsoft.com/office/drawing/2014/main" id="{AB3FCF1F-F637-44A5-A11B-562249C1F4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>
                    <a:solidFill>
                      <a:srgbClr val="CC0000"/>
                    </a:solidFill>
                    <a:latin typeface="Arial" panose="020B0604020202020204" pitchFamily="34" charset="0"/>
                  </a:rPr>
                  <a:t>SMTP</a:t>
                </a:r>
              </a:p>
            </p:txBody>
          </p:sp>
        </p:grpSp>
        <p:grpSp>
          <p:nvGrpSpPr>
            <p:cNvPr id="173077" name="Group 125">
              <a:extLst>
                <a:ext uri="{FF2B5EF4-FFF2-40B4-BE49-F238E27FC236}">
                  <a16:creationId xmlns:a16="http://schemas.microsoft.com/office/drawing/2014/main" id="{3364F44D-56CF-4C00-A85B-66242CBD9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7" y="2193"/>
              <a:ext cx="650" cy="288"/>
              <a:chOff x="3745" y="2537"/>
              <a:chExt cx="650" cy="288"/>
            </a:xfrm>
          </p:grpSpPr>
          <p:sp>
            <p:nvSpPr>
              <p:cNvPr id="173114" name="Rectangle 126">
                <a:extLst>
                  <a:ext uri="{FF2B5EF4-FFF2-40B4-BE49-F238E27FC236}">
                    <a16:creationId xmlns:a16="http://schemas.microsoft.com/office/drawing/2014/main" id="{8EF3B3B7-4DBE-4BBC-B5FB-2A005FF92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15" name="Text Box 127">
                <a:extLst>
                  <a:ext uri="{FF2B5EF4-FFF2-40B4-BE49-F238E27FC236}">
                    <a16:creationId xmlns:a16="http://schemas.microsoft.com/office/drawing/2014/main" id="{C5CD5D74-376A-4676-977A-195BF723BE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>
                    <a:solidFill>
                      <a:srgbClr val="CC0000"/>
                    </a:solidFill>
                    <a:latin typeface="Arial" panose="020B0604020202020204" pitchFamily="34" charset="0"/>
                  </a:rPr>
                  <a:t>SMTP</a:t>
                </a:r>
              </a:p>
            </p:txBody>
          </p:sp>
        </p:grpSp>
        <p:grpSp>
          <p:nvGrpSpPr>
            <p:cNvPr id="173078" name="Group 423">
              <a:extLst>
                <a:ext uri="{FF2B5EF4-FFF2-40B4-BE49-F238E27FC236}">
                  <a16:creationId xmlns:a16="http://schemas.microsoft.com/office/drawing/2014/main" id="{A8EDF7C8-0EBB-4177-B994-4CBA043BC5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7" y="886"/>
              <a:ext cx="575" cy="664"/>
              <a:chOff x="3574" y="550"/>
              <a:chExt cx="575" cy="664"/>
            </a:xfrm>
          </p:grpSpPr>
          <p:grpSp>
            <p:nvGrpSpPr>
              <p:cNvPr id="173109" name="Group 353">
                <a:extLst>
                  <a:ext uri="{FF2B5EF4-FFF2-40B4-BE49-F238E27FC236}">
                    <a16:creationId xmlns:a16="http://schemas.microsoft.com/office/drawing/2014/main" id="{FFC98B7A-D123-4E3C-845F-6D96EF3F39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73112" name="Picture 354" descr="desktop_computer_stylized_medium">
                  <a:extLst>
                    <a:ext uri="{FF2B5EF4-FFF2-40B4-BE49-F238E27FC236}">
                      <a16:creationId xmlns:a16="http://schemas.microsoft.com/office/drawing/2014/main" id="{3A3E4568-1F81-4719-92FB-A5E1D4A9F09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3113" name="Freeform 355">
                  <a:extLst>
                    <a:ext uri="{FF2B5EF4-FFF2-40B4-BE49-F238E27FC236}">
                      <a16:creationId xmlns:a16="http://schemas.microsoft.com/office/drawing/2014/main" id="{BF6A5359-67AA-47CA-91E1-3DA7D95F11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5089652 w 356"/>
                    <a:gd name="T3" fmla="*/ 1851256 h 368"/>
                    <a:gd name="T4" fmla="*/ 17900690 w 356"/>
                    <a:gd name="T5" fmla="*/ 38567519 h 368"/>
                    <a:gd name="T6" fmla="*/ 3945041 w 356"/>
                    <a:gd name="T7" fmla="*/ 48232874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</p:grpSp>
          <p:sp>
            <p:nvSpPr>
              <p:cNvPr id="173110" name="Rectangle 115">
                <a:extLst>
                  <a:ext uri="{FF2B5EF4-FFF2-40B4-BE49-F238E27FC236}">
                    <a16:creationId xmlns:a16="http://schemas.microsoft.com/office/drawing/2014/main" id="{16736CD0-2D1C-41AD-A84D-73E9BC92B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11" name="Text Box 116">
                <a:extLst>
                  <a:ext uri="{FF2B5EF4-FFF2-40B4-BE49-F238E27FC236}">
                    <a16:creationId xmlns:a16="http://schemas.microsoft.com/office/drawing/2014/main" id="{D5BA9D1D-FD03-4486-B508-30EDE974A3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user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agent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3079" name="Group 424">
              <a:extLst>
                <a:ext uri="{FF2B5EF4-FFF2-40B4-BE49-F238E27FC236}">
                  <a16:creationId xmlns:a16="http://schemas.microsoft.com/office/drawing/2014/main" id="{0BAFD156-3297-4086-B7DC-BA0B49761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0" y="1400"/>
              <a:ext cx="575" cy="664"/>
              <a:chOff x="3574" y="550"/>
              <a:chExt cx="575" cy="664"/>
            </a:xfrm>
          </p:grpSpPr>
          <p:grpSp>
            <p:nvGrpSpPr>
              <p:cNvPr id="173104" name="Group 425">
                <a:extLst>
                  <a:ext uri="{FF2B5EF4-FFF2-40B4-BE49-F238E27FC236}">
                    <a16:creationId xmlns:a16="http://schemas.microsoft.com/office/drawing/2014/main" id="{C1E1DF00-E138-4C17-AAAF-65E51A913C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73107" name="Picture 426" descr="desktop_computer_stylized_medium">
                  <a:extLst>
                    <a:ext uri="{FF2B5EF4-FFF2-40B4-BE49-F238E27FC236}">
                      <a16:creationId xmlns:a16="http://schemas.microsoft.com/office/drawing/2014/main" id="{5CB525F3-31D5-4C81-9479-D78D7868886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3108" name="Freeform 427">
                  <a:extLst>
                    <a:ext uri="{FF2B5EF4-FFF2-40B4-BE49-F238E27FC236}">
                      <a16:creationId xmlns:a16="http://schemas.microsoft.com/office/drawing/2014/main" id="{BAE0C171-6EE3-4304-9317-DF92553827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5089652 w 356"/>
                    <a:gd name="T3" fmla="*/ 1851256 h 368"/>
                    <a:gd name="T4" fmla="*/ 17900690 w 356"/>
                    <a:gd name="T5" fmla="*/ 38567519 h 368"/>
                    <a:gd name="T6" fmla="*/ 3945041 w 356"/>
                    <a:gd name="T7" fmla="*/ 48232874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</p:grpSp>
          <p:sp>
            <p:nvSpPr>
              <p:cNvPr id="173105" name="Rectangle 115">
                <a:extLst>
                  <a:ext uri="{FF2B5EF4-FFF2-40B4-BE49-F238E27FC236}">
                    <a16:creationId xmlns:a16="http://schemas.microsoft.com/office/drawing/2014/main" id="{8963CBB7-971A-40D5-AF57-BE19A86B8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06" name="Text Box 116">
                <a:extLst>
                  <a:ext uri="{FF2B5EF4-FFF2-40B4-BE49-F238E27FC236}">
                    <a16:creationId xmlns:a16="http://schemas.microsoft.com/office/drawing/2014/main" id="{62C75378-3D12-4776-B70E-17E4010443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user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agent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3080" name="Group 430">
              <a:extLst>
                <a:ext uri="{FF2B5EF4-FFF2-40B4-BE49-F238E27FC236}">
                  <a16:creationId xmlns:a16="http://schemas.microsoft.com/office/drawing/2014/main" id="{4529963B-60BE-4A78-978E-D2987ADED1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2" y="1880"/>
              <a:ext cx="575" cy="664"/>
              <a:chOff x="3574" y="550"/>
              <a:chExt cx="575" cy="664"/>
            </a:xfrm>
          </p:grpSpPr>
          <p:grpSp>
            <p:nvGrpSpPr>
              <p:cNvPr id="173099" name="Group 431">
                <a:extLst>
                  <a:ext uri="{FF2B5EF4-FFF2-40B4-BE49-F238E27FC236}">
                    <a16:creationId xmlns:a16="http://schemas.microsoft.com/office/drawing/2014/main" id="{F8911B2F-3856-4FB3-824A-A65600DD80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73102" name="Picture 432" descr="desktop_computer_stylized_medium">
                  <a:extLst>
                    <a:ext uri="{FF2B5EF4-FFF2-40B4-BE49-F238E27FC236}">
                      <a16:creationId xmlns:a16="http://schemas.microsoft.com/office/drawing/2014/main" id="{C193CB75-AFC8-41BB-8093-BD555A13E2C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3103" name="Freeform 433">
                  <a:extLst>
                    <a:ext uri="{FF2B5EF4-FFF2-40B4-BE49-F238E27FC236}">
                      <a16:creationId xmlns:a16="http://schemas.microsoft.com/office/drawing/2014/main" id="{D150B2B9-8694-44C8-BEF9-D59C21DCB8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5089652 w 356"/>
                    <a:gd name="T3" fmla="*/ 1851256 h 368"/>
                    <a:gd name="T4" fmla="*/ 17900690 w 356"/>
                    <a:gd name="T5" fmla="*/ 38567519 h 368"/>
                    <a:gd name="T6" fmla="*/ 3945041 w 356"/>
                    <a:gd name="T7" fmla="*/ 48232874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</p:grpSp>
          <p:sp>
            <p:nvSpPr>
              <p:cNvPr id="173100" name="Rectangle 115">
                <a:extLst>
                  <a:ext uri="{FF2B5EF4-FFF2-40B4-BE49-F238E27FC236}">
                    <a16:creationId xmlns:a16="http://schemas.microsoft.com/office/drawing/2014/main" id="{4CFEB155-E539-4E30-A33F-17196EB52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101" name="Text Box 116">
                <a:extLst>
                  <a:ext uri="{FF2B5EF4-FFF2-40B4-BE49-F238E27FC236}">
                    <a16:creationId xmlns:a16="http://schemas.microsoft.com/office/drawing/2014/main" id="{C4F7AD86-E1D1-4386-BCD8-21B6CD874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user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agent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3081" name="Group 436">
              <a:extLst>
                <a:ext uri="{FF2B5EF4-FFF2-40B4-BE49-F238E27FC236}">
                  <a16:creationId xmlns:a16="http://schemas.microsoft.com/office/drawing/2014/main" id="{0148F1B5-819C-4A3D-9008-1C4D724C73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2540"/>
              <a:ext cx="575" cy="664"/>
              <a:chOff x="3574" y="550"/>
              <a:chExt cx="575" cy="664"/>
            </a:xfrm>
          </p:grpSpPr>
          <p:grpSp>
            <p:nvGrpSpPr>
              <p:cNvPr id="173094" name="Group 437">
                <a:extLst>
                  <a:ext uri="{FF2B5EF4-FFF2-40B4-BE49-F238E27FC236}">
                    <a16:creationId xmlns:a16="http://schemas.microsoft.com/office/drawing/2014/main" id="{DC69D4B2-1A0C-4120-83D7-C06717C512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73097" name="Picture 438" descr="desktop_computer_stylized_medium">
                  <a:extLst>
                    <a:ext uri="{FF2B5EF4-FFF2-40B4-BE49-F238E27FC236}">
                      <a16:creationId xmlns:a16="http://schemas.microsoft.com/office/drawing/2014/main" id="{3A9CE6BA-47F9-4AF7-8E44-453BB5AD152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3098" name="Freeform 439">
                  <a:extLst>
                    <a:ext uri="{FF2B5EF4-FFF2-40B4-BE49-F238E27FC236}">
                      <a16:creationId xmlns:a16="http://schemas.microsoft.com/office/drawing/2014/main" id="{BD40EDE9-2369-4DD4-8D7C-DBAA83C223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5089652 w 356"/>
                    <a:gd name="T3" fmla="*/ 1851256 h 368"/>
                    <a:gd name="T4" fmla="*/ 17900690 w 356"/>
                    <a:gd name="T5" fmla="*/ 38567519 h 368"/>
                    <a:gd name="T6" fmla="*/ 3945041 w 356"/>
                    <a:gd name="T7" fmla="*/ 48232874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</p:grpSp>
          <p:sp>
            <p:nvSpPr>
              <p:cNvPr id="173095" name="Rectangle 115">
                <a:extLst>
                  <a:ext uri="{FF2B5EF4-FFF2-40B4-BE49-F238E27FC236}">
                    <a16:creationId xmlns:a16="http://schemas.microsoft.com/office/drawing/2014/main" id="{8A6F568D-5664-4E19-9954-7F0ADFBC9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096" name="Text Box 116">
                <a:extLst>
                  <a:ext uri="{FF2B5EF4-FFF2-40B4-BE49-F238E27FC236}">
                    <a16:creationId xmlns:a16="http://schemas.microsoft.com/office/drawing/2014/main" id="{EB6F1619-C7C7-46DC-AF2B-E44CD3775B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user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agent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3082" name="Group 442">
              <a:extLst>
                <a:ext uri="{FF2B5EF4-FFF2-40B4-BE49-F238E27FC236}">
                  <a16:creationId xmlns:a16="http://schemas.microsoft.com/office/drawing/2014/main" id="{480B59C5-94C3-4729-B9B3-974FDDCD8A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4" y="3446"/>
              <a:ext cx="575" cy="664"/>
              <a:chOff x="3574" y="550"/>
              <a:chExt cx="575" cy="664"/>
            </a:xfrm>
          </p:grpSpPr>
          <p:grpSp>
            <p:nvGrpSpPr>
              <p:cNvPr id="173089" name="Group 443">
                <a:extLst>
                  <a:ext uri="{FF2B5EF4-FFF2-40B4-BE49-F238E27FC236}">
                    <a16:creationId xmlns:a16="http://schemas.microsoft.com/office/drawing/2014/main" id="{082E0823-50A1-4AD7-9BDF-0F740FB7D0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73092" name="Picture 444" descr="desktop_computer_stylized_medium">
                  <a:extLst>
                    <a:ext uri="{FF2B5EF4-FFF2-40B4-BE49-F238E27FC236}">
                      <a16:creationId xmlns:a16="http://schemas.microsoft.com/office/drawing/2014/main" id="{B82B71FF-A89E-4D7D-B643-1A050B123A2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3093" name="Freeform 445">
                  <a:extLst>
                    <a:ext uri="{FF2B5EF4-FFF2-40B4-BE49-F238E27FC236}">
                      <a16:creationId xmlns:a16="http://schemas.microsoft.com/office/drawing/2014/main" id="{118F7381-224D-426E-80FA-2CB6A933F9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5089652 w 356"/>
                    <a:gd name="T3" fmla="*/ 1851256 h 368"/>
                    <a:gd name="T4" fmla="*/ 17900690 w 356"/>
                    <a:gd name="T5" fmla="*/ 38567519 h 368"/>
                    <a:gd name="T6" fmla="*/ 3945041 w 356"/>
                    <a:gd name="T7" fmla="*/ 48232874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</p:grpSp>
          <p:sp>
            <p:nvSpPr>
              <p:cNvPr id="173090" name="Rectangle 115">
                <a:extLst>
                  <a:ext uri="{FF2B5EF4-FFF2-40B4-BE49-F238E27FC236}">
                    <a16:creationId xmlns:a16="http://schemas.microsoft.com/office/drawing/2014/main" id="{ECEE3F38-0C8A-41AC-9023-3B93FAC68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091" name="Text Box 116">
                <a:extLst>
                  <a:ext uri="{FF2B5EF4-FFF2-40B4-BE49-F238E27FC236}">
                    <a16:creationId xmlns:a16="http://schemas.microsoft.com/office/drawing/2014/main" id="{AE60B643-80D6-4761-AEDF-7D81E8E0DA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user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agent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3083" name="Group 448">
              <a:extLst>
                <a:ext uri="{FF2B5EF4-FFF2-40B4-BE49-F238E27FC236}">
                  <a16:creationId xmlns:a16="http://schemas.microsoft.com/office/drawing/2014/main" id="{24AC7960-1168-4C53-9391-8023FCB345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3056"/>
              <a:ext cx="575" cy="664"/>
              <a:chOff x="3574" y="550"/>
              <a:chExt cx="575" cy="664"/>
            </a:xfrm>
          </p:grpSpPr>
          <p:grpSp>
            <p:nvGrpSpPr>
              <p:cNvPr id="173084" name="Group 449">
                <a:extLst>
                  <a:ext uri="{FF2B5EF4-FFF2-40B4-BE49-F238E27FC236}">
                    <a16:creationId xmlns:a16="http://schemas.microsoft.com/office/drawing/2014/main" id="{3A08CFD2-1914-4AFD-BF3F-F155B312B4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73087" name="Picture 450" descr="desktop_computer_stylized_medium">
                  <a:extLst>
                    <a:ext uri="{FF2B5EF4-FFF2-40B4-BE49-F238E27FC236}">
                      <a16:creationId xmlns:a16="http://schemas.microsoft.com/office/drawing/2014/main" id="{44A59175-3CB8-4BAD-B580-D6C75EE8949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3088" name="Freeform 451">
                  <a:extLst>
                    <a:ext uri="{FF2B5EF4-FFF2-40B4-BE49-F238E27FC236}">
                      <a16:creationId xmlns:a16="http://schemas.microsoft.com/office/drawing/2014/main" id="{2578E3AD-A91B-49AF-B18D-FBA522D0D2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5089652 w 356"/>
                    <a:gd name="T3" fmla="*/ 1851256 h 368"/>
                    <a:gd name="T4" fmla="*/ 17900690 w 356"/>
                    <a:gd name="T5" fmla="*/ 38567519 h 368"/>
                    <a:gd name="T6" fmla="*/ 3945041 w 356"/>
                    <a:gd name="T7" fmla="*/ 48232874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zh-HK" altLang="en-US"/>
                </a:p>
              </p:txBody>
            </p:sp>
          </p:grpSp>
          <p:sp>
            <p:nvSpPr>
              <p:cNvPr id="173085" name="Rectangle 115">
                <a:extLst>
                  <a:ext uri="{FF2B5EF4-FFF2-40B4-BE49-F238E27FC236}">
                    <a16:creationId xmlns:a16="http://schemas.microsoft.com/office/drawing/2014/main" id="{41C77831-F3C3-440E-AD73-18EC77EA0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3086" name="Text Box 116">
                <a:extLst>
                  <a:ext uri="{FF2B5EF4-FFF2-40B4-BE49-F238E27FC236}">
                    <a16:creationId xmlns:a16="http://schemas.microsoft.com/office/drawing/2014/main" id="{CE9B7BD3-2659-461F-81AF-AEE5A61A6F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user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agent</a:t>
                </a:r>
                <a:endParaRPr lang="en-US" altLang="zh-TW" sz="2400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9FCCE95B-FAF9-4AD5-94BB-5F82D3A856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75107" name="Rectangle 8">
            <a:extLst>
              <a:ext uri="{FF2B5EF4-FFF2-40B4-BE49-F238E27FC236}">
                <a16:creationId xmlns:a16="http://schemas.microsoft.com/office/drawing/2014/main" id="{76D376E6-C9D3-4658-88F5-C0DAD56AFC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F32DBF33-1F47-4D90-8C8F-B4FFF143294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75108" name="Rectangle 2">
            <a:extLst>
              <a:ext uri="{FF2B5EF4-FFF2-40B4-BE49-F238E27FC236}">
                <a16:creationId xmlns:a16="http://schemas.microsoft.com/office/drawing/2014/main" id="{5FBED6F9-8F3C-4A95-ABC6-BEEB11B7B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6238" y="222250"/>
            <a:ext cx="7772400" cy="88265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Electronic mail: mail servers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75109" name="Rectangle 3">
            <a:extLst>
              <a:ext uri="{FF2B5EF4-FFF2-40B4-BE49-F238E27FC236}">
                <a16:creationId xmlns:a16="http://schemas.microsoft.com/office/drawing/2014/main" id="{2F790E43-4070-4FDF-9D04-591AC84A9C3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98588"/>
            <a:ext cx="39338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mail servers:</a:t>
            </a:r>
          </a:p>
          <a:p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mailbox</a:t>
            </a:r>
            <a:r>
              <a:rPr lang="en-US" altLang="zh-TW" sz="2400" dirty="0">
                <a:ea typeface="ＭＳ Ｐゴシック" panose="020B0600070205080204" pitchFamily="34" charset="-128"/>
              </a:rPr>
              <a:t> contains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incoming</a:t>
            </a:r>
            <a:r>
              <a:rPr lang="en-US" altLang="zh-TW" sz="2400" dirty="0">
                <a:ea typeface="ＭＳ Ｐゴシック" panose="020B0600070205080204" pitchFamily="34" charset="-128"/>
              </a:rPr>
              <a:t> messages for user</a:t>
            </a:r>
          </a:p>
          <a:p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message queue</a:t>
            </a:r>
            <a:r>
              <a:rPr lang="en-US" altLang="zh-TW" sz="2400" dirty="0">
                <a:ea typeface="ＭＳ Ｐゴシック" panose="020B0600070205080204" pitchFamily="34" charset="-128"/>
              </a:rPr>
              <a:t> of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outgoing</a:t>
            </a:r>
            <a:r>
              <a:rPr lang="en-US" altLang="zh-TW" sz="2400" dirty="0">
                <a:ea typeface="ＭＳ Ｐゴシック" panose="020B0600070205080204" pitchFamily="34" charset="-128"/>
              </a:rPr>
              <a:t> (to be sent) mail messages</a:t>
            </a:r>
          </a:p>
          <a:p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SMTP protocol</a:t>
            </a:r>
            <a:r>
              <a:rPr lang="en-US" altLang="zh-TW" sz="2400" dirty="0"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between mail servers</a:t>
            </a:r>
            <a:r>
              <a:rPr lang="en-US" altLang="zh-TW" sz="2400" dirty="0">
                <a:ea typeface="ＭＳ Ｐゴシック" panose="020B0600070205080204" pitchFamily="34" charset="-128"/>
              </a:rPr>
              <a:t> to send email messages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client: sending-mail server</a:t>
            </a:r>
          </a:p>
          <a:p>
            <a:pPr lvl="1"/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server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: receiving-mail server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pic>
        <p:nvPicPr>
          <p:cNvPr id="175110" name="Picture 159" descr="underline_base">
            <a:extLst>
              <a:ext uri="{FF2B5EF4-FFF2-40B4-BE49-F238E27FC236}">
                <a16:creationId xmlns:a16="http://schemas.microsoft.com/office/drawing/2014/main" id="{9354DE1C-89DD-496C-83D5-A8242B97DA5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88265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5111" name="Group 271">
            <a:extLst>
              <a:ext uri="{FF2B5EF4-FFF2-40B4-BE49-F238E27FC236}">
                <a16:creationId xmlns:a16="http://schemas.microsoft.com/office/drawing/2014/main" id="{14F7D5C2-EF30-4EC3-BB8B-A6573EAE0147}"/>
              </a:ext>
            </a:extLst>
          </p:cNvPr>
          <p:cNvGrpSpPr>
            <a:grpSpLocks/>
          </p:cNvGrpSpPr>
          <p:nvPr/>
        </p:nvGrpSpPr>
        <p:grpSpPr bwMode="auto">
          <a:xfrm>
            <a:off x="6899275" y="2787650"/>
            <a:ext cx="477838" cy="715963"/>
            <a:chOff x="4140" y="429"/>
            <a:chExt cx="1425" cy="2396"/>
          </a:xfrm>
        </p:grpSpPr>
        <p:sp>
          <p:nvSpPr>
            <p:cNvPr id="175288" name="Freeform 272">
              <a:extLst>
                <a:ext uri="{FF2B5EF4-FFF2-40B4-BE49-F238E27FC236}">
                  <a16:creationId xmlns:a16="http://schemas.microsoft.com/office/drawing/2014/main" id="{ADBADA42-8D51-421A-8378-A96E1E19A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89" name="Rectangle 273">
              <a:extLst>
                <a:ext uri="{FF2B5EF4-FFF2-40B4-BE49-F238E27FC236}">
                  <a16:creationId xmlns:a16="http://schemas.microsoft.com/office/drawing/2014/main" id="{783536EF-DE4B-4AC6-B81E-006652642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90" name="Freeform 274">
              <a:extLst>
                <a:ext uri="{FF2B5EF4-FFF2-40B4-BE49-F238E27FC236}">
                  <a16:creationId xmlns:a16="http://schemas.microsoft.com/office/drawing/2014/main" id="{C7870ECA-995C-4DBA-B880-91A97748E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91" name="Freeform 275">
              <a:extLst>
                <a:ext uri="{FF2B5EF4-FFF2-40B4-BE49-F238E27FC236}">
                  <a16:creationId xmlns:a16="http://schemas.microsoft.com/office/drawing/2014/main" id="{C072B6E4-C232-491C-9557-BABE57E54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92" name="Rectangle 276">
              <a:extLst>
                <a:ext uri="{FF2B5EF4-FFF2-40B4-BE49-F238E27FC236}">
                  <a16:creationId xmlns:a16="http://schemas.microsoft.com/office/drawing/2014/main" id="{66E7F8F4-94C5-4208-8C94-9BC50D9D9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75293" name="Group 277">
              <a:extLst>
                <a:ext uri="{FF2B5EF4-FFF2-40B4-BE49-F238E27FC236}">
                  <a16:creationId xmlns:a16="http://schemas.microsoft.com/office/drawing/2014/main" id="{13CCA2AD-8005-4FE9-9117-AC9CA73EA0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5318" name="AutoShape 278">
                <a:extLst>
                  <a:ext uri="{FF2B5EF4-FFF2-40B4-BE49-F238E27FC236}">
                    <a16:creationId xmlns:a16="http://schemas.microsoft.com/office/drawing/2014/main" id="{494FEF3D-3499-466C-8855-CCBA4C665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319" name="AutoShape 279">
                <a:extLst>
                  <a:ext uri="{FF2B5EF4-FFF2-40B4-BE49-F238E27FC236}">
                    <a16:creationId xmlns:a16="http://schemas.microsoft.com/office/drawing/2014/main" id="{A08E046C-9544-446D-9C84-8F2C8078A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94" name="Rectangle 280">
              <a:extLst>
                <a:ext uri="{FF2B5EF4-FFF2-40B4-BE49-F238E27FC236}">
                  <a16:creationId xmlns:a16="http://schemas.microsoft.com/office/drawing/2014/main" id="{5CA1217E-9BEC-406F-AA37-666674028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75295" name="Group 281">
              <a:extLst>
                <a:ext uri="{FF2B5EF4-FFF2-40B4-BE49-F238E27FC236}">
                  <a16:creationId xmlns:a16="http://schemas.microsoft.com/office/drawing/2014/main" id="{B9C9F6D8-BF3B-42C5-AD5F-909FCA1AAF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5316" name="AutoShape 282">
                <a:extLst>
                  <a:ext uri="{FF2B5EF4-FFF2-40B4-BE49-F238E27FC236}">
                    <a16:creationId xmlns:a16="http://schemas.microsoft.com/office/drawing/2014/main" id="{391596B3-229E-4D4E-9D04-207CB78FD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317" name="AutoShape 283">
                <a:extLst>
                  <a:ext uri="{FF2B5EF4-FFF2-40B4-BE49-F238E27FC236}">
                    <a16:creationId xmlns:a16="http://schemas.microsoft.com/office/drawing/2014/main" id="{A16E476B-4D52-427B-9AD9-244894F65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96" name="Rectangle 284">
              <a:extLst>
                <a:ext uri="{FF2B5EF4-FFF2-40B4-BE49-F238E27FC236}">
                  <a16:creationId xmlns:a16="http://schemas.microsoft.com/office/drawing/2014/main" id="{F765BAEA-7B3B-400A-9C47-08AE68535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97" name="Rectangle 285">
              <a:extLst>
                <a:ext uri="{FF2B5EF4-FFF2-40B4-BE49-F238E27FC236}">
                  <a16:creationId xmlns:a16="http://schemas.microsoft.com/office/drawing/2014/main" id="{E78BA69E-FFE0-41A9-80A5-97C574872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75298" name="Group 286">
              <a:extLst>
                <a:ext uri="{FF2B5EF4-FFF2-40B4-BE49-F238E27FC236}">
                  <a16:creationId xmlns:a16="http://schemas.microsoft.com/office/drawing/2014/main" id="{CB8C7F2D-7A16-447F-880F-E6A9ED4730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5314" name="AutoShape 287">
                <a:extLst>
                  <a:ext uri="{FF2B5EF4-FFF2-40B4-BE49-F238E27FC236}">
                    <a16:creationId xmlns:a16="http://schemas.microsoft.com/office/drawing/2014/main" id="{05F62AB0-F56C-44E6-92A8-D18051A40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315" name="AutoShape 288">
                <a:extLst>
                  <a:ext uri="{FF2B5EF4-FFF2-40B4-BE49-F238E27FC236}">
                    <a16:creationId xmlns:a16="http://schemas.microsoft.com/office/drawing/2014/main" id="{941B4151-43F3-4FE3-8BE6-A3DDCBA272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99" name="Freeform 289">
              <a:extLst>
                <a:ext uri="{FF2B5EF4-FFF2-40B4-BE49-F238E27FC236}">
                  <a16:creationId xmlns:a16="http://schemas.microsoft.com/office/drawing/2014/main" id="{B7FF4820-8961-4577-A85D-DE0E1FD71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75300" name="Group 290">
              <a:extLst>
                <a:ext uri="{FF2B5EF4-FFF2-40B4-BE49-F238E27FC236}">
                  <a16:creationId xmlns:a16="http://schemas.microsoft.com/office/drawing/2014/main" id="{38F6353F-6452-444F-948B-46E0DA6E68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5312" name="AutoShape 291">
                <a:extLst>
                  <a:ext uri="{FF2B5EF4-FFF2-40B4-BE49-F238E27FC236}">
                    <a16:creationId xmlns:a16="http://schemas.microsoft.com/office/drawing/2014/main" id="{11AB8F4B-B111-4C32-AC5B-8E401DCF4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313" name="AutoShape 292">
                <a:extLst>
                  <a:ext uri="{FF2B5EF4-FFF2-40B4-BE49-F238E27FC236}">
                    <a16:creationId xmlns:a16="http://schemas.microsoft.com/office/drawing/2014/main" id="{AAFFFBFA-8DED-4807-9959-4CE816A80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301" name="Rectangle 293">
              <a:extLst>
                <a:ext uri="{FF2B5EF4-FFF2-40B4-BE49-F238E27FC236}">
                  <a16:creationId xmlns:a16="http://schemas.microsoft.com/office/drawing/2014/main" id="{D86BDE93-C2DF-44E3-9338-580A458FF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302" name="Freeform 294">
              <a:extLst>
                <a:ext uri="{FF2B5EF4-FFF2-40B4-BE49-F238E27FC236}">
                  <a16:creationId xmlns:a16="http://schemas.microsoft.com/office/drawing/2014/main" id="{17E932D5-968E-43F6-A6E6-1B121675E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303" name="Freeform 295">
              <a:extLst>
                <a:ext uri="{FF2B5EF4-FFF2-40B4-BE49-F238E27FC236}">
                  <a16:creationId xmlns:a16="http://schemas.microsoft.com/office/drawing/2014/main" id="{25FDD774-9977-472B-823D-40A7DE24A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304" name="Oval 296">
              <a:extLst>
                <a:ext uri="{FF2B5EF4-FFF2-40B4-BE49-F238E27FC236}">
                  <a16:creationId xmlns:a16="http://schemas.microsoft.com/office/drawing/2014/main" id="{F89E81FA-79D8-420A-BAAE-9EC38F1E3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305" name="Freeform 297">
              <a:extLst>
                <a:ext uri="{FF2B5EF4-FFF2-40B4-BE49-F238E27FC236}">
                  <a16:creationId xmlns:a16="http://schemas.microsoft.com/office/drawing/2014/main" id="{6BFFD818-B770-4AB1-938C-9AC0C4046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306" name="AutoShape 298">
              <a:extLst>
                <a:ext uri="{FF2B5EF4-FFF2-40B4-BE49-F238E27FC236}">
                  <a16:creationId xmlns:a16="http://schemas.microsoft.com/office/drawing/2014/main" id="{8C02BEEF-E34C-4AF6-993B-5ECD8108E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307" name="AutoShape 299">
              <a:extLst>
                <a:ext uri="{FF2B5EF4-FFF2-40B4-BE49-F238E27FC236}">
                  <a16:creationId xmlns:a16="http://schemas.microsoft.com/office/drawing/2014/main" id="{E5C242DE-E495-4F10-855E-2F3F347E4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308" name="Oval 300">
              <a:extLst>
                <a:ext uri="{FF2B5EF4-FFF2-40B4-BE49-F238E27FC236}">
                  <a16:creationId xmlns:a16="http://schemas.microsoft.com/office/drawing/2014/main" id="{AF7C2389-96B7-4D5F-8859-C8A0A8336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309" name="Oval 301">
              <a:extLst>
                <a:ext uri="{FF2B5EF4-FFF2-40B4-BE49-F238E27FC236}">
                  <a16:creationId xmlns:a16="http://schemas.microsoft.com/office/drawing/2014/main" id="{246F701D-097D-4667-81A3-ACAAF0058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310" name="Oval 302">
              <a:extLst>
                <a:ext uri="{FF2B5EF4-FFF2-40B4-BE49-F238E27FC236}">
                  <a16:creationId xmlns:a16="http://schemas.microsoft.com/office/drawing/2014/main" id="{4DEFA60D-5B90-41AF-A222-C92D84BEA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311" name="Rectangle 303">
              <a:extLst>
                <a:ext uri="{FF2B5EF4-FFF2-40B4-BE49-F238E27FC236}">
                  <a16:creationId xmlns:a16="http://schemas.microsoft.com/office/drawing/2014/main" id="{D1F50F43-F6D8-469A-98A8-2A98B33FA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5112" name="Group 304">
            <a:extLst>
              <a:ext uri="{FF2B5EF4-FFF2-40B4-BE49-F238E27FC236}">
                <a16:creationId xmlns:a16="http://schemas.microsoft.com/office/drawing/2014/main" id="{CB553B23-2244-4B06-A516-A387DDF480A1}"/>
              </a:ext>
            </a:extLst>
          </p:cNvPr>
          <p:cNvGrpSpPr>
            <a:grpSpLocks/>
          </p:cNvGrpSpPr>
          <p:nvPr/>
        </p:nvGrpSpPr>
        <p:grpSpPr bwMode="auto">
          <a:xfrm>
            <a:off x="4906963" y="4181475"/>
            <a:ext cx="477837" cy="715963"/>
            <a:chOff x="4140" y="429"/>
            <a:chExt cx="1425" cy="2396"/>
          </a:xfrm>
        </p:grpSpPr>
        <p:sp>
          <p:nvSpPr>
            <p:cNvPr id="175256" name="Freeform 305">
              <a:extLst>
                <a:ext uri="{FF2B5EF4-FFF2-40B4-BE49-F238E27FC236}">
                  <a16:creationId xmlns:a16="http://schemas.microsoft.com/office/drawing/2014/main" id="{08B81BAC-9E45-45E5-81BF-09A936F29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57" name="Rectangle 306">
              <a:extLst>
                <a:ext uri="{FF2B5EF4-FFF2-40B4-BE49-F238E27FC236}">
                  <a16:creationId xmlns:a16="http://schemas.microsoft.com/office/drawing/2014/main" id="{D5487CE6-643A-4FBA-B4E6-E9CC7B4C4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58" name="Freeform 307">
              <a:extLst>
                <a:ext uri="{FF2B5EF4-FFF2-40B4-BE49-F238E27FC236}">
                  <a16:creationId xmlns:a16="http://schemas.microsoft.com/office/drawing/2014/main" id="{21EFC4E3-531C-4E78-A7C7-6838DB1EF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59" name="Freeform 308">
              <a:extLst>
                <a:ext uri="{FF2B5EF4-FFF2-40B4-BE49-F238E27FC236}">
                  <a16:creationId xmlns:a16="http://schemas.microsoft.com/office/drawing/2014/main" id="{A02993C1-F70F-45E4-ABF6-BBB952E07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60" name="Rectangle 309">
              <a:extLst>
                <a:ext uri="{FF2B5EF4-FFF2-40B4-BE49-F238E27FC236}">
                  <a16:creationId xmlns:a16="http://schemas.microsoft.com/office/drawing/2014/main" id="{ADEEDE4E-70AD-4C6E-9DE3-012B7EA88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75261" name="Group 310">
              <a:extLst>
                <a:ext uri="{FF2B5EF4-FFF2-40B4-BE49-F238E27FC236}">
                  <a16:creationId xmlns:a16="http://schemas.microsoft.com/office/drawing/2014/main" id="{5D87B585-7FDF-4508-9D00-A82E70670F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5286" name="AutoShape 311">
                <a:extLst>
                  <a:ext uri="{FF2B5EF4-FFF2-40B4-BE49-F238E27FC236}">
                    <a16:creationId xmlns:a16="http://schemas.microsoft.com/office/drawing/2014/main" id="{D867E611-3FDA-4FDE-9650-B2BF6145A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287" name="AutoShape 312">
                <a:extLst>
                  <a:ext uri="{FF2B5EF4-FFF2-40B4-BE49-F238E27FC236}">
                    <a16:creationId xmlns:a16="http://schemas.microsoft.com/office/drawing/2014/main" id="{B84DABFB-C917-487A-BDCA-D16B99209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62" name="Rectangle 313">
              <a:extLst>
                <a:ext uri="{FF2B5EF4-FFF2-40B4-BE49-F238E27FC236}">
                  <a16:creationId xmlns:a16="http://schemas.microsoft.com/office/drawing/2014/main" id="{662C8178-C5AE-4F0C-BD35-DCD2627F2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75263" name="Group 314">
              <a:extLst>
                <a:ext uri="{FF2B5EF4-FFF2-40B4-BE49-F238E27FC236}">
                  <a16:creationId xmlns:a16="http://schemas.microsoft.com/office/drawing/2014/main" id="{1C131227-E511-4F79-8A11-AB75B3861E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5284" name="AutoShape 315">
                <a:extLst>
                  <a:ext uri="{FF2B5EF4-FFF2-40B4-BE49-F238E27FC236}">
                    <a16:creationId xmlns:a16="http://schemas.microsoft.com/office/drawing/2014/main" id="{810064EF-E60B-4C37-8669-28E3F836E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285" name="AutoShape 316">
                <a:extLst>
                  <a:ext uri="{FF2B5EF4-FFF2-40B4-BE49-F238E27FC236}">
                    <a16:creationId xmlns:a16="http://schemas.microsoft.com/office/drawing/2014/main" id="{2C15DD82-95A8-4B9C-8709-EFEC437E6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64" name="Rectangle 317">
              <a:extLst>
                <a:ext uri="{FF2B5EF4-FFF2-40B4-BE49-F238E27FC236}">
                  <a16:creationId xmlns:a16="http://schemas.microsoft.com/office/drawing/2014/main" id="{60AA641D-85E1-4D01-A590-CC06CD6C8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65" name="Rectangle 318">
              <a:extLst>
                <a:ext uri="{FF2B5EF4-FFF2-40B4-BE49-F238E27FC236}">
                  <a16:creationId xmlns:a16="http://schemas.microsoft.com/office/drawing/2014/main" id="{D5095F18-F721-4606-90D5-348E231F9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75266" name="Group 319">
              <a:extLst>
                <a:ext uri="{FF2B5EF4-FFF2-40B4-BE49-F238E27FC236}">
                  <a16:creationId xmlns:a16="http://schemas.microsoft.com/office/drawing/2014/main" id="{029EA6C4-61CB-478A-8866-52CA3616B2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5282" name="AutoShape 320">
                <a:extLst>
                  <a:ext uri="{FF2B5EF4-FFF2-40B4-BE49-F238E27FC236}">
                    <a16:creationId xmlns:a16="http://schemas.microsoft.com/office/drawing/2014/main" id="{A74C221F-DC6A-41D2-8D04-2A210040B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283" name="AutoShape 321">
                <a:extLst>
                  <a:ext uri="{FF2B5EF4-FFF2-40B4-BE49-F238E27FC236}">
                    <a16:creationId xmlns:a16="http://schemas.microsoft.com/office/drawing/2014/main" id="{03BDEB5D-3E24-4FBD-984D-5FBACDBF3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67" name="Freeform 322">
              <a:extLst>
                <a:ext uri="{FF2B5EF4-FFF2-40B4-BE49-F238E27FC236}">
                  <a16:creationId xmlns:a16="http://schemas.microsoft.com/office/drawing/2014/main" id="{07FDE9C9-4489-4F27-8FEA-D1150D561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75268" name="Group 323">
              <a:extLst>
                <a:ext uri="{FF2B5EF4-FFF2-40B4-BE49-F238E27FC236}">
                  <a16:creationId xmlns:a16="http://schemas.microsoft.com/office/drawing/2014/main" id="{546932AC-2454-4921-9CD6-D9D8B4E4F4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5280" name="AutoShape 324">
                <a:extLst>
                  <a:ext uri="{FF2B5EF4-FFF2-40B4-BE49-F238E27FC236}">
                    <a16:creationId xmlns:a16="http://schemas.microsoft.com/office/drawing/2014/main" id="{91ADEA44-9C71-43DD-BD41-ED42F87BC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281" name="AutoShape 325">
                <a:extLst>
                  <a:ext uri="{FF2B5EF4-FFF2-40B4-BE49-F238E27FC236}">
                    <a16:creationId xmlns:a16="http://schemas.microsoft.com/office/drawing/2014/main" id="{E4104DBB-DE06-4637-AD26-85B3B3E3A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69" name="Rectangle 326">
              <a:extLst>
                <a:ext uri="{FF2B5EF4-FFF2-40B4-BE49-F238E27FC236}">
                  <a16:creationId xmlns:a16="http://schemas.microsoft.com/office/drawing/2014/main" id="{3511767D-388B-4915-BE74-0C97A9A78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70" name="Freeform 327">
              <a:extLst>
                <a:ext uri="{FF2B5EF4-FFF2-40B4-BE49-F238E27FC236}">
                  <a16:creationId xmlns:a16="http://schemas.microsoft.com/office/drawing/2014/main" id="{5D610BF3-5103-4C7B-A22E-7AE2ED2BD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71" name="Freeform 328">
              <a:extLst>
                <a:ext uri="{FF2B5EF4-FFF2-40B4-BE49-F238E27FC236}">
                  <a16:creationId xmlns:a16="http://schemas.microsoft.com/office/drawing/2014/main" id="{40310915-5EC1-4B63-979C-E7C9EF4FD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72" name="Oval 329">
              <a:extLst>
                <a:ext uri="{FF2B5EF4-FFF2-40B4-BE49-F238E27FC236}">
                  <a16:creationId xmlns:a16="http://schemas.microsoft.com/office/drawing/2014/main" id="{7937D8D0-BA1D-4C5B-898F-8CDF3213B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73" name="Freeform 330">
              <a:extLst>
                <a:ext uri="{FF2B5EF4-FFF2-40B4-BE49-F238E27FC236}">
                  <a16:creationId xmlns:a16="http://schemas.microsoft.com/office/drawing/2014/main" id="{94783454-1750-4CFA-9502-1E5BEF900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74" name="AutoShape 331">
              <a:extLst>
                <a:ext uri="{FF2B5EF4-FFF2-40B4-BE49-F238E27FC236}">
                  <a16:creationId xmlns:a16="http://schemas.microsoft.com/office/drawing/2014/main" id="{F26798DA-41ED-4A3F-B6ED-73C386F25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75" name="AutoShape 332">
              <a:extLst>
                <a:ext uri="{FF2B5EF4-FFF2-40B4-BE49-F238E27FC236}">
                  <a16:creationId xmlns:a16="http://schemas.microsoft.com/office/drawing/2014/main" id="{277F3A62-CEDF-4EA2-86F8-C00880EBC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76" name="Oval 333">
              <a:extLst>
                <a:ext uri="{FF2B5EF4-FFF2-40B4-BE49-F238E27FC236}">
                  <a16:creationId xmlns:a16="http://schemas.microsoft.com/office/drawing/2014/main" id="{57F685DA-EF3C-471D-A75B-66554AC6E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77" name="Oval 334">
              <a:extLst>
                <a:ext uri="{FF2B5EF4-FFF2-40B4-BE49-F238E27FC236}">
                  <a16:creationId xmlns:a16="http://schemas.microsoft.com/office/drawing/2014/main" id="{F225C94B-29AA-435F-910A-C8FC239D2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278" name="Oval 335">
              <a:extLst>
                <a:ext uri="{FF2B5EF4-FFF2-40B4-BE49-F238E27FC236}">
                  <a16:creationId xmlns:a16="http://schemas.microsoft.com/office/drawing/2014/main" id="{0C24FA0A-1EF5-4AB2-A6B7-517161C92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79" name="Rectangle 336">
              <a:extLst>
                <a:ext uri="{FF2B5EF4-FFF2-40B4-BE49-F238E27FC236}">
                  <a16:creationId xmlns:a16="http://schemas.microsoft.com/office/drawing/2014/main" id="{96C48B9F-D0E0-48EE-9F6C-02F489496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5113" name="Group 337">
            <a:extLst>
              <a:ext uri="{FF2B5EF4-FFF2-40B4-BE49-F238E27FC236}">
                <a16:creationId xmlns:a16="http://schemas.microsoft.com/office/drawing/2014/main" id="{0E703F94-B35C-455C-99BB-DC244735BA3F}"/>
              </a:ext>
            </a:extLst>
          </p:cNvPr>
          <p:cNvGrpSpPr>
            <a:grpSpLocks/>
          </p:cNvGrpSpPr>
          <p:nvPr/>
        </p:nvGrpSpPr>
        <p:grpSpPr bwMode="auto">
          <a:xfrm>
            <a:off x="4929188" y="1839913"/>
            <a:ext cx="477837" cy="715962"/>
            <a:chOff x="4140" y="429"/>
            <a:chExt cx="1425" cy="2396"/>
          </a:xfrm>
        </p:grpSpPr>
        <p:sp>
          <p:nvSpPr>
            <p:cNvPr id="175224" name="Freeform 338">
              <a:extLst>
                <a:ext uri="{FF2B5EF4-FFF2-40B4-BE49-F238E27FC236}">
                  <a16:creationId xmlns:a16="http://schemas.microsoft.com/office/drawing/2014/main" id="{73596547-5FED-4D9A-9015-EB2C925E0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25" name="Rectangle 339">
              <a:extLst>
                <a:ext uri="{FF2B5EF4-FFF2-40B4-BE49-F238E27FC236}">
                  <a16:creationId xmlns:a16="http://schemas.microsoft.com/office/drawing/2014/main" id="{3AFB1004-5245-4F65-95B4-E2CE751F5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26" name="Freeform 340">
              <a:extLst>
                <a:ext uri="{FF2B5EF4-FFF2-40B4-BE49-F238E27FC236}">
                  <a16:creationId xmlns:a16="http://schemas.microsoft.com/office/drawing/2014/main" id="{482CC7FA-74FC-49D5-854E-04C300167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27" name="Freeform 341">
              <a:extLst>
                <a:ext uri="{FF2B5EF4-FFF2-40B4-BE49-F238E27FC236}">
                  <a16:creationId xmlns:a16="http://schemas.microsoft.com/office/drawing/2014/main" id="{A7AA14A1-33BC-4095-9E70-FBF581C26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28" name="Rectangle 342">
              <a:extLst>
                <a:ext uri="{FF2B5EF4-FFF2-40B4-BE49-F238E27FC236}">
                  <a16:creationId xmlns:a16="http://schemas.microsoft.com/office/drawing/2014/main" id="{3D7F778E-D578-4E7D-AB0D-F1DC88F92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75229" name="Group 343">
              <a:extLst>
                <a:ext uri="{FF2B5EF4-FFF2-40B4-BE49-F238E27FC236}">
                  <a16:creationId xmlns:a16="http://schemas.microsoft.com/office/drawing/2014/main" id="{DAB78270-AD90-4E69-ABB6-C467C5F172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5254" name="AutoShape 344">
                <a:extLst>
                  <a:ext uri="{FF2B5EF4-FFF2-40B4-BE49-F238E27FC236}">
                    <a16:creationId xmlns:a16="http://schemas.microsoft.com/office/drawing/2014/main" id="{3E08B52F-ADA4-4012-BD6B-44CFEEEF0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255" name="AutoShape 345">
                <a:extLst>
                  <a:ext uri="{FF2B5EF4-FFF2-40B4-BE49-F238E27FC236}">
                    <a16:creationId xmlns:a16="http://schemas.microsoft.com/office/drawing/2014/main" id="{80D85D8F-5266-4EA4-8229-A9967654A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30" name="Rectangle 346">
              <a:extLst>
                <a:ext uri="{FF2B5EF4-FFF2-40B4-BE49-F238E27FC236}">
                  <a16:creationId xmlns:a16="http://schemas.microsoft.com/office/drawing/2014/main" id="{F21484F0-A1B6-46B6-A859-9CB11134B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75231" name="Group 347">
              <a:extLst>
                <a:ext uri="{FF2B5EF4-FFF2-40B4-BE49-F238E27FC236}">
                  <a16:creationId xmlns:a16="http://schemas.microsoft.com/office/drawing/2014/main" id="{99246A1D-B1E9-498D-A56E-24D2FCEA35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5252" name="AutoShape 348">
                <a:extLst>
                  <a:ext uri="{FF2B5EF4-FFF2-40B4-BE49-F238E27FC236}">
                    <a16:creationId xmlns:a16="http://schemas.microsoft.com/office/drawing/2014/main" id="{B74A2AE4-0A74-4FF5-BFB8-A0480A849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253" name="AutoShape 349">
                <a:extLst>
                  <a:ext uri="{FF2B5EF4-FFF2-40B4-BE49-F238E27FC236}">
                    <a16:creationId xmlns:a16="http://schemas.microsoft.com/office/drawing/2014/main" id="{8E87E967-B76C-43C8-BDD8-09EE49851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32" name="Rectangle 350">
              <a:extLst>
                <a:ext uri="{FF2B5EF4-FFF2-40B4-BE49-F238E27FC236}">
                  <a16:creationId xmlns:a16="http://schemas.microsoft.com/office/drawing/2014/main" id="{1F9AFA70-B97E-49CD-B0E3-91E436EE6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33" name="Rectangle 351">
              <a:extLst>
                <a:ext uri="{FF2B5EF4-FFF2-40B4-BE49-F238E27FC236}">
                  <a16:creationId xmlns:a16="http://schemas.microsoft.com/office/drawing/2014/main" id="{2C2B9ED6-4A1C-497B-A0EE-136AA87EB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75234" name="Group 352">
              <a:extLst>
                <a:ext uri="{FF2B5EF4-FFF2-40B4-BE49-F238E27FC236}">
                  <a16:creationId xmlns:a16="http://schemas.microsoft.com/office/drawing/2014/main" id="{4D3A70C7-1F93-4A97-AD02-290727153A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5250" name="AutoShape 353">
                <a:extLst>
                  <a:ext uri="{FF2B5EF4-FFF2-40B4-BE49-F238E27FC236}">
                    <a16:creationId xmlns:a16="http://schemas.microsoft.com/office/drawing/2014/main" id="{21931BC6-5A62-4837-ACEB-354D59509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251" name="AutoShape 354">
                <a:extLst>
                  <a:ext uri="{FF2B5EF4-FFF2-40B4-BE49-F238E27FC236}">
                    <a16:creationId xmlns:a16="http://schemas.microsoft.com/office/drawing/2014/main" id="{91A0AAA2-DAA4-4D45-A482-37CEE09FB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35" name="Freeform 355">
              <a:extLst>
                <a:ext uri="{FF2B5EF4-FFF2-40B4-BE49-F238E27FC236}">
                  <a16:creationId xmlns:a16="http://schemas.microsoft.com/office/drawing/2014/main" id="{1EBD026D-0819-4FF7-A0DF-CFB17D0F0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75236" name="Group 356">
              <a:extLst>
                <a:ext uri="{FF2B5EF4-FFF2-40B4-BE49-F238E27FC236}">
                  <a16:creationId xmlns:a16="http://schemas.microsoft.com/office/drawing/2014/main" id="{32E0F9D2-7EB2-49C7-8AAC-16C0B8478C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5248" name="AutoShape 357">
                <a:extLst>
                  <a:ext uri="{FF2B5EF4-FFF2-40B4-BE49-F238E27FC236}">
                    <a16:creationId xmlns:a16="http://schemas.microsoft.com/office/drawing/2014/main" id="{915A4D57-22FE-433C-AF15-651AB0BA99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75249" name="AutoShape 358">
                <a:extLst>
                  <a:ext uri="{FF2B5EF4-FFF2-40B4-BE49-F238E27FC236}">
                    <a16:creationId xmlns:a16="http://schemas.microsoft.com/office/drawing/2014/main" id="{31F572CC-1FF7-4916-8E16-7ADAA687F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237" name="Rectangle 359">
              <a:extLst>
                <a:ext uri="{FF2B5EF4-FFF2-40B4-BE49-F238E27FC236}">
                  <a16:creationId xmlns:a16="http://schemas.microsoft.com/office/drawing/2014/main" id="{3DACD362-393F-4511-B4E0-D54FA8DBB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38" name="Freeform 360">
              <a:extLst>
                <a:ext uri="{FF2B5EF4-FFF2-40B4-BE49-F238E27FC236}">
                  <a16:creationId xmlns:a16="http://schemas.microsoft.com/office/drawing/2014/main" id="{7542C279-84A9-474F-9E5E-34B44D101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39" name="Freeform 361">
              <a:extLst>
                <a:ext uri="{FF2B5EF4-FFF2-40B4-BE49-F238E27FC236}">
                  <a16:creationId xmlns:a16="http://schemas.microsoft.com/office/drawing/2014/main" id="{B59B8E0A-AB40-4D72-9674-FFEA9B2B1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40" name="Oval 362">
              <a:extLst>
                <a:ext uri="{FF2B5EF4-FFF2-40B4-BE49-F238E27FC236}">
                  <a16:creationId xmlns:a16="http://schemas.microsoft.com/office/drawing/2014/main" id="{21278E5D-A642-48DB-B2BB-DEFC95F8E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41" name="Freeform 363">
              <a:extLst>
                <a:ext uri="{FF2B5EF4-FFF2-40B4-BE49-F238E27FC236}">
                  <a16:creationId xmlns:a16="http://schemas.microsoft.com/office/drawing/2014/main" id="{22A8D9DE-A824-4E0B-8F63-B8D144C9B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5242" name="AutoShape 364">
              <a:extLst>
                <a:ext uri="{FF2B5EF4-FFF2-40B4-BE49-F238E27FC236}">
                  <a16:creationId xmlns:a16="http://schemas.microsoft.com/office/drawing/2014/main" id="{9D024F7A-6C72-4362-9F8A-77AD65F7F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43" name="AutoShape 365">
              <a:extLst>
                <a:ext uri="{FF2B5EF4-FFF2-40B4-BE49-F238E27FC236}">
                  <a16:creationId xmlns:a16="http://schemas.microsoft.com/office/drawing/2014/main" id="{4664572B-0F72-49E8-8FDF-7E6787F3D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44" name="Oval 366">
              <a:extLst>
                <a:ext uri="{FF2B5EF4-FFF2-40B4-BE49-F238E27FC236}">
                  <a16:creationId xmlns:a16="http://schemas.microsoft.com/office/drawing/2014/main" id="{7D5D5E6F-E850-4005-900D-55AC89119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45" name="Oval 367">
              <a:extLst>
                <a:ext uri="{FF2B5EF4-FFF2-40B4-BE49-F238E27FC236}">
                  <a16:creationId xmlns:a16="http://schemas.microsoft.com/office/drawing/2014/main" id="{346CAC17-3639-4C09-8199-AB8F532F6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246" name="Oval 368">
              <a:extLst>
                <a:ext uri="{FF2B5EF4-FFF2-40B4-BE49-F238E27FC236}">
                  <a16:creationId xmlns:a16="http://schemas.microsoft.com/office/drawing/2014/main" id="{59543590-EAB4-4492-B922-676B95859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75247" name="Rectangle 369">
              <a:extLst>
                <a:ext uri="{FF2B5EF4-FFF2-40B4-BE49-F238E27FC236}">
                  <a16:creationId xmlns:a16="http://schemas.microsoft.com/office/drawing/2014/main" id="{B407CE09-556D-4DF3-9C20-C63DD0CEA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sp>
        <p:nvSpPr>
          <p:cNvPr id="175114" name="Line 9">
            <a:extLst>
              <a:ext uri="{FF2B5EF4-FFF2-40B4-BE49-F238E27FC236}">
                <a16:creationId xmlns:a16="http://schemas.microsoft.com/office/drawing/2014/main" id="{E6A3B841-904A-49BA-AFE5-AECB96998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2606675"/>
            <a:ext cx="1123950" cy="7905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175115" name="Group 19">
            <a:extLst>
              <a:ext uri="{FF2B5EF4-FFF2-40B4-BE49-F238E27FC236}">
                <a16:creationId xmlns:a16="http://schemas.microsoft.com/office/drawing/2014/main" id="{CF35D460-71C9-4680-88A1-266B17731EEF}"/>
              </a:ext>
            </a:extLst>
          </p:cNvPr>
          <p:cNvGrpSpPr>
            <a:grpSpLocks/>
          </p:cNvGrpSpPr>
          <p:nvPr/>
        </p:nvGrpSpPr>
        <p:grpSpPr bwMode="auto">
          <a:xfrm>
            <a:off x="7089775" y="2986088"/>
            <a:ext cx="809625" cy="1049337"/>
            <a:chOff x="4296" y="2627"/>
            <a:chExt cx="510" cy="661"/>
          </a:xfrm>
        </p:grpSpPr>
        <p:sp>
          <p:nvSpPr>
            <p:cNvPr id="175209" name="Rectangle 20">
              <a:extLst>
                <a:ext uri="{FF2B5EF4-FFF2-40B4-BE49-F238E27FC236}">
                  <a16:creationId xmlns:a16="http://schemas.microsoft.com/office/drawing/2014/main" id="{0F0DC25F-2A8E-4A46-8F85-1E7741430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10" name="Text Box 21">
              <a:extLst>
                <a:ext uri="{FF2B5EF4-FFF2-40B4-BE49-F238E27FC236}">
                  <a16:creationId xmlns:a16="http://schemas.microsoft.com/office/drawing/2014/main" id="{D3922016-C721-4BDC-A4E2-A6B74E5F0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server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11" name="Rectangle 22">
              <a:extLst>
                <a:ext uri="{FF2B5EF4-FFF2-40B4-BE49-F238E27FC236}">
                  <a16:creationId xmlns:a16="http://schemas.microsoft.com/office/drawing/2014/main" id="{522D75CD-3508-4B98-97C2-FADA195CA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12" name="Line 23">
              <a:extLst>
                <a:ext uri="{FF2B5EF4-FFF2-40B4-BE49-F238E27FC236}">
                  <a16:creationId xmlns:a16="http://schemas.microsoft.com/office/drawing/2014/main" id="{0E28863F-CF60-422B-A3DB-E48A5513B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13" name="Line 24">
              <a:extLst>
                <a:ext uri="{FF2B5EF4-FFF2-40B4-BE49-F238E27FC236}">
                  <a16:creationId xmlns:a16="http://schemas.microsoft.com/office/drawing/2014/main" id="{19569E0E-A713-4795-9691-D5BD42236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14" name="Line 25">
              <a:extLst>
                <a:ext uri="{FF2B5EF4-FFF2-40B4-BE49-F238E27FC236}">
                  <a16:creationId xmlns:a16="http://schemas.microsoft.com/office/drawing/2014/main" id="{29206FB8-5017-4736-BEE4-EBE66DB3B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15" name="Line 26">
              <a:extLst>
                <a:ext uri="{FF2B5EF4-FFF2-40B4-BE49-F238E27FC236}">
                  <a16:creationId xmlns:a16="http://schemas.microsoft.com/office/drawing/2014/main" id="{C3E3FE1B-9B85-4B72-9ABB-FC1586B2B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16" name="Line 27">
              <a:extLst>
                <a:ext uri="{FF2B5EF4-FFF2-40B4-BE49-F238E27FC236}">
                  <a16:creationId xmlns:a16="http://schemas.microsoft.com/office/drawing/2014/main" id="{3BEE06B3-CEC7-4BB0-BA0D-92A875BD9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17" name="Line 28">
              <a:extLst>
                <a:ext uri="{FF2B5EF4-FFF2-40B4-BE49-F238E27FC236}">
                  <a16:creationId xmlns:a16="http://schemas.microsoft.com/office/drawing/2014/main" id="{622370DE-0623-4773-89D8-936437DC5B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18" name="Line 29">
              <a:extLst>
                <a:ext uri="{FF2B5EF4-FFF2-40B4-BE49-F238E27FC236}">
                  <a16:creationId xmlns:a16="http://schemas.microsoft.com/office/drawing/2014/main" id="{E6028366-4113-4DCE-AD90-394447F6F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19" name="Rectangle 30">
              <a:extLst>
                <a:ext uri="{FF2B5EF4-FFF2-40B4-BE49-F238E27FC236}">
                  <a16:creationId xmlns:a16="http://schemas.microsoft.com/office/drawing/2014/main" id="{C7A99337-3DC2-49CE-9C82-A37A5F41F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20" name="Rectangle 31">
              <a:extLst>
                <a:ext uri="{FF2B5EF4-FFF2-40B4-BE49-F238E27FC236}">
                  <a16:creationId xmlns:a16="http://schemas.microsoft.com/office/drawing/2014/main" id="{9106EC29-1495-47A8-97D7-FAFBD93BC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21" name="Rectangle 32">
              <a:extLst>
                <a:ext uri="{FF2B5EF4-FFF2-40B4-BE49-F238E27FC236}">
                  <a16:creationId xmlns:a16="http://schemas.microsoft.com/office/drawing/2014/main" id="{8E5C057E-9F14-4AFA-A06D-997C0DB83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22" name="Rectangle 33">
              <a:extLst>
                <a:ext uri="{FF2B5EF4-FFF2-40B4-BE49-F238E27FC236}">
                  <a16:creationId xmlns:a16="http://schemas.microsoft.com/office/drawing/2014/main" id="{D1C3BE84-7F1A-4B09-BFFA-3D170E3FC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23" name="Rectangle 34">
              <a:extLst>
                <a:ext uri="{FF2B5EF4-FFF2-40B4-BE49-F238E27FC236}">
                  <a16:creationId xmlns:a16="http://schemas.microsoft.com/office/drawing/2014/main" id="{8CA488CD-4C91-42E1-B8FF-AF1EF6ADE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75116" name="Group 60">
            <a:extLst>
              <a:ext uri="{FF2B5EF4-FFF2-40B4-BE49-F238E27FC236}">
                <a16:creationId xmlns:a16="http://schemas.microsoft.com/office/drawing/2014/main" id="{86C7BF5E-5ACB-4E07-A0C8-FF2EAE6B4E27}"/>
              </a:ext>
            </a:extLst>
          </p:cNvPr>
          <p:cNvGrpSpPr>
            <a:grpSpLocks/>
          </p:cNvGrpSpPr>
          <p:nvPr/>
        </p:nvGrpSpPr>
        <p:grpSpPr bwMode="auto">
          <a:xfrm>
            <a:off x="5089525" y="4386263"/>
            <a:ext cx="809625" cy="1049337"/>
            <a:chOff x="4296" y="2627"/>
            <a:chExt cx="510" cy="661"/>
          </a:xfrm>
        </p:grpSpPr>
        <p:sp>
          <p:nvSpPr>
            <p:cNvPr id="175194" name="Rectangle 61">
              <a:extLst>
                <a:ext uri="{FF2B5EF4-FFF2-40B4-BE49-F238E27FC236}">
                  <a16:creationId xmlns:a16="http://schemas.microsoft.com/office/drawing/2014/main" id="{C1BF8DC8-DD88-41E8-915C-E99D9D53D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95" name="Text Box 62">
              <a:extLst>
                <a:ext uri="{FF2B5EF4-FFF2-40B4-BE49-F238E27FC236}">
                  <a16:creationId xmlns:a16="http://schemas.microsoft.com/office/drawing/2014/main" id="{8FA1ECB0-FCAC-44BD-AA76-4FCAC1B170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server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96" name="Rectangle 63">
              <a:extLst>
                <a:ext uri="{FF2B5EF4-FFF2-40B4-BE49-F238E27FC236}">
                  <a16:creationId xmlns:a16="http://schemas.microsoft.com/office/drawing/2014/main" id="{9EEA46FD-B1C3-4056-A0EF-21210CB42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97" name="Line 64">
              <a:extLst>
                <a:ext uri="{FF2B5EF4-FFF2-40B4-BE49-F238E27FC236}">
                  <a16:creationId xmlns:a16="http://schemas.microsoft.com/office/drawing/2014/main" id="{63414F64-24DF-44C0-ABC6-C37DF4867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198" name="Line 65">
              <a:extLst>
                <a:ext uri="{FF2B5EF4-FFF2-40B4-BE49-F238E27FC236}">
                  <a16:creationId xmlns:a16="http://schemas.microsoft.com/office/drawing/2014/main" id="{B2C49F30-5C96-4433-9722-80CD781EC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199" name="Line 66">
              <a:extLst>
                <a:ext uri="{FF2B5EF4-FFF2-40B4-BE49-F238E27FC236}">
                  <a16:creationId xmlns:a16="http://schemas.microsoft.com/office/drawing/2014/main" id="{BAC1AE6F-E16E-4227-B987-1306D7FF9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00" name="Line 67">
              <a:extLst>
                <a:ext uri="{FF2B5EF4-FFF2-40B4-BE49-F238E27FC236}">
                  <a16:creationId xmlns:a16="http://schemas.microsoft.com/office/drawing/2014/main" id="{E5B39A80-639A-4E31-972D-48E4C8C11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01" name="Line 68">
              <a:extLst>
                <a:ext uri="{FF2B5EF4-FFF2-40B4-BE49-F238E27FC236}">
                  <a16:creationId xmlns:a16="http://schemas.microsoft.com/office/drawing/2014/main" id="{BE09878C-A0EF-4FDD-AF33-A57CB2A64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02" name="Line 69">
              <a:extLst>
                <a:ext uri="{FF2B5EF4-FFF2-40B4-BE49-F238E27FC236}">
                  <a16:creationId xmlns:a16="http://schemas.microsoft.com/office/drawing/2014/main" id="{D6DCD6B3-5A6B-4C8F-8A53-17CFAFEC3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03" name="Line 70">
              <a:extLst>
                <a:ext uri="{FF2B5EF4-FFF2-40B4-BE49-F238E27FC236}">
                  <a16:creationId xmlns:a16="http://schemas.microsoft.com/office/drawing/2014/main" id="{06B75413-5D4C-4700-91D4-BFF8CEB39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204" name="Rectangle 71">
              <a:extLst>
                <a:ext uri="{FF2B5EF4-FFF2-40B4-BE49-F238E27FC236}">
                  <a16:creationId xmlns:a16="http://schemas.microsoft.com/office/drawing/2014/main" id="{F5646C34-7940-417E-852A-6D794749F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05" name="Rectangle 72">
              <a:extLst>
                <a:ext uri="{FF2B5EF4-FFF2-40B4-BE49-F238E27FC236}">
                  <a16:creationId xmlns:a16="http://schemas.microsoft.com/office/drawing/2014/main" id="{82B0B8AD-63F7-4AB3-BC57-3A2F4CC14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06" name="Rectangle 73">
              <a:extLst>
                <a:ext uri="{FF2B5EF4-FFF2-40B4-BE49-F238E27FC236}">
                  <a16:creationId xmlns:a16="http://schemas.microsoft.com/office/drawing/2014/main" id="{37C1BC6A-14A3-4EAF-83CB-7AC4149CF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07" name="Rectangle 74">
              <a:extLst>
                <a:ext uri="{FF2B5EF4-FFF2-40B4-BE49-F238E27FC236}">
                  <a16:creationId xmlns:a16="http://schemas.microsoft.com/office/drawing/2014/main" id="{B3B26A33-8993-4417-BBEE-D89FAA1A2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208" name="Rectangle 75">
              <a:extLst>
                <a:ext uri="{FF2B5EF4-FFF2-40B4-BE49-F238E27FC236}">
                  <a16:creationId xmlns:a16="http://schemas.microsoft.com/office/drawing/2014/main" id="{1095EE8C-64FD-4D92-86CB-6B528D7F2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75117" name="Group 96">
            <a:extLst>
              <a:ext uri="{FF2B5EF4-FFF2-40B4-BE49-F238E27FC236}">
                <a16:creationId xmlns:a16="http://schemas.microsoft.com/office/drawing/2014/main" id="{CB68ED24-6743-412E-A518-FF2B7EF0331E}"/>
              </a:ext>
            </a:extLst>
          </p:cNvPr>
          <p:cNvGrpSpPr>
            <a:grpSpLocks/>
          </p:cNvGrpSpPr>
          <p:nvPr/>
        </p:nvGrpSpPr>
        <p:grpSpPr bwMode="auto">
          <a:xfrm>
            <a:off x="5089525" y="2138363"/>
            <a:ext cx="809625" cy="1049337"/>
            <a:chOff x="4296" y="2627"/>
            <a:chExt cx="510" cy="661"/>
          </a:xfrm>
        </p:grpSpPr>
        <p:sp>
          <p:nvSpPr>
            <p:cNvPr id="175179" name="Rectangle 97">
              <a:extLst>
                <a:ext uri="{FF2B5EF4-FFF2-40B4-BE49-F238E27FC236}">
                  <a16:creationId xmlns:a16="http://schemas.microsoft.com/office/drawing/2014/main" id="{F5ECECB9-C670-4711-91E2-7E5E562DF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80" name="Text Box 98">
              <a:extLst>
                <a:ext uri="{FF2B5EF4-FFF2-40B4-BE49-F238E27FC236}">
                  <a16:creationId xmlns:a16="http://schemas.microsoft.com/office/drawing/2014/main" id="{A47A5DB4-77D6-4E3A-ADCF-A3059BC25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server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81" name="Rectangle 99">
              <a:extLst>
                <a:ext uri="{FF2B5EF4-FFF2-40B4-BE49-F238E27FC236}">
                  <a16:creationId xmlns:a16="http://schemas.microsoft.com/office/drawing/2014/main" id="{FDF1FDAF-A7FB-4FFC-95B5-4B739E9C6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82" name="Line 100">
              <a:extLst>
                <a:ext uri="{FF2B5EF4-FFF2-40B4-BE49-F238E27FC236}">
                  <a16:creationId xmlns:a16="http://schemas.microsoft.com/office/drawing/2014/main" id="{98370F16-8508-459A-86C2-0F55655C8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183" name="Line 101">
              <a:extLst>
                <a:ext uri="{FF2B5EF4-FFF2-40B4-BE49-F238E27FC236}">
                  <a16:creationId xmlns:a16="http://schemas.microsoft.com/office/drawing/2014/main" id="{D4FBC678-0497-431B-8973-165D01797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184" name="Line 102">
              <a:extLst>
                <a:ext uri="{FF2B5EF4-FFF2-40B4-BE49-F238E27FC236}">
                  <a16:creationId xmlns:a16="http://schemas.microsoft.com/office/drawing/2014/main" id="{678802E8-57C2-42AC-864D-D5707C04F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185" name="Line 103">
              <a:extLst>
                <a:ext uri="{FF2B5EF4-FFF2-40B4-BE49-F238E27FC236}">
                  <a16:creationId xmlns:a16="http://schemas.microsoft.com/office/drawing/2014/main" id="{6C8F7B7D-D7F0-4748-BF75-BF4769FCC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186" name="Line 104">
              <a:extLst>
                <a:ext uri="{FF2B5EF4-FFF2-40B4-BE49-F238E27FC236}">
                  <a16:creationId xmlns:a16="http://schemas.microsoft.com/office/drawing/2014/main" id="{061AA467-4FDD-4AD5-B7A6-BAC9F0282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187" name="Line 105">
              <a:extLst>
                <a:ext uri="{FF2B5EF4-FFF2-40B4-BE49-F238E27FC236}">
                  <a16:creationId xmlns:a16="http://schemas.microsoft.com/office/drawing/2014/main" id="{C05B8CC5-9C16-46CF-BB1D-AC36EE575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188" name="Line 106">
              <a:extLst>
                <a:ext uri="{FF2B5EF4-FFF2-40B4-BE49-F238E27FC236}">
                  <a16:creationId xmlns:a16="http://schemas.microsoft.com/office/drawing/2014/main" id="{6C6E9C2D-8578-4658-B61F-831CAB8DC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75189" name="Rectangle 107">
              <a:extLst>
                <a:ext uri="{FF2B5EF4-FFF2-40B4-BE49-F238E27FC236}">
                  <a16:creationId xmlns:a16="http://schemas.microsoft.com/office/drawing/2014/main" id="{DAE614F2-3454-4C03-B1BA-45AB5DE27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90" name="Rectangle 108">
              <a:extLst>
                <a:ext uri="{FF2B5EF4-FFF2-40B4-BE49-F238E27FC236}">
                  <a16:creationId xmlns:a16="http://schemas.microsoft.com/office/drawing/2014/main" id="{283A7365-0BA0-4235-927C-AB411496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91" name="Rectangle 109">
              <a:extLst>
                <a:ext uri="{FF2B5EF4-FFF2-40B4-BE49-F238E27FC236}">
                  <a16:creationId xmlns:a16="http://schemas.microsoft.com/office/drawing/2014/main" id="{F3ECC1E8-FC10-4BE0-BD59-A68FCC9E4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92" name="Rectangle 110">
              <a:extLst>
                <a:ext uri="{FF2B5EF4-FFF2-40B4-BE49-F238E27FC236}">
                  <a16:creationId xmlns:a16="http://schemas.microsoft.com/office/drawing/2014/main" id="{1DD93FD8-EE82-4E59-82FA-1D0E574DA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93" name="Rectangle 111">
              <a:extLst>
                <a:ext uri="{FF2B5EF4-FFF2-40B4-BE49-F238E27FC236}">
                  <a16:creationId xmlns:a16="http://schemas.microsoft.com/office/drawing/2014/main" id="{8708E6BF-BF55-4781-999C-31CD21009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sp>
        <p:nvSpPr>
          <p:cNvPr id="175118" name="Line 117">
            <a:extLst>
              <a:ext uri="{FF2B5EF4-FFF2-40B4-BE49-F238E27FC236}">
                <a16:creationId xmlns:a16="http://schemas.microsoft.com/office/drawing/2014/main" id="{5F794217-7DAB-481F-A26F-FE36335C23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7725" y="3730625"/>
            <a:ext cx="1123950" cy="10858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75119" name="Line 118">
            <a:extLst>
              <a:ext uri="{FF2B5EF4-FFF2-40B4-BE49-F238E27FC236}">
                <a16:creationId xmlns:a16="http://schemas.microsoft.com/office/drawing/2014/main" id="{A29AF255-CEE7-4FC6-ADF8-627BF270DD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4775" y="3206750"/>
            <a:ext cx="0" cy="12477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175120" name="Group 119">
            <a:extLst>
              <a:ext uri="{FF2B5EF4-FFF2-40B4-BE49-F238E27FC236}">
                <a16:creationId xmlns:a16="http://schemas.microsoft.com/office/drawing/2014/main" id="{225CD2F0-232E-47A7-92FA-D556C44D2926}"/>
              </a:ext>
            </a:extLst>
          </p:cNvPr>
          <p:cNvGrpSpPr>
            <a:grpSpLocks/>
          </p:cNvGrpSpPr>
          <p:nvPr/>
        </p:nvGrpSpPr>
        <p:grpSpPr bwMode="auto">
          <a:xfrm>
            <a:off x="6024563" y="4024313"/>
            <a:ext cx="1031875" cy="457200"/>
            <a:chOff x="3745" y="2537"/>
            <a:chExt cx="650" cy="288"/>
          </a:xfrm>
        </p:grpSpPr>
        <p:sp>
          <p:nvSpPr>
            <p:cNvPr id="175177" name="Rectangle 120">
              <a:extLst>
                <a:ext uri="{FF2B5EF4-FFF2-40B4-BE49-F238E27FC236}">
                  <a16:creationId xmlns:a16="http://schemas.microsoft.com/office/drawing/2014/main" id="{45B1186D-0318-4221-B93B-085399436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78" name="Text Box 121">
              <a:extLst>
                <a:ext uri="{FF2B5EF4-FFF2-40B4-BE49-F238E27FC236}">
                  <a16:creationId xmlns:a16="http://schemas.microsoft.com/office/drawing/2014/main" id="{6C97E4AE-9989-4E4B-A5B7-398A4AE60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CC0000"/>
                  </a:solidFill>
                  <a:latin typeface="Arial" panose="020B0604020202020204" pitchFamily="34" charset="0"/>
                </a:rPr>
                <a:t>SMTP</a:t>
              </a:r>
            </a:p>
          </p:txBody>
        </p:sp>
      </p:grpSp>
      <p:grpSp>
        <p:nvGrpSpPr>
          <p:cNvPr id="175121" name="Group 122">
            <a:extLst>
              <a:ext uri="{FF2B5EF4-FFF2-40B4-BE49-F238E27FC236}">
                <a16:creationId xmlns:a16="http://schemas.microsoft.com/office/drawing/2014/main" id="{ABE1128B-9D5C-4F26-8F14-9CE15011DC99}"/>
              </a:ext>
            </a:extLst>
          </p:cNvPr>
          <p:cNvGrpSpPr>
            <a:grpSpLocks/>
          </p:cNvGrpSpPr>
          <p:nvPr/>
        </p:nvGrpSpPr>
        <p:grpSpPr bwMode="auto">
          <a:xfrm>
            <a:off x="5986463" y="2767013"/>
            <a:ext cx="1031875" cy="457200"/>
            <a:chOff x="3745" y="2537"/>
            <a:chExt cx="650" cy="288"/>
          </a:xfrm>
        </p:grpSpPr>
        <p:sp>
          <p:nvSpPr>
            <p:cNvPr id="175175" name="Rectangle 123">
              <a:extLst>
                <a:ext uri="{FF2B5EF4-FFF2-40B4-BE49-F238E27FC236}">
                  <a16:creationId xmlns:a16="http://schemas.microsoft.com/office/drawing/2014/main" id="{1DA02F69-F0A5-407F-895A-12C2240AE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76" name="Text Box 124">
              <a:extLst>
                <a:ext uri="{FF2B5EF4-FFF2-40B4-BE49-F238E27FC236}">
                  <a16:creationId xmlns:a16="http://schemas.microsoft.com/office/drawing/2014/main" id="{F5E06DF5-742F-4783-8BDC-2E1B73D92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CC0000"/>
                  </a:solidFill>
                  <a:latin typeface="Arial" panose="020B0604020202020204" pitchFamily="34" charset="0"/>
                </a:rPr>
                <a:t>SMTP</a:t>
              </a:r>
            </a:p>
          </p:txBody>
        </p:sp>
      </p:grpSp>
      <p:grpSp>
        <p:nvGrpSpPr>
          <p:cNvPr id="175122" name="Group 125">
            <a:extLst>
              <a:ext uri="{FF2B5EF4-FFF2-40B4-BE49-F238E27FC236}">
                <a16:creationId xmlns:a16="http://schemas.microsoft.com/office/drawing/2014/main" id="{4E72DDE3-F810-4A83-9C44-0CE3F2E97E22}"/>
              </a:ext>
            </a:extLst>
          </p:cNvPr>
          <p:cNvGrpSpPr>
            <a:grpSpLocks/>
          </p:cNvGrpSpPr>
          <p:nvPr/>
        </p:nvGrpSpPr>
        <p:grpSpPr bwMode="auto">
          <a:xfrm>
            <a:off x="4662488" y="3481388"/>
            <a:ext cx="1031875" cy="457200"/>
            <a:chOff x="3745" y="2537"/>
            <a:chExt cx="650" cy="288"/>
          </a:xfrm>
        </p:grpSpPr>
        <p:sp>
          <p:nvSpPr>
            <p:cNvPr id="175173" name="Rectangle 126">
              <a:extLst>
                <a:ext uri="{FF2B5EF4-FFF2-40B4-BE49-F238E27FC236}">
                  <a16:creationId xmlns:a16="http://schemas.microsoft.com/office/drawing/2014/main" id="{51912209-9A3C-4899-B8C5-98F42BEA7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74" name="Text Box 127">
              <a:extLst>
                <a:ext uri="{FF2B5EF4-FFF2-40B4-BE49-F238E27FC236}">
                  <a16:creationId xmlns:a16="http://schemas.microsoft.com/office/drawing/2014/main" id="{A0B524F5-5144-489F-ABA7-58C210010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CC0000"/>
                  </a:solidFill>
                  <a:latin typeface="Arial" panose="020B0604020202020204" pitchFamily="34" charset="0"/>
                </a:rPr>
                <a:t>SMTP</a:t>
              </a:r>
            </a:p>
          </p:txBody>
        </p:sp>
      </p:grpSp>
      <p:grpSp>
        <p:nvGrpSpPr>
          <p:cNvPr id="175123" name="Group 430">
            <a:extLst>
              <a:ext uri="{FF2B5EF4-FFF2-40B4-BE49-F238E27FC236}">
                <a16:creationId xmlns:a16="http://schemas.microsoft.com/office/drawing/2014/main" id="{CE426EE9-1C8B-4FF3-AD5D-D9A7F2E3D3F3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1406525"/>
            <a:ext cx="912812" cy="1054100"/>
            <a:chOff x="3574" y="550"/>
            <a:chExt cx="575" cy="664"/>
          </a:xfrm>
        </p:grpSpPr>
        <p:grpSp>
          <p:nvGrpSpPr>
            <p:cNvPr id="175168" name="Group 431">
              <a:extLst>
                <a:ext uri="{FF2B5EF4-FFF2-40B4-BE49-F238E27FC236}">
                  <a16:creationId xmlns:a16="http://schemas.microsoft.com/office/drawing/2014/main" id="{E4C2A082-A736-4B2F-8A95-A13ABF6ED0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75171" name="Picture 432" descr="desktop_computer_stylized_medium">
                <a:extLst>
                  <a:ext uri="{FF2B5EF4-FFF2-40B4-BE49-F238E27FC236}">
                    <a16:creationId xmlns:a16="http://schemas.microsoft.com/office/drawing/2014/main" id="{11E956AA-28A0-4B81-A296-E57CA83437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72" name="Freeform 433">
                <a:extLst>
                  <a:ext uri="{FF2B5EF4-FFF2-40B4-BE49-F238E27FC236}">
                    <a16:creationId xmlns:a16="http://schemas.microsoft.com/office/drawing/2014/main" id="{2F3B785F-6AC2-4A52-9B11-B1E1E5952EB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75169" name="Rectangle 115">
              <a:extLst>
                <a:ext uri="{FF2B5EF4-FFF2-40B4-BE49-F238E27FC236}">
                  <a16:creationId xmlns:a16="http://schemas.microsoft.com/office/drawing/2014/main" id="{CF267667-349D-4EBE-AECE-F61DD3350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70" name="Text Box 116">
              <a:extLst>
                <a:ext uri="{FF2B5EF4-FFF2-40B4-BE49-F238E27FC236}">
                  <a16:creationId xmlns:a16="http://schemas.microsoft.com/office/drawing/2014/main" id="{BA8A8D3E-EDA9-47ED-8B46-0C8801E87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75124" name="Group 436">
            <a:extLst>
              <a:ext uri="{FF2B5EF4-FFF2-40B4-BE49-F238E27FC236}">
                <a16:creationId xmlns:a16="http://schemas.microsoft.com/office/drawing/2014/main" id="{D25AB1B2-C1A5-4037-B9F8-515DA1D0EC16}"/>
              </a:ext>
            </a:extLst>
          </p:cNvPr>
          <p:cNvGrpSpPr>
            <a:grpSpLocks/>
          </p:cNvGrpSpPr>
          <p:nvPr/>
        </p:nvGrpSpPr>
        <p:grpSpPr bwMode="auto">
          <a:xfrm>
            <a:off x="7731125" y="2222500"/>
            <a:ext cx="912813" cy="1054100"/>
            <a:chOff x="3574" y="550"/>
            <a:chExt cx="575" cy="664"/>
          </a:xfrm>
        </p:grpSpPr>
        <p:grpSp>
          <p:nvGrpSpPr>
            <p:cNvPr id="175163" name="Group 437">
              <a:extLst>
                <a:ext uri="{FF2B5EF4-FFF2-40B4-BE49-F238E27FC236}">
                  <a16:creationId xmlns:a16="http://schemas.microsoft.com/office/drawing/2014/main" id="{ED87083A-67FB-4090-9C80-083BD82FCA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75166" name="Picture 438" descr="desktop_computer_stylized_medium">
                <a:extLst>
                  <a:ext uri="{FF2B5EF4-FFF2-40B4-BE49-F238E27FC236}">
                    <a16:creationId xmlns:a16="http://schemas.microsoft.com/office/drawing/2014/main" id="{05DA884E-5350-418A-B947-2650BA2E9F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7" name="Freeform 439">
                <a:extLst>
                  <a:ext uri="{FF2B5EF4-FFF2-40B4-BE49-F238E27FC236}">
                    <a16:creationId xmlns:a16="http://schemas.microsoft.com/office/drawing/2014/main" id="{33D0EFC9-EAFC-4A03-AF3F-0CCE6AE410E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75164" name="Rectangle 115">
              <a:extLst>
                <a:ext uri="{FF2B5EF4-FFF2-40B4-BE49-F238E27FC236}">
                  <a16:creationId xmlns:a16="http://schemas.microsoft.com/office/drawing/2014/main" id="{1B3D0431-5AE1-4F41-8D7E-34792316F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65" name="Text Box 116">
              <a:extLst>
                <a:ext uri="{FF2B5EF4-FFF2-40B4-BE49-F238E27FC236}">
                  <a16:creationId xmlns:a16="http://schemas.microsoft.com/office/drawing/2014/main" id="{6570B7F7-600E-4F28-92E2-0C7AF976F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75125" name="Group 442">
            <a:extLst>
              <a:ext uri="{FF2B5EF4-FFF2-40B4-BE49-F238E27FC236}">
                <a16:creationId xmlns:a16="http://schemas.microsoft.com/office/drawing/2014/main" id="{95F86DE2-587D-4347-8E24-6321346F74F7}"/>
              </a:ext>
            </a:extLst>
          </p:cNvPr>
          <p:cNvGrpSpPr>
            <a:grpSpLocks/>
          </p:cNvGrpSpPr>
          <p:nvPr/>
        </p:nvGrpSpPr>
        <p:grpSpPr bwMode="auto">
          <a:xfrm>
            <a:off x="8067675" y="2984500"/>
            <a:ext cx="912813" cy="1054100"/>
            <a:chOff x="3574" y="550"/>
            <a:chExt cx="575" cy="664"/>
          </a:xfrm>
        </p:grpSpPr>
        <p:grpSp>
          <p:nvGrpSpPr>
            <p:cNvPr id="175158" name="Group 443">
              <a:extLst>
                <a:ext uri="{FF2B5EF4-FFF2-40B4-BE49-F238E27FC236}">
                  <a16:creationId xmlns:a16="http://schemas.microsoft.com/office/drawing/2014/main" id="{A823AE0C-06F8-450C-9772-AD8518BABF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75161" name="Picture 444" descr="desktop_computer_stylized_medium">
                <a:extLst>
                  <a:ext uri="{FF2B5EF4-FFF2-40B4-BE49-F238E27FC236}">
                    <a16:creationId xmlns:a16="http://schemas.microsoft.com/office/drawing/2014/main" id="{5D48AC96-1AA2-4C51-B5F1-E54C477132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2" name="Freeform 445">
                <a:extLst>
                  <a:ext uri="{FF2B5EF4-FFF2-40B4-BE49-F238E27FC236}">
                    <a16:creationId xmlns:a16="http://schemas.microsoft.com/office/drawing/2014/main" id="{46311C80-44F5-4646-913D-1DAD07F665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75159" name="Rectangle 115">
              <a:extLst>
                <a:ext uri="{FF2B5EF4-FFF2-40B4-BE49-F238E27FC236}">
                  <a16:creationId xmlns:a16="http://schemas.microsoft.com/office/drawing/2014/main" id="{FCA7DB46-98DA-4E7A-BCDF-EFA2D19C3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60" name="Text Box 116">
              <a:extLst>
                <a:ext uri="{FF2B5EF4-FFF2-40B4-BE49-F238E27FC236}">
                  <a16:creationId xmlns:a16="http://schemas.microsoft.com/office/drawing/2014/main" id="{8686A0D9-5285-4EAB-8323-23BBFE292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75126" name="Group 448">
            <a:extLst>
              <a:ext uri="{FF2B5EF4-FFF2-40B4-BE49-F238E27FC236}">
                <a16:creationId xmlns:a16="http://schemas.microsoft.com/office/drawing/2014/main" id="{92229ED3-CE92-48E1-B3AD-FF6D4FE73339}"/>
              </a:ext>
            </a:extLst>
          </p:cNvPr>
          <p:cNvGrpSpPr>
            <a:grpSpLocks/>
          </p:cNvGrpSpPr>
          <p:nvPr/>
        </p:nvGrpSpPr>
        <p:grpSpPr bwMode="auto">
          <a:xfrm>
            <a:off x="7935913" y="4032250"/>
            <a:ext cx="912812" cy="1054100"/>
            <a:chOff x="3574" y="550"/>
            <a:chExt cx="575" cy="664"/>
          </a:xfrm>
        </p:grpSpPr>
        <p:grpSp>
          <p:nvGrpSpPr>
            <p:cNvPr id="175153" name="Group 449">
              <a:extLst>
                <a:ext uri="{FF2B5EF4-FFF2-40B4-BE49-F238E27FC236}">
                  <a16:creationId xmlns:a16="http://schemas.microsoft.com/office/drawing/2014/main" id="{46EFB057-5536-494D-A537-017FE4E630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75156" name="Picture 450" descr="desktop_computer_stylized_medium">
                <a:extLst>
                  <a:ext uri="{FF2B5EF4-FFF2-40B4-BE49-F238E27FC236}">
                    <a16:creationId xmlns:a16="http://schemas.microsoft.com/office/drawing/2014/main" id="{E643ADBC-D04F-44CD-9A49-8724935336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57" name="Freeform 451">
                <a:extLst>
                  <a:ext uri="{FF2B5EF4-FFF2-40B4-BE49-F238E27FC236}">
                    <a16:creationId xmlns:a16="http://schemas.microsoft.com/office/drawing/2014/main" id="{A5CBCAA6-E958-4261-820B-934185F77C9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75154" name="Rectangle 115">
              <a:extLst>
                <a:ext uri="{FF2B5EF4-FFF2-40B4-BE49-F238E27FC236}">
                  <a16:creationId xmlns:a16="http://schemas.microsoft.com/office/drawing/2014/main" id="{3BC013B3-AEBA-4353-A28D-C88C920B6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55" name="Text Box 116">
              <a:extLst>
                <a:ext uri="{FF2B5EF4-FFF2-40B4-BE49-F238E27FC236}">
                  <a16:creationId xmlns:a16="http://schemas.microsoft.com/office/drawing/2014/main" id="{B21BA321-78D8-44DC-BE63-487B3C06D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75127" name="Group 454">
            <a:extLst>
              <a:ext uri="{FF2B5EF4-FFF2-40B4-BE49-F238E27FC236}">
                <a16:creationId xmlns:a16="http://schemas.microsoft.com/office/drawing/2014/main" id="{54BC3236-3338-4CBD-AB56-89FF04E6E675}"/>
              </a:ext>
            </a:extLst>
          </p:cNvPr>
          <p:cNvGrpSpPr>
            <a:grpSpLocks/>
          </p:cNvGrpSpPr>
          <p:nvPr/>
        </p:nvGrpSpPr>
        <p:grpSpPr bwMode="auto">
          <a:xfrm>
            <a:off x="5324475" y="5470525"/>
            <a:ext cx="912813" cy="1054100"/>
            <a:chOff x="3574" y="550"/>
            <a:chExt cx="575" cy="664"/>
          </a:xfrm>
        </p:grpSpPr>
        <p:grpSp>
          <p:nvGrpSpPr>
            <p:cNvPr id="175148" name="Group 455">
              <a:extLst>
                <a:ext uri="{FF2B5EF4-FFF2-40B4-BE49-F238E27FC236}">
                  <a16:creationId xmlns:a16="http://schemas.microsoft.com/office/drawing/2014/main" id="{63BFCA49-2836-4B46-83C1-ED9A143BFF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75151" name="Picture 456" descr="desktop_computer_stylized_medium">
                <a:extLst>
                  <a:ext uri="{FF2B5EF4-FFF2-40B4-BE49-F238E27FC236}">
                    <a16:creationId xmlns:a16="http://schemas.microsoft.com/office/drawing/2014/main" id="{92829AB6-25A4-40B6-A7B5-498549C293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52" name="Freeform 457">
                <a:extLst>
                  <a:ext uri="{FF2B5EF4-FFF2-40B4-BE49-F238E27FC236}">
                    <a16:creationId xmlns:a16="http://schemas.microsoft.com/office/drawing/2014/main" id="{5B7D5EB4-B70C-4A68-9B0B-66C0439C387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75149" name="Rectangle 115">
              <a:extLst>
                <a:ext uri="{FF2B5EF4-FFF2-40B4-BE49-F238E27FC236}">
                  <a16:creationId xmlns:a16="http://schemas.microsoft.com/office/drawing/2014/main" id="{1D18CC30-2FEA-46F8-967A-027920108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50" name="Text Box 116">
              <a:extLst>
                <a:ext uri="{FF2B5EF4-FFF2-40B4-BE49-F238E27FC236}">
                  <a16:creationId xmlns:a16="http://schemas.microsoft.com/office/drawing/2014/main" id="{6364B109-A7B8-4D22-BEC2-F8E866D4A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75128" name="Group 460">
            <a:extLst>
              <a:ext uri="{FF2B5EF4-FFF2-40B4-BE49-F238E27FC236}">
                <a16:creationId xmlns:a16="http://schemas.microsoft.com/office/drawing/2014/main" id="{4110EA4A-A191-4FB0-A7F9-439352523A3E}"/>
              </a:ext>
            </a:extLst>
          </p:cNvPr>
          <p:cNvGrpSpPr>
            <a:grpSpLocks/>
          </p:cNvGrpSpPr>
          <p:nvPr/>
        </p:nvGrpSpPr>
        <p:grpSpPr bwMode="auto">
          <a:xfrm>
            <a:off x="6053138" y="4851400"/>
            <a:ext cx="912812" cy="1054100"/>
            <a:chOff x="3574" y="550"/>
            <a:chExt cx="575" cy="664"/>
          </a:xfrm>
        </p:grpSpPr>
        <p:grpSp>
          <p:nvGrpSpPr>
            <p:cNvPr id="175143" name="Group 461">
              <a:extLst>
                <a:ext uri="{FF2B5EF4-FFF2-40B4-BE49-F238E27FC236}">
                  <a16:creationId xmlns:a16="http://schemas.microsoft.com/office/drawing/2014/main" id="{0A62F8CD-DA3D-490D-B501-9FAA76B2EE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75146" name="Picture 462" descr="desktop_computer_stylized_medium">
                <a:extLst>
                  <a:ext uri="{FF2B5EF4-FFF2-40B4-BE49-F238E27FC236}">
                    <a16:creationId xmlns:a16="http://schemas.microsoft.com/office/drawing/2014/main" id="{3BB81A77-A8C4-4008-BD0B-392CDA8E3C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7" name="Freeform 463">
                <a:extLst>
                  <a:ext uri="{FF2B5EF4-FFF2-40B4-BE49-F238E27FC236}">
                    <a16:creationId xmlns:a16="http://schemas.microsoft.com/office/drawing/2014/main" id="{9DEB317E-D39C-4B24-A279-F2C3570EF95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75144" name="Rectangle 115">
              <a:extLst>
                <a:ext uri="{FF2B5EF4-FFF2-40B4-BE49-F238E27FC236}">
                  <a16:creationId xmlns:a16="http://schemas.microsoft.com/office/drawing/2014/main" id="{1863CDBE-0735-40A8-948D-9830084E7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45" name="Text Box 116">
              <a:extLst>
                <a:ext uri="{FF2B5EF4-FFF2-40B4-BE49-F238E27FC236}">
                  <a16:creationId xmlns:a16="http://schemas.microsoft.com/office/drawing/2014/main" id="{28D96F35-BD35-4440-BA17-41AD68D64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  <p:sp>
        <p:nvSpPr>
          <p:cNvPr id="175129" name="Rectangle 280">
            <a:extLst>
              <a:ext uri="{FF2B5EF4-FFF2-40B4-BE49-F238E27FC236}">
                <a16:creationId xmlns:a16="http://schemas.microsoft.com/office/drawing/2014/main" id="{95A18D03-FBB8-4F16-905A-B45B20C87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775" y="628650"/>
            <a:ext cx="1828800" cy="98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grpSp>
        <p:nvGrpSpPr>
          <p:cNvPr id="175130" name="Group 279">
            <a:extLst>
              <a:ext uri="{FF2B5EF4-FFF2-40B4-BE49-F238E27FC236}">
                <a16:creationId xmlns:a16="http://schemas.microsoft.com/office/drawing/2014/main" id="{FEA45C62-182E-44DB-80B8-0C0BC92443FC}"/>
              </a:ext>
            </a:extLst>
          </p:cNvPr>
          <p:cNvGrpSpPr>
            <a:grpSpLocks/>
          </p:cNvGrpSpPr>
          <p:nvPr/>
        </p:nvGrpSpPr>
        <p:grpSpPr bwMode="auto">
          <a:xfrm>
            <a:off x="7059613" y="576263"/>
            <a:ext cx="1736725" cy="955675"/>
            <a:chOff x="4458" y="3335"/>
            <a:chExt cx="1094" cy="602"/>
          </a:xfrm>
        </p:grpSpPr>
        <p:sp>
          <p:nvSpPr>
            <p:cNvPr id="175131" name="Text Box 263">
              <a:extLst>
                <a:ext uri="{FF2B5EF4-FFF2-40B4-BE49-F238E27FC236}">
                  <a16:creationId xmlns:a16="http://schemas.microsoft.com/office/drawing/2014/main" id="{D0A8E403-C01B-4FF2-87CD-0248A2284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" y="3725"/>
              <a:ext cx="84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latin typeface="Arial" panose="020B0604020202020204" pitchFamily="34" charset="0"/>
                </a:rPr>
                <a:t>user mailbox</a:t>
              </a:r>
              <a:endParaRPr lang="en-US" altLang="zh-TW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175132" name="Group 278">
              <a:extLst>
                <a:ext uri="{FF2B5EF4-FFF2-40B4-BE49-F238E27FC236}">
                  <a16:creationId xmlns:a16="http://schemas.microsoft.com/office/drawing/2014/main" id="{42822EA9-AD55-44BD-93CC-459F063DB8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75135" name="Rectangle 264">
                <a:extLst>
                  <a:ext uri="{FF2B5EF4-FFF2-40B4-BE49-F238E27FC236}">
                    <a16:creationId xmlns:a16="http://schemas.microsoft.com/office/drawing/2014/main" id="{6453CACD-5D3F-4B9F-8012-262D243F7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75136" name="Line 265">
                <a:extLst>
                  <a:ext uri="{FF2B5EF4-FFF2-40B4-BE49-F238E27FC236}">
                    <a16:creationId xmlns:a16="http://schemas.microsoft.com/office/drawing/2014/main" id="{5056BB0E-F66B-46B0-80C3-B4833AC953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5137" name="Line 266">
                <a:extLst>
                  <a:ext uri="{FF2B5EF4-FFF2-40B4-BE49-F238E27FC236}">
                    <a16:creationId xmlns:a16="http://schemas.microsoft.com/office/drawing/2014/main" id="{A5344734-8A61-4B2A-BAB5-6773983A99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5138" name="Line 267">
                <a:extLst>
                  <a:ext uri="{FF2B5EF4-FFF2-40B4-BE49-F238E27FC236}">
                    <a16:creationId xmlns:a16="http://schemas.microsoft.com/office/drawing/2014/main" id="{2D2C7256-5D43-4976-A4D4-C567DFEBB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5139" name="Line 268">
                <a:extLst>
                  <a:ext uri="{FF2B5EF4-FFF2-40B4-BE49-F238E27FC236}">
                    <a16:creationId xmlns:a16="http://schemas.microsoft.com/office/drawing/2014/main" id="{BFDDC76B-7B89-4F4A-A648-553E0FDC0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5140" name="Line 269">
                <a:extLst>
                  <a:ext uri="{FF2B5EF4-FFF2-40B4-BE49-F238E27FC236}">
                    <a16:creationId xmlns:a16="http://schemas.microsoft.com/office/drawing/2014/main" id="{A9F3CFCC-8682-4BB8-A840-46FD45DE1C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5141" name="Line 270">
                <a:extLst>
                  <a:ext uri="{FF2B5EF4-FFF2-40B4-BE49-F238E27FC236}">
                    <a16:creationId xmlns:a16="http://schemas.microsoft.com/office/drawing/2014/main" id="{D721C085-02FC-4299-B1BE-444720E2C7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75142" name="Line 271">
                <a:extLst>
                  <a:ext uri="{FF2B5EF4-FFF2-40B4-BE49-F238E27FC236}">
                    <a16:creationId xmlns:a16="http://schemas.microsoft.com/office/drawing/2014/main" id="{684C267C-749C-4275-81EA-A0C0DB3BD7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sp>
          <p:nvSpPr>
            <p:cNvPr id="175133" name="Rectangle 272">
              <a:extLst>
                <a:ext uri="{FF2B5EF4-FFF2-40B4-BE49-F238E27FC236}">
                  <a16:creationId xmlns:a16="http://schemas.microsoft.com/office/drawing/2014/main" id="{159D88BC-FA44-4CE7-ADD1-9A99B57B0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75134" name="Text Box 277">
              <a:extLst>
                <a:ext uri="{FF2B5EF4-FFF2-40B4-BE49-F238E27FC236}">
                  <a16:creationId xmlns:a16="http://schemas.microsoft.com/office/drawing/2014/main" id="{4E31269B-93DB-4F57-AB11-BAC5BE9DD2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6" y="3335"/>
              <a:ext cx="10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latin typeface="Arial" panose="020B0604020202020204" pitchFamily="34" charset="0"/>
                </a:rPr>
                <a:t>outgoing 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latin typeface="Arial" panose="020B0604020202020204" pitchFamily="34" charset="0"/>
                </a:rPr>
                <a:t>message queue</a:t>
              </a:r>
              <a:endParaRPr lang="en-US" altLang="zh-TW" sz="24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>
            <a:extLst>
              <a:ext uri="{FF2B5EF4-FFF2-40B4-BE49-F238E27FC236}">
                <a16:creationId xmlns:a16="http://schemas.microsoft.com/office/drawing/2014/main" id="{56A5AD09-9860-4A02-BDF5-5EE6273729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77155" name="Rectangle 8">
            <a:extLst>
              <a:ext uri="{FF2B5EF4-FFF2-40B4-BE49-F238E27FC236}">
                <a16:creationId xmlns:a16="http://schemas.microsoft.com/office/drawing/2014/main" id="{1C6A215A-E96B-4B92-B5D4-0980AF82A8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77AB600E-FDAB-4CA8-8197-C5A1495854D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77156" name="Picture 9" descr="underline_base">
            <a:extLst>
              <a:ext uri="{FF2B5EF4-FFF2-40B4-BE49-F238E27FC236}">
                <a16:creationId xmlns:a16="http://schemas.microsoft.com/office/drawing/2014/main" id="{FCB55335-5AAD-405B-9384-D98DB60F7A4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9429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7157" name="Rectangle 2">
            <a:extLst>
              <a:ext uri="{FF2B5EF4-FFF2-40B4-BE49-F238E27FC236}">
                <a16:creationId xmlns:a16="http://schemas.microsoft.com/office/drawing/2014/main" id="{0AE7A41C-12D5-49A1-B66B-5159A1410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234950"/>
            <a:ext cx="7772400" cy="95885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Electronic Mail: SMTP </a:t>
            </a:r>
            <a:r>
              <a:rPr lang="en-US" altLang="zh-TW" sz="3600">
                <a:ea typeface="ＭＳ Ｐゴシック" panose="020B0600070205080204" pitchFamily="34" charset="-128"/>
              </a:rPr>
              <a:t>[RFC 2821]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77158" name="Rectangle 3">
            <a:extLst>
              <a:ext uri="{FF2B5EF4-FFF2-40B4-BE49-F238E27FC236}">
                <a16:creationId xmlns:a16="http://schemas.microsoft.com/office/drawing/2014/main" id="{64A8B813-8749-418F-8AB5-F3F309BD0F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8963" y="1422400"/>
            <a:ext cx="7629525" cy="4648200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uses </a:t>
            </a:r>
            <a:r>
              <a:rPr lang="en-US" altLang="zh-TW">
                <a:solidFill>
                  <a:srgbClr val="FF0000"/>
                </a:solidFill>
                <a:ea typeface="ＭＳ Ｐゴシック" panose="020B0600070205080204" pitchFamily="34" charset="-128"/>
              </a:rPr>
              <a:t>TCP</a:t>
            </a:r>
            <a:r>
              <a:rPr lang="en-US" altLang="zh-TW">
                <a:ea typeface="ＭＳ Ｐゴシック" panose="020B0600070205080204" pitchFamily="34" charset="-128"/>
              </a:rPr>
              <a:t> to reliably transfer email message from client to server, </a:t>
            </a:r>
            <a:r>
              <a:rPr lang="en-US" altLang="zh-TW">
                <a:solidFill>
                  <a:srgbClr val="FF0000"/>
                </a:solidFill>
                <a:ea typeface="ＭＳ Ｐゴシック" panose="020B0600070205080204" pitchFamily="34" charset="-128"/>
              </a:rPr>
              <a:t>port 25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direct transfer: sending server to receiving server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three phases of transfer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handshaking (greeting)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transfer of messages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closure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command/response interaction (like </a:t>
            </a:r>
            <a:r>
              <a:rPr lang="en-US" altLang="zh-TW" sz="2400">
                <a:ea typeface="ＭＳ Ｐゴシック" panose="020B0600070205080204" pitchFamily="34" charset="-128"/>
              </a:rPr>
              <a:t>HTTP, FTP</a:t>
            </a:r>
            <a:r>
              <a:rPr lang="en-US" altLang="zh-TW">
                <a:ea typeface="ＭＳ Ｐゴシック" panose="020B0600070205080204" pitchFamily="34" charset="-128"/>
              </a:rPr>
              <a:t>)</a:t>
            </a:r>
            <a:endParaRPr lang="en-US" altLang="zh-TW">
              <a:solidFill>
                <a:schemeClr val="accent2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en-US" altLang="zh-TW">
                <a:solidFill>
                  <a:srgbClr val="000099"/>
                </a:solidFill>
                <a:ea typeface="ＭＳ Ｐゴシック" panose="020B0600070205080204" pitchFamily="34" charset="-128"/>
              </a:rPr>
              <a:t>commands:</a:t>
            </a:r>
            <a:r>
              <a:rPr lang="en-US" altLang="zh-TW">
                <a:ea typeface="ＭＳ Ｐゴシック" panose="020B0600070205080204" pitchFamily="34" charset="-128"/>
              </a:rPr>
              <a:t> ASCII text</a:t>
            </a:r>
          </a:p>
          <a:p>
            <a:pPr lvl="1"/>
            <a:r>
              <a:rPr lang="en-US" altLang="zh-TW">
                <a:solidFill>
                  <a:srgbClr val="000099"/>
                </a:solidFill>
                <a:ea typeface="ＭＳ Ｐゴシック" panose="020B0600070205080204" pitchFamily="34" charset="-128"/>
              </a:rPr>
              <a:t>response:</a:t>
            </a:r>
            <a:r>
              <a:rPr lang="en-US" altLang="zh-TW">
                <a:ea typeface="ＭＳ Ｐゴシック" panose="020B0600070205080204" pitchFamily="34" charset="-128"/>
              </a:rPr>
              <a:t> status code and phrase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messages must be in 7-bit ASCII</a:t>
            </a:r>
            <a:endParaRPr lang="en-US" altLang="zh-TW" sz="3200">
              <a:ea typeface="ＭＳ Ｐゴシック" panose="020B0600070205080204" pitchFamily="34" charset="-128"/>
            </a:endParaRPr>
          </a:p>
          <a:p>
            <a:pPr lvl="1"/>
            <a:endParaRPr lang="en-US" altLang="zh-TW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>
            <a:extLst>
              <a:ext uri="{FF2B5EF4-FFF2-40B4-BE49-F238E27FC236}">
                <a16:creationId xmlns:a16="http://schemas.microsoft.com/office/drawing/2014/main" id="{FC7822B8-C53A-4985-AB93-58A5FA93C7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79203" name="Rectangle 8">
            <a:extLst>
              <a:ext uri="{FF2B5EF4-FFF2-40B4-BE49-F238E27FC236}">
                <a16:creationId xmlns:a16="http://schemas.microsoft.com/office/drawing/2014/main" id="{5A7DF0E4-3ADE-47E4-923B-08FA2F6D08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8B298CA1-0975-4CF2-A60C-C7AE12827011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179204" name="Picture 10" descr="underline_base">
            <a:extLst>
              <a:ext uri="{FF2B5EF4-FFF2-40B4-BE49-F238E27FC236}">
                <a16:creationId xmlns:a16="http://schemas.microsoft.com/office/drawing/2014/main" id="{5D485138-2849-45B5-BB82-F863C61C42D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5407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9205" name="Rectangle 2">
            <a:extLst>
              <a:ext uri="{FF2B5EF4-FFF2-40B4-BE49-F238E27FC236}">
                <a16:creationId xmlns:a16="http://schemas.microsoft.com/office/drawing/2014/main" id="{BA7B9515-BB5C-4432-8F5B-C9A34A09E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01613"/>
            <a:ext cx="7772400" cy="903287"/>
          </a:xfrm>
        </p:spPr>
        <p:txBody>
          <a:bodyPr/>
          <a:lstStyle/>
          <a:p>
            <a:r>
              <a:rPr lang="en-US" altLang="en-US" sz="4000">
                <a:ea typeface="ＭＳ Ｐゴシック" panose="020B0600070205080204" pitchFamily="34" charset="-128"/>
              </a:rPr>
              <a:t>Sample SMTP interaction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79206" name="Rectangle 3">
            <a:extLst>
              <a:ext uri="{FF2B5EF4-FFF2-40B4-BE49-F238E27FC236}">
                <a16:creationId xmlns:a16="http://schemas.microsoft.com/office/drawing/2014/main" id="{00E356B7-B0F1-4D04-92B7-9E34A44B1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3175"/>
            <a:ext cx="887095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S: 220 hamburger.edu </a:t>
            </a:r>
            <a:r>
              <a:rPr lang="en-US" altLang="zh-TW" sz="2000" dirty="0">
                <a:solidFill>
                  <a:srgbClr val="FFC000"/>
                </a:solidFill>
                <a:latin typeface="Arial" panose="020B0604020202020204" pitchFamily="34" charset="0"/>
              </a:rPr>
              <a:t>(server's host name) </a:t>
            </a:r>
            <a:endParaRPr lang="en-US" altLang="en-US" sz="2000" b="1" dirty="0">
              <a:solidFill>
                <a:srgbClr val="FFC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ZapfDingbats" pitchFamily="8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C: </a:t>
            </a:r>
            <a:r>
              <a:rPr lang="en-US" altLang="en-US" sz="2000" b="1" dirty="0">
                <a:solidFill>
                  <a:srgbClr val="00B0F0"/>
                </a:solidFill>
                <a:latin typeface="Courier New" panose="02070309020205020404" pitchFamily="49" charset="0"/>
              </a:rPr>
              <a:t>HELO</a:t>
            </a:r>
            <a:r>
              <a:rPr lang="en-US" altLang="en-US" sz="2000" b="1" dirty="0">
                <a:latin typeface="Courier New" panose="02070309020205020404" pitchFamily="49" charset="0"/>
              </a:rPr>
              <a:t> crepes.fr 	  </a:t>
            </a:r>
            <a:r>
              <a:rPr lang="en-US" altLang="zh-TW" sz="2000" dirty="0">
                <a:solidFill>
                  <a:srgbClr val="FFC000"/>
                </a:solidFill>
                <a:latin typeface="Arial" panose="020B0604020202020204" pitchFamily="34" charset="0"/>
              </a:rPr>
              <a:t>(client's host name) 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S: 250  Hello crepes.fr, pleased to meet you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C: </a:t>
            </a:r>
            <a:r>
              <a:rPr lang="en-US" altLang="en-US" sz="2000" b="1" dirty="0">
                <a:solidFill>
                  <a:srgbClr val="00B0F0"/>
                </a:solidFill>
                <a:latin typeface="Courier New" panose="02070309020205020404" pitchFamily="49" charset="0"/>
              </a:rPr>
              <a:t>MAIL FROM</a:t>
            </a:r>
            <a:r>
              <a:rPr lang="en-US" altLang="en-US" sz="2000" b="1" dirty="0">
                <a:latin typeface="Courier New" panose="02070309020205020404" pitchFamily="49" charset="0"/>
              </a:rPr>
              <a:t>: &lt;alice@crepes.fr&gt; </a:t>
            </a:r>
            <a:r>
              <a:rPr lang="en-US" altLang="zh-TW" sz="2000" dirty="0">
                <a:solidFill>
                  <a:srgbClr val="FFC000"/>
                </a:solidFill>
                <a:latin typeface="Arial" panose="020B0604020202020204" pitchFamily="34" charset="0"/>
              </a:rPr>
              <a:t>(beginning of message) 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S: 250 alice@crepes.fr... Sender ok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C: </a:t>
            </a:r>
            <a:r>
              <a:rPr lang="en-US" altLang="en-US" sz="2000" b="1" dirty="0">
                <a:solidFill>
                  <a:srgbClr val="00B0F0"/>
                </a:solidFill>
                <a:latin typeface="Courier New" panose="02070309020205020404" pitchFamily="49" charset="0"/>
              </a:rPr>
              <a:t>RCPT TO</a:t>
            </a:r>
            <a:r>
              <a:rPr lang="en-US" altLang="en-US" sz="2000" b="1" dirty="0">
                <a:latin typeface="Courier New" panose="02070309020205020404" pitchFamily="49" charset="0"/>
              </a:rPr>
              <a:t>: &lt;bob@hamburger.edu&gt;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S: 250 bob@hamburger.edu ... Recipient ok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C: </a:t>
            </a:r>
            <a:r>
              <a:rPr lang="en-US" altLang="en-US" sz="2000" b="1" dirty="0">
                <a:solidFill>
                  <a:srgbClr val="00B0F0"/>
                </a:solidFill>
                <a:latin typeface="Courier New" panose="02070309020205020404" pitchFamily="49" charset="0"/>
              </a:rPr>
              <a:t>DATA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S: 354 Enter mail, end with "." on a line by itself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C: Do you like ketchup? 		</a:t>
            </a:r>
            <a:r>
              <a:rPr lang="en-US" altLang="zh-TW" sz="2000" dirty="0">
                <a:solidFill>
                  <a:srgbClr val="FFC000"/>
                </a:solidFill>
                <a:latin typeface="Arial" panose="020B0604020202020204" pitchFamily="34" charset="0"/>
              </a:rPr>
              <a:t>(two-line message) 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C: How about pickles?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C: . 					</a:t>
            </a:r>
            <a:r>
              <a:rPr lang="en-US" altLang="zh-TW" sz="2000" dirty="0">
                <a:solidFill>
                  <a:srgbClr val="FFC000"/>
                </a:solidFill>
                <a:latin typeface="Arial" panose="020B0604020202020204" pitchFamily="34" charset="0"/>
              </a:rPr>
              <a:t> (end of message) 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S: 250 Message accepted for delivery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C: </a:t>
            </a:r>
            <a:r>
              <a:rPr lang="en-US" altLang="en-US" sz="2000" b="1" dirty="0">
                <a:solidFill>
                  <a:srgbClr val="00B0F0"/>
                </a:solidFill>
                <a:latin typeface="Courier New" panose="02070309020205020404" pitchFamily="49" charset="0"/>
              </a:rPr>
              <a:t>QUIT</a:t>
            </a:r>
            <a:r>
              <a:rPr lang="en-US" altLang="en-US" sz="2000" b="1" dirty="0">
                <a:latin typeface="Courier New" panose="02070309020205020404" pitchFamily="49" charset="0"/>
              </a:rPr>
              <a:t> 		</a:t>
            </a:r>
            <a:r>
              <a:rPr lang="en-US" altLang="zh-TW" sz="2000" dirty="0">
                <a:solidFill>
                  <a:srgbClr val="FFC000"/>
                </a:solidFill>
                <a:latin typeface="Arial" panose="020B0604020202020204" pitchFamily="34" charset="0"/>
              </a:rPr>
              <a:t> (all messages have been sent) 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S: 221 hamburger.edu closing connection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>
            <a:extLst>
              <a:ext uri="{FF2B5EF4-FFF2-40B4-BE49-F238E27FC236}">
                <a16:creationId xmlns:a16="http://schemas.microsoft.com/office/drawing/2014/main" id="{65F4B5C9-0D98-4A09-BD79-07DE6FF79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81251" name="Rectangle 8">
            <a:extLst>
              <a:ext uri="{FF2B5EF4-FFF2-40B4-BE49-F238E27FC236}">
                <a16:creationId xmlns:a16="http://schemas.microsoft.com/office/drawing/2014/main" id="{03725AD6-7FF5-4813-A062-D5237412B3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4D2C58D3-3915-4299-83EA-63EAEC1FD8F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181252" name="Group 163">
            <a:extLst>
              <a:ext uri="{FF2B5EF4-FFF2-40B4-BE49-F238E27FC236}">
                <a16:creationId xmlns:a16="http://schemas.microsoft.com/office/drawing/2014/main" id="{4ADBA9F1-3E6B-4DF5-88F5-D400F6879821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881563"/>
            <a:ext cx="912813" cy="1054100"/>
            <a:chOff x="3574" y="550"/>
            <a:chExt cx="575" cy="664"/>
          </a:xfrm>
        </p:grpSpPr>
        <p:grpSp>
          <p:nvGrpSpPr>
            <p:cNvPr id="181374" name="Group 164">
              <a:extLst>
                <a:ext uri="{FF2B5EF4-FFF2-40B4-BE49-F238E27FC236}">
                  <a16:creationId xmlns:a16="http://schemas.microsoft.com/office/drawing/2014/main" id="{5BA60382-143A-4018-9F86-FC1D4040F7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81377" name="Picture 165" descr="desktop_computer_stylized_medium">
                <a:extLst>
                  <a:ext uri="{FF2B5EF4-FFF2-40B4-BE49-F238E27FC236}">
                    <a16:creationId xmlns:a16="http://schemas.microsoft.com/office/drawing/2014/main" id="{705404E4-0831-4734-9F53-5A7667DE34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1378" name="Freeform 166">
                <a:extLst>
                  <a:ext uri="{FF2B5EF4-FFF2-40B4-BE49-F238E27FC236}">
                    <a16:creationId xmlns:a16="http://schemas.microsoft.com/office/drawing/2014/main" id="{B795959F-9A78-46FF-A04B-F2562FE313E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81375" name="Rectangle 115">
              <a:extLst>
                <a:ext uri="{FF2B5EF4-FFF2-40B4-BE49-F238E27FC236}">
                  <a16:creationId xmlns:a16="http://schemas.microsoft.com/office/drawing/2014/main" id="{4405A0FB-CC36-4306-BB8B-D838D8E31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376" name="Text Box 116">
              <a:extLst>
                <a:ext uri="{FF2B5EF4-FFF2-40B4-BE49-F238E27FC236}">
                  <a16:creationId xmlns:a16="http://schemas.microsoft.com/office/drawing/2014/main" id="{5A5599E8-6AC8-4409-9FA1-083848CD6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81253" name="Group 130">
            <a:extLst>
              <a:ext uri="{FF2B5EF4-FFF2-40B4-BE49-F238E27FC236}">
                <a16:creationId xmlns:a16="http://schemas.microsoft.com/office/drawing/2014/main" id="{7B9D9AC5-7356-4770-A0A4-1DB48B0AE997}"/>
              </a:ext>
            </a:extLst>
          </p:cNvPr>
          <p:cNvGrpSpPr>
            <a:grpSpLocks/>
          </p:cNvGrpSpPr>
          <p:nvPr/>
        </p:nvGrpSpPr>
        <p:grpSpPr bwMode="auto">
          <a:xfrm>
            <a:off x="4852988" y="4613275"/>
            <a:ext cx="511175" cy="693738"/>
            <a:chOff x="4140" y="429"/>
            <a:chExt cx="1425" cy="2396"/>
          </a:xfrm>
        </p:grpSpPr>
        <p:sp>
          <p:nvSpPr>
            <p:cNvPr id="181342" name="Freeform 131">
              <a:extLst>
                <a:ext uri="{FF2B5EF4-FFF2-40B4-BE49-F238E27FC236}">
                  <a16:creationId xmlns:a16="http://schemas.microsoft.com/office/drawing/2014/main" id="{DEBE6202-94F5-4E83-8224-B48D4E30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43" name="Rectangle 132">
              <a:extLst>
                <a:ext uri="{FF2B5EF4-FFF2-40B4-BE49-F238E27FC236}">
                  <a16:creationId xmlns:a16="http://schemas.microsoft.com/office/drawing/2014/main" id="{BCF769BA-A609-494E-96B6-F37A58230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44" name="Freeform 133">
              <a:extLst>
                <a:ext uri="{FF2B5EF4-FFF2-40B4-BE49-F238E27FC236}">
                  <a16:creationId xmlns:a16="http://schemas.microsoft.com/office/drawing/2014/main" id="{818A75F6-7020-4D12-82A8-5F4A106AD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45" name="Freeform 134">
              <a:extLst>
                <a:ext uri="{FF2B5EF4-FFF2-40B4-BE49-F238E27FC236}">
                  <a16:creationId xmlns:a16="http://schemas.microsoft.com/office/drawing/2014/main" id="{1FC4D65F-CD9A-4B04-A04E-5226E4764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46" name="Rectangle 135">
              <a:extLst>
                <a:ext uri="{FF2B5EF4-FFF2-40B4-BE49-F238E27FC236}">
                  <a16:creationId xmlns:a16="http://schemas.microsoft.com/office/drawing/2014/main" id="{19A4D285-72BD-4D03-8F00-610AED279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1347" name="Group 136">
              <a:extLst>
                <a:ext uri="{FF2B5EF4-FFF2-40B4-BE49-F238E27FC236}">
                  <a16:creationId xmlns:a16="http://schemas.microsoft.com/office/drawing/2014/main" id="{C4087579-1114-49C5-BB5A-CC6E4B707B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1372" name="AutoShape 137">
                <a:extLst>
                  <a:ext uri="{FF2B5EF4-FFF2-40B4-BE49-F238E27FC236}">
                    <a16:creationId xmlns:a16="http://schemas.microsoft.com/office/drawing/2014/main" id="{2EADFDCB-DF3A-4670-8099-F421FAFDF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1373" name="AutoShape 138">
                <a:extLst>
                  <a:ext uri="{FF2B5EF4-FFF2-40B4-BE49-F238E27FC236}">
                    <a16:creationId xmlns:a16="http://schemas.microsoft.com/office/drawing/2014/main" id="{469CE679-FCB9-463C-B6FA-FF098690B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348" name="Rectangle 139">
              <a:extLst>
                <a:ext uri="{FF2B5EF4-FFF2-40B4-BE49-F238E27FC236}">
                  <a16:creationId xmlns:a16="http://schemas.microsoft.com/office/drawing/2014/main" id="{4A8AFCB0-9E00-440F-831C-1730A2AB5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1349" name="Group 140">
              <a:extLst>
                <a:ext uri="{FF2B5EF4-FFF2-40B4-BE49-F238E27FC236}">
                  <a16:creationId xmlns:a16="http://schemas.microsoft.com/office/drawing/2014/main" id="{EF9CB66D-081C-49DB-A261-1B3F088C9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1370" name="AutoShape 141">
                <a:extLst>
                  <a:ext uri="{FF2B5EF4-FFF2-40B4-BE49-F238E27FC236}">
                    <a16:creationId xmlns:a16="http://schemas.microsoft.com/office/drawing/2014/main" id="{19E0D8E6-D0A7-4646-8EB2-3165E0276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1371" name="AutoShape 142">
                <a:extLst>
                  <a:ext uri="{FF2B5EF4-FFF2-40B4-BE49-F238E27FC236}">
                    <a16:creationId xmlns:a16="http://schemas.microsoft.com/office/drawing/2014/main" id="{C8630A7E-4185-4755-BB2E-58FB208C47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350" name="Rectangle 143">
              <a:extLst>
                <a:ext uri="{FF2B5EF4-FFF2-40B4-BE49-F238E27FC236}">
                  <a16:creationId xmlns:a16="http://schemas.microsoft.com/office/drawing/2014/main" id="{B09D3CD2-270D-423D-9317-31FF0CE32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51" name="Rectangle 144">
              <a:extLst>
                <a:ext uri="{FF2B5EF4-FFF2-40B4-BE49-F238E27FC236}">
                  <a16:creationId xmlns:a16="http://schemas.microsoft.com/office/drawing/2014/main" id="{C2639122-BD3F-41F9-ADFB-6EA347E98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1352" name="Group 145">
              <a:extLst>
                <a:ext uri="{FF2B5EF4-FFF2-40B4-BE49-F238E27FC236}">
                  <a16:creationId xmlns:a16="http://schemas.microsoft.com/office/drawing/2014/main" id="{F849E06F-F181-4806-AFAE-4F83EFD8A2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1368" name="AutoShape 146">
                <a:extLst>
                  <a:ext uri="{FF2B5EF4-FFF2-40B4-BE49-F238E27FC236}">
                    <a16:creationId xmlns:a16="http://schemas.microsoft.com/office/drawing/2014/main" id="{31BD30D9-8982-4232-8BE9-9E10D3F0C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1369" name="AutoShape 147">
                <a:extLst>
                  <a:ext uri="{FF2B5EF4-FFF2-40B4-BE49-F238E27FC236}">
                    <a16:creationId xmlns:a16="http://schemas.microsoft.com/office/drawing/2014/main" id="{EFF6FE5A-EF86-4DB7-9D14-D45F1DBE17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353" name="Freeform 148">
              <a:extLst>
                <a:ext uri="{FF2B5EF4-FFF2-40B4-BE49-F238E27FC236}">
                  <a16:creationId xmlns:a16="http://schemas.microsoft.com/office/drawing/2014/main" id="{DB92CCBC-E266-4CED-B23E-BC25843FA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81354" name="Group 149">
              <a:extLst>
                <a:ext uri="{FF2B5EF4-FFF2-40B4-BE49-F238E27FC236}">
                  <a16:creationId xmlns:a16="http://schemas.microsoft.com/office/drawing/2014/main" id="{8D72C2A7-8C7B-4D98-A994-DBA77E1BE1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1366" name="AutoShape 150">
                <a:extLst>
                  <a:ext uri="{FF2B5EF4-FFF2-40B4-BE49-F238E27FC236}">
                    <a16:creationId xmlns:a16="http://schemas.microsoft.com/office/drawing/2014/main" id="{F94ABE01-8A88-41A3-A396-9353DB318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1367" name="AutoShape 151">
                <a:extLst>
                  <a:ext uri="{FF2B5EF4-FFF2-40B4-BE49-F238E27FC236}">
                    <a16:creationId xmlns:a16="http://schemas.microsoft.com/office/drawing/2014/main" id="{A68EFB2B-2172-4580-A5BB-B0D591F2D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355" name="Rectangle 152">
              <a:extLst>
                <a:ext uri="{FF2B5EF4-FFF2-40B4-BE49-F238E27FC236}">
                  <a16:creationId xmlns:a16="http://schemas.microsoft.com/office/drawing/2014/main" id="{6B5BD66C-C8C6-4E18-9AE5-6120EA62A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56" name="Freeform 153">
              <a:extLst>
                <a:ext uri="{FF2B5EF4-FFF2-40B4-BE49-F238E27FC236}">
                  <a16:creationId xmlns:a16="http://schemas.microsoft.com/office/drawing/2014/main" id="{E153A718-144A-4337-BB8C-BD755D854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57" name="Freeform 154">
              <a:extLst>
                <a:ext uri="{FF2B5EF4-FFF2-40B4-BE49-F238E27FC236}">
                  <a16:creationId xmlns:a16="http://schemas.microsoft.com/office/drawing/2014/main" id="{B2E2628C-C325-4DA7-896D-DA0259566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58" name="Oval 155">
              <a:extLst>
                <a:ext uri="{FF2B5EF4-FFF2-40B4-BE49-F238E27FC236}">
                  <a16:creationId xmlns:a16="http://schemas.microsoft.com/office/drawing/2014/main" id="{8F5E76C3-C75F-4B26-8322-66F38586B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59" name="Freeform 156">
              <a:extLst>
                <a:ext uri="{FF2B5EF4-FFF2-40B4-BE49-F238E27FC236}">
                  <a16:creationId xmlns:a16="http://schemas.microsoft.com/office/drawing/2014/main" id="{B5DDCF3E-6F25-45DB-BD62-E921559B2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60" name="AutoShape 157">
              <a:extLst>
                <a:ext uri="{FF2B5EF4-FFF2-40B4-BE49-F238E27FC236}">
                  <a16:creationId xmlns:a16="http://schemas.microsoft.com/office/drawing/2014/main" id="{5C5F29A8-2B0D-4B86-B8C4-56404DD83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61" name="AutoShape 158">
              <a:extLst>
                <a:ext uri="{FF2B5EF4-FFF2-40B4-BE49-F238E27FC236}">
                  <a16:creationId xmlns:a16="http://schemas.microsoft.com/office/drawing/2014/main" id="{CB55DA54-D831-4081-9077-DB99F89E5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62" name="Oval 159">
              <a:extLst>
                <a:ext uri="{FF2B5EF4-FFF2-40B4-BE49-F238E27FC236}">
                  <a16:creationId xmlns:a16="http://schemas.microsoft.com/office/drawing/2014/main" id="{8FEA8A96-F50E-48AA-8AFA-DDED4F08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63" name="Oval 160">
              <a:extLst>
                <a:ext uri="{FF2B5EF4-FFF2-40B4-BE49-F238E27FC236}">
                  <a16:creationId xmlns:a16="http://schemas.microsoft.com/office/drawing/2014/main" id="{82D4865C-2FB5-44D4-A680-FC3EBCC29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364" name="Oval 161">
              <a:extLst>
                <a:ext uri="{FF2B5EF4-FFF2-40B4-BE49-F238E27FC236}">
                  <a16:creationId xmlns:a16="http://schemas.microsoft.com/office/drawing/2014/main" id="{6704F217-B083-4150-AB30-913427B07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65" name="Rectangle 162">
              <a:extLst>
                <a:ext uri="{FF2B5EF4-FFF2-40B4-BE49-F238E27FC236}">
                  <a16:creationId xmlns:a16="http://schemas.microsoft.com/office/drawing/2014/main" id="{0A08433C-7FAF-45F4-91B0-4EE5BB605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1254" name="Group 97">
            <a:extLst>
              <a:ext uri="{FF2B5EF4-FFF2-40B4-BE49-F238E27FC236}">
                <a16:creationId xmlns:a16="http://schemas.microsoft.com/office/drawing/2014/main" id="{558DB216-41DA-437F-A965-DA35C78E3D9E}"/>
              </a:ext>
            </a:extLst>
          </p:cNvPr>
          <p:cNvGrpSpPr>
            <a:grpSpLocks/>
          </p:cNvGrpSpPr>
          <p:nvPr/>
        </p:nvGrpSpPr>
        <p:grpSpPr bwMode="auto">
          <a:xfrm>
            <a:off x="2674938" y="4668838"/>
            <a:ext cx="511175" cy="693737"/>
            <a:chOff x="4140" y="429"/>
            <a:chExt cx="1425" cy="2396"/>
          </a:xfrm>
        </p:grpSpPr>
        <p:sp>
          <p:nvSpPr>
            <p:cNvPr id="181310" name="Freeform 98">
              <a:extLst>
                <a:ext uri="{FF2B5EF4-FFF2-40B4-BE49-F238E27FC236}">
                  <a16:creationId xmlns:a16="http://schemas.microsoft.com/office/drawing/2014/main" id="{C2505FD7-E34E-4EB2-B344-1614E987F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11" name="Rectangle 99">
              <a:extLst>
                <a:ext uri="{FF2B5EF4-FFF2-40B4-BE49-F238E27FC236}">
                  <a16:creationId xmlns:a16="http://schemas.microsoft.com/office/drawing/2014/main" id="{2A315B8D-E875-4544-AC62-B51522D42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12" name="Freeform 100">
              <a:extLst>
                <a:ext uri="{FF2B5EF4-FFF2-40B4-BE49-F238E27FC236}">
                  <a16:creationId xmlns:a16="http://schemas.microsoft.com/office/drawing/2014/main" id="{16EED312-189C-4929-95D8-1CE72404E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13" name="Freeform 101">
              <a:extLst>
                <a:ext uri="{FF2B5EF4-FFF2-40B4-BE49-F238E27FC236}">
                  <a16:creationId xmlns:a16="http://schemas.microsoft.com/office/drawing/2014/main" id="{F7A05FE9-E778-4F1C-870B-52BDF2044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14" name="Rectangle 102">
              <a:extLst>
                <a:ext uri="{FF2B5EF4-FFF2-40B4-BE49-F238E27FC236}">
                  <a16:creationId xmlns:a16="http://schemas.microsoft.com/office/drawing/2014/main" id="{FDD7A4BF-48E0-44D1-BC58-3A8475FED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1315" name="Group 103">
              <a:extLst>
                <a:ext uri="{FF2B5EF4-FFF2-40B4-BE49-F238E27FC236}">
                  <a16:creationId xmlns:a16="http://schemas.microsoft.com/office/drawing/2014/main" id="{AC07648C-DBF8-4781-85FE-8F10F577C6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1340" name="AutoShape 104">
                <a:extLst>
                  <a:ext uri="{FF2B5EF4-FFF2-40B4-BE49-F238E27FC236}">
                    <a16:creationId xmlns:a16="http://schemas.microsoft.com/office/drawing/2014/main" id="{33D5F62F-5D11-416F-9679-6C8CBADD0A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1341" name="AutoShape 105">
                <a:extLst>
                  <a:ext uri="{FF2B5EF4-FFF2-40B4-BE49-F238E27FC236}">
                    <a16:creationId xmlns:a16="http://schemas.microsoft.com/office/drawing/2014/main" id="{E37D37DB-A7E3-4C52-B5BA-E8EFEEAAF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316" name="Rectangle 106">
              <a:extLst>
                <a:ext uri="{FF2B5EF4-FFF2-40B4-BE49-F238E27FC236}">
                  <a16:creationId xmlns:a16="http://schemas.microsoft.com/office/drawing/2014/main" id="{9A14F685-E99E-4AB5-8A5F-5DA78CBA3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1317" name="Group 107">
              <a:extLst>
                <a:ext uri="{FF2B5EF4-FFF2-40B4-BE49-F238E27FC236}">
                  <a16:creationId xmlns:a16="http://schemas.microsoft.com/office/drawing/2014/main" id="{BD964B84-D2D9-4656-9E27-072CEE7E2B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1338" name="AutoShape 108">
                <a:extLst>
                  <a:ext uri="{FF2B5EF4-FFF2-40B4-BE49-F238E27FC236}">
                    <a16:creationId xmlns:a16="http://schemas.microsoft.com/office/drawing/2014/main" id="{46A5F643-E8C8-4E6F-AA7E-26C202226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1339" name="AutoShape 109">
                <a:extLst>
                  <a:ext uri="{FF2B5EF4-FFF2-40B4-BE49-F238E27FC236}">
                    <a16:creationId xmlns:a16="http://schemas.microsoft.com/office/drawing/2014/main" id="{D9DBD7B0-2375-49A3-95D9-8ACFCB92A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318" name="Rectangle 110">
              <a:extLst>
                <a:ext uri="{FF2B5EF4-FFF2-40B4-BE49-F238E27FC236}">
                  <a16:creationId xmlns:a16="http://schemas.microsoft.com/office/drawing/2014/main" id="{DB66A84D-C5AA-4728-82A7-DE3902858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19" name="Rectangle 111">
              <a:extLst>
                <a:ext uri="{FF2B5EF4-FFF2-40B4-BE49-F238E27FC236}">
                  <a16:creationId xmlns:a16="http://schemas.microsoft.com/office/drawing/2014/main" id="{C272825F-E5BD-49E6-B2AC-00D8355A0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1320" name="Group 112">
              <a:extLst>
                <a:ext uri="{FF2B5EF4-FFF2-40B4-BE49-F238E27FC236}">
                  <a16:creationId xmlns:a16="http://schemas.microsoft.com/office/drawing/2014/main" id="{5D89E789-5D55-4AB4-AA72-AC18148B78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1336" name="AutoShape 113">
                <a:extLst>
                  <a:ext uri="{FF2B5EF4-FFF2-40B4-BE49-F238E27FC236}">
                    <a16:creationId xmlns:a16="http://schemas.microsoft.com/office/drawing/2014/main" id="{0053377B-F149-4FEC-95DB-32D9DAD9D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1337" name="AutoShape 114">
                <a:extLst>
                  <a:ext uri="{FF2B5EF4-FFF2-40B4-BE49-F238E27FC236}">
                    <a16:creationId xmlns:a16="http://schemas.microsoft.com/office/drawing/2014/main" id="{E73A675C-870E-44CA-BF9F-09C63CDA2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321" name="Freeform 115">
              <a:extLst>
                <a:ext uri="{FF2B5EF4-FFF2-40B4-BE49-F238E27FC236}">
                  <a16:creationId xmlns:a16="http://schemas.microsoft.com/office/drawing/2014/main" id="{AC05B164-428B-4F6C-B957-9997AC5C3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81322" name="Group 116">
              <a:extLst>
                <a:ext uri="{FF2B5EF4-FFF2-40B4-BE49-F238E27FC236}">
                  <a16:creationId xmlns:a16="http://schemas.microsoft.com/office/drawing/2014/main" id="{EB536637-A151-49C8-A902-52EDE13C5D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1334" name="AutoShape 117">
                <a:extLst>
                  <a:ext uri="{FF2B5EF4-FFF2-40B4-BE49-F238E27FC236}">
                    <a16:creationId xmlns:a16="http://schemas.microsoft.com/office/drawing/2014/main" id="{ED0323DC-97A3-4408-8F0E-EB38BD170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1335" name="AutoShape 118">
                <a:extLst>
                  <a:ext uri="{FF2B5EF4-FFF2-40B4-BE49-F238E27FC236}">
                    <a16:creationId xmlns:a16="http://schemas.microsoft.com/office/drawing/2014/main" id="{C75C5096-4EB2-405C-8A0C-EA5814156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323" name="Rectangle 119">
              <a:extLst>
                <a:ext uri="{FF2B5EF4-FFF2-40B4-BE49-F238E27FC236}">
                  <a16:creationId xmlns:a16="http://schemas.microsoft.com/office/drawing/2014/main" id="{2E72B6BD-B280-4A1B-8CBB-B8CDED5A4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24" name="Freeform 120">
              <a:extLst>
                <a:ext uri="{FF2B5EF4-FFF2-40B4-BE49-F238E27FC236}">
                  <a16:creationId xmlns:a16="http://schemas.microsoft.com/office/drawing/2014/main" id="{BE33E3C2-4177-4BF9-94A0-953D94C6C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25" name="Freeform 121">
              <a:extLst>
                <a:ext uri="{FF2B5EF4-FFF2-40B4-BE49-F238E27FC236}">
                  <a16:creationId xmlns:a16="http://schemas.microsoft.com/office/drawing/2014/main" id="{2C667B63-43E9-4BD0-95A4-E4C1475BD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26" name="Oval 122">
              <a:extLst>
                <a:ext uri="{FF2B5EF4-FFF2-40B4-BE49-F238E27FC236}">
                  <a16:creationId xmlns:a16="http://schemas.microsoft.com/office/drawing/2014/main" id="{E531514F-E309-4A3C-97C5-5AA769377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27" name="Freeform 123">
              <a:extLst>
                <a:ext uri="{FF2B5EF4-FFF2-40B4-BE49-F238E27FC236}">
                  <a16:creationId xmlns:a16="http://schemas.microsoft.com/office/drawing/2014/main" id="{1B04F40B-284C-44D5-8935-1E98C95AB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1328" name="AutoShape 124">
              <a:extLst>
                <a:ext uri="{FF2B5EF4-FFF2-40B4-BE49-F238E27FC236}">
                  <a16:creationId xmlns:a16="http://schemas.microsoft.com/office/drawing/2014/main" id="{B8F42E80-0381-4C82-9DF6-9C849D489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29" name="AutoShape 125">
              <a:extLst>
                <a:ext uri="{FF2B5EF4-FFF2-40B4-BE49-F238E27FC236}">
                  <a16:creationId xmlns:a16="http://schemas.microsoft.com/office/drawing/2014/main" id="{AAC502D0-81FC-4B53-AEB6-0467E0A94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30" name="Oval 126">
              <a:extLst>
                <a:ext uri="{FF2B5EF4-FFF2-40B4-BE49-F238E27FC236}">
                  <a16:creationId xmlns:a16="http://schemas.microsoft.com/office/drawing/2014/main" id="{E09E8246-03C6-4C5B-89D7-20E79B2F3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31" name="Oval 127">
              <a:extLst>
                <a:ext uri="{FF2B5EF4-FFF2-40B4-BE49-F238E27FC236}">
                  <a16:creationId xmlns:a16="http://schemas.microsoft.com/office/drawing/2014/main" id="{912014AE-C3EF-4353-82A6-DEBECA098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332" name="Oval 128">
              <a:extLst>
                <a:ext uri="{FF2B5EF4-FFF2-40B4-BE49-F238E27FC236}">
                  <a16:creationId xmlns:a16="http://schemas.microsoft.com/office/drawing/2014/main" id="{9F5D5C6E-1F77-46C1-9478-326BEB82D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1333" name="Rectangle 129">
              <a:extLst>
                <a:ext uri="{FF2B5EF4-FFF2-40B4-BE49-F238E27FC236}">
                  <a16:creationId xmlns:a16="http://schemas.microsoft.com/office/drawing/2014/main" id="{930B2574-ADE7-426C-9DC2-18571DBA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pic>
        <p:nvPicPr>
          <p:cNvPr id="181255" name="Picture 83" descr="underline_base">
            <a:extLst>
              <a:ext uri="{FF2B5EF4-FFF2-40B4-BE49-F238E27FC236}">
                <a16:creationId xmlns:a16="http://schemas.microsoft.com/office/drawing/2014/main" id="{6C9EEFDA-4BC2-4B6D-9659-84B9E674E20E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801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1256" name="Rectangle 2">
            <a:extLst>
              <a:ext uri="{FF2B5EF4-FFF2-40B4-BE49-F238E27FC236}">
                <a16:creationId xmlns:a16="http://schemas.microsoft.com/office/drawing/2014/main" id="{5444DFF5-613E-4318-8F70-DA0BFE9CE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2225"/>
            <a:ext cx="8235950" cy="114300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Scenario: Alice sends message to Bob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81257" name="Rectangle 3">
            <a:extLst>
              <a:ext uri="{FF2B5EF4-FFF2-40B4-BE49-F238E27FC236}">
                <a16:creationId xmlns:a16="http://schemas.microsoft.com/office/drawing/2014/main" id="{6FA9AD5A-358D-4D65-9B8D-FFEB76401C4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3810000" cy="32194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200" dirty="0">
                <a:ea typeface="ＭＳ Ｐゴシック" panose="020B0600070205080204" pitchFamily="34" charset="-128"/>
              </a:rPr>
              <a:t>1) Alice uses UA to compose message </a:t>
            </a:r>
            <a:r>
              <a:rPr lang="ja-JP" altLang="en-US" sz="2200" dirty="0">
                <a:ea typeface="ＭＳ Ｐゴシック" panose="020B0600070205080204" pitchFamily="34" charset="-128"/>
              </a:rPr>
              <a:t>“</a:t>
            </a:r>
            <a:r>
              <a:rPr lang="en-US" altLang="ja-JP" sz="2200" dirty="0">
                <a:ea typeface="ＭＳ Ｐゴシック" panose="020B0600070205080204" pitchFamily="34" charset="-128"/>
              </a:rPr>
              <a:t>to</a:t>
            </a:r>
            <a:r>
              <a:rPr lang="ja-JP" altLang="en-US" sz="2200" dirty="0">
                <a:ea typeface="ＭＳ Ｐゴシック" panose="020B0600070205080204" pitchFamily="34" charset="-128"/>
              </a:rPr>
              <a:t>”</a:t>
            </a:r>
            <a:r>
              <a:rPr lang="en-US" altLang="ja-JP" sz="2200" dirty="0">
                <a:ea typeface="ＭＳ Ｐゴシック" panose="020B0600070205080204" pitchFamily="34" charset="-128"/>
              </a:rPr>
              <a:t> </a:t>
            </a:r>
            <a:r>
              <a:rPr lang="en-US" altLang="ja-JP" sz="2200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bob@someschool.edu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200" dirty="0">
                <a:ea typeface="ＭＳ Ｐゴシック" panose="020B0600070205080204" pitchFamily="34" charset="-128"/>
              </a:rPr>
              <a:t>2) Alice</a:t>
            </a:r>
            <a:r>
              <a:rPr lang="ja-JP" altLang="en-US" sz="2200" dirty="0">
                <a:ea typeface="ＭＳ Ｐゴシック" panose="020B0600070205080204" pitchFamily="34" charset="-128"/>
              </a:rPr>
              <a:t>’</a:t>
            </a:r>
            <a:r>
              <a:rPr lang="en-US" altLang="ja-JP" sz="2200" dirty="0">
                <a:ea typeface="ＭＳ Ｐゴシック" panose="020B0600070205080204" pitchFamily="34" charset="-128"/>
              </a:rPr>
              <a:t>s UA sends message to her mail server; message placed in message queue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200" dirty="0">
                <a:ea typeface="ＭＳ Ｐゴシック" panose="020B0600070205080204" pitchFamily="34" charset="-128"/>
              </a:rPr>
              <a:t>3) </a:t>
            </a:r>
            <a:r>
              <a:rPr lang="en-US" altLang="zh-TW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client side of SMTP opens TCP connection with Bob</a:t>
            </a:r>
            <a:r>
              <a:rPr lang="ja-JP" altLang="en-US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 mail server</a:t>
            </a:r>
            <a:endParaRPr lang="en-US" altLang="zh-TW" sz="2200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81258" name="Rectangle 4">
            <a:extLst>
              <a:ext uri="{FF2B5EF4-FFF2-40B4-BE49-F238E27FC236}">
                <a16:creationId xmlns:a16="http://schemas.microsoft.com/office/drawing/2014/main" id="{D22E2B93-A6A3-4E41-A72D-9F79DD55EF1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08500" y="1335088"/>
            <a:ext cx="3810000" cy="32686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200" dirty="0">
                <a:ea typeface="ＭＳ Ｐゴシック" panose="020B0600070205080204" pitchFamily="34" charset="-128"/>
              </a:rPr>
              <a:t>4) SMTP client sends Alice</a:t>
            </a:r>
            <a:r>
              <a:rPr lang="ja-JP" altLang="en-US" sz="2200" dirty="0">
                <a:ea typeface="ＭＳ Ｐゴシック" panose="020B0600070205080204" pitchFamily="34" charset="-128"/>
              </a:rPr>
              <a:t>’</a:t>
            </a:r>
            <a:r>
              <a:rPr lang="en-US" altLang="ja-JP" sz="2200" dirty="0">
                <a:ea typeface="ＭＳ Ｐゴシック" panose="020B0600070205080204" pitchFamily="34" charset="-128"/>
              </a:rPr>
              <a:t>s message over the TCP connection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200" dirty="0">
                <a:ea typeface="ＭＳ Ｐゴシック" panose="020B0600070205080204" pitchFamily="34" charset="-128"/>
              </a:rPr>
              <a:t>5) Bob</a:t>
            </a:r>
            <a:r>
              <a:rPr lang="ja-JP" altLang="en-US" sz="2200" dirty="0">
                <a:ea typeface="ＭＳ Ｐゴシック" panose="020B0600070205080204" pitchFamily="34" charset="-128"/>
              </a:rPr>
              <a:t>’</a:t>
            </a:r>
            <a:r>
              <a:rPr lang="en-US" altLang="ja-JP" sz="2200" dirty="0">
                <a:ea typeface="ＭＳ Ｐゴシック" panose="020B0600070205080204" pitchFamily="34" charset="-128"/>
              </a:rPr>
              <a:t>s mail server places the message in Bob</a:t>
            </a:r>
            <a:r>
              <a:rPr lang="ja-JP" altLang="en-US" sz="2200" dirty="0">
                <a:ea typeface="ＭＳ Ｐゴシック" panose="020B0600070205080204" pitchFamily="34" charset="-128"/>
              </a:rPr>
              <a:t>’</a:t>
            </a:r>
            <a:r>
              <a:rPr lang="en-US" altLang="ja-JP" sz="2200" dirty="0">
                <a:ea typeface="ＭＳ Ｐゴシック" panose="020B0600070205080204" pitchFamily="34" charset="-128"/>
              </a:rPr>
              <a:t>s mailbox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200" dirty="0">
                <a:ea typeface="ＭＳ Ｐゴシック" panose="020B0600070205080204" pitchFamily="34" charset="-128"/>
              </a:rPr>
              <a:t>6) Bob invokes his user agent to read message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200" dirty="0">
              <a:ea typeface="ＭＳ Ｐゴシック" panose="020B0600070205080204" pitchFamily="34" charset="-128"/>
            </a:endParaRPr>
          </a:p>
        </p:txBody>
      </p:sp>
      <p:grpSp>
        <p:nvGrpSpPr>
          <p:cNvPr id="181259" name="Group 20">
            <a:extLst>
              <a:ext uri="{FF2B5EF4-FFF2-40B4-BE49-F238E27FC236}">
                <a16:creationId xmlns:a16="http://schemas.microsoft.com/office/drawing/2014/main" id="{447A9C12-4884-4EBC-8C9D-CD4D50D09B39}"/>
              </a:ext>
            </a:extLst>
          </p:cNvPr>
          <p:cNvGrpSpPr>
            <a:grpSpLocks/>
          </p:cNvGrpSpPr>
          <p:nvPr/>
        </p:nvGrpSpPr>
        <p:grpSpPr bwMode="auto">
          <a:xfrm>
            <a:off x="2808288" y="4956175"/>
            <a:ext cx="809625" cy="1049338"/>
            <a:chOff x="4296" y="2627"/>
            <a:chExt cx="510" cy="661"/>
          </a:xfrm>
        </p:grpSpPr>
        <p:sp>
          <p:nvSpPr>
            <p:cNvPr id="181295" name="Rectangle 21">
              <a:extLst>
                <a:ext uri="{FF2B5EF4-FFF2-40B4-BE49-F238E27FC236}">
                  <a16:creationId xmlns:a16="http://schemas.microsoft.com/office/drawing/2014/main" id="{E4595EAC-8633-4C6E-9543-1A413671B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96" name="Text Box 22">
              <a:extLst>
                <a:ext uri="{FF2B5EF4-FFF2-40B4-BE49-F238E27FC236}">
                  <a16:creationId xmlns:a16="http://schemas.microsoft.com/office/drawing/2014/main" id="{97B64DB0-3A92-47C9-9395-1853F4F55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server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97" name="Rectangle 23">
              <a:extLst>
                <a:ext uri="{FF2B5EF4-FFF2-40B4-BE49-F238E27FC236}">
                  <a16:creationId xmlns:a16="http://schemas.microsoft.com/office/drawing/2014/main" id="{5A812389-EB25-4B8F-BDBA-780F0C515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98" name="Line 24">
              <a:extLst>
                <a:ext uri="{FF2B5EF4-FFF2-40B4-BE49-F238E27FC236}">
                  <a16:creationId xmlns:a16="http://schemas.microsoft.com/office/drawing/2014/main" id="{7C6D0FC2-C102-4CD3-9FAF-6F67E4ED2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299" name="Line 25">
              <a:extLst>
                <a:ext uri="{FF2B5EF4-FFF2-40B4-BE49-F238E27FC236}">
                  <a16:creationId xmlns:a16="http://schemas.microsoft.com/office/drawing/2014/main" id="{9D0589F8-1CA7-4311-93EE-C8EFEEE08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300" name="Line 26">
              <a:extLst>
                <a:ext uri="{FF2B5EF4-FFF2-40B4-BE49-F238E27FC236}">
                  <a16:creationId xmlns:a16="http://schemas.microsoft.com/office/drawing/2014/main" id="{304AFA00-B070-4AC7-BFAE-B8FCB0C0B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301" name="Line 27">
              <a:extLst>
                <a:ext uri="{FF2B5EF4-FFF2-40B4-BE49-F238E27FC236}">
                  <a16:creationId xmlns:a16="http://schemas.microsoft.com/office/drawing/2014/main" id="{0C04F8FB-65CA-4EF7-BE90-19E2D9894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302" name="Line 28">
              <a:extLst>
                <a:ext uri="{FF2B5EF4-FFF2-40B4-BE49-F238E27FC236}">
                  <a16:creationId xmlns:a16="http://schemas.microsoft.com/office/drawing/2014/main" id="{9E33694B-D128-4F61-B568-1981221AB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303" name="Line 29">
              <a:extLst>
                <a:ext uri="{FF2B5EF4-FFF2-40B4-BE49-F238E27FC236}">
                  <a16:creationId xmlns:a16="http://schemas.microsoft.com/office/drawing/2014/main" id="{664EB3BD-FD6D-49D0-B86C-4094FD065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304" name="Line 30">
              <a:extLst>
                <a:ext uri="{FF2B5EF4-FFF2-40B4-BE49-F238E27FC236}">
                  <a16:creationId xmlns:a16="http://schemas.microsoft.com/office/drawing/2014/main" id="{D435F174-FC4B-402A-9C28-EF50323BE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305" name="Rectangle 31">
              <a:extLst>
                <a:ext uri="{FF2B5EF4-FFF2-40B4-BE49-F238E27FC236}">
                  <a16:creationId xmlns:a16="http://schemas.microsoft.com/office/drawing/2014/main" id="{48D8E120-9988-4C6F-A690-63E67648F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306" name="Rectangle 32">
              <a:extLst>
                <a:ext uri="{FF2B5EF4-FFF2-40B4-BE49-F238E27FC236}">
                  <a16:creationId xmlns:a16="http://schemas.microsoft.com/office/drawing/2014/main" id="{5DF52BB8-797F-404E-85CB-7BD060E95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307" name="Rectangle 33">
              <a:extLst>
                <a:ext uri="{FF2B5EF4-FFF2-40B4-BE49-F238E27FC236}">
                  <a16:creationId xmlns:a16="http://schemas.microsoft.com/office/drawing/2014/main" id="{FD698B50-D691-4BF4-8E04-23E116192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308" name="Rectangle 34">
              <a:extLst>
                <a:ext uri="{FF2B5EF4-FFF2-40B4-BE49-F238E27FC236}">
                  <a16:creationId xmlns:a16="http://schemas.microsoft.com/office/drawing/2014/main" id="{4C0F8F66-7462-4A90-918C-200BDE8D9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309" name="Rectangle 35">
              <a:extLst>
                <a:ext uri="{FF2B5EF4-FFF2-40B4-BE49-F238E27FC236}">
                  <a16:creationId xmlns:a16="http://schemas.microsoft.com/office/drawing/2014/main" id="{361B3340-1C3C-42A8-A9CC-AC591685C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pic>
        <p:nvPicPr>
          <p:cNvPr id="181260" name="Picture 36" descr="Alice">
            <a:extLst>
              <a:ext uri="{FF2B5EF4-FFF2-40B4-BE49-F238E27FC236}">
                <a16:creationId xmlns:a16="http://schemas.microsoft.com/office/drawing/2014/main" id="{42BBCA7F-A90D-4885-A5AC-7DF4908A8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5121275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1261" name="Picture 37" descr="Bob">
            <a:extLst>
              <a:ext uri="{FF2B5EF4-FFF2-40B4-BE49-F238E27FC236}">
                <a16:creationId xmlns:a16="http://schemas.microsoft.com/office/drawing/2014/main" id="{40833C44-EB16-4730-A96F-2190F3A5E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038" y="502602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1262" name="Group 48">
            <a:extLst>
              <a:ext uri="{FF2B5EF4-FFF2-40B4-BE49-F238E27FC236}">
                <a16:creationId xmlns:a16="http://schemas.microsoft.com/office/drawing/2014/main" id="{152274E7-BE78-49B8-A76D-840901DF313D}"/>
              </a:ext>
            </a:extLst>
          </p:cNvPr>
          <p:cNvGrpSpPr>
            <a:grpSpLocks/>
          </p:cNvGrpSpPr>
          <p:nvPr/>
        </p:nvGrpSpPr>
        <p:grpSpPr bwMode="auto">
          <a:xfrm>
            <a:off x="4999038" y="4902200"/>
            <a:ext cx="809625" cy="1049338"/>
            <a:chOff x="4296" y="2627"/>
            <a:chExt cx="510" cy="661"/>
          </a:xfrm>
        </p:grpSpPr>
        <p:sp>
          <p:nvSpPr>
            <p:cNvPr id="181280" name="Rectangle 49">
              <a:extLst>
                <a:ext uri="{FF2B5EF4-FFF2-40B4-BE49-F238E27FC236}">
                  <a16:creationId xmlns:a16="http://schemas.microsoft.com/office/drawing/2014/main" id="{667716A2-5A3F-4197-B357-95C47A441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81" name="Text Box 50">
              <a:extLst>
                <a:ext uri="{FF2B5EF4-FFF2-40B4-BE49-F238E27FC236}">
                  <a16:creationId xmlns:a16="http://schemas.microsoft.com/office/drawing/2014/main" id="{E1A78C59-2240-4466-97CD-0F555733E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server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82" name="Rectangle 51">
              <a:extLst>
                <a:ext uri="{FF2B5EF4-FFF2-40B4-BE49-F238E27FC236}">
                  <a16:creationId xmlns:a16="http://schemas.microsoft.com/office/drawing/2014/main" id="{53E0B2C2-B261-4BD7-8E3F-F39019ED5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83" name="Line 52">
              <a:extLst>
                <a:ext uri="{FF2B5EF4-FFF2-40B4-BE49-F238E27FC236}">
                  <a16:creationId xmlns:a16="http://schemas.microsoft.com/office/drawing/2014/main" id="{B39D46C7-4B02-4302-8C18-53483F6C1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284" name="Line 53">
              <a:extLst>
                <a:ext uri="{FF2B5EF4-FFF2-40B4-BE49-F238E27FC236}">
                  <a16:creationId xmlns:a16="http://schemas.microsoft.com/office/drawing/2014/main" id="{9E7A5AE1-10AF-4FB6-83CA-79AB592CE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285" name="Line 54">
              <a:extLst>
                <a:ext uri="{FF2B5EF4-FFF2-40B4-BE49-F238E27FC236}">
                  <a16:creationId xmlns:a16="http://schemas.microsoft.com/office/drawing/2014/main" id="{918D6157-5A1E-4059-A5FD-603DD92A6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286" name="Line 55">
              <a:extLst>
                <a:ext uri="{FF2B5EF4-FFF2-40B4-BE49-F238E27FC236}">
                  <a16:creationId xmlns:a16="http://schemas.microsoft.com/office/drawing/2014/main" id="{0929F10E-C02E-445C-AB3D-C7520FF47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287" name="Line 56">
              <a:extLst>
                <a:ext uri="{FF2B5EF4-FFF2-40B4-BE49-F238E27FC236}">
                  <a16:creationId xmlns:a16="http://schemas.microsoft.com/office/drawing/2014/main" id="{FD620ADB-2F23-4FD3-B713-60F041479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288" name="Line 57">
              <a:extLst>
                <a:ext uri="{FF2B5EF4-FFF2-40B4-BE49-F238E27FC236}">
                  <a16:creationId xmlns:a16="http://schemas.microsoft.com/office/drawing/2014/main" id="{80ACBCCE-2755-44A9-82EE-878741A73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289" name="Line 58">
              <a:extLst>
                <a:ext uri="{FF2B5EF4-FFF2-40B4-BE49-F238E27FC236}">
                  <a16:creationId xmlns:a16="http://schemas.microsoft.com/office/drawing/2014/main" id="{8987DDB5-EEFF-4A68-956F-9F76668A1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1290" name="Rectangle 59">
              <a:extLst>
                <a:ext uri="{FF2B5EF4-FFF2-40B4-BE49-F238E27FC236}">
                  <a16:creationId xmlns:a16="http://schemas.microsoft.com/office/drawing/2014/main" id="{47101C25-6F8E-4532-94BC-7351D591B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91" name="Rectangle 60">
              <a:extLst>
                <a:ext uri="{FF2B5EF4-FFF2-40B4-BE49-F238E27FC236}">
                  <a16:creationId xmlns:a16="http://schemas.microsoft.com/office/drawing/2014/main" id="{29072C58-1E44-43FA-8EBE-CB5CBA495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92" name="Rectangle 61">
              <a:extLst>
                <a:ext uri="{FF2B5EF4-FFF2-40B4-BE49-F238E27FC236}">
                  <a16:creationId xmlns:a16="http://schemas.microsoft.com/office/drawing/2014/main" id="{0CFA86FC-1AA6-40DE-ABA0-FFA7D7C97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93" name="Rectangle 62">
              <a:extLst>
                <a:ext uri="{FF2B5EF4-FFF2-40B4-BE49-F238E27FC236}">
                  <a16:creationId xmlns:a16="http://schemas.microsoft.com/office/drawing/2014/main" id="{19D1DB1E-0CD8-49F3-B831-35797F464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94" name="Rectangle 63">
              <a:extLst>
                <a:ext uri="{FF2B5EF4-FFF2-40B4-BE49-F238E27FC236}">
                  <a16:creationId xmlns:a16="http://schemas.microsoft.com/office/drawing/2014/main" id="{C44828A6-91A0-43EE-8B77-C802776D5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</p:grpSp>
      <p:sp>
        <p:nvSpPr>
          <p:cNvPr id="181263" name="Line 69">
            <a:extLst>
              <a:ext uri="{FF2B5EF4-FFF2-40B4-BE49-F238E27FC236}">
                <a16:creationId xmlns:a16="http://schemas.microsoft.com/office/drawing/2014/main" id="{AE3FF5DC-8E30-4F6E-8F50-8AADEAD606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8813" y="5494338"/>
            <a:ext cx="892175" cy="14605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81264" name="Line 70">
            <a:extLst>
              <a:ext uri="{FF2B5EF4-FFF2-40B4-BE49-F238E27FC236}">
                <a16:creationId xmlns:a16="http://schemas.microsoft.com/office/drawing/2014/main" id="{A8A8CD3B-FCDA-4B34-B7BA-D009D79D8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4738" y="5629275"/>
            <a:ext cx="1379537" cy="21907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81265" name="Line 71">
            <a:extLst>
              <a:ext uri="{FF2B5EF4-FFF2-40B4-BE49-F238E27FC236}">
                <a16:creationId xmlns:a16="http://schemas.microsoft.com/office/drawing/2014/main" id="{11861C98-468F-4059-A26F-CE1BC1700A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45175" y="5408613"/>
            <a:ext cx="1027113" cy="427037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81266" name="Oval 72">
            <a:extLst>
              <a:ext uri="{FF2B5EF4-FFF2-40B4-BE49-F238E27FC236}">
                <a16:creationId xmlns:a16="http://schemas.microsoft.com/office/drawing/2014/main" id="{4C4D2B07-94F1-4822-9744-6916F75CB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863" y="4943475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600" dirty="0">
                <a:latin typeface="Arial" panose="020B0604020202020204" pitchFamily="34" charset="0"/>
              </a:rPr>
              <a:t>1</a:t>
            </a:r>
            <a:endParaRPr lang="en-US" altLang="zh-TW" sz="2400" dirty="0">
              <a:latin typeface="Arial" panose="020B0604020202020204" pitchFamily="34" charset="0"/>
            </a:endParaRPr>
          </a:p>
        </p:txBody>
      </p:sp>
      <p:sp>
        <p:nvSpPr>
          <p:cNvPr id="181267" name="Oval 74">
            <a:extLst>
              <a:ext uri="{FF2B5EF4-FFF2-40B4-BE49-F238E27FC236}">
                <a16:creationId xmlns:a16="http://schemas.microsoft.com/office/drawing/2014/main" id="{1ACF05A0-241E-4532-87D7-A9B081DAD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5438775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600">
                <a:latin typeface="Arial" panose="020B0604020202020204" pitchFamily="34" charset="0"/>
              </a:rPr>
              <a:t>2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81268" name="Oval 75">
            <a:extLst>
              <a:ext uri="{FF2B5EF4-FFF2-40B4-BE49-F238E27FC236}">
                <a16:creationId xmlns:a16="http://schemas.microsoft.com/office/drawing/2014/main" id="{B0E0D2DE-70E0-4BF6-AE65-0A4F616BA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5518150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600">
                <a:latin typeface="Arial" panose="020B0604020202020204" pitchFamily="34" charset="0"/>
              </a:rPr>
              <a:t>3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81269" name="Oval 76">
            <a:extLst>
              <a:ext uri="{FF2B5EF4-FFF2-40B4-BE49-F238E27FC236}">
                <a16:creationId xmlns:a16="http://schemas.microsoft.com/office/drawing/2014/main" id="{8A1CDFDD-3DA8-4E49-9B68-8FF92A7A4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603875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600">
                <a:latin typeface="Arial" panose="020B0604020202020204" pitchFamily="34" charset="0"/>
              </a:rPr>
              <a:t>4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81270" name="Oval 77">
            <a:extLst>
              <a:ext uri="{FF2B5EF4-FFF2-40B4-BE49-F238E27FC236}">
                <a16:creationId xmlns:a16="http://schemas.microsoft.com/office/drawing/2014/main" id="{6C20E3AC-689A-4B5C-919C-C4432DBB8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5935663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600">
                <a:latin typeface="Arial" panose="020B0604020202020204" pitchFamily="34" charset="0"/>
              </a:rPr>
              <a:t>5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81271" name="Oval 78">
            <a:extLst>
              <a:ext uri="{FF2B5EF4-FFF2-40B4-BE49-F238E27FC236}">
                <a16:creationId xmlns:a16="http://schemas.microsoft.com/office/drawing/2014/main" id="{98BC8A58-581B-49FE-A2AE-90BA1845D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5505450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600">
                <a:latin typeface="Arial" panose="020B0604020202020204" pitchFamily="34" charset="0"/>
              </a:rPr>
              <a:t>6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81272" name="Text Box 95">
            <a:extLst>
              <a:ext uri="{FF2B5EF4-FFF2-40B4-BE49-F238E27FC236}">
                <a16:creationId xmlns:a16="http://schemas.microsoft.com/office/drawing/2014/main" id="{C13B3217-8D94-41EF-81DC-CD6EFCAEE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6069013"/>
            <a:ext cx="1819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600">
                <a:latin typeface="Arial" panose="020B0604020202020204" pitchFamily="34" charset="0"/>
              </a:rPr>
              <a:t>Alice</a:t>
            </a:r>
            <a:r>
              <a:rPr lang="ja-JP" altLang="en-US" sz="1600">
                <a:latin typeface="Arial" panose="020B0604020202020204" pitchFamily="34" charset="0"/>
              </a:rPr>
              <a:t>’</a:t>
            </a:r>
            <a:r>
              <a:rPr lang="en-US" altLang="ja-JP" sz="1600">
                <a:latin typeface="Arial" panose="020B0604020202020204" pitchFamily="34" charset="0"/>
              </a:rPr>
              <a:t>s mail server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sp>
        <p:nvSpPr>
          <p:cNvPr id="181273" name="Text Box 96">
            <a:extLst>
              <a:ext uri="{FF2B5EF4-FFF2-40B4-BE49-F238E27FC236}">
                <a16:creationId xmlns:a16="http://schemas.microsoft.com/office/drawing/2014/main" id="{5E038C7A-6FBA-40A2-9FB4-916C34EBF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8988" y="6132513"/>
            <a:ext cx="17414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600">
                <a:latin typeface="Arial" panose="020B0604020202020204" pitchFamily="34" charset="0"/>
              </a:rPr>
              <a:t>Bob</a:t>
            </a:r>
            <a:r>
              <a:rPr lang="ja-JP" altLang="en-US" sz="1600">
                <a:latin typeface="Arial" panose="020B0604020202020204" pitchFamily="34" charset="0"/>
              </a:rPr>
              <a:t>’</a:t>
            </a:r>
            <a:r>
              <a:rPr lang="en-US" altLang="ja-JP" sz="1600">
                <a:latin typeface="Arial" panose="020B0604020202020204" pitchFamily="34" charset="0"/>
              </a:rPr>
              <a:t>s mail server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grpSp>
        <p:nvGrpSpPr>
          <p:cNvPr id="181274" name="Group 169">
            <a:extLst>
              <a:ext uri="{FF2B5EF4-FFF2-40B4-BE49-F238E27FC236}">
                <a16:creationId xmlns:a16="http://schemas.microsoft.com/office/drawing/2014/main" id="{D1C89C6B-BF7F-412F-9469-1981F6616B91}"/>
              </a:ext>
            </a:extLst>
          </p:cNvPr>
          <p:cNvGrpSpPr>
            <a:grpSpLocks/>
          </p:cNvGrpSpPr>
          <p:nvPr/>
        </p:nvGrpSpPr>
        <p:grpSpPr bwMode="auto">
          <a:xfrm>
            <a:off x="6672263" y="4808538"/>
            <a:ext cx="912812" cy="1054100"/>
            <a:chOff x="3574" y="550"/>
            <a:chExt cx="575" cy="664"/>
          </a:xfrm>
        </p:grpSpPr>
        <p:grpSp>
          <p:nvGrpSpPr>
            <p:cNvPr id="181275" name="Group 170">
              <a:extLst>
                <a:ext uri="{FF2B5EF4-FFF2-40B4-BE49-F238E27FC236}">
                  <a16:creationId xmlns:a16="http://schemas.microsoft.com/office/drawing/2014/main" id="{818C11B1-B5DF-4F04-82CA-31F00C0D19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81278" name="Picture 171" descr="desktop_computer_stylized_medium">
                <a:extLst>
                  <a:ext uri="{FF2B5EF4-FFF2-40B4-BE49-F238E27FC236}">
                    <a16:creationId xmlns:a16="http://schemas.microsoft.com/office/drawing/2014/main" id="{927E4A1E-0C4B-4ABB-A180-547A4EDF6F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1279" name="Freeform 172">
                <a:extLst>
                  <a:ext uri="{FF2B5EF4-FFF2-40B4-BE49-F238E27FC236}">
                    <a16:creationId xmlns:a16="http://schemas.microsoft.com/office/drawing/2014/main" id="{7C261FB5-D6D1-47BB-AD97-8A6C81B968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81276" name="Rectangle 115">
              <a:extLst>
                <a:ext uri="{FF2B5EF4-FFF2-40B4-BE49-F238E27FC236}">
                  <a16:creationId xmlns:a16="http://schemas.microsoft.com/office/drawing/2014/main" id="{802E720A-BC98-42B9-8DB5-096B44A83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1277" name="Text Box 116">
              <a:extLst>
                <a:ext uri="{FF2B5EF4-FFF2-40B4-BE49-F238E27FC236}">
                  <a16:creationId xmlns:a16="http://schemas.microsoft.com/office/drawing/2014/main" id="{FC9CB582-3065-4369-9BAD-CC7597F943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>
            <a:extLst>
              <a:ext uri="{FF2B5EF4-FFF2-40B4-BE49-F238E27FC236}">
                <a16:creationId xmlns:a16="http://schemas.microsoft.com/office/drawing/2014/main" id="{0F87E5D9-457B-452F-A208-2EC8F071EF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83299" name="Rectangle 8">
            <a:extLst>
              <a:ext uri="{FF2B5EF4-FFF2-40B4-BE49-F238E27FC236}">
                <a16:creationId xmlns:a16="http://schemas.microsoft.com/office/drawing/2014/main" id="{FB7CDA13-F12B-4FE9-80AA-40372D0730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747DD393-62CF-4507-9143-D63B409FE83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83300" name="Rectangle 2">
            <a:extLst>
              <a:ext uri="{FF2B5EF4-FFF2-40B4-BE49-F238E27FC236}">
                <a16:creationId xmlns:a16="http://schemas.microsoft.com/office/drawing/2014/main" id="{C305BC7C-75BA-4D46-A124-36CD0F461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61925"/>
            <a:ext cx="7772400" cy="1143000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SMTP: final words</a:t>
            </a:r>
          </a:p>
        </p:txBody>
      </p:sp>
      <p:sp>
        <p:nvSpPr>
          <p:cNvPr id="183301" name="Rectangle 3">
            <a:extLst>
              <a:ext uri="{FF2B5EF4-FFF2-40B4-BE49-F238E27FC236}">
                <a16:creationId xmlns:a16="http://schemas.microsoft.com/office/drawing/2014/main" id="{94651472-6431-46D6-9693-B5C5A2B887B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01650" y="1290638"/>
            <a:ext cx="7786688" cy="1982787"/>
          </a:xfrm>
        </p:spPr>
        <p:txBody>
          <a:bodyPr/>
          <a:lstStyle/>
          <a:p>
            <a:r>
              <a:rPr lang="en-US" altLang="zh-TW" sz="2400" dirty="0">
                <a:ea typeface="ＭＳ Ｐゴシック" panose="020B0600070205080204" pitchFamily="34" charset="-128"/>
              </a:rPr>
              <a:t>SMTP uses 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persistent connections</a:t>
            </a:r>
            <a:r>
              <a:rPr lang="en-US" altLang="zh-TW" sz="2400" dirty="0">
                <a:ea typeface="ＭＳ Ｐゴシック" panose="020B0600070205080204" pitchFamily="34" charset="-128"/>
              </a:rPr>
              <a:t>: If the sending mail server has several messages to send to the same receiving mail server, it can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send all of the messages over the same TCP connection</a:t>
            </a:r>
            <a:r>
              <a:rPr lang="en-US" altLang="zh-TW" sz="2400" dirty="0">
                <a:ea typeface="ＭＳ Ｐゴシック" panose="020B0600070205080204" pitchFamily="34" charset="-128"/>
              </a:rPr>
              <a:t>. </a:t>
            </a:r>
          </a:p>
        </p:txBody>
      </p:sp>
      <p:sp>
        <p:nvSpPr>
          <p:cNvPr id="183302" name="Rectangle 4">
            <a:extLst>
              <a:ext uri="{FF2B5EF4-FFF2-40B4-BE49-F238E27FC236}">
                <a16:creationId xmlns:a16="http://schemas.microsoft.com/office/drawing/2014/main" id="{42121B66-83AF-4C99-AB40-6C4C716A529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90550" y="2963863"/>
            <a:ext cx="8302625" cy="352583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comparison with HTTP:</a:t>
            </a:r>
          </a:p>
          <a:p>
            <a:pPr>
              <a:spcBef>
                <a:spcPct val="50000"/>
              </a:spcBef>
            </a:pPr>
            <a:r>
              <a:rPr lang="en-US" altLang="zh-TW" sz="2400" dirty="0">
                <a:ea typeface="ＭＳ Ｐゴシック" panose="020B0600070205080204" pitchFamily="34" charset="-128"/>
              </a:rPr>
              <a:t>HTTP: 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pull protocol</a:t>
            </a:r>
            <a:r>
              <a:rPr lang="en-US" altLang="zh-TW" sz="2400" dirty="0">
                <a:ea typeface="ＭＳ Ｐゴシック" panose="020B0600070205080204" pitchFamily="34" charset="-128"/>
              </a:rPr>
              <a:t> (pull the information from the server)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ea typeface="ＭＳ Ｐゴシック" panose="020B0600070205080204" pitchFamily="34" charset="-128"/>
              </a:rPr>
              <a:t>	SMTP: 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push protocol </a:t>
            </a:r>
            <a:r>
              <a:rPr lang="en-US" altLang="zh-TW" sz="2400" dirty="0">
                <a:ea typeface="ＭＳ Ｐゴシック" panose="020B0600070205080204" pitchFamily="34" charset="-128"/>
              </a:rPr>
              <a:t>(sending mail server pushes the file to the receiving mail server)</a:t>
            </a:r>
          </a:p>
          <a:p>
            <a:pPr>
              <a:spcAft>
                <a:spcPct val="50000"/>
              </a:spcAft>
            </a:pPr>
            <a:r>
              <a:rPr lang="en-US" altLang="zh-TW" sz="2400" dirty="0">
                <a:ea typeface="ＭＳ Ｐゴシック" panose="020B0600070205080204" pitchFamily="34" charset="-128"/>
              </a:rPr>
              <a:t>Both have ASCII command/response interaction, status codes</a:t>
            </a:r>
          </a:p>
        </p:txBody>
      </p:sp>
      <p:pic>
        <p:nvPicPr>
          <p:cNvPr id="183303" name="Picture 10" descr="underline_base">
            <a:extLst>
              <a:ext uri="{FF2B5EF4-FFF2-40B4-BE49-F238E27FC236}">
                <a16:creationId xmlns:a16="http://schemas.microsoft.com/office/drawing/2014/main" id="{BB0EC124-4B06-4843-9828-0C365317E33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9683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>
            <a:extLst>
              <a:ext uri="{FF2B5EF4-FFF2-40B4-BE49-F238E27FC236}">
                <a16:creationId xmlns:a16="http://schemas.microsoft.com/office/drawing/2014/main" id="{C2C09D31-730C-4516-A33B-47E87B9DDF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85347" name="Rectangle 8">
            <a:extLst>
              <a:ext uri="{FF2B5EF4-FFF2-40B4-BE49-F238E27FC236}">
                <a16:creationId xmlns:a16="http://schemas.microsoft.com/office/drawing/2014/main" id="{6D537B59-9798-402C-969E-BD683911AD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5B6183EF-7C5B-4D45-B074-4993561DA16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85348" name="Rectangle 2">
            <a:extLst>
              <a:ext uri="{FF2B5EF4-FFF2-40B4-BE49-F238E27FC236}">
                <a16:creationId xmlns:a16="http://schemas.microsoft.com/office/drawing/2014/main" id="{D2C677E2-0C69-4584-8E9B-51BA42A1A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17475"/>
            <a:ext cx="7772400" cy="114300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Mail message format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85349" name="Rectangle 3">
            <a:extLst>
              <a:ext uri="{FF2B5EF4-FFF2-40B4-BE49-F238E27FC236}">
                <a16:creationId xmlns:a16="http://schemas.microsoft.com/office/drawing/2014/main" id="{42CDD703-98C5-4E1C-BACD-9290DA7D2E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ea typeface="ＭＳ Ｐゴシック" panose="020B0600070205080204" pitchFamily="34" charset="-128"/>
              </a:rPr>
              <a:t>SMTP: protocol for exchanging email </a:t>
            </a:r>
            <a:r>
              <a:rPr lang="en-US" altLang="zh-TW" sz="2400" dirty="0" err="1">
                <a:ea typeface="ＭＳ Ｐゴシック" panose="020B0600070205080204" pitchFamily="34" charset="-128"/>
              </a:rPr>
              <a:t>msgs</a:t>
            </a:r>
            <a:endParaRPr lang="en-US" altLang="zh-TW" sz="2400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ea typeface="ＭＳ Ｐゴシック" panose="020B0600070205080204" pitchFamily="34" charset="-128"/>
              </a:rPr>
              <a:t>RFC 822: standard for text message format:</a:t>
            </a:r>
          </a:p>
          <a:p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header lines</a:t>
            </a:r>
            <a:r>
              <a:rPr lang="en-US" altLang="zh-TW" sz="2400" dirty="0">
                <a:ea typeface="ＭＳ Ｐゴシック" panose="020B0600070205080204" pitchFamily="34" charset="-128"/>
              </a:rPr>
              <a:t>, e.g.,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To: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From: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Subject:</a:t>
            </a:r>
          </a:p>
          <a:p>
            <a:endParaRPr lang="en-US" altLang="zh-TW" sz="2400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  <a:p>
            <a:endParaRPr lang="en-US" altLang="zh-TW" sz="2400">
              <a:solidFill>
                <a:srgbClr val="0070C0"/>
              </a:solidFill>
              <a:ea typeface="ＭＳ Ｐゴシック" panose="020B0600070205080204" pitchFamily="34" charset="-128"/>
            </a:endParaRPr>
          </a:p>
          <a:p>
            <a:r>
              <a:rPr lang="en-US" altLang="zh-TW" sz="2400">
                <a:solidFill>
                  <a:srgbClr val="0070C0"/>
                </a:solidFill>
                <a:ea typeface="ＭＳ Ｐゴシック" panose="020B0600070205080204" pitchFamily="34" charset="-128"/>
              </a:rPr>
              <a:t>Body</a:t>
            </a:r>
            <a:r>
              <a:rPr lang="en-US" altLang="zh-TW" sz="2400" dirty="0">
                <a:ea typeface="ＭＳ Ｐゴシック" panose="020B0600070205080204" pitchFamily="34" charset="-128"/>
              </a:rPr>
              <a:t>: the </a:t>
            </a:r>
            <a:r>
              <a:rPr lang="ja-JP" altLang="en-US" sz="2400" dirty="0">
                <a:ea typeface="ＭＳ Ｐゴシック" panose="020B0600070205080204" pitchFamily="34" charset="-128"/>
              </a:rPr>
              <a:t>“</a:t>
            </a:r>
            <a:r>
              <a:rPr lang="en-US" altLang="ja-JP" sz="2400" dirty="0">
                <a:ea typeface="ＭＳ Ｐゴシック" panose="020B0600070205080204" pitchFamily="34" charset="-128"/>
              </a:rPr>
              <a:t>message</a:t>
            </a:r>
            <a:r>
              <a:rPr lang="ja-JP" altLang="en-US" sz="2400" dirty="0">
                <a:ea typeface="ＭＳ Ｐゴシック" panose="020B0600070205080204" pitchFamily="34" charset="-128"/>
              </a:rPr>
              <a:t>”</a:t>
            </a:r>
            <a:r>
              <a:rPr lang="en-US" altLang="ja-JP" sz="2400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ASCII characters only</a:t>
            </a:r>
          </a:p>
        </p:txBody>
      </p:sp>
      <p:sp>
        <p:nvSpPr>
          <p:cNvPr id="185350" name="Rectangle 5">
            <a:extLst>
              <a:ext uri="{FF2B5EF4-FFF2-40B4-BE49-F238E27FC236}">
                <a16:creationId xmlns:a16="http://schemas.microsoft.com/office/drawing/2014/main" id="{AB63DE38-5318-4261-95D2-DB664766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0" y="1892300"/>
            <a:ext cx="28321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chemeClr val="bg1"/>
                </a:solidFill>
                <a:latin typeface="Arial" panose="020B0604020202020204" pitchFamily="34" charset="0"/>
              </a:rPr>
              <a:t>header</a:t>
            </a:r>
          </a:p>
        </p:txBody>
      </p:sp>
      <p:sp>
        <p:nvSpPr>
          <p:cNvPr id="185351" name="Rectangle 7">
            <a:extLst>
              <a:ext uri="{FF2B5EF4-FFF2-40B4-BE49-F238E27FC236}">
                <a16:creationId xmlns:a16="http://schemas.microsoft.com/office/drawing/2014/main" id="{1DF45639-F776-4458-BB7C-B493A1416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0" y="2705100"/>
            <a:ext cx="2832100" cy="17399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chemeClr val="bg1"/>
                </a:solidFill>
                <a:latin typeface="Arial" panose="020B0604020202020204" pitchFamily="34" charset="0"/>
              </a:rPr>
              <a:t>body</a:t>
            </a:r>
          </a:p>
        </p:txBody>
      </p:sp>
      <p:sp>
        <p:nvSpPr>
          <p:cNvPr id="185352" name="Rectangle 9">
            <a:extLst>
              <a:ext uri="{FF2B5EF4-FFF2-40B4-BE49-F238E27FC236}">
                <a16:creationId xmlns:a16="http://schemas.microsoft.com/office/drawing/2014/main" id="{883D0E23-F6E7-4EEB-BCBD-898105F2E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200" y="1778000"/>
            <a:ext cx="3238500" cy="307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85353" name="Line 10">
            <a:extLst>
              <a:ext uri="{FF2B5EF4-FFF2-40B4-BE49-F238E27FC236}">
                <a16:creationId xmlns:a16="http://schemas.microsoft.com/office/drawing/2014/main" id="{C637D33B-D75B-48B1-8453-6D6FA76697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62300" y="2159000"/>
            <a:ext cx="1765300" cy="1016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85354" name="Line 11">
            <a:extLst>
              <a:ext uri="{FF2B5EF4-FFF2-40B4-BE49-F238E27FC236}">
                <a16:creationId xmlns:a16="http://schemas.microsoft.com/office/drawing/2014/main" id="{AE2B3B08-1EE8-4D8C-A92A-0BF2405CEE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9900" y="3327400"/>
            <a:ext cx="1905000" cy="187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85355" name="Text Box 13">
            <a:extLst>
              <a:ext uri="{FF2B5EF4-FFF2-40B4-BE49-F238E27FC236}">
                <a16:creationId xmlns:a16="http://schemas.microsoft.com/office/drawing/2014/main" id="{E5FE53C3-58AD-4FFA-BF91-2172CA9DD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9113" y="2112963"/>
            <a:ext cx="792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blank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line</a:t>
            </a:r>
          </a:p>
        </p:txBody>
      </p:sp>
      <p:sp>
        <p:nvSpPr>
          <p:cNvPr id="185356" name="Line 14">
            <a:extLst>
              <a:ext uri="{FF2B5EF4-FFF2-40B4-BE49-F238E27FC236}">
                <a16:creationId xmlns:a16="http://schemas.microsoft.com/office/drawing/2014/main" id="{EB93CAC1-159F-4A70-A3C8-ADA4DBE228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51700" y="2552700"/>
            <a:ext cx="96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pic>
        <p:nvPicPr>
          <p:cNvPr id="185357" name="Picture 16" descr="underline_base">
            <a:extLst>
              <a:ext uri="{FF2B5EF4-FFF2-40B4-BE49-F238E27FC236}">
                <a16:creationId xmlns:a16="http://schemas.microsoft.com/office/drawing/2014/main" id="{D17524AE-70A7-4A39-8186-09B9395D58F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9128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>
            <a:extLst>
              <a:ext uri="{FF2B5EF4-FFF2-40B4-BE49-F238E27FC236}">
                <a16:creationId xmlns:a16="http://schemas.microsoft.com/office/drawing/2014/main" id="{B0F7F6A1-8912-4B69-9AB7-8E42CD55D5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87395" name="Rectangle 8">
            <a:extLst>
              <a:ext uri="{FF2B5EF4-FFF2-40B4-BE49-F238E27FC236}">
                <a16:creationId xmlns:a16="http://schemas.microsoft.com/office/drawing/2014/main" id="{AC5ACE8B-4286-4462-BB24-4CB89E73AA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5C651ACB-477B-4F89-8BBB-D9D63FF3975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187396" name="Group 133">
            <a:extLst>
              <a:ext uri="{FF2B5EF4-FFF2-40B4-BE49-F238E27FC236}">
                <a16:creationId xmlns:a16="http://schemas.microsoft.com/office/drawing/2014/main" id="{AB0FDE88-1ED4-4766-9D24-835E0D22FD05}"/>
              </a:ext>
            </a:extLst>
          </p:cNvPr>
          <p:cNvGrpSpPr>
            <a:grpSpLocks/>
          </p:cNvGrpSpPr>
          <p:nvPr/>
        </p:nvGrpSpPr>
        <p:grpSpPr bwMode="auto">
          <a:xfrm>
            <a:off x="2962275" y="1577975"/>
            <a:ext cx="511175" cy="693738"/>
            <a:chOff x="4140" y="429"/>
            <a:chExt cx="1425" cy="2396"/>
          </a:xfrm>
        </p:grpSpPr>
        <p:sp>
          <p:nvSpPr>
            <p:cNvPr id="187488" name="Freeform 134">
              <a:extLst>
                <a:ext uri="{FF2B5EF4-FFF2-40B4-BE49-F238E27FC236}">
                  <a16:creationId xmlns:a16="http://schemas.microsoft.com/office/drawing/2014/main" id="{48AA0744-F112-4CC0-8892-C3FCC70FD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489" name="Rectangle 135">
              <a:extLst>
                <a:ext uri="{FF2B5EF4-FFF2-40B4-BE49-F238E27FC236}">
                  <a16:creationId xmlns:a16="http://schemas.microsoft.com/office/drawing/2014/main" id="{00540571-90DE-4F6F-A8F8-B1743E649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490" name="Freeform 136">
              <a:extLst>
                <a:ext uri="{FF2B5EF4-FFF2-40B4-BE49-F238E27FC236}">
                  <a16:creationId xmlns:a16="http://schemas.microsoft.com/office/drawing/2014/main" id="{77C9441C-A9F4-4178-BFA9-4655710A8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491" name="Freeform 137">
              <a:extLst>
                <a:ext uri="{FF2B5EF4-FFF2-40B4-BE49-F238E27FC236}">
                  <a16:creationId xmlns:a16="http://schemas.microsoft.com/office/drawing/2014/main" id="{EC8CDC05-9C6C-4C6B-BDF1-44F168E04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492" name="Rectangle 138">
              <a:extLst>
                <a:ext uri="{FF2B5EF4-FFF2-40B4-BE49-F238E27FC236}">
                  <a16:creationId xmlns:a16="http://schemas.microsoft.com/office/drawing/2014/main" id="{9AA49850-7D92-4D6A-8B8C-3845C04C5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7493" name="Group 139">
              <a:extLst>
                <a:ext uri="{FF2B5EF4-FFF2-40B4-BE49-F238E27FC236}">
                  <a16:creationId xmlns:a16="http://schemas.microsoft.com/office/drawing/2014/main" id="{18C74B66-F02C-4C3A-A38C-51A60CD8CE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7518" name="AutoShape 140">
                <a:extLst>
                  <a:ext uri="{FF2B5EF4-FFF2-40B4-BE49-F238E27FC236}">
                    <a16:creationId xmlns:a16="http://schemas.microsoft.com/office/drawing/2014/main" id="{915825EC-91D5-45DB-86F7-47E37C7F6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7519" name="AutoShape 141">
                <a:extLst>
                  <a:ext uri="{FF2B5EF4-FFF2-40B4-BE49-F238E27FC236}">
                    <a16:creationId xmlns:a16="http://schemas.microsoft.com/office/drawing/2014/main" id="{4DCB826E-D1A4-4DDA-A73F-8352026AC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7494" name="Rectangle 142">
              <a:extLst>
                <a:ext uri="{FF2B5EF4-FFF2-40B4-BE49-F238E27FC236}">
                  <a16:creationId xmlns:a16="http://schemas.microsoft.com/office/drawing/2014/main" id="{5F828B35-CFDC-4A3F-9555-BACDCC0BC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7495" name="Group 143">
              <a:extLst>
                <a:ext uri="{FF2B5EF4-FFF2-40B4-BE49-F238E27FC236}">
                  <a16:creationId xmlns:a16="http://schemas.microsoft.com/office/drawing/2014/main" id="{36989648-E8F3-44F9-81CC-738D632F9D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7516" name="AutoShape 144">
                <a:extLst>
                  <a:ext uri="{FF2B5EF4-FFF2-40B4-BE49-F238E27FC236}">
                    <a16:creationId xmlns:a16="http://schemas.microsoft.com/office/drawing/2014/main" id="{9523A1E6-6F45-4666-9687-8F31CCDEE6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7517" name="AutoShape 145">
                <a:extLst>
                  <a:ext uri="{FF2B5EF4-FFF2-40B4-BE49-F238E27FC236}">
                    <a16:creationId xmlns:a16="http://schemas.microsoft.com/office/drawing/2014/main" id="{DB3764BF-1A06-4DFD-BC9E-F6F674513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7496" name="Rectangle 146">
              <a:extLst>
                <a:ext uri="{FF2B5EF4-FFF2-40B4-BE49-F238E27FC236}">
                  <a16:creationId xmlns:a16="http://schemas.microsoft.com/office/drawing/2014/main" id="{4E6CFA9F-CD8F-43BB-A48B-4BB1588C3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497" name="Rectangle 147">
              <a:extLst>
                <a:ext uri="{FF2B5EF4-FFF2-40B4-BE49-F238E27FC236}">
                  <a16:creationId xmlns:a16="http://schemas.microsoft.com/office/drawing/2014/main" id="{DCBF1953-FEBA-4BCB-87B3-13D185C7C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7498" name="Group 148">
              <a:extLst>
                <a:ext uri="{FF2B5EF4-FFF2-40B4-BE49-F238E27FC236}">
                  <a16:creationId xmlns:a16="http://schemas.microsoft.com/office/drawing/2014/main" id="{62275E25-281B-4D08-A14D-0A4C71CF88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7514" name="AutoShape 149">
                <a:extLst>
                  <a:ext uri="{FF2B5EF4-FFF2-40B4-BE49-F238E27FC236}">
                    <a16:creationId xmlns:a16="http://schemas.microsoft.com/office/drawing/2014/main" id="{048763A3-1E6A-46AB-9D2C-7ADCF86A7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7515" name="AutoShape 150">
                <a:extLst>
                  <a:ext uri="{FF2B5EF4-FFF2-40B4-BE49-F238E27FC236}">
                    <a16:creationId xmlns:a16="http://schemas.microsoft.com/office/drawing/2014/main" id="{7209B25E-44B6-4CF0-87A5-A899769B8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7499" name="Freeform 151">
              <a:extLst>
                <a:ext uri="{FF2B5EF4-FFF2-40B4-BE49-F238E27FC236}">
                  <a16:creationId xmlns:a16="http://schemas.microsoft.com/office/drawing/2014/main" id="{84F909E4-3E9E-4575-8B6F-D31E0F370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87500" name="Group 152">
              <a:extLst>
                <a:ext uri="{FF2B5EF4-FFF2-40B4-BE49-F238E27FC236}">
                  <a16:creationId xmlns:a16="http://schemas.microsoft.com/office/drawing/2014/main" id="{392AE676-FD86-4B04-85FB-62031FE93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7512" name="AutoShape 153">
                <a:extLst>
                  <a:ext uri="{FF2B5EF4-FFF2-40B4-BE49-F238E27FC236}">
                    <a16:creationId xmlns:a16="http://schemas.microsoft.com/office/drawing/2014/main" id="{117696E3-4CA2-40C0-8205-AA88886C1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7513" name="AutoShape 154">
                <a:extLst>
                  <a:ext uri="{FF2B5EF4-FFF2-40B4-BE49-F238E27FC236}">
                    <a16:creationId xmlns:a16="http://schemas.microsoft.com/office/drawing/2014/main" id="{20656570-50D4-440D-A705-DED9626C66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7501" name="Rectangle 155">
              <a:extLst>
                <a:ext uri="{FF2B5EF4-FFF2-40B4-BE49-F238E27FC236}">
                  <a16:creationId xmlns:a16="http://schemas.microsoft.com/office/drawing/2014/main" id="{EC64AFE6-56FA-4EB1-BCB2-B5A67C459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502" name="Freeform 156">
              <a:extLst>
                <a:ext uri="{FF2B5EF4-FFF2-40B4-BE49-F238E27FC236}">
                  <a16:creationId xmlns:a16="http://schemas.microsoft.com/office/drawing/2014/main" id="{6ED63F87-3FFB-4352-B622-3A4D5E6F2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503" name="Freeform 157">
              <a:extLst>
                <a:ext uri="{FF2B5EF4-FFF2-40B4-BE49-F238E27FC236}">
                  <a16:creationId xmlns:a16="http://schemas.microsoft.com/office/drawing/2014/main" id="{FA074875-595A-4DFB-B08A-81C8C6613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504" name="Oval 158">
              <a:extLst>
                <a:ext uri="{FF2B5EF4-FFF2-40B4-BE49-F238E27FC236}">
                  <a16:creationId xmlns:a16="http://schemas.microsoft.com/office/drawing/2014/main" id="{4D3BE049-E7E9-4753-B67A-EBB7B9F07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505" name="Freeform 159">
              <a:extLst>
                <a:ext uri="{FF2B5EF4-FFF2-40B4-BE49-F238E27FC236}">
                  <a16:creationId xmlns:a16="http://schemas.microsoft.com/office/drawing/2014/main" id="{65D6BC1C-83E5-4972-ACF2-D6F873418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506" name="AutoShape 160">
              <a:extLst>
                <a:ext uri="{FF2B5EF4-FFF2-40B4-BE49-F238E27FC236}">
                  <a16:creationId xmlns:a16="http://schemas.microsoft.com/office/drawing/2014/main" id="{B37EC01C-3A6E-4624-BDC5-A3E35CD4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507" name="AutoShape 161">
              <a:extLst>
                <a:ext uri="{FF2B5EF4-FFF2-40B4-BE49-F238E27FC236}">
                  <a16:creationId xmlns:a16="http://schemas.microsoft.com/office/drawing/2014/main" id="{3656FCC1-D222-4293-AAE0-ED4BE604D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508" name="Oval 162">
              <a:extLst>
                <a:ext uri="{FF2B5EF4-FFF2-40B4-BE49-F238E27FC236}">
                  <a16:creationId xmlns:a16="http://schemas.microsoft.com/office/drawing/2014/main" id="{8544519A-D572-431B-BBC4-9D6400B76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509" name="Oval 163">
              <a:extLst>
                <a:ext uri="{FF2B5EF4-FFF2-40B4-BE49-F238E27FC236}">
                  <a16:creationId xmlns:a16="http://schemas.microsoft.com/office/drawing/2014/main" id="{07E6BE06-0133-43F5-A8A9-5CBE9E3E0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510" name="Oval 164">
              <a:extLst>
                <a:ext uri="{FF2B5EF4-FFF2-40B4-BE49-F238E27FC236}">
                  <a16:creationId xmlns:a16="http://schemas.microsoft.com/office/drawing/2014/main" id="{53CE7163-A60A-4F8B-B4E5-7AAB6257F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511" name="Rectangle 165">
              <a:extLst>
                <a:ext uri="{FF2B5EF4-FFF2-40B4-BE49-F238E27FC236}">
                  <a16:creationId xmlns:a16="http://schemas.microsoft.com/office/drawing/2014/main" id="{587C44D5-957F-427E-A1B7-1B0546FB1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7397" name="Group 100">
            <a:extLst>
              <a:ext uri="{FF2B5EF4-FFF2-40B4-BE49-F238E27FC236}">
                <a16:creationId xmlns:a16="http://schemas.microsoft.com/office/drawing/2014/main" id="{6AAC1F48-EEF6-464E-81F3-CE6525DC3643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1587500"/>
            <a:ext cx="511175" cy="693738"/>
            <a:chOff x="4140" y="429"/>
            <a:chExt cx="1425" cy="2396"/>
          </a:xfrm>
        </p:grpSpPr>
        <p:sp>
          <p:nvSpPr>
            <p:cNvPr id="187456" name="Freeform 101">
              <a:extLst>
                <a:ext uri="{FF2B5EF4-FFF2-40B4-BE49-F238E27FC236}">
                  <a16:creationId xmlns:a16="http://schemas.microsoft.com/office/drawing/2014/main" id="{707B3B29-496A-46F3-B711-3EC55BA53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457" name="Rectangle 102">
              <a:extLst>
                <a:ext uri="{FF2B5EF4-FFF2-40B4-BE49-F238E27FC236}">
                  <a16:creationId xmlns:a16="http://schemas.microsoft.com/office/drawing/2014/main" id="{E6FEEE36-5DB6-4280-BCF3-A0639895A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458" name="Freeform 103">
              <a:extLst>
                <a:ext uri="{FF2B5EF4-FFF2-40B4-BE49-F238E27FC236}">
                  <a16:creationId xmlns:a16="http://schemas.microsoft.com/office/drawing/2014/main" id="{77AD8C7B-8523-4599-BC13-9B7E2ED49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459" name="Freeform 104">
              <a:extLst>
                <a:ext uri="{FF2B5EF4-FFF2-40B4-BE49-F238E27FC236}">
                  <a16:creationId xmlns:a16="http://schemas.microsoft.com/office/drawing/2014/main" id="{B67103B8-D6C2-47A8-9295-5492D68A6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460" name="Rectangle 105">
              <a:extLst>
                <a:ext uri="{FF2B5EF4-FFF2-40B4-BE49-F238E27FC236}">
                  <a16:creationId xmlns:a16="http://schemas.microsoft.com/office/drawing/2014/main" id="{A9A8957D-E3C4-48F5-8721-3FEB6169D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7461" name="Group 106">
              <a:extLst>
                <a:ext uri="{FF2B5EF4-FFF2-40B4-BE49-F238E27FC236}">
                  <a16:creationId xmlns:a16="http://schemas.microsoft.com/office/drawing/2014/main" id="{B77567F8-31C4-41A1-8770-EB1970EE29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7486" name="AutoShape 107">
                <a:extLst>
                  <a:ext uri="{FF2B5EF4-FFF2-40B4-BE49-F238E27FC236}">
                    <a16:creationId xmlns:a16="http://schemas.microsoft.com/office/drawing/2014/main" id="{E8F3FFA0-0BC2-482B-A3F5-53B1B407F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7487" name="AutoShape 108">
                <a:extLst>
                  <a:ext uri="{FF2B5EF4-FFF2-40B4-BE49-F238E27FC236}">
                    <a16:creationId xmlns:a16="http://schemas.microsoft.com/office/drawing/2014/main" id="{507BA0F9-C7F9-43F6-AAAE-34B07C2062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7462" name="Rectangle 109">
              <a:extLst>
                <a:ext uri="{FF2B5EF4-FFF2-40B4-BE49-F238E27FC236}">
                  <a16:creationId xmlns:a16="http://schemas.microsoft.com/office/drawing/2014/main" id="{30CA662F-D2CE-433F-9384-D121948BD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7463" name="Group 110">
              <a:extLst>
                <a:ext uri="{FF2B5EF4-FFF2-40B4-BE49-F238E27FC236}">
                  <a16:creationId xmlns:a16="http://schemas.microsoft.com/office/drawing/2014/main" id="{1488C7E8-5B1B-464E-B5D2-70FDB0A90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7484" name="AutoShape 111">
                <a:extLst>
                  <a:ext uri="{FF2B5EF4-FFF2-40B4-BE49-F238E27FC236}">
                    <a16:creationId xmlns:a16="http://schemas.microsoft.com/office/drawing/2014/main" id="{A0EF6A23-3934-4B12-B81D-DEFD9407B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7485" name="AutoShape 112">
                <a:extLst>
                  <a:ext uri="{FF2B5EF4-FFF2-40B4-BE49-F238E27FC236}">
                    <a16:creationId xmlns:a16="http://schemas.microsoft.com/office/drawing/2014/main" id="{E2AC595F-1F7A-4832-8C3C-2BEDD8B1F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7464" name="Rectangle 113">
              <a:extLst>
                <a:ext uri="{FF2B5EF4-FFF2-40B4-BE49-F238E27FC236}">
                  <a16:creationId xmlns:a16="http://schemas.microsoft.com/office/drawing/2014/main" id="{C673C836-252A-4BDA-BC1F-764C84979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465" name="Rectangle 114">
              <a:extLst>
                <a:ext uri="{FF2B5EF4-FFF2-40B4-BE49-F238E27FC236}">
                  <a16:creationId xmlns:a16="http://schemas.microsoft.com/office/drawing/2014/main" id="{C7D4921C-9F09-4F27-A0B7-0C2031358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87466" name="Group 115">
              <a:extLst>
                <a:ext uri="{FF2B5EF4-FFF2-40B4-BE49-F238E27FC236}">
                  <a16:creationId xmlns:a16="http://schemas.microsoft.com/office/drawing/2014/main" id="{3F152C7C-1363-47FF-8A0D-4986CBC5C3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7482" name="AutoShape 116">
                <a:extLst>
                  <a:ext uri="{FF2B5EF4-FFF2-40B4-BE49-F238E27FC236}">
                    <a16:creationId xmlns:a16="http://schemas.microsoft.com/office/drawing/2014/main" id="{6DB24ABC-9832-469A-A41A-0AEBD73E6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7483" name="AutoShape 117">
                <a:extLst>
                  <a:ext uri="{FF2B5EF4-FFF2-40B4-BE49-F238E27FC236}">
                    <a16:creationId xmlns:a16="http://schemas.microsoft.com/office/drawing/2014/main" id="{5495BA95-C0AB-49D7-84FD-ED09A4CB1E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7467" name="Freeform 118">
              <a:extLst>
                <a:ext uri="{FF2B5EF4-FFF2-40B4-BE49-F238E27FC236}">
                  <a16:creationId xmlns:a16="http://schemas.microsoft.com/office/drawing/2014/main" id="{BAFF03FE-9D69-4D24-A0B2-E413133D2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87468" name="Group 119">
              <a:extLst>
                <a:ext uri="{FF2B5EF4-FFF2-40B4-BE49-F238E27FC236}">
                  <a16:creationId xmlns:a16="http://schemas.microsoft.com/office/drawing/2014/main" id="{E0C891F1-A147-4E0B-B750-966D748EE0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7480" name="AutoShape 120">
                <a:extLst>
                  <a:ext uri="{FF2B5EF4-FFF2-40B4-BE49-F238E27FC236}">
                    <a16:creationId xmlns:a16="http://schemas.microsoft.com/office/drawing/2014/main" id="{2D28010F-05C1-4ED0-B68A-3D4A02947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7481" name="AutoShape 121">
                <a:extLst>
                  <a:ext uri="{FF2B5EF4-FFF2-40B4-BE49-F238E27FC236}">
                    <a16:creationId xmlns:a16="http://schemas.microsoft.com/office/drawing/2014/main" id="{55680FC9-8559-411C-B158-98FFA9FDA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7469" name="Rectangle 122">
              <a:extLst>
                <a:ext uri="{FF2B5EF4-FFF2-40B4-BE49-F238E27FC236}">
                  <a16:creationId xmlns:a16="http://schemas.microsoft.com/office/drawing/2014/main" id="{4E24BD11-CB0B-40C1-8C6F-40D1D5472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470" name="Freeform 123">
              <a:extLst>
                <a:ext uri="{FF2B5EF4-FFF2-40B4-BE49-F238E27FC236}">
                  <a16:creationId xmlns:a16="http://schemas.microsoft.com/office/drawing/2014/main" id="{EF2D8047-FC0B-4244-8871-8AF1FF9EF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471" name="Freeform 124">
              <a:extLst>
                <a:ext uri="{FF2B5EF4-FFF2-40B4-BE49-F238E27FC236}">
                  <a16:creationId xmlns:a16="http://schemas.microsoft.com/office/drawing/2014/main" id="{6E7E911A-E1F0-4393-94DE-41F3E3E9E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472" name="Oval 125">
              <a:extLst>
                <a:ext uri="{FF2B5EF4-FFF2-40B4-BE49-F238E27FC236}">
                  <a16:creationId xmlns:a16="http://schemas.microsoft.com/office/drawing/2014/main" id="{5F278E64-554F-4824-AD09-A720DC950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473" name="Freeform 126">
              <a:extLst>
                <a:ext uri="{FF2B5EF4-FFF2-40B4-BE49-F238E27FC236}">
                  <a16:creationId xmlns:a16="http://schemas.microsoft.com/office/drawing/2014/main" id="{DFB8BDF3-21E2-433B-A91C-63524E125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87474" name="AutoShape 127">
              <a:extLst>
                <a:ext uri="{FF2B5EF4-FFF2-40B4-BE49-F238E27FC236}">
                  <a16:creationId xmlns:a16="http://schemas.microsoft.com/office/drawing/2014/main" id="{41D8A3B6-615D-4A1B-A2D6-56902BE7B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475" name="AutoShape 128">
              <a:extLst>
                <a:ext uri="{FF2B5EF4-FFF2-40B4-BE49-F238E27FC236}">
                  <a16:creationId xmlns:a16="http://schemas.microsoft.com/office/drawing/2014/main" id="{5FEF14DF-D24C-43F0-A4F0-A52AFBC43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476" name="Oval 129">
              <a:extLst>
                <a:ext uri="{FF2B5EF4-FFF2-40B4-BE49-F238E27FC236}">
                  <a16:creationId xmlns:a16="http://schemas.microsoft.com/office/drawing/2014/main" id="{FCAE72F3-009B-48B0-91AA-CF4EF6B2C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477" name="Oval 130">
              <a:extLst>
                <a:ext uri="{FF2B5EF4-FFF2-40B4-BE49-F238E27FC236}">
                  <a16:creationId xmlns:a16="http://schemas.microsoft.com/office/drawing/2014/main" id="{8A9A0040-1FB3-4ECB-ABE4-AD1286043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478" name="Oval 131">
              <a:extLst>
                <a:ext uri="{FF2B5EF4-FFF2-40B4-BE49-F238E27FC236}">
                  <a16:creationId xmlns:a16="http://schemas.microsoft.com/office/drawing/2014/main" id="{53C6FD6F-BAE3-41B8-81FF-7F4E11809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87479" name="Rectangle 132">
              <a:extLst>
                <a:ext uri="{FF2B5EF4-FFF2-40B4-BE49-F238E27FC236}">
                  <a16:creationId xmlns:a16="http://schemas.microsoft.com/office/drawing/2014/main" id="{B3E07A3F-6912-40E4-B059-05E395FE9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pic>
        <p:nvPicPr>
          <p:cNvPr id="187398" name="Picture 98" descr="underline_base">
            <a:extLst>
              <a:ext uri="{FF2B5EF4-FFF2-40B4-BE49-F238E27FC236}">
                <a16:creationId xmlns:a16="http://schemas.microsoft.com/office/drawing/2014/main" id="{91991D07-9B0B-49FF-ADE0-C1CF700459C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963613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399" name="Rectangle 2">
            <a:extLst>
              <a:ext uri="{FF2B5EF4-FFF2-40B4-BE49-F238E27FC236}">
                <a16:creationId xmlns:a16="http://schemas.microsoft.com/office/drawing/2014/main" id="{E2AF443D-C106-4E5D-AEBA-0AB4E58EA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0063" y="255588"/>
            <a:ext cx="7772400" cy="893762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Mail access protocols</a:t>
            </a:r>
          </a:p>
        </p:txBody>
      </p:sp>
      <p:sp>
        <p:nvSpPr>
          <p:cNvPr id="187400" name="Rectangle 3">
            <a:extLst>
              <a:ext uri="{FF2B5EF4-FFF2-40B4-BE49-F238E27FC236}">
                <a16:creationId xmlns:a16="http://schemas.microsoft.com/office/drawing/2014/main" id="{DD9065F7-389D-47B2-85D8-443F25EF44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1025" y="3230563"/>
            <a:ext cx="7381875" cy="2209800"/>
          </a:xfrm>
        </p:spPr>
        <p:txBody>
          <a:bodyPr/>
          <a:lstStyle/>
          <a:p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SMTP:</a:t>
            </a:r>
            <a:r>
              <a:rPr lang="en-US" altLang="zh-TW" sz="2400" dirty="0"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delivery/storage to receiver</a:t>
            </a:r>
            <a:r>
              <a:rPr lang="ja-JP" altLang="en-US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 server</a:t>
            </a:r>
          </a:p>
          <a:p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mail access protocol</a:t>
            </a:r>
            <a:r>
              <a:rPr lang="en-US" altLang="zh-TW" sz="2400" dirty="0">
                <a:ea typeface="ＭＳ Ｐゴシック" panose="020B0600070205080204" pitchFamily="34" charset="-128"/>
              </a:rPr>
              <a:t>: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retrieval from server</a:t>
            </a:r>
          </a:p>
          <a:p>
            <a:pPr lvl="1"/>
            <a:r>
              <a:rPr lang="en-US" altLang="zh-TW" sz="2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POP:</a:t>
            </a:r>
            <a:r>
              <a:rPr lang="en-US" altLang="zh-TW" sz="2200" dirty="0">
                <a:ea typeface="ＭＳ Ｐゴシック" panose="020B0600070205080204" pitchFamily="34" charset="-128"/>
              </a:rPr>
              <a:t> Post Office Protocol [RFC 1939]: authorization, download </a:t>
            </a:r>
          </a:p>
          <a:p>
            <a:pPr lvl="1"/>
            <a:r>
              <a:rPr lang="en-US" altLang="zh-TW" sz="2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IMAP:</a:t>
            </a:r>
            <a:r>
              <a:rPr lang="en-US" altLang="zh-TW" sz="2200" dirty="0">
                <a:ea typeface="ＭＳ Ｐゴシック" panose="020B0600070205080204" pitchFamily="34" charset="-128"/>
              </a:rPr>
              <a:t> Internet Mail Access Protocol [RFC 1730]: more features, including manipulation of stored </a:t>
            </a:r>
            <a:r>
              <a:rPr lang="en-US" altLang="zh-TW" sz="2200" dirty="0" err="1">
                <a:ea typeface="ＭＳ Ｐゴシック" panose="020B0600070205080204" pitchFamily="34" charset="-128"/>
              </a:rPr>
              <a:t>msgs</a:t>
            </a:r>
            <a:r>
              <a:rPr lang="en-US" altLang="zh-TW" sz="2200" dirty="0">
                <a:ea typeface="ＭＳ Ｐゴシック" panose="020B0600070205080204" pitchFamily="34" charset="-128"/>
              </a:rPr>
              <a:t> on server</a:t>
            </a:r>
          </a:p>
          <a:p>
            <a:pPr lvl="1"/>
            <a:r>
              <a:rPr lang="en-US" altLang="zh-TW" sz="2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HTTP:</a:t>
            </a:r>
            <a:r>
              <a:rPr lang="en-US" altLang="zh-TW" sz="2200" dirty="0">
                <a:ea typeface="ＭＳ Ｐゴシック" panose="020B0600070205080204" pitchFamily="34" charset="-128"/>
              </a:rPr>
              <a:t> </a:t>
            </a:r>
            <a:r>
              <a:rPr lang="en-US" altLang="zh-TW" sz="2200" dirty="0" err="1">
                <a:ea typeface="ＭＳ Ｐゴシック" panose="020B0600070205080204" pitchFamily="34" charset="-128"/>
              </a:rPr>
              <a:t>gmail</a:t>
            </a:r>
            <a:r>
              <a:rPr lang="en-US" altLang="zh-TW" sz="2200" dirty="0">
                <a:ea typeface="ＭＳ Ｐゴシック" panose="020B0600070205080204" pitchFamily="34" charset="-128"/>
              </a:rPr>
              <a:t>, Hotmail, Yahoo! Mail, etc.</a:t>
            </a:r>
          </a:p>
          <a:p>
            <a:pPr lvl="1"/>
            <a:endParaRPr lang="en-US" altLang="zh-TW" sz="2200" dirty="0">
              <a:ea typeface="ＭＳ Ｐゴシック" panose="020B0600070205080204" pitchFamily="34" charset="-128"/>
            </a:endParaRPr>
          </a:p>
        </p:txBody>
      </p:sp>
      <p:grpSp>
        <p:nvGrpSpPr>
          <p:cNvPr id="187401" name="Group 158">
            <a:extLst>
              <a:ext uri="{FF2B5EF4-FFF2-40B4-BE49-F238E27FC236}">
                <a16:creationId xmlns:a16="http://schemas.microsoft.com/office/drawing/2014/main" id="{1FE6F09A-0936-4199-B6F8-805B228DE2D0}"/>
              </a:ext>
            </a:extLst>
          </p:cNvPr>
          <p:cNvGrpSpPr>
            <a:grpSpLocks/>
          </p:cNvGrpSpPr>
          <p:nvPr/>
        </p:nvGrpSpPr>
        <p:grpSpPr bwMode="auto">
          <a:xfrm>
            <a:off x="2797175" y="1987550"/>
            <a:ext cx="1436688" cy="1131888"/>
            <a:chOff x="1796" y="1206"/>
            <a:chExt cx="905" cy="713"/>
          </a:xfrm>
        </p:grpSpPr>
        <p:sp>
          <p:nvSpPr>
            <p:cNvPr id="187440" name="Text Box 95">
              <a:extLst>
                <a:ext uri="{FF2B5EF4-FFF2-40B4-BE49-F238E27FC236}">
                  <a16:creationId xmlns:a16="http://schemas.microsoft.com/office/drawing/2014/main" id="{09539857-F371-4B0D-9336-5C68D5AFC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6" y="1583"/>
              <a:ext cx="905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sender</a:t>
              </a:r>
              <a:r>
                <a:rPr lang="ja-JP" altLang="en-US" sz="1600">
                  <a:latin typeface="Arial" panose="020B0604020202020204" pitchFamily="34" charset="0"/>
                </a:rPr>
                <a:t>’</a:t>
              </a:r>
              <a:r>
                <a:rPr lang="en-US" altLang="ja-JP" sz="1600">
                  <a:latin typeface="Arial" panose="020B0604020202020204" pitchFamily="34" charset="0"/>
                </a:rPr>
                <a:t>s mail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server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87441" name="Group 157">
              <a:extLst>
                <a:ext uri="{FF2B5EF4-FFF2-40B4-BE49-F238E27FC236}">
                  <a16:creationId xmlns:a16="http://schemas.microsoft.com/office/drawing/2014/main" id="{DE0C39E6-7AE0-4E61-B3F0-1FFDB086DD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187442" name="Rectangle 94">
                <a:extLst>
                  <a:ext uri="{FF2B5EF4-FFF2-40B4-BE49-F238E27FC236}">
                    <a16:creationId xmlns:a16="http://schemas.microsoft.com/office/drawing/2014/main" id="{80728D1D-95E6-40AB-A3F2-EB8CF558D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7443" name="Rectangle 96">
                <a:extLst>
                  <a:ext uri="{FF2B5EF4-FFF2-40B4-BE49-F238E27FC236}">
                    <a16:creationId xmlns:a16="http://schemas.microsoft.com/office/drawing/2014/main" id="{5BB9C3FA-E171-4713-9BDF-AC08F38C2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7444" name="Line 97">
                <a:extLst>
                  <a:ext uri="{FF2B5EF4-FFF2-40B4-BE49-F238E27FC236}">
                    <a16:creationId xmlns:a16="http://schemas.microsoft.com/office/drawing/2014/main" id="{BD57FFBB-EE32-40BB-9244-E8E7FA470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87445" name="Line 98">
                <a:extLst>
                  <a:ext uri="{FF2B5EF4-FFF2-40B4-BE49-F238E27FC236}">
                    <a16:creationId xmlns:a16="http://schemas.microsoft.com/office/drawing/2014/main" id="{8AC22D62-B9BF-45A9-8FE5-8FB9EC4C0B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87446" name="Line 99">
                <a:extLst>
                  <a:ext uri="{FF2B5EF4-FFF2-40B4-BE49-F238E27FC236}">
                    <a16:creationId xmlns:a16="http://schemas.microsoft.com/office/drawing/2014/main" id="{33BD3E1C-577C-469C-91A5-E1835841F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87447" name="Line 100">
                <a:extLst>
                  <a:ext uri="{FF2B5EF4-FFF2-40B4-BE49-F238E27FC236}">
                    <a16:creationId xmlns:a16="http://schemas.microsoft.com/office/drawing/2014/main" id="{38F39DC3-A730-4C30-BE3A-276A0098A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87448" name="Line 101">
                <a:extLst>
                  <a:ext uri="{FF2B5EF4-FFF2-40B4-BE49-F238E27FC236}">
                    <a16:creationId xmlns:a16="http://schemas.microsoft.com/office/drawing/2014/main" id="{0CC8C55D-94D5-4D44-8915-81C512B97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87449" name="Line 102">
                <a:extLst>
                  <a:ext uri="{FF2B5EF4-FFF2-40B4-BE49-F238E27FC236}">
                    <a16:creationId xmlns:a16="http://schemas.microsoft.com/office/drawing/2014/main" id="{C34A0BDA-B519-4FFD-AC4D-943649FCB0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87450" name="Line 103">
                <a:extLst>
                  <a:ext uri="{FF2B5EF4-FFF2-40B4-BE49-F238E27FC236}">
                    <a16:creationId xmlns:a16="http://schemas.microsoft.com/office/drawing/2014/main" id="{E20E1619-7DC6-45C7-B70F-7F746B9B1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87451" name="Rectangle 104">
                <a:extLst>
                  <a:ext uri="{FF2B5EF4-FFF2-40B4-BE49-F238E27FC236}">
                    <a16:creationId xmlns:a16="http://schemas.microsoft.com/office/drawing/2014/main" id="{16063AF3-CD3F-4FF9-8E8C-888F37B622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7452" name="Rectangle 105">
                <a:extLst>
                  <a:ext uri="{FF2B5EF4-FFF2-40B4-BE49-F238E27FC236}">
                    <a16:creationId xmlns:a16="http://schemas.microsoft.com/office/drawing/2014/main" id="{BC8DDEE9-05B9-4E13-8687-94DCF65B8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7453" name="Rectangle 106">
                <a:extLst>
                  <a:ext uri="{FF2B5EF4-FFF2-40B4-BE49-F238E27FC236}">
                    <a16:creationId xmlns:a16="http://schemas.microsoft.com/office/drawing/2014/main" id="{6952C6D0-0631-41B5-8BAF-E782CC941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7454" name="Rectangle 107">
                <a:extLst>
                  <a:ext uri="{FF2B5EF4-FFF2-40B4-BE49-F238E27FC236}">
                    <a16:creationId xmlns:a16="http://schemas.microsoft.com/office/drawing/2014/main" id="{BCA30477-FE82-480D-9945-963D22062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7455" name="Rectangle 108">
                <a:extLst>
                  <a:ext uri="{FF2B5EF4-FFF2-40B4-BE49-F238E27FC236}">
                    <a16:creationId xmlns:a16="http://schemas.microsoft.com/office/drawing/2014/main" id="{55E52966-09D9-481B-A557-BF6465035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187402" name="Text Box 121">
            <a:extLst>
              <a:ext uri="{FF2B5EF4-FFF2-40B4-BE49-F238E27FC236}">
                <a16:creationId xmlns:a16="http://schemas.microsoft.com/office/drawing/2014/main" id="{260EA11D-3124-49A1-B180-146A6C88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888" y="1466850"/>
            <a:ext cx="89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solidFill>
                  <a:srgbClr val="CC0000"/>
                </a:solidFill>
                <a:latin typeface="Arial" panose="020B0604020202020204" pitchFamily="34" charset="0"/>
              </a:rPr>
              <a:t>SMTP</a:t>
            </a:r>
          </a:p>
        </p:txBody>
      </p:sp>
      <p:sp>
        <p:nvSpPr>
          <p:cNvPr id="187403" name="Rectangle 153">
            <a:extLst>
              <a:ext uri="{FF2B5EF4-FFF2-40B4-BE49-F238E27FC236}">
                <a16:creationId xmlns:a16="http://schemas.microsoft.com/office/drawing/2014/main" id="{975F290E-AA3F-448C-B415-968C79812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425" y="1457325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Comic Sans MS" panose="030F0702030302020204" pitchFamily="66" charset="0"/>
            </a:endParaRPr>
          </a:p>
        </p:txBody>
      </p:sp>
      <p:sp>
        <p:nvSpPr>
          <p:cNvPr id="187404" name="Text Box 154">
            <a:extLst>
              <a:ext uri="{FF2B5EF4-FFF2-40B4-BE49-F238E27FC236}">
                <a16:creationId xmlns:a16="http://schemas.microsoft.com/office/drawing/2014/main" id="{F2499E24-5702-422D-B16C-B28043FF8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2675" y="1477963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solidFill>
                  <a:srgbClr val="CC0000"/>
                </a:solidFill>
                <a:latin typeface="Arial" panose="020B0604020202020204" pitchFamily="34" charset="0"/>
              </a:rPr>
              <a:t>SMTP</a:t>
            </a:r>
          </a:p>
        </p:txBody>
      </p:sp>
      <p:sp>
        <p:nvSpPr>
          <p:cNvPr id="187405" name="Text Box 156">
            <a:extLst>
              <a:ext uri="{FF2B5EF4-FFF2-40B4-BE49-F238E27FC236}">
                <a16:creationId xmlns:a16="http://schemas.microsoft.com/office/drawing/2014/main" id="{BF0B72D5-0A0A-47A3-B4AF-B696811E9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4813" y="1308100"/>
            <a:ext cx="1511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dirty="0">
                <a:solidFill>
                  <a:srgbClr val="CC0000"/>
                </a:solidFill>
                <a:latin typeface="Arial" panose="020B0604020202020204" pitchFamily="34" charset="0"/>
              </a:rPr>
              <a:t>mail access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dirty="0">
                <a:solidFill>
                  <a:srgbClr val="CC0000"/>
                </a:solidFill>
                <a:latin typeface="Arial" panose="020B0604020202020204" pitchFamily="34" charset="0"/>
              </a:rPr>
              <a:t>protocol</a:t>
            </a:r>
            <a:endParaRPr lang="en-US" altLang="zh-TW" sz="1800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87406" name="Text Box 160">
            <a:extLst>
              <a:ext uri="{FF2B5EF4-FFF2-40B4-BE49-F238E27FC236}">
                <a16:creationId xmlns:a16="http://schemas.microsoft.com/office/drawing/2014/main" id="{396678F1-C348-4CA1-8790-5DF63B5AD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975" y="2598738"/>
            <a:ext cx="15382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receiver</a:t>
            </a:r>
            <a:r>
              <a:rPr lang="ja-JP" altLang="en-US" sz="1600">
                <a:latin typeface="Arial" panose="020B0604020202020204" pitchFamily="34" charset="0"/>
              </a:rPr>
              <a:t>’</a:t>
            </a:r>
            <a:r>
              <a:rPr lang="en-US" altLang="ja-JP" sz="1600">
                <a:latin typeface="Arial" panose="020B0604020202020204" pitchFamily="34" charset="0"/>
              </a:rPr>
              <a:t>s mail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server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grpSp>
        <p:nvGrpSpPr>
          <p:cNvPr id="187407" name="Group 161">
            <a:extLst>
              <a:ext uri="{FF2B5EF4-FFF2-40B4-BE49-F238E27FC236}">
                <a16:creationId xmlns:a16="http://schemas.microsoft.com/office/drawing/2014/main" id="{467D1ECA-FFA8-4F86-BF52-1007FAF30EC0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2000250"/>
            <a:ext cx="809625" cy="561975"/>
            <a:chOff x="2070" y="2004"/>
            <a:chExt cx="510" cy="354"/>
          </a:xfrm>
        </p:grpSpPr>
        <p:sp>
          <p:nvSpPr>
            <p:cNvPr id="187426" name="Rectangle 162">
              <a:extLst>
                <a:ext uri="{FF2B5EF4-FFF2-40B4-BE49-F238E27FC236}">
                  <a16:creationId xmlns:a16="http://schemas.microsoft.com/office/drawing/2014/main" id="{A84BFA9E-AD52-46A1-93D7-5128F8317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87427" name="Rectangle 163">
              <a:extLst>
                <a:ext uri="{FF2B5EF4-FFF2-40B4-BE49-F238E27FC236}">
                  <a16:creationId xmlns:a16="http://schemas.microsoft.com/office/drawing/2014/main" id="{F1E04610-EA51-4757-AC64-A2A7E8D0E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87428" name="Line 164">
              <a:extLst>
                <a:ext uri="{FF2B5EF4-FFF2-40B4-BE49-F238E27FC236}">
                  <a16:creationId xmlns:a16="http://schemas.microsoft.com/office/drawing/2014/main" id="{00B981FD-DC99-4103-9AF2-872A42BB3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7429" name="Line 165">
              <a:extLst>
                <a:ext uri="{FF2B5EF4-FFF2-40B4-BE49-F238E27FC236}">
                  <a16:creationId xmlns:a16="http://schemas.microsoft.com/office/drawing/2014/main" id="{2A3C63EC-0304-4E16-98DA-DEE0085FD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7430" name="Line 166">
              <a:extLst>
                <a:ext uri="{FF2B5EF4-FFF2-40B4-BE49-F238E27FC236}">
                  <a16:creationId xmlns:a16="http://schemas.microsoft.com/office/drawing/2014/main" id="{C4C70038-72AF-4BDF-93BE-9B95738DA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7431" name="Line 167">
              <a:extLst>
                <a:ext uri="{FF2B5EF4-FFF2-40B4-BE49-F238E27FC236}">
                  <a16:creationId xmlns:a16="http://schemas.microsoft.com/office/drawing/2014/main" id="{AF3A4B8B-E7A1-4884-8349-3DDD974EC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7432" name="Line 168">
              <a:extLst>
                <a:ext uri="{FF2B5EF4-FFF2-40B4-BE49-F238E27FC236}">
                  <a16:creationId xmlns:a16="http://schemas.microsoft.com/office/drawing/2014/main" id="{E1B3F55C-29EF-4865-97B2-524BC0FFB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7433" name="Line 169">
              <a:extLst>
                <a:ext uri="{FF2B5EF4-FFF2-40B4-BE49-F238E27FC236}">
                  <a16:creationId xmlns:a16="http://schemas.microsoft.com/office/drawing/2014/main" id="{327169A8-B543-4C5C-84F7-7AEA5822F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7434" name="Line 170">
              <a:extLst>
                <a:ext uri="{FF2B5EF4-FFF2-40B4-BE49-F238E27FC236}">
                  <a16:creationId xmlns:a16="http://schemas.microsoft.com/office/drawing/2014/main" id="{F1222257-075F-45B5-A2EA-B9160A950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87435" name="Rectangle 171">
              <a:extLst>
                <a:ext uri="{FF2B5EF4-FFF2-40B4-BE49-F238E27FC236}">
                  <a16:creationId xmlns:a16="http://schemas.microsoft.com/office/drawing/2014/main" id="{41346F1E-6E50-47CD-A638-49795470F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87436" name="Rectangle 172">
              <a:extLst>
                <a:ext uri="{FF2B5EF4-FFF2-40B4-BE49-F238E27FC236}">
                  <a16:creationId xmlns:a16="http://schemas.microsoft.com/office/drawing/2014/main" id="{1768ED55-836C-41B7-9179-FA9069742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87437" name="Rectangle 173">
              <a:extLst>
                <a:ext uri="{FF2B5EF4-FFF2-40B4-BE49-F238E27FC236}">
                  <a16:creationId xmlns:a16="http://schemas.microsoft.com/office/drawing/2014/main" id="{A0D1F318-4E40-4936-8A90-D23B4D969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87438" name="Rectangle 174">
              <a:extLst>
                <a:ext uri="{FF2B5EF4-FFF2-40B4-BE49-F238E27FC236}">
                  <a16:creationId xmlns:a16="http://schemas.microsoft.com/office/drawing/2014/main" id="{86988359-00F8-400A-A930-007C4A219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87439" name="Rectangle 175">
              <a:extLst>
                <a:ext uri="{FF2B5EF4-FFF2-40B4-BE49-F238E27FC236}">
                  <a16:creationId xmlns:a16="http://schemas.microsoft.com/office/drawing/2014/main" id="{CB686DFA-C630-4603-8DB1-A238C998D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</p:grpSp>
      <p:pic>
        <p:nvPicPr>
          <p:cNvPr id="187408" name="Picture 176" descr="Alice">
            <a:extLst>
              <a:ext uri="{FF2B5EF4-FFF2-40B4-BE49-F238E27FC236}">
                <a16:creationId xmlns:a16="http://schemas.microsoft.com/office/drawing/2014/main" id="{1F0DF27F-895B-41D3-9040-566111FBC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557338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7409" name="Picture 179" descr="Bob">
            <a:extLst>
              <a:ext uri="{FF2B5EF4-FFF2-40B4-BE49-F238E27FC236}">
                <a16:creationId xmlns:a16="http://schemas.microsoft.com/office/drawing/2014/main" id="{F3361BBA-DEAE-4DF4-BE32-EBBEA10A1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157162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410" name="Line 94">
            <a:extLst>
              <a:ext uri="{FF2B5EF4-FFF2-40B4-BE49-F238E27FC236}">
                <a16:creationId xmlns:a16="http://schemas.microsoft.com/office/drawing/2014/main" id="{18FB6062-F8D2-453B-8B6C-B20FC537AD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1905000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87411" name="Line 95">
            <a:extLst>
              <a:ext uri="{FF2B5EF4-FFF2-40B4-BE49-F238E27FC236}">
                <a16:creationId xmlns:a16="http://schemas.microsoft.com/office/drawing/2014/main" id="{0CE5EF41-E287-4938-BE6A-3D4D7C639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1901825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87412" name="Line 96">
            <a:extLst>
              <a:ext uri="{FF2B5EF4-FFF2-40B4-BE49-F238E27FC236}">
                <a16:creationId xmlns:a16="http://schemas.microsoft.com/office/drawing/2014/main" id="{FD48BB61-4C1F-462E-BBDB-5D42C3293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1898650"/>
            <a:ext cx="1697037" cy="158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87413" name="Text Box 156">
            <a:extLst>
              <a:ext uri="{FF2B5EF4-FFF2-40B4-BE49-F238E27FC236}">
                <a16:creationId xmlns:a16="http://schemas.microsoft.com/office/drawing/2014/main" id="{A842D0F6-E707-4568-84ED-1A2EE560B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0238" y="1927225"/>
            <a:ext cx="13112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 dirty="0">
                <a:solidFill>
                  <a:srgbClr val="CC0000"/>
                </a:solidFill>
                <a:latin typeface="Arial" panose="020B0604020202020204" pitchFamily="34" charset="0"/>
              </a:rPr>
              <a:t>(e.g., </a:t>
            </a:r>
            <a:r>
              <a:rPr lang="en-US" altLang="zh-TW" sz="1600" i="1" dirty="0">
                <a:solidFill>
                  <a:srgbClr val="CC0000"/>
                </a:solidFill>
                <a:latin typeface="Arial" panose="020B0604020202020204" pitchFamily="34" charset="0"/>
              </a:rPr>
              <a:t>POP,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 dirty="0">
                <a:solidFill>
                  <a:srgbClr val="CC0000"/>
                </a:solidFill>
                <a:latin typeface="Arial" panose="020B0604020202020204" pitchFamily="34" charset="0"/>
              </a:rPr>
              <a:t>         IMAP</a:t>
            </a:r>
            <a:r>
              <a:rPr lang="en-US" altLang="zh-TW" sz="1800" i="1" dirty="0">
                <a:solidFill>
                  <a:srgbClr val="CC0000"/>
                </a:solidFill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187414" name="Group 166">
            <a:extLst>
              <a:ext uri="{FF2B5EF4-FFF2-40B4-BE49-F238E27FC236}">
                <a16:creationId xmlns:a16="http://schemas.microsoft.com/office/drawing/2014/main" id="{5C795C93-3DF3-48B1-9ECD-FA59873214D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419225"/>
            <a:ext cx="912813" cy="1054100"/>
            <a:chOff x="3574" y="550"/>
            <a:chExt cx="575" cy="664"/>
          </a:xfrm>
        </p:grpSpPr>
        <p:grpSp>
          <p:nvGrpSpPr>
            <p:cNvPr id="187421" name="Group 167">
              <a:extLst>
                <a:ext uri="{FF2B5EF4-FFF2-40B4-BE49-F238E27FC236}">
                  <a16:creationId xmlns:a16="http://schemas.microsoft.com/office/drawing/2014/main" id="{D5D54CB6-5568-41BF-A650-5905DF9572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87424" name="Picture 168" descr="desktop_computer_stylized_medium">
                <a:extLst>
                  <a:ext uri="{FF2B5EF4-FFF2-40B4-BE49-F238E27FC236}">
                    <a16:creationId xmlns:a16="http://schemas.microsoft.com/office/drawing/2014/main" id="{D56229E3-3717-4DC8-A1A0-A3A54932AA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7425" name="Freeform 169">
                <a:extLst>
                  <a:ext uri="{FF2B5EF4-FFF2-40B4-BE49-F238E27FC236}">
                    <a16:creationId xmlns:a16="http://schemas.microsoft.com/office/drawing/2014/main" id="{45280034-BE5E-43DF-8AB5-E0F46C1A57C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87422" name="Rectangle 115">
              <a:extLst>
                <a:ext uri="{FF2B5EF4-FFF2-40B4-BE49-F238E27FC236}">
                  <a16:creationId xmlns:a16="http://schemas.microsoft.com/office/drawing/2014/main" id="{61167110-53A8-42C9-955D-5FAA29DC0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7423" name="Text Box 116">
              <a:extLst>
                <a:ext uri="{FF2B5EF4-FFF2-40B4-BE49-F238E27FC236}">
                  <a16:creationId xmlns:a16="http://schemas.microsoft.com/office/drawing/2014/main" id="{3505C2ED-ED61-4DEE-8FD9-9AA29BCC4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87415" name="Group 172">
            <a:extLst>
              <a:ext uri="{FF2B5EF4-FFF2-40B4-BE49-F238E27FC236}">
                <a16:creationId xmlns:a16="http://schemas.microsoft.com/office/drawing/2014/main" id="{0ABEC2C2-4095-4427-90CA-381C7A7914AB}"/>
              </a:ext>
            </a:extLst>
          </p:cNvPr>
          <p:cNvGrpSpPr>
            <a:grpSpLocks/>
          </p:cNvGrpSpPr>
          <p:nvPr/>
        </p:nvGrpSpPr>
        <p:grpSpPr bwMode="auto">
          <a:xfrm>
            <a:off x="6967538" y="1422400"/>
            <a:ext cx="912812" cy="1054100"/>
            <a:chOff x="3574" y="550"/>
            <a:chExt cx="575" cy="664"/>
          </a:xfrm>
        </p:grpSpPr>
        <p:grpSp>
          <p:nvGrpSpPr>
            <p:cNvPr id="187416" name="Group 173">
              <a:extLst>
                <a:ext uri="{FF2B5EF4-FFF2-40B4-BE49-F238E27FC236}">
                  <a16:creationId xmlns:a16="http://schemas.microsoft.com/office/drawing/2014/main" id="{8FB32F36-45DD-411D-9AA5-068A6388A2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87419" name="Picture 174" descr="desktop_computer_stylized_medium">
                <a:extLst>
                  <a:ext uri="{FF2B5EF4-FFF2-40B4-BE49-F238E27FC236}">
                    <a16:creationId xmlns:a16="http://schemas.microsoft.com/office/drawing/2014/main" id="{F5B94D02-D961-4BD8-81A4-0463CDBD0F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7420" name="Freeform 175">
                <a:extLst>
                  <a:ext uri="{FF2B5EF4-FFF2-40B4-BE49-F238E27FC236}">
                    <a16:creationId xmlns:a16="http://schemas.microsoft.com/office/drawing/2014/main" id="{CBBD2789-2503-4D86-8157-60DE2D23298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87417" name="Rectangle 115">
              <a:extLst>
                <a:ext uri="{FF2B5EF4-FFF2-40B4-BE49-F238E27FC236}">
                  <a16:creationId xmlns:a16="http://schemas.microsoft.com/office/drawing/2014/main" id="{73616B2C-ED53-4451-B76F-87C66DC26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87418" name="Text Box 116">
              <a:extLst>
                <a:ext uri="{FF2B5EF4-FFF2-40B4-BE49-F238E27FC236}">
                  <a16:creationId xmlns:a16="http://schemas.microsoft.com/office/drawing/2014/main" id="{988A156C-375C-4E6B-96E0-FA7DA64D2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2" grpId="0"/>
      <p:bldP spid="18740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>
            <a:extLst>
              <a:ext uri="{FF2B5EF4-FFF2-40B4-BE49-F238E27FC236}">
                <a16:creationId xmlns:a16="http://schemas.microsoft.com/office/drawing/2014/main" id="{C62B0DC2-7EFB-47B0-BB76-11D9786BAF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89443" name="Rectangle 8">
            <a:extLst>
              <a:ext uri="{FF2B5EF4-FFF2-40B4-BE49-F238E27FC236}">
                <a16:creationId xmlns:a16="http://schemas.microsoft.com/office/drawing/2014/main" id="{F7061946-EBE4-440A-9009-2F471CD48D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80BD3E4A-B00F-4F69-BE73-AC3C8240A0DC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89444" name="Picture 9" descr="underline_base">
            <a:extLst>
              <a:ext uri="{FF2B5EF4-FFF2-40B4-BE49-F238E27FC236}">
                <a16:creationId xmlns:a16="http://schemas.microsoft.com/office/drawing/2014/main" id="{12E2849D-5BD3-4AF1-93AE-B61E9E68EDF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9429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5" name="Rectangle 2">
            <a:extLst>
              <a:ext uri="{FF2B5EF4-FFF2-40B4-BE49-F238E27FC236}">
                <a16:creationId xmlns:a16="http://schemas.microsoft.com/office/drawing/2014/main" id="{44FB2189-27E1-4588-B1FA-C6CB7D2C37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234950"/>
            <a:ext cx="7772400" cy="95885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POP3 protocol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89446" name="Rectangle 3">
            <a:extLst>
              <a:ext uri="{FF2B5EF4-FFF2-40B4-BE49-F238E27FC236}">
                <a16:creationId xmlns:a16="http://schemas.microsoft.com/office/drawing/2014/main" id="{A92673A0-7937-4048-93E7-CCAE0C6DFB3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8963" y="1422400"/>
            <a:ext cx="7867650" cy="4648200"/>
          </a:xfrm>
        </p:spPr>
        <p:txBody>
          <a:bodyPr/>
          <a:lstStyle/>
          <a:p>
            <a:r>
              <a:rPr lang="en-US" altLang="zh-TW" dirty="0">
                <a:ea typeface="ＭＳ Ｐゴシック" panose="020B0600070205080204" pitchFamily="34" charset="-128"/>
              </a:rPr>
              <a:t>POP3 is an extremely simple mail access protocol</a:t>
            </a:r>
          </a:p>
          <a:p>
            <a:pPr marL="742950" lvl="2" indent="-342900">
              <a:buSzPct val="65000"/>
              <a:buFont typeface="Wingdings" panose="05000000000000000000" pitchFamily="2" charset="2"/>
              <a:buChar char="v"/>
            </a:pPr>
            <a:r>
              <a:rPr lang="en-US" altLang="zh-TW" dirty="0">
                <a:ea typeface="ＭＳ Ｐゴシック" panose="020B0600070205080204" pitchFamily="34" charset="-128"/>
              </a:rPr>
              <a:t>its functionality is rather limited. 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POP3 begins when the user agent (the client) opens a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TCP connection</a:t>
            </a:r>
            <a:r>
              <a:rPr lang="en-US" altLang="zh-TW" dirty="0">
                <a:ea typeface="ＭＳ Ｐゴシック" panose="020B0600070205080204" pitchFamily="34" charset="-128"/>
              </a:rPr>
              <a:t> to the mail server (the server) on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port 110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With the TCP connection established, POP3 progresses through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three phases</a:t>
            </a:r>
            <a:r>
              <a:rPr lang="en-US" altLang="zh-TW" dirty="0">
                <a:ea typeface="ＭＳ Ｐゴシック" panose="020B0600070205080204" pitchFamily="34" charset="-128"/>
              </a:rPr>
              <a:t>: 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Authorization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Transaction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Update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>
            <a:extLst>
              <a:ext uri="{FF2B5EF4-FFF2-40B4-BE49-F238E27FC236}">
                <a16:creationId xmlns:a16="http://schemas.microsoft.com/office/drawing/2014/main" id="{D30EF5BE-7BB1-4761-BA2E-F3099B572D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1491" name="Rectangle 8">
            <a:extLst>
              <a:ext uri="{FF2B5EF4-FFF2-40B4-BE49-F238E27FC236}">
                <a16:creationId xmlns:a16="http://schemas.microsoft.com/office/drawing/2014/main" id="{370AEE4A-E31A-4BAE-8DCC-FAE91457B3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E56B1CBC-E133-4690-BE3E-4718A9674F64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191492" name="Picture 15" descr="underline_base">
            <a:extLst>
              <a:ext uri="{FF2B5EF4-FFF2-40B4-BE49-F238E27FC236}">
                <a16:creationId xmlns:a16="http://schemas.microsoft.com/office/drawing/2014/main" id="{EAE17E9C-2C94-428A-B29E-62E6629304D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858838"/>
            <a:ext cx="3317875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1493" name="Rectangle 2">
            <a:extLst>
              <a:ext uri="{FF2B5EF4-FFF2-40B4-BE49-F238E27FC236}">
                <a16:creationId xmlns:a16="http://schemas.microsoft.com/office/drawing/2014/main" id="{8B5D87E6-8AF5-4A2C-97CF-0077B4BDCF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3225" y="131763"/>
            <a:ext cx="7772400" cy="968375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POP3 protocol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91494" name="Rectangle 3">
            <a:extLst>
              <a:ext uri="{FF2B5EF4-FFF2-40B4-BE49-F238E27FC236}">
                <a16:creationId xmlns:a16="http://schemas.microsoft.com/office/drawing/2014/main" id="{5E6F55A8-185B-4A96-87C6-9BE21F55ADE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438275"/>
            <a:ext cx="39719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authorization phase</a:t>
            </a:r>
          </a:p>
          <a:p>
            <a:r>
              <a:rPr lang="en-US" altLang="zh-TW" sz="2000" dirty="0">
                <a:ea typeface="ＭＳ Ｐゴシック" panose="020B0600070205080204" pitchFamily="34" charset="-128"/>
              </a:rPr>
              <a:t>client commands: </a:t>
            </a:r>
          </a:p>
          <a:p>
            <a:pPr lvl="1"/>
            <a:r>
              <a:rPr lang="en-US" altLang="zh-TW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user:</a:t>
            </a:r>
            <a:r>
              <a:rPr lang="en-US" altLang="zh-TW" sz="2000" dirty="0">
                <a:ea typeface="ＭＳ Ｐゴシック" panose="020B0600070205080204" pitchFamily="34" charset="-128"/>
              </a:rPr>
              <a:t> declare username</a:t>
            </a:r>
          </a:p>
          <a:p>
            <a:pPr lvl="1"/>
            <a:r>
              <a:rPr lang="en-US" altLang="zh-TW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pass:</a:t>
            </a:r>
            <a:r>
              <a:rPr lang="en-US" altLang="zh-TW" sz="2000" dirty="0">
                <a:ea typeface="ＭＳ Ｐゴシック" panose="020B0600070205080204" pitchFamily="34" charset="-128"/>
              </a:rPr>
              <a:t> password</a:t>
            </a:r>
          </a:p>
          <a:p>
            <a:r>
              <a:rPr lang="en-US" altLang="zh-TW" sz="2000" dirty="0">
                <a:ea typeface="ＭＳ Ｐゴシック" panose="020B0600070205080204" pitchFamily="34" charset="-128"/>
              </a:rPr>
              <a:t>server responses</a:t>
            </a:r>
          </a:p>
          <a:p>
            <a:pPr lvl="1"/>
            <a:r>
              <a:rPr lang="en-US" altLang="zh-TW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+OK</a:t>
            </a:r>
          </a:p>
          <a:p>
            <a:pPr lvl="1"/>
            <a:r>
              <a:rPr lang="en-US" altLang="zh-TW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-ERR</a:t>
            </a:r>
            <a:endParaRPr lang="en-US" altLang="zh-TW" sz="1800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transaction phase,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client:</a:t>
            </a:r>
            <a:endParaRPr lang="en-US" altLang="zh-TW" sz="2400" dirty="0">
              <a:ea typeface="ＭＳ Ｐゴシック" panose="020B0600070205080204" pitchFamily="34" charset="-128"/>
            </a:endParaRPr>
          </a:p>
          <a:p>
            <a:r>
              <a:rPr lang="en-US" altLang="zh-TW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list:</a:t>
            </a:r>
            <a:r>
              <a:rPr lang="en-US" altLang="zh-TW" sz="2000" dirty="0">
                <a:ea typeface="ＭＳ Ｐゴシック" panose="020B0600070205080204" pitchFamily="34" charset="-128"/>
              </a:rPr>
              <a:t> list the size of each of the stored messages </a:t>
            </a:r>
          </a:p>
          <a:p>
            <a:r>
              <a:rPr lang="en-US" altLang="zh-TW" sz="20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retr</a:t>
            </a:r>
            <a:r>
              <a:rPr lang="en-US" altLang="zh-TW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:</a:t>
            </a:r>
            <a:r>
              <a:rPr lang="en-US" altLang="zh-TW" sz="2000" dirty="0">
                <a:ea typeface="ＭＳ Ｐゴシック" panose="020B0600070205080204" pitchFamily="34" charset="-128"/>
              </a:rPr>
              <a:t> retrieve message (indexed by number) from server</a:t>
            </a:r>
          </a:p>
          <a:p>
            <a:r>
              <a:rPr lang="en-US" altLang="zh-TW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dele:</a:t>
            </a:r>
            <a:r>
              <a:rPr lang="en-US" altLang="zh-TW" sz="2000" dirty="0">
                <a:ea typeface="ＭＳ Ｐゴシック" panose="020B0600070205080204" pitchFamily="34" charset="-128"/>
              </a:rPr>
              <a:t> delete message from server</a:t>
            </a:r>
          </a:p>
          <a:p>
            <a:r>
              <a:rPr lang="en-US" altLang="zh-TW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quit</a:t>
            </a:r>
            <a:endParaRPr lang="en-US" altLang="zh-TW" sz="2000" dirty="0">
              <a:ea typeface="ＭＳ Ｐゴシック" panose="020B0600070205080204" pitchFamily="34" charset="-128"/>
            </a:endParaRPr>
          </a:p>
        </p:txBody>
      </p:sp>
      <p:sp>
        <p:nvSpPr>
          <p:cNvPr id="191495" name="Text Box 7">
            <a:extLst>
              <a:ext uri="{FF2B5EF4-FFF2-40B4-BE49-F238E27FC236}">
                <a16:creationId xmlns:a16="http://schemas.microsoft.com/office/drawing/2014/main" id="{3C388E9D-EB21-4F7C-BA81-C3FC30DAD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225" y="2309813"/>
            <a:ext cx="4268788" cy="402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C: list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S: 1 498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S: 2 912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S: .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C: retr 1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S: &lt;message 1 contents&gt;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S: .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C: dele 1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C: retr 2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S: &lt;message 2 contents&gt;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S: .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C: dele 2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C: quit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S: +OK </a:t>
            </a:r>
            <a:r>
              <a:rPr lang="en-US" altLang="zh-TW" sz="1400" b="1">
                <a:solidFill>
                  <a:srgbClr val="000000"/>
                </a:solidFill>
                <a:latin typeface="Courier New" panose="02070309020205020404" pitchFamily="49" charset="0"/>
              </a:rPr>
              <a:t>POP3 server signing off</a:t>
            </a:r>
            <a:endParaRPr lang="en-US" altLang="zh-TW" sz="18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91496" name="Text Box 10">
            <a:extLst>
              <a:ext uri="{FF2B5EF4-FFF2-40B4-BE49-F238E27FC236}">
                <a16:creationId xmlns:a16="http://schemas.microsoft.com/office/drawing/2014/main" id="{1BCA356C-EF9E-4EFD-91A7-404E7DF0F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513" y="590550"/>
            <a:ext cx="39814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S: +OK POP3 server ready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C: user bob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S: +OK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C: pass hungry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S: +OK</a:t>
            </a:r>
            <a:r>
              <a:rPr lang="en-US" altLang="zh-TW" sz="1400" b="1">
                <a:solidFill>
                  <a:srgbClr val="000000"/>
                </a:solidFill>
                <a:latin typeface="Courier New" panose="02070309020205020404" pitchFamily="49" charset="0"/>
              </a:rPr>
              <a:t> user successfully logged on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1497" name="Freeform 11">
            <a:extLst>
              <a:ext uri="{FF2B5EF4-FFF2-40B4-BE49-F238E27FC236}">
                <a16:creationId xmlns:a16="http://schemas.microsoft.com/office/drawing/2014/main" id="{789A0BB1-AB99-4AA0-AA68-24FA875D1121}"/>
              </a:ext>
            </a:extLst>
          </p:cNvPr>
          <p:cNvSpPr>
            <a:spLocks/>
          </p:cNvSpPr>
          <p:nvPr/>
        </p:nvSpPr>
        <p:spPr bwMode="auto">
          <a:xfrm>
            <a:off x="4972050" y="847725"/>
            <a:ext cx="371475" cy="1457325"/>
          </a:xfrm>
          <a:custGeom>
            <a:avLst/>
            <a:gdLst>
              <a:gd name="T0" fmla="*/ 2147483646 w 234"/>
              <a:gd name="T1" fmla="*/ 0 h 918"/>
              <a:gd name="T2" fmla="*/ 0 w 234"/>
              <a:gd name="T3" fmla="*/ 0 h 918"/>
              <a:gd name="T4" fmla="*/ 0 w 234"/>
              <a:gd name="T5" fmla="*/ 2147483646 h 918"/>
              <a:gd name="T6" fmla="*/ 2147483646 w 234"/>
              <a:gd name="T7" fmla="*/ 2147483646 h 918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918"/>
              <a:gd name="T14" fmla="*/ 234 w 234"/>
              <a:gd name="T15" fmla="*/ 918 h 9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918">
                <a:moveTo>
                  <a:pt x="234" y="0"/>
                </a:moveTo>
                <a:lnTo>
                  <a:pt x="0" y="0"/>
                </a:lnTo>
                <a:lnTo>
                  <a:pt x="0" y="918"/>
                </a:lnTo>
                <a:lnTo>
                  <a:pt x="228" y="918"/>
                </a:ln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91498" name="Line 13">
            <a:extLst>
              <a:ext uri="{FF2B5EF4-FFF2-40B4-BE49-F238E27FC236}">
                <a16:creationId xmlns:a16="http://schemas.microsoft.com/office/drawing/2014/main" id="{4893109D-F79B-4B4B-AF02-0EFD3F03F8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86150" y="1449388"/>
            <a:ext cx="1400175" cy="2381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91499" name="Freeform 14">
            <a:extLst>
              <a:ext uri="{FF2B5EF4-FFF2-40B4-BE49-F238E27FC236}">
                <a16:creationId xmlns:a16="http://schemas.microsoft.com/office/drawing/2014/main" id="{A7CD5194-2521-4438-A210-E79BD46F691C}"/>
              </a:ext>
            </a:extLst>
          </p:cNvPr>
          <p:cNvSpPr>
            <a:spLocks/>
          </p:cNvSpPr>
          <p:nvPr/>
        </p:nvSpPr>
        <p:spPr bwMode="auto">
          <a:xfrm>
            <a:off x="4973638" y="2428875"/>
            <a:ext cx="371475" cy="3895725"/>
          </a:xfrm>
          <a:custGeom>
            <a:avLst/>
            <a:gdLst>
              <a:gd name="T0" fmla="*/ 2147483646 w 234"/>
              <a:gd name="T1" fmla="*/ 0 h 918"/>
              <a:gd name="T2" fmla="*/ 0 w 234"/>
              <a:gd name="T3" fmla="*/ 0 h 918"/>
              <a:gd name="T4" fmla="*/ 0 w 234"/>
              <a:gd name="T5" fmla="*/ 2147483646 h 918"/>
              <a:gd name="T6" fmla="*/ 2147483646 w 234"/>
              <a:gd name="T7" fmla="*/ 2147483646 h 918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918"/>
              <a:gd name="T14" fmla="*/ 234 w 234"/>
              <a:gd name="T15" fmla="*/ 918 h 9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918">
                <a:moveTo>
                  <a:pt x="234" y="0"/>
                </a:moveTo>
                <a:lnTo>
                  <a:pt x="0" y="0"/>
                </a:lnTo>
                <a:lnTo>
                  <a:pt x="0" y="918"/>
                </a:lnTo>
                <a:lnTo>
                  <a:pt x="228" y="918"/>
                </a:ln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91500" name="Line 15">
            <a:extLst>
              <a:ext uri="{FF2B5EF4-FFF2-40B4-BE49-F238E27FC236}">
                <a16:creationId xmlns:a16="http://schemas.microsoft.com/office/drawing/2014/main" id="{E50D95A4-4652-4155-BC1B-6331DB1728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2775" y="3941763"/>
            <a:ext cx="1733550" cy="3238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>
            <a:extLst>
              <a:ext uri="{FF2B5EF4-FFF2-40B4-BE49-F238E27FC236}">
                <a16:creationId xmlns:a16="http://schemas.microsoft.com/office/drawing/2014/main" id="{DA13EC3D-B579-4899-8068-C4ADC1BF1C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3539" name="Rectangle 8">
            <a:extLst>
              <a:ext uri="{FF2B5EF4-FFF2-40B4-BE49-F238E27FC236}">
                <a16:creationId xmlns:a16="http://schemas.microsoft.com/office/drawing/2014/main" id="{23FC202F-0314-4B22-97C5-6B6113BC2D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C479224D-1329-44EA-B061-28617D16B27E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93540" name="Picture 9" descr="underline_base">
            <a:extLst>
              <a:ext uri="{FF2B5EF4-FFF2-40B4-BE49-F238E27FC236}">
                <a16:creationId xmlns:a16="http://schemas.microsoft.com/office/drawing/2014/main" id="{F03BF426-4FEC-4EF5-BDF5-83E93C74480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9429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3541" name="Rectangle 2">
            <a:extLst>
              <a:ext uri="{FF2B5EF4-FFF2-40B4-BE49-F238E27FC236}">
                <a16:creationId xmlns:a16="http://schemas.microsoft.com/office/drawing/2014/main" id="{0F5CF545-8EE1-4B93-AE1E-1250EA6154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234950"/>
            <a:ext cx="7772400" cy="95885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POP3 protocol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93542" name="Rectangle 3">
            <a:extLst>
              <a:ext uri="{FF2B5EF4-FFF2-40B4-BE49-F238E27FC236}">
                <a16:creationId xmlns:a16="http://schemas.microsoft.com/office/drawing/2014/main" id="{E63E512D-FED6-470C-8779-5BB08DE5989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8963" y="1422400"/>
            <a:ext cx="7867650" cy="4648200"/>
          </a:xfrm>
        </p:spPr>
        <p:txBody>
          <a:bodyPr/>
          <a:lstStyle/>
          <a:p>
            <a:r>
              <a:rPr lang="en-US" altLang="zh-TW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Update phase</a:t>
            </a:r>
            <a:r>
              <a:rPr lang="en-US" altLang="zh-TW" sz="2400" dirty="0">
                <a:ea typeface="ＭＳ Ｐゴシック" panose="020B0600070205080204" pitchFamily="34" charset="-128"/>
              </a:rPr>
              <a:t>: </a:t>
            </a:r>
            <a:r>
              <a:rPr lang="en-US" altLang="ja-JP" sz="2400" dirty="0">
                <a:ea typeface="ＭＳ Ｐゴシック" panose="020B0600070205080204" pitchFamily="34" charset="-128"/>
              </a:rPr>
              <a:t>Two modes of operations:</a:t>
            </a:r>
          </a:p>
          <a:p>
            <a:pPr lvl="1"/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download and delete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: </a:t>
            </a:r>
            <a:r>
              <a:rPr lang="en-US" altLang="zh-TW" dirty="0">
                <a:ea typeface="ＭＳ Ｐゴシック" panose="020B0600070205080204" pitchFamily="34" charset="-128"/>
              </a:rPr>
              <a:t>the user agent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deletes</a:t>
            </a:r>
            <a:r>
              <a:rPr lang="en-US" altLang="zh-TW" dirty="0">
                <a:ea typeface="ＭＳ Ｐゴシック" panose="020B0600070205080204" pitchFamily="34" charset="-128"/>
              </a:rPr>
              <a:t> the messages on the mail server after downloading them</a:t>
            </a:r>
          </a:p>
          <a:p>
            <a:pPr lvl="1"/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download and keep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: </a:t>
            </a:r>
            <a:r>
              <a:rPr lang="en-US" altLang="zh-TW" dirty="0">
                <a:ea typeface="ＭＳ Ｐゴシック" panose="020B0600070205080204" pitchFamily="34" charset="-128"/>
              </a:rPr>
              <a:t>the user agent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leaves</a:t>
            </a:r>
            <a:r>
              <a:rPr lang="en-US" altLang="zh-TW" dirty="0">
                <a:ea typeface="ＭＳ Ｐゴシック" panose="020B0600070205080204" pitchFamily="34" charset="-128"/>
              </a:rPr>
              <a:t> the messages on the mail server after downloading them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POP3 is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stateless</a:t>
            </a:r>
            <a:r>
              <a:rPr lang="en-US" altLang="zh-TW" sz="2400" dirty="0">
                <a:ea typeface="ＭＳ Ｐゴシック" panose="020B0600070205080204" pitchFamily="34" charset="-128"/>
              </a:rPr>
              <a:t> across sessions.</a:t>
            </a:r>
          </a:p>
          <a:p>
            <a:endParaRPr lang="en-US" altLang="zh-TW" sz="2400" dirty="0">
              <a:ea typeface="ＭＳ Ｐゴシック" panose="020B0600070205080204" pitchFamily="34" charset="-128"/>
            </a:endParaRPr>
          </a:p>
          <a:p>
            <a:endParaRPr lang="en-US" altLang="zh-TW" sz="2400" dirty="0">
              <a:ea typeface="ＭＳ Ｐゴシック" panose="020B0600070205080204" pitchFamily="34" charset="-128"/>
            </a:endParaRPr>
          </a:p>
          <a:p>
            <a:endParaRPr lang="en-US" altLang="zh-TW" sz="2400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>
            <a:extLst>
              <a:ext uri="{FF2B5EF4-FFF2-40B4-BE49-F238E27FC236}">
                <a16:creationId xmlns:a16="http://schemas.microsoft.com/office/drawing/2014/main" id="{BEF261CF-C94A-45E1-8FFE-6D2B6CEECF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5587" name="Rectangle 8">
            <a:extLst>
              <a:ext uri="{FF2B5EF4-FFF2-40B4-BE49-F238E27FC236}">
                <a16:creationId xmlns:a16="http://schemas.microsoft.com/office/drawing/2014/main" id="{55D55936-E8A5-4ABA-9CF9-39437DE524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988B238D-BDB3-43E8-ADDB-0645F13F1C28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95588" name="Picture 11" descr="underline_base">
            <a:extLst>
              <a:ext uri="{FF2B5EF4-FFF2-40B4-BE49-F238E27FC236}">
                <a16:creationId xmlns:a16="http://schemas.microsoft.com/office/drawing/2014/main" id="{1C811697-084F-4B6D-A6E7-E5676082AB1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957263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89" name="Rectangle 2">
            <a:extLst>
              <a:ext uri="{FF2B5EF4-FFF2-40B4-BE49-F238E27FC236}">
                <a16:creationId xmlns:a16="http://schemas.microsoft.com/office/drawing/2014/main" id="{75E55C86-3C01-4E41-9CD5-E25C6AE79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93688"/>
            <a:ext cx="7772400" cy="795337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IMAP protocol</a:t>
            </a:r>
          </a:p>
        </p:txBody>
      </p:sp>
      <p:sp>
        <p:nvSpPr>
          <p:cNvPr id="195590" name="Rectangle 4">
            <a:extLst>
              <a:ext uri="{FF2B5EF4-FFF2-40B4-BE49-F238E27FC236}">
                <a16:creationId xmlns:a16="http://schemas.microsoft.com/office/drawing/2014/main" id="{70E06122-99F0-48AA-8198-A7973276A2F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28625" y="1335088"/>
            <a:ext cx="7993063" cy="4648200"/>
          </a:xfrm>
        </p:spPr>
        <p:txBody>
          <a:bodyPr/>
          <a:lstStyle/>
          <a:p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keeps all messages in one place: at server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allows user to organize messages in folders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keeps user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state</a:t>
            </a:r>
            <a:r>
              <a:rPr lang="en-US" altLang="zh-TW" sz="2400" dirty="0">
                <a:ea typeface="ＭＳ Ｐゴシック" panose="020B0600070205080204" pitchFamily="34" charset="-128"/>
              </a:rPr>
              <a:t> across sessions: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E.g., names of folders and mappings between message IDs and folder name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>
            <a:extLst>
              <a:ext uri="{FF2B5EF4-FFF2-40B4-BE49-F238E27FC236}">
                <a16:creationId xmlns:a16="http://schemas.microsoft.com/office/drawing/2014/main" id="{5E69042B-ECD5-4452-82C5-2D29229316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7635" name="Rectangle 8">
            <a:extLst>
              <a:ext uri="{FF2B5EF4-FFF2-40B4-BE49-F238E27FC236}">
                <a16:creationId xmlns:a16="http://schemas.microsoft.com/office/drawing/2014/main" id="{88490363-DD4A-4617-A05A-BA79F5F962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7BE55F9B-3ECF-40FC-A24C-8169735E4FDE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97636" name="Picture 9" descr="underline_base">
            <a:extLst>
              <a:ext uri="{FF2B5EF4-FFF2-40B4-BE49-F238E27FC236}">
                <a16:creationId xmlns:a16="http://schemas.microsoft.com/office/drawing/2014/main" id="{74B2665B-252D-4071-9E9B-52391724D60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9429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7" name="Rectangle 2">
            <a:extLst>
              <a:ext uri="{FF2B5EF4-FFF2-40B4-BE49-F238E27FC236}">
                <a16:creationId xmlns:a16="http://schemas.microsoft.com/office/drawing/2014/main" id="{FD865A20-2D58-4AC7-954E-432B2C860B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234950"/>
            <a:ext cx="7772400" cy="958850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Web-Based E-mail</a:t>
            </a:r>
          </a:p>
        </p:txBody>
      </p:sp>
      <p:sp>
        <p:nvSpPr>
          <p:cNvPr id="197638" name="Rectangle 3">
            <a:extLst>
              <a:ext uri="{FF2B5EF4-FFF2-40B4-BE49-F238E27FC236}">
                <a16:creationId xmlns:a16="http://schemas.microsoft.com/office/drawing/2014/main" id="{8EE72849-780F-421B-AEC5-2E0124A83C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5613" y="3413125"/>
            <a:ext cx="8334375" cy="4648200"/>
          </a:xfrm>
        </p:spPr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User agent</a:t>
            </a:r>
            <a:r>
              <a:rPr lang="en-US" altLang="zh-TW" dirty="0">
                <a:ea typeface="ＭＳ Ｐゴシック" panose="020B0600070205080204" pitchFamily="34" charset="-128"/>
              </a:rPr>
              <a:t>: Web browser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User communicates with remote mailbox via HTTP:</a:t>
            </a:r>
          </a:p>
          <a:p>
            <a:pPr lvl="1"/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Send e-mail</a:t>
            </a:r>
            <a:r>
              <a:rPr lang="en-US" altLang="zh-TW" dirty="0">
                <a:ea typeface="ＭＳ Ｐゴシック" panose="020B0600070205080204" pitchFamily="34" charset="-128"/>
              </a:rPr>
              <a:t>: e-mail message is sent from browser to mail server over HTTP (not SMTP)</a:t>
            </a:r>
          </a:p>
          <a:p>
            <a:pPr lvl="1"/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Mail server message exchange</a:t>
            </a:r>
            <a:r>
              <a:rPr lang="en-US" altLang="zh-TW" dirty="0">
                <a:ea typeface="ＭＳ Ｐゴシック" panose="020B0600070205080204" pitchFamily="34" charset="-128"/>
              </a:rPr>
              <a:t>: Still using SMTP</a:t>
            </a:r>
          </a:p>
          <a:p>
            <a:pPr lvl="1"/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Access message in mailbox</a:t>
            </a:r>
            <a:r>
              <a:rPr lang="en-US" altLang="zh-TW" dirty="0">
                <a:ea typeface="ＭＳ Ｐゴシック" panose="020B0600070205080204" pitchFamily="34" charset="-128"/>
              </a:rPr>
              <a:t>: e-mail message is sent from mail server to browser using the HTTP (not POP3 or IMAP)</a:t>
            </a:r>
          </a:p>
          <a:p>
            <a:endParaRPr lang="en-US" altLang="zh-TW" sz="2000" dirty="0">
              <a:ea typeface="ＭＳ Ｐゴシック" panose="020B0600070205080204" pitchFamily="34" charset="-128"/>
            </a:endParaRPr>
          </a:p>
        </p:txBody>
      </p:sp>
      <p:grpSp>
        <p:nvGrpSpPr>
          <p:cNvPr id="197639" name="Group 133">
            <a:extLst>
              <a:ext uri="{FF2B5EF4-FFF2-40B4-BE49-F238E27FC236}">
                <a16:creationId xmlns:a16="http://schemas.microsoft.com/office/drawing/2014/main" id="{3656357E-0734-4CFB-AB8B-E8644DF2BD8D}"/>
              </a:ext>
            </a:extLst>
          </p:cNvPr>
          <p:cNvGrpSpPr>
            <a:grpSpLocks/>
          </p:cNvGrpSpPr>
          <p:nvPr/>
        </p:nvGrpSpPr>
        <p:grpSpPr bwMode="auto">
          <a:xfrm>
            <a:off x="2962275" y="1711325"/>
            <a:ext cx="511175" cy="693738"/>
            <a:chOff x="4140" y="429"/>
            <a:chExt cx="1425" cy="2396"/>
          </a:xfrm>
        </p:grpSpPr>
        <p:sp>
          <p:nvSpPr>
            <p:cNvPr id="197727" name="Freeform 134">
              <a:extLst>
                <a:ext uri="{FF2B5EF4-FFF2-40B4-BE49-F238E27FC236}">
                  <a16:creationId xmlns:a16="http://schemas.microsoft.com/office/drawing/2014/main" id="{DB210AAC-F169-4894-8DA7-87D3BBFA2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728" name="Rectangle 135">
              <a:extLst>
                <a:ext uri="{FF2B5EF4-FFF2-40B4-BE49-F238E27FC236}">
                  <a16:creationId xmlns:a16="http://schemas.microsoft.com/office/drawing/2014/main" id="{35BE7B79-A16D-4FE0-A66C-F2C0569E8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29" name="Freeform 136">
              <a:extLst>
                <a:ext uri="{FF2B5EF4-FFF2-40B4-BE49-F238E27FC236}">
                  <a16:creationId xmlns:a16="http://schemas.microsoft.com/office/drawing/2014/main" id="{01D635E5-E46F-45E0-B676-159BF14A4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730" name="Freeform 137">
              <a:extLst>
                <a:ext uri="{FF2B5EF4-FFF2-40B4-BE49-F238E27FC236}">
                  <a16:creationId xmlns:a16="http://schemas.microsoft.com/office/drawing/2014/main" id="{0D5BF87F-5B79-4251-8BCB-277919A9F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731" name="Rectangle 138">
              <a:extLst>
                <a:ext uri="{FF2B5EF4-FFF2-40B4-BE49-F238E27FC236}">
                  <a16:creationId xmlns:a16="http://schemas.microsoft.com/office/drawing/2014/main" id="{4F4CE496-8E82-4605-97E3-9E82C666A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97732" name="Group 139">
              <a:extLst>
                <a:ext uri="{FF2B5EF4-FFF2-40B4-BE49-F238E27FC236}">
                  <a16:creationId xmlns:a16="http://schemas.microsoft.com/office/drawing/2014/main" id="{3BFD7D39-AFC6-430E-8B1D-1DC2821919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7757" name="AutoShape 140">
                <a:extLst>
                  <a:ext uri="{FF2B5EF4-FFF2-40B4-BE49-F238E27FC236}">
                    <a16:creationId xmlns:a16="http://schemas.microsoft.com/office/drawing/2014/main" id="{15E79315-42BA-431B-A842-6125913B7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97758" name="AutoShape 141">
                <a:extLst>
                  <a:ext uri="{FF2B5EF4-FFF2-40B4-BE49-F238E27FC236}">
                    <a16:creationId xmlns:a16="http://schemas.microsoft.com/office/drawing/2014/main" id="{32873D33-E265-40BF-A550-932F44E3B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7733" name="Rectangle 142">
              <a:extLst>
                <a:ext uri="{FF2B5EF4-FFF2-40B4-BE49-F238E27FC236}">
                  <a16:creationId xmlns:a16="http://schemas.microsoft.com/office/drawing/2014/main" id="{813C3FDC-3F74-4DD6-A7F7-E0658DDB5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97734" name="Group 143">
              <a:extLst>
                <a:ext uri="{FF2B5EF4-FFF2-40B4-BE49-F238E27FC236}">
                  <a16:creationId xmlns:a16="http://schemas.microsoft.com/office/drawing/2014/main" id="{84DA0AB0-815D-420C-84FE-F9820CE90C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7755" name="AutoShape 144">
                <a:extLst>
                  <a:ext uri="{FF2B5EF4-FFF2-40B4-BE49-F238E27FC236}">
                    <a16:creationId xmlns:a16="http://schemas.microsoft.com/office/drawing/2014/main" id="{C7B444A5-51A5-4057-B646-9293A84DD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97756" name="AutoShape 145">
                <a:extLst>
                  <a:ext uri="{FF2B5EF4-FFF2-40B4-BE49-F238E27FC236}">
                    <a16:creationId xmlns:a16="http://schemas.microsoft.com/office/drawing/2014/main" id="{BE078A14-69EF-494C-AA72-AFAEAFCB7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7735" name="Rectangle 146">
              <a:extLst>
                <a:ext uri="{FF2B5EF4-FFF2-40B4-BE49-F238E27FC236}">
                  <a16:creationId xmlns:a16="http://schemas.microsoft.com/office/drawing/2014/main" id="{C7E3FC85-0CF9-4820-8A2F-A47B0BE38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36" name="Rectangle 147">
              <a:extLst>
                <a:ext uri="{FF2B5EF4-FFF2-40B4-BE49-F238E27FC236}">
                  <a16:creationId xmlns:a16="http://schemas.microsoft.com/office/drawing/2014/main" id="{EA901922-7B12-419D-8DD1-C7AE5E1EF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97737" name="Group 148">
              <a:extLst>
                <a:ext uri="{FF2B5EF4-FFF2-40B4-BE49-F238E27FC236}">
                  <a16:creationId xmlns:a16="http://schemas.microsoft.com/office/drawing/2014/main" id="{46F3312B-3AF7-42CD-A75B-9F0EE1DCD3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7753" name="AutoShape 149">
                <a:extLst>
                  <a:ext uri="{FF2B5EF4-FFF2-40B4-BE49-F238E27FC236}">
                    <a16:creationId xmlns:a16="http://schemas.microsoft.com/office/drawing/2014/main" id="{B34A4092-7726-4DB1-A5A0-BE125CBBC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97754" name="AutoShape 150">
                <a:extLst>
                  <a:ext uri="{FF2B5EF4-FFF2-40B4-BE49-F238E27FC236}">
                    <a16:creationId xmlns:a16="http://schemas.microsoft.com/office/drawing/2014/main" id="{B329FDB8-F44C-4F66-BF8F-B2AC6241BA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7738" name="Freeform 151">
              <a:extLst>
                <a:ext uri="{FF2B5EF4-FFF2-40B4-BE49-F238E27FC236}">
                  <a16:creationId xmlns:a16="http://schemas.microsoft.com/office/drawing/2014/main" id="{E02F3B78-2780-42F9-8211-8E1CA3CCB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97739" name="Group 152">
              <a:extLst>
                <a:ext uri="{FF2B5EF4-FFF2-40B4-BE49-F238E27FC236}">
                  <a16:creationId xmlns:a16="http://schemas.microsoft.com/office/drawing/2014/main" id="{981C18B7-27CE-4196-B08C-AF4650A321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7751" name="AutoShape 153">
                <a:extLst>
                  <a:ext uri="{FF2B5EF4-FFF2-40B4-BE49-F238E27FC236}">
                    <a16:creationId xmlns:a16="http://schemas.microsoft.com/office/drawing/2014/main" id="{4994BD5D-7342-4AB5-AF66-81C5BF670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97752" name="AutoShape 154">
                <a:extLst>
                  <a:ext uri="{FF2B5EF4-FFF2-40B4-BE49-F238E27FC236}">
                    <a16:creationId xmlns:a16="http://schemas.microsoft.com/office/drawing/2014/main" id="{B6903802-1F13-4C63-A2FE-45ED9599D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7740" name="Rectangle 155">
              <a:extLst>
                <a:ext uri="{FF2B5EF4-FFF2-40B4-BE49-F238E27FC236}">
                  <a16:creationId xmlns:a16="http://schemas.microsoft.com/office/drawing/2014/main" id="{43C319C2-4F77-4907-AB0A-9DF045ABB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41" name="Freeform 156">
              <a:extLst>
                <a:ext uri="{FF2B5EF4-FFF2-40B4-BE49-F238E27FC236}">
                  <a16:creationId xmlns:a16="http://schemas.microsoft.com/office/drawing/2014/main" id="{85B33B5A-FB29-4676-A38B-23CAB3B55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742" name="Freeform 157">
              <a:extLst>
                <a:ext uri="{FF2B5EF4-FFF2-40B4-BE49-F238E27FC236}">
                  <a16:creationId xmlns:a16="http://schemas.microsoft.com/office/drawing/2014/main" id="{696023D3-AB96-4A60-B96B-B4851D97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743" name="Oval 158">
              <a:extLst>
                <a:ext uri="{FF2B5EF4-FFF2-40B4-BE49-F238E27FC236}">
                  <a16:creationId xmlns:a16="http://schemas.microsoft.com/office/drawing/2014/main" id="{B7D14358-1A7F-43F2-9114-95D23F032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44" name="Freeform 159">
              <a:extLst>
                <a:ext uri="{FF2B5EF4-FFF2-40B4-BE49-F238E27FC236}">
                  <a16:creationId xmlns:a16="http://schemas.microsoft.com/office/drawing/2014/main" id="{E73090FD-D2DA-4258-B5AB-2AD2CB9B2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745" name="AutoShape 160">
              <a:extLst>
                <a:ext uri="{FF2B5EF4-FFF2-40B4-BE49-F238E27FC236}">
                  <a16:creationId xmlns:a16="http://schemas.microsoft.com/office/drawing/2014/main" id="{72B178C4-B589-45D0-8A9F-76EF19DDB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46" name="AutoShape 161">
              <a:extLst>
                <a:ext uri="{FF2B5EF4-FFF2-40B4-BE49-F238E27FC236}">
                  <a16:creationId xmlns:a16="http://schemas.microsoft.com/office/drawing/2014/main" id="{D69D1231-6ECE-401B-8F18-F25F961D4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47" name="Oval 162">
              <a:extLst>
                <a:ext uri="{FF2B5EF4-FFF2-40B4-BE49-F238E27FC236}">
                  <a16:creationId xmlns:a16="http://schemas.microsoft.com/office/drawing/2014/main" id="{3D57A50E-53A9-41CC-A4EA-07CC5D1CC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48" name="Oval 163">
              <a:extLst>
                <a:ext uri="{FF2B5EF4-FFF2-40B4-BE49-F238E27FC236}">
                  <a16:creationId xmlns:a16="http://schemas.microsoft.com/office/drawing/2014/main" id="{C3470672-88C4-4C8C-936F-DB314706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749" name="Oval 164">
              <a:extLst>
                <a:ext uri="{FF2B5EF4-FFF2-40B4-BE49-F238E27FC236}">
                  <a16:creationId xmlns:a16="http://schemas.microsoft.com/office/drawing/2014/main" id="{FE5F5879-84A6-478A-B65C-5DABFD8CA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50" name="Rectangle 165">
              <a:extLst>
                <a:ext uri="{FF2B5EF4-FFF2-40B4-BE49-F238E27FC236}">
                  <a16:creationId xmlns:a16="http://schemas.microsoft.com/office/drawing/2014/main" id="{DDF68848-BEEB-4124-89BF-C4C54EBA4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97640" name="Group 100">
            <a:extLst>
              <a:ext uri="{FF2B5EF4-FFF2-40B4-BE49-F238E27FC236}">
                <a16:creationId xmlns:a16="http://schemas.microsoft.com/office/drawing/2014/main" id="{5BB70846-A8A0-4D3C-BC42-698326BF4C79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1720850"/>
            <a:ext cx="511175" cy="693738"/>
            <a:chOff x="4140" y="429"/>
            <a:chExt cx="1425" cy="2396"/>
          </a:xfrm>
        </p:grpSpPr>
        <p:sp>
          <p:nvSpPr>
            <p:cNvPr id="197695" name="Freeform 101">
              <a:extLst>
                <a:ext uri="{FF2B5EF4-FFF2-40B4-BE49-F238E27FC236}">
                  <a16:creationId xmlns:a16="http://schemas.microsoft.com/office/drawing/2014/main" id="{846F0B09-49D5-4101-A0FC-096FC1B13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696" name="Rectangle 102">
              <a:extLst>
                <a:ext uri="{FF2B5EF4-FFF2-40B4-BE49-F238E27FC236}">
                  <a16:creationId xmlns:a16="http://schemas.microsoft.com/office/drawing/2014/main" id="{2119E7A6-90EA-4FBE-BE39-5EB628C60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697" name="Freeform 103">
              <a:extLst>
                <a:ext uri="{FF2B5EF4-FFF2-40B4-BE49-F238E27FC236}">
                  <a16:creationId xmlns:a16="http://schemas.microsoft.com/office/drawing/2014/main" id="{3F04DD95-B425-41FE-91AF-9DE11DB46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698" name="Freeform 104">
              <a:extLst>
                <a:ext uri="{FF2B5EF4-FFF2-40B4-BE49-F238E27FC236}">
                  <a16:creationId xmlns:a16="http://schemas.microsoft.com/office/drawing/2014/main" id="{A815BDDA-ECF3-47FA-AB54-9C99528EF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699" name="Rectangle 105">
              <a:extLst>
                <a:ext uri="{FF2B5EF4-FFF2-40B4-BE49-F238E27FC236}">
                  <a16:creationId xmlns:a16="http://schemas.microsoft.com/office/drawing/2014/main" id="{EC67B7B8-0E88-4E75-A3BC-42FF1FB6A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97700" name="Group 106">
              <a:extLst>
                <a:ext uri="{FF2B5EF4-FFF2-40B4-BE49-F238E27FC236}">
                  <a16:creationId xmlns:a16="http://schemas.microsoft.com/office/drawing/2014/main" id="{15A589DD-0193-4617-9257-EA6C9D6548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7725" name="AutoShape 107">
                <a:extLst>
                  <a:ext uri="{FF2B5EF4-FFF2-40B4-BE49-F238E27FC236}">
                    <a16:creationId xmlns:a16="http://schemas.microsoft.com/office/drawing/2014/main" id="{11BFEDDF-90CD-47F7-BD51-9D42C7586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97726" name="AutoShape 108">
                <a:extLst>
                  <a:ext uri="{FF2B5EF4-FFF2-40B4-BE49-F238E27FC236}">
                    <a16:creationId xmlns:a16="http://schemas.microsoft.com/office/drawing/2014/main" id="{8D97D9B3-12F6-44AF-9DE4-8C32633753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7701" name="Rectangle 109">
              <a:extLst>
                <a:ext uri="{FF2B5EF4-FFF2-40B4-BE49-F238E27FC236}">
                  <a16:creationId xmlns:a16="http://schemas.microsoft.com/office/drawing/2014/main" id="{7D4F460A-BE68-457C-8726-51C9F1EFB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97702" name="Group 110">
              <a:extLst>
                <a:ext uri="{FF2B5EF4-FFF2-40B4-BE49-F238E27FC236}">
                  <a16:creationId xmlns:a16="http://schemas.microsoft.com/office/drawing/2014/main" id="{851C8C1C-13B5-4167-9B46-716739548C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7723" name="AutoShape 111">
                <a:extLst>
                  <a:ext uri="{FF2B5EF4-FFF2-40B4-BE49-F238E27FC236}">
                    <a16:creationId xmlns:a16="http://schemas.microsoft.com/office/drawing/2014/main" id="{BE77FB2D-5B8D-4665-A375-89961FC274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97724" name="AutoShape 112">
                <a:extLst>
                  <a:ext uri="{FF2B5EF4-FFF2-40B4-BE49-F238E27FC236}">
                    <a16:creationId xmlns:a16="http://schemas.microsoft.com/office/drawing/2014/main" id="{5CCC683C-A57A-42B2-AED8-01C4A1201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7703" name="Rectangle 113">
              <a:extLst>
                <a:ext uri="{FF2B5EF4-FFF2-40B4-BE49-F238E27FC236}">
                  <a16:creationId xmlns:a16="http://schemas.microsoft.com/office/drawing/2014/main" id="{56DF64AB-11BC-4965-9CD8-F4B13E24A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04" name="Rectangle 114">
              <a:extLst>
                <a:ext uri="{FF2B5EF4-FFF2-40B4-BE49-F238E27FC236}">
                  <a16:creationId xmlns:a16="http://schemas.microsoft.com/office/drawing/2014/main" id="{7FAD5A01-CCB4-4287-B54B-756978FB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97705" name="Group 115">
              <a:extLst>
                <a:ext uri="{FF2B5EF4-FFF2-40B4-BE49-F238E27FC236}">
                  <a16:creationId xmlns:a16="http://schemas.microsoft.com/office/drawing/2014/main" id="{C16A1FDC-F497-471E-B791-D8436D4EE5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7721" name="AutoShape 116">
                <a:extLst>
                  <a:ext uri="{FF2B5EF4-FFF2-40B4-BE49-F238E27FC236}">
                    <a16:creationId xmlns:a16="http://schemas.microsoft.com/office/drawing/2014/main" id="{89E7FA61-7D9A-4B9B-85E6-C283D26FB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97722" name="AutoShape 117">
                <a:extLst>
                  <a:ext uri="{FF2B5EF4-FFF2-40B4-BE49-F238E27FC236}">
                    <a16:creationId xmlns:a16="http://schemas.microsoft.com/office/drawing/2014/main" id="{74BA19C2-929C-4484-8B56-BAB6F91DD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7706" name="Freeform 118">
              <a:extLst>
                <a:ext uri="{FF2B5EF4-FFF2-40B4-BE49-F238E27FC236}">
                  <a16:creationId xmlns:a16="http://schemas.microsoft.com/office/drawing/2014/main" id="{D61A7933-DB20-4061-95E6-5D6E84ED8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97707" name="Group 119">
              <a:extLst>
                <a:ext uri="{FF2B5EF4-FFF2-40B4-BE49-F238E27FC236}">
                  <a16:creationId xmlns:a16="http://schemas.microsoft.com/office/drawing/2014/main" id="{1980F3BB-952C-455B-83FD-E12E50845E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7719" name="AutoShape 120">
                <a:extLst>
                  <a:ext uri="{FF2B5EF4-FFF2-40B4-BE49-F238E27FC236}">
                    <a16:creationId xmlns:a16="http://schemas.microsoft.com/office/drawing/2014/main" id="{579B429D-D751-4C0C-BCC4-EBB159027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97720" name="AutoShape 121">
                <a:extLst>
                  <a:ext uri="{FF2B5EF4-FFF2-40B4-BE49-F238E27FC236}">
                    <a16:creationId xmlns:a16="http://schemas.microsoft.com/office/drawing/2014/main" id="{AE35CE69-9E02-42D9-89C7-14B279C11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97708" name="Rectangle 122">
              <a:extLst>
                <a:ext uri="{FF2B5EF4-FFF2-40B4-BE49-F238E27FC236}">
                  <a16:creationId xmlns:a16="http://schemas.microsoft.com/office/drawing/2014/main" id="{6675F129-9EBA-4CEE-956E-7D1A300EA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09" name="Freeform 123">
              <a:extLst>
                <a:ext uri="{FF2B5EF4-FFF2-40B4-BE49-F238E27FC236}">
                  <a16:creationId xmlns:a16="http://schemas.microsoft.com/office/drawing/2014/main" id="{F0C00E69-C4C8-4706-932A-22F9F636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710" name="Freeform 124">
              <a:extLst>
                <a:ext uri="{FF2B5EF4-FFF2-40B4-BE49-F238E27FC236}">
                  <a16:creationId xmlns:a16="http://schemas.microsoft.com/office/drawing/2014/main" id="{ED2BE473-95B3-4A05-99C4-1FE61045A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711" name="Oval 125">
              <a:extLst>
                <a:ext uri="{FF2B5EF4-FFF2-40B4-BE49-F238E27FC236}">
                  <a16:creationId xmlns:a16="http://schemas.microsoft.com/office/drawing/2014/main" id="{E63EC6DA-8AEA-41DD-9E46-3FC42CDBC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12" name="Freeform 126">
              <a:extLst>
                <a:ext uri="{FF2B5EF4-FFF2-40B4-BE49-F238E27FC236}">
                  <a16:creationId xmlns:a16="http://schemas.microsoft.com/office/drawing/2014/main" id="{B23EC721-97DA-493B-B877-BEE4DB58C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97713" name="AutoShape 127">
              <a:extLst>
                <a:ext uri="{FF2B5EF4-FFF2-40B4-BE49-F238E27FC236}">
                  <a16:creationId xmlns:a16="http://schemas.microsoft.com/office/drawing/2014/main" id="{5F7AEEDF-B217-4128-88B9-FEE785AC2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14" name="AutoShape 128">
              <a:extLst>
                <a:ext uri="{FF2B5EF4-FFF2-40B4-BE49-F238E27FC236}">
                  <a16:creationId xmlns:a16="http://schemas.microsoft.com/office/drawing/2014/main" id="{1489A3C5-66A7-4F5A-9DA7-195B8BD7F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15" name="Oval 129">
              <a:extLst>
                <a:ext uri="{FF2B5EF4-FFF2-40B4-BE49-F238E27FC236}">
                  <a16:creationId xmlns:a16="http://schemas.microsoft.com/office/drawing/2014/main" id="{BF1F804E-E1E3-4A4E-AC23-DAA14DBF7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16" name="Oval 130">
              <a:extLst>
                <a:ext uri="{FF2B5EF4-FFF2-40B4-BE49-F238E27FC236}">
                  <a16:creationId xmlns:a16="http://schemas.microsoft.com/office/drawing/2014/main" id="{41CCDB7B-568A-43F3-BE0B-CC249B8EB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717" name="Oval 131">
              <a:extLst>
                <a:ext uri="{FF2B5EF4-FFF2-40B4-BE49-F238E27FC236}">
                  <a16:creationId xmlns:a16="http://schemas.microsoft.com/office/drawing/2014/main" id="{DA297B2E-0EF0-4D02-9558-70E5AD8BD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97718" name="Rectangle 132">
              <a:extLst>
                <a:ext uri="{FF2B5EF4-FFF2-40B4-BE49-F238E27FC236}">
                  <a16:creationId xmlns:a16="http://schemas.microsoft.com/office/drawing/2014/main" id="{171C3C67-88B0-4447-B0BF-5D3EBE047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97641" name="Group 158">
            <a:extLst>
              <a:ext uri="{FF2B5EF4-FFF2-40B4-BE49-F238E27FC236}">
                <a16:creationId xmlns:a16="http://schemas.microsoft.com/office/drawing/2014/main" id="{D680BFAB-3AF8-4380-82B8-2CDCBDE43FF7}"/>
              </a:ext>
            </a:extLst>
          </p:cNvPr>
          <p:cNvGrpSpPr>
            <a:grpSpLocks/>
          </p:cNvGrpSpPr>
          <p:nvPr/>
        </p:nvGrpSpPr>
        <p:grpSpPr bwMode="auto">
          <a:xfrm>
            <a:off x="2797175" y="2120900"/>
            <a:ext cx="1436688" cy="1131888"/>
            <a:chOff x="1796" y="1206"/>
            <a:chExt cx="905" cy="713"/>
          </a:xfrm>
        </p:grpSpPr>
        <p:sp>
          <p:nvSpPr>
            <p:cNvPr id="197679" name="Text Box 95">
              <a:extLst>
                <a:ext uri="{FF2B5EF4-FFF2-40B4-BE49-F238E27FC236}">
                  <a16:creationId xmlns:a16="http://schemas.microsoft.com/office/drawing/2014/main" id="{A13DBDF6-38DE-4593-8F6E-CC8FAE0D2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6" y="1583"/>
              <a:ext cx="905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sender</a:t>
              </a:r>
              <a:r>
                <a:rPr lang="ja-JP" altLang="en-US" sz="1600">
                  <a:latin typeface="Arial" panose="020B0604020202020204" pitchFamily="34" charset="0"/>
                </a:rPr>
                <a:t>’</a:t>
              </a:r>
              <a:r>
                <a:rPr lang="en-US" altLang="ja-JP" sz="1600">
                  <a:latin typeface="Arial" panose="020B0604020202020204" pitchFamily="34" charset="0"/>
                </a:rPr>
                <a:t>s mail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server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197680" name="Group 157">
              <a:extLst>
                <a:ext uri="{FF2B5EF4-FFF2-40B4-BE49-F238E27FC236}">
                  <a16:creationId xmlns:a16="http://schemas.microsoft.com/office/drawing/2014/main" id="{F37712A2-AA40-42CA-9624-CCE6D1C87C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197681" name="Rectangle 94">
                <a:extLst>
                  <a:ext uri="{FF2B5EF4-FFF2-40B4-BE49-F238E27FC236}">
                    <a16:creationId xmlns:a16="http://schemas.microsoft.com/office/drawing/2014/main" id="{2D694F1A-255C-4B92-B3E9-B202D7ACF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97682" name="Rectangle 96">
                <a:extLst>
                  <a:ext uri="{FF2B5EF4-FFF2-40B4-BE49-F238E27FC236}">
                    <a16:creationId xmlns:a16="http://schemas.microsoft.com/office/drawing/2014/main" id="{19FC9105-7A01-4F20-AD3E-6B3E5445B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97683" name="Line 97">
                <a:extLst>
                  <a:ext uri="{FF2B5EF4-FFF2-40B4-BE49-F238E27FC236}">
                    <a16:creationId xmlns:a16="http://schemas.microsoft.com/office/drawing/2014/main" id="{216D055C-C6B7-4DA6-B1F4-2BFDD5563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97684" name="Line 98">
                <a:extLst>
                  <a:ext uri="{FF2B5EF4-FFF2-40B4-BE49-F238E27FC236}">
                    <a16:creationId xmlns:a16="http://schemas.microsoft.com/office/drawing/2014/main" id="{F14D30EE-F275-4F27-AB8F-986205D59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97685" name="Line 99">
                <a:extLst>
                  <a:ext uri="{FF2B5EF4-FFF2-40B4-BE49-F238E27FC236}">
                    <a16:creationId xmlns:a16="http://schemas.microsoft.com/office/drawing/2014/main" id="{12CA2D70-AA50-421D-A838-4D62F7E05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97686" name="Line 100">
                <a:extLst>
                  <a:ext uri="{FF2B5EF4-FFF2-40B4-BE49-F238E27FC236}">
                    <a16:creationId xmlns:a16="http://schemas.microsoft.com/office/drawing/2014/main" id="{D3B8F0E7-836A-4F3C-BC0B-65B257636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97687" name="Line 101">
                <a:extLst>
                  <a:ext uri="{FF2B5EF4-FFF2-40B4-BE49-F238E27FC236}">
                    <a16:creationId xmlns:a16="http://schemas.microsoft.com/office/drawing/2014/main" id="{A5384935-83FA-4663-9A8C-EC2E195667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97688" name="Line 102">
                <a:extLst>
                  <a:ext uri="{FF2B5EF4-FFF2-40B4-BE49-F238E27FC236}">
                    <a16:creationId xmlns:a16="http://schemas.microsoft.com/office/drawing/2014/main" id="{344F0D3C-4D4C-48DC-B6D7-2DCCAEF76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97689" name="Line 103">
                <a:extLst>
                  <a:ext uri="{FF2B5EF4-FFF2-40B4-BE49-F238E27FC236}">
                    <a16:creationId xmlns:a16="http://schemas.microsoft.com/office/drawing/2014/main" id="{814EFF4B-83FD-43E3-91BA-D0095F2F0F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197690" name="Rectangle 104">
                <a:extLst>
                  <a:ext uri="{FF2B5EF4-FFF2-40B4-BE49-F238E27FC236}">
                    <a16:creationId xmlns:a16="http://schemas.microsoft.com/office/drawing/2014/main" id="{9E291E01-C29C-4CB3-9C33-4EAF67080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97691" name="Rectangle 105">
                <a:extLst>
                  <a:ext uri="{FF2B5EF4-FFF2-40B4-BE49-F238E27FC236}">
                    <a16:creationId xmlns:a16="http://schemas.microsoft.com/office/drawing/2014/main" id="{DB8C7E74-01EC-4BBC-8BAC-0989A62FC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97692" name="Rectangle 106">
                <a:extLst>
                  <a:ext uri="{FF2B5EF4-FFF2-40B4-BE49-F238E27FC236}">
                    <a16:creationId xmlns:a16="http://schemas.microsoft.com/office/drawing/2014/main" id="{A56557B1-82BD-49E0-A144-5E336F71F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97693" name="Rectangle 107">
                <a:extLst>
                  <a:ext uri="{FF2B5EF4-FFF2-40B4-BE49-F238E27FC236}">
                    <a16:creationId xmlns:a16="http://schemas.microsoft.com/office/drawing/2014/main" id="{260E692E-5E50-4B28-86C9-A7C5570E8C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97694" name="Rectangle 108">
                <a:extLst>
                  <a:ext uri="{FF2B5EF4-FFF2-40B4-BE49-F238E27FC236}">
                    <a16:creationId xmlns:a16="http://schemas.microsoft.com/office/drawing/2014/main" id="{CE21AFDB-B324-4B91-9AAF-5E32DA85E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400"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197642" name="Text Box 121">
            <a:extLst>
              <a:ext uri="{FF2B5EF4-FFF2-40B4-BE49-F238E27FC236}">
                <a16:creationId xmlns:a16="http://schemas.microsoft.com/office/drawing/2014/main" id="{8018F45D-F2EB-4073-9DCB-2A0E3F984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1600200"/>
            <a:ext cx="855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solidFill>
                  <a:srgbClr val="CC0000"/>
                </a:solidFill>
                <a:latin typeface="Arial" panose="020B0604020202020204" pitchFamily="34" charset="0"/>
              </a:rPr>
              <a:t>HTTP</a:t>
            </a:r>
          </a:p>
        </p:txBody>
      </p:sp>
      <p:sp>
        <p:nvSpPr>
          <p:cNvPr id="197643" name="Rectangle 153">
            <a:extLst>
              <a:ext uri="{FF2B5EF4-FFF2-40B4-BE49-F238E27FC236}">
                <a16:creationId xmlns:a16="http://schemas.microsoft.com/office/drawing/2014/main" id="{025E9E25-CA1F-43F9-B571-AD76EE58E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425" y="1590675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Comic Sans MS" panose="030F0702030302020204" pitchFamily="66" charset="0"/>
            </a:endParaRPr>
          </a:p>
        </p:txBody>
      </p:sp>
      <p:sp>
        <p:nvSpPr>
          <p:cNvPr id="197644" name="Text Box 154">
            <a:extLst>
              <a:ext uri="{FF2B5EF4-FFF2-40B4-BE49-F238E27FC236}">
                <a16:creationId xmlns:a16="http://schemas.microsoft.com/office/drawing/2014/main" id="{85BFFE6B-E8F8-4E5C-9C52-DB1CEDF63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2675" y="1611313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solidFill>
                  <a:srgbClr val="CC0000"/>
                </a:solidFill>
                <a:latin typeface="Arial" panose="020B0604020202020204" pitchFamily="34" charset="0"/>
              </a:rPr>
              <a:t>SMTP</a:t>
            </a:r>
          </a:p>
        </p:txBody>
      </p:sp>
      <p:sp>
        <p:nvSpPr>
          <p:cNvPr id="197645" name="Text Box 156">
            <a:extLst>
              <a:ext uri="{FF2B5EF4-FFF2-40B4-BE49-F238E27FC236}">
                <a16:creationId xmlns:a16="http://schemas.microsoft.com/office/drawing/2014/main" id="{34039155-3169-424E-BFD5-7DE52EBD2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1676400"/>
            <a:ext cx="151130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dirty="0">
                <a:solidFill>
                  <a:srgbClr val="CC0000"/>
                </a:solidFill>
                <a:latin typeface="Arial" panose="020B0604020202020204" pitchFamily="34" charset="0"/>
              </a:rPr>
              <a:t>HTTP</a:t>
            </a:r>
            <a:endParaRPr lang="en-US" altLang="zh-TW" sz="1800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97646" name="Text Box 160">
            <a:extLst>
              <a:ext uri="{FF2B5EF4-FFF2-40B4-BE49-F238E27FC236}">
                <a16:creationId xmlns:a16="http://schemas.microsoft.com/office/drawing/2014/main" id="{88E67F45-76C1-4164-8B17-9A2FA9328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975" y="2732088"/>
            <a:ext cx="15382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receiver</a:t>
            </a:r>
            <a:r>
              <a:rPr lang="ja-JP" altLang="en-US" sz="1600">
                <a:latin typeface="Arial" panose="020B0604020202020204" pitchFamily="34" charset="0"/>
              </a:rPr>
              <a:t>’</a:t>
            </a:r>
            <a:r>
              <a:rPr lang="en-US" altLang="ja-JP" sz="1600">
                <a:latin typeface="Arial" panose="020B0604020202020204" pitchFamily="34" charset="0"/>
              </a:rPr>
              <a:t>s mail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server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grpSp>
        <p:nvGrpSpPr>
          <p:cNvPr id="197647" name="Group 161">
            <a:extLst>
              <a:ext uri="{FF2B5EF4-FFF2-40B4-BE49-F238E27FC236}">
                <a16:creationId xmlns:a16="http://schemas.microsoft.com/office/drawing/2014/main" id="{3EF61A45-5019-4407-B663-1FA35092EFA1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2133600"/>
            <a:ext cx="809625" cy="561975"/>
            <a:chOff x="2070" y="2004"/>
            <a:chExt cx="510" cy="354"/>
          </a:xfrm>
        </p:grpSpPr>
        <p:sp>
          <p:nvSpPr>
            <p:cNvPr id="197665" name="Rectangle 162">
              <a:extLst>
                <a:ext uri="{FF2B5EF4-FFF2-40B4-BE49-F238E27FC236}">
                  <a16:creationId xmlns:a16="http://schemas.microsoft.com/office/drawing/2014/main" id="{5CFC27C6-4975-456B-BBE6-8DD654AA7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97666" name="Rectangle 163">
              <a:extLst>
                <a:ext uri="{FF2B5EF4-FFF2-40B4-BE49-F238E27FC236}">
                  <a16:creationId xmlns:a16="http://schemas.microsoft.com/office/drawing/2014/main" id="{99915E21-6804-4F76-A382-7BFC6C39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97667" name="Line 164">
              <a:extLst>
                <a:ext uri="{FF2B5EF4-FFF2-40B4-BE49-F238E27FC236}">
                  <a16:creationId xmlns:a16="http://schemas.microsoft.com/office/drawing/2014/main" id="{A99B940E-16D0-48E9-8B41-67DD144AC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97668" name="Line 165">
              <a:extLst>
                <a:ext uri="{FF2B5EF4-FFF2-40B4-BE49-F238E27FC236}">
                  <a16:creationId xmlns:a16="http://schemas.microsoft.com/office/drawing/2014/main" id="{EC94C5F3-A6DD-490E-99F0-9854D9BE0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97669" name="Line 166">
              <a:extLst>
                <a:ext uri="{FF2B5EF4-FFF2-40B4-BE49-F238E27FC236}">
                  <a16:creationId xmlns:a16="http://schemas.microsoft.com/office/drawing/2014/main" id="{D8192CC4-8CBE-448D-A708-CDDC2E5EE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97670" name="Line 167">
              <a:extLst>
                <a:ext uri="{FF2B5EF4-FFF2-40B4-BE49-F238E27FC236}">
                  <a16:creationId xmlns:a16="http://schemas.microsoft.com/office/drawing/2014/main" id="{1F270CF7-FBDC-41CD-A8F3-CAC4FF8F2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97671" name="Line 168">
              <a:extLst>
                <a:ext uri="{FF2B5EF4-FFF2-40B4-BE49-F238E27FC236}">
                  <a16:creationId xmlns:a16="http://schemas.microsoft.com/office/drawing/2014/main" id="{FFA75B7E-17A2-4DAF-B33F-6A5830C13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97672" name="Line 169">
              <a:extLst>
                <a:ext uri="{FF2B5EF4-FFF2-40B4-BE49-F238E27FC236}">
                  <a16:creationId xmlns:a16="http://schemas.microsoft.com/office/drawing/2014/main" id="{FCBD8D2B-2942-472B-B66E-4EC163333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97673" name="Line 170">
              <a:extLst>
                <a:ext uri="{FF2B5EF4-FFF2-40B4-BE49-F238E27FC236}">
                  <a16:creationId xmlns:a16="http://schemas.microsoft.com/office/drawing/2014/main" id="{E6BFB428-8CF4-425B-B68A-604B9FB71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97674" name="Rectangle 171">
              <a:extLst>
                <a:ext uri="{FF2B5EF4-FFF2-40B4-BE49-F238E27FC236}">
                  <a16:creationId xmlns:a16="http://schemas.microsoft.com/office/drawing/2014/main" id="{1FA2F5E0-E91F-46E0-BC26-A383B1BFA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97675" name="Rectangle 172">
              <a:extLst>
                <a:ext uri="{FF2B5EF4-FFF2-40B4-BE49-F238E27FC236}">
                  <a16:creationId xmlns:a16="http://schemas.microsoft.com/office/drawing/2014/main" id="{6D1BC1EC-41B3-419B-9490-14C8111BC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97676" name="Rectangle 173">
              <a:extLst>
                <a:ext uri="{FF2B5EF4-FFF2-40B4-BE49-F238E27FC236}">
                  <a16:creationId xmlns:a16="http://schemas.microsoft.com/office/drawing/2014/main" id="{B81089D9-7C12-4B57-A1BF-C76D4FB39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97677" name="Rectangle 174">
              <a:extLst>
                <a:ext uri="{FF2B5EF4-FFF2-40B4-BE49-F238E27FC236}">
                  <a16:creationId xmlns:a16="http://schemas.microsoft.com/office/drawing/2014/main" id="{1A553E3E-FDDE-44EA-9797-3D03C0C1F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97678" name="Rectangle 175">
              <a:extLst>
                <a:ext uri="{FF2B5EF4-FFF2-40B4-BE49-F238E27FC236}">
                  <a16:creationId xmlns:a16="http://schemas.microsoft.com/office/drawing/2014/main" id="{29051B66-75AA-400C-BDE7-A81A10E92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</p:grpSp>
      <p:pic>
        <p:nvPicPr>
          <p:cNvPr id="197648" name="Picture 176" descr="Alice">
            <a:extLst>
              <a:ext uri="{FF2B5EF4-FFF2-40B4-BE49-F238E27FC236}">
                <a16:creationId xmlns:a16="http://schemas.microsoft.com/office/drawing/2014/main" id="{CC933BED-67B1-4399-BE9D-7B94B6BDC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690688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49" name="Picture 179" descr="Bob">
            <a:extLst>
              <a:ext uri="{FF2B5EF4-FFF2-40B4-BE49-F238E27FC236}">
                <a16:creationId xmlns:a16="http://schemas.microsoft.com/office/drawing/2014/main" id="{D69206C3-A3DD-473E-9CDD-9995EE15C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170497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50" name="Line 94">
            <a:extLst>
              <a:ext uri="{FF2B5EF4-FFF2-40B4-BE49-F238E27FC236}">
                <a16:creationId xmlns:a16="http://schemas.microsoft.com/office/drawing/2014/main" id="{C2CE8CB0-8F69-42FA-9BEF-7F63ADE18D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038350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97651" name="Line 95">
            <a:extLst>
              <a:ext uri="{FF2B5EF4-FFF2-40B4-BE49-F238E27FC236}">
                <a16:creationId xmlns:a16="http://schemas.microsoft.com/office/drawing/2014/main" id="{A3679CF0-DBA8-47D6-BF94-5384BFF5A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2035175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97652" name="Line 96">
            <a:extLst>
              <a:ext uri="{FF2B5EF4-FFF2-40B4-BE49-F238E27FC236}">
                <a16:creationId xmlns:a16="http://schemas.microsoft.com/office/drawing/2014/main" id="{8B6DAD70-EE51-4CDF-938F-6F43F72945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2032000"/>
            <a:ext cx="1697037" cy="158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197653" name="Group 166">
            <a:extLst>
              <a:ext uri="{FF2B5EF4-FFF2-40B4-BE49-F238E27FC236}">
                <a16:creationId xmlns:a16="http://schemas.microsoft.com/office/drawing/2014/main" id="{13AD43A4-D2F2-4F55-8788-7ED2B3803758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552575"/>
            <a:ext cx="912813" cy="1054100"/>
            <a:chOff x="3574" y="550"/>
            <a:chExt cx="575" cy="664"/>
          </a:xfrm>
        </p:grpSpPr>
        <p:grpSp>
          <p:nvGrpSpPr>
            <p:cNvPr id="197660" name="Group 167">
              <a:extLst>
                <a:ext uri="{FF2B5EF4-FFF2-40B4-BE49-F238E27FC236}">
                  <a16:creationId xmlns:a16="http://schemas.microsoft.com/office/drawing/2014/main" id="{E58E6614-91D4-497E-8692-C9F640336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97663" name="Picture 168" descr="desktop_computer_stylized_medium">
                <a:extLst>
                  <a:ext uri="{FF2B5EF4-FFF2-40B4-BE49-F238E27FC236}">
                    <a16:creationId xmlns:a16="http://schemas.microsoft.com/office/drawing/2014/main" id="{5A212E02-F54A-4FF2-8ACE-BDDBB374B7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7664" name="Freeform 169">
                <a:extLst>
                  <a:ext uri="{FF2B5EF4-FFF2-40B4-BE49-F238E27FC236}">
                    <a16:creationId xmlns:a16="http://schemas.microsoft.com/office/drawing/2014/main" id="{425CAF6E-3B50-4D4C-AF24-7257673756A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97661" name="Rectangle 115">
              <a:extLst>
                <a:ext uri="{FF2B5EF4-FFF2-40B4-BE49-F238E27FC236}">
                  <a16:creationId xmlns:a16="http://schemas.microsoft.com/office/drawing/2014/main" id="{56301023-0C47-457F-B605-C431F61A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97662" name="Text Box 116">
              <a:extLst>
                <a:ext uri="{FF2B5EF4-FFF2-40B4-BE49-F238E27FC236}">
                  <a16:creationId xmlns:a16="http://schemas.microsoft.com/office/drawing/2014/main" id="{A3A199CB-1CD4-4BF2-A89B-F5EE39996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97654" name="Group 172">
            <a:extLst>
              <a:ext uri="{FF2B5EF4-FFF2-40B4-BE49-F238E27FC236}">
                <a16:creationId xmlns:a16="http://schemas.microsoft.com/office/drawing/2014/main" id="{FA9F8D07-196E-47FA-BAAF-3EE5B8E3F9D0}"/>
              </a:ext>
            </a:extLst>
          </p:cNvPr>
          <p:cNvGrpSpPr>
            <a:grpSpLocks/>
          </p:cNvGrpSpPr>
          <p:nvPr/>
        </p:nvGrpSpPr>
        <p:grpSpPr bwMode="auto">
          <a:xfrm>
            <a:off x="6967538" y="1555750"/>
            <a:ext cx="912812" cy="1054100"/>
            <a:chOff x="3574" y="550"/>
            <a:chExt cx="575" cy="664"/>
          </a:xfrm>
        </p:grpSpPr>
        <p:grpSp>
          <p:nvGrpSpPr>
            <p:cNvPr id="197655" name="Group 173">
              <a:extLst>
                <a:ext uri="{FF2B5EF4-FFF2-40B4-BE49-F238E27FC236}">
                  <a16:creationId xmlns:a16="http://schemas.microsoft.com/office/drawing/2014/main" id="{08FE0020-C21F-47C1-B1D5-53B9842809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97658" name="Picture 174" descr="desktop_computer_stylized_medium">
                <a:extLst>
                  <a:ext uri="{FF2B5EF4-FFF2-40B4-BE49-F238E27FC236}">
                    <a16:creationId xmlns:a16="http://schemas.microsoft.com/office/drawing/2014/main" id="{AAAC938D-B5EA-43AB-B604-A16C88DA44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7659" name="Freeform 175">
                <a:extLst>
                  <a:ext uri="{FF2B5EF4-FFF2-40B4-BE49-F238E27FC236}">
                    <a16:creationId xmlns:a16="http://schemas.microsoft.com/office/drawing/2014/main" id="{66765FAD-1101-426C-A1A5-5FC6CF32167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sp>
          <p:nvSpPr>
            <p:cNvPr id="197656" name="Rectangle 115">
              <a:extLst>
                <a:ext uri="{FF2B5EF4-FFF2-40B4-BE49-F238E27FC236}">
                  <a16:creationId xmlns:a16="http://schemas.microsoft.com/office/drawing/2014/main" id="{4402A978-EE74-4FC1-8111-BFC6D1D7E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197657" name="Text Box 116">
              <a:extLst>
                <a:ext uri="{FF2B5EF4-FFF2-40B4-BE49-F238E27FC236}">
                  <a16:creationId xmlns:a16="http://schemas.microsoft.com/office/drawing/2014/main" id="{C2A56F6C-F669-4DBB-BDDE-2CFF401D6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user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agent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42" grpId="0"/>
      <p:bldP spid="19764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>
            <a:extLst>
              <a:ext uri="{FF2B5EF4-FFF2-40B4-BE49-F238E27FC236}">
                <a16:creationId xmlns:a16="http://schemas.microsoft.com/office/drawing/2014/main" id="{D7893E07-8759-4917-8DCC-942DD83029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9683" name="Rectangle 8">
            <a:extLst>
              <a:ext uri="{FF2B5EF4-FFF2-40B4-BE49-F238E27FC236}">
                <a16:creationId xmlns:a16="http://schemas.microsoft.com/office/drawing/2014/main" id="{0343582F-657D-43D5-A42C-C3DE9CD924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F86D7732-E3EC-46CC-8A33-125F0C04F758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99684" name="Rectangle 2">
            <a:extLst>
              <a:ext uri="{FF2B5EF4-FFF2-40B4-BE49-F238E27FC236}">
                <a16:creationId xmlns:a16="http://schemas.microsoft.com/office/drawing/2014/main" id="{9868AE19-FD9A-4321-B9EB-BCB708EA039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Chapter 2: outline</a:t>
            </a:r>
          </a:p>
        </p:txBody>
      </p:sp>
      <p:sp>
        <p:nvSpPr>
          <p:cNvPr id="199685" name="Rectangle 3">
            <a:extLst>
              <a:ext uri="{FF2B5EF4-FFF2-40B4-BE49-F238E27FC236}">
                <a16:creationId xmlns:a16="http://schemas.microsoft.com/office/drawing/2014/main" id="{630FFBE3-42E7-4F8E-93E6-7069B5F3B064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2.1 principles of network applications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app architectures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app requirements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2.2 Web and HTTP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2.3 FTP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2.4 electronic mail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SMTP, POP3, IMAP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CC0000"/>
                </a:solidFill>
                <a:ea typeface="ＭＳ Ｐゴシック" panose="020B0600070205080204" pitchFamily="34" charset="-128"/>
              </a:rPr>
              <a:t>2.5 DNS</a:t>
            </a:r>
          </a:p>
          <a:p>
            <a:pPr marL="457200" indent="-457200"/>
            <a:endParaRPr lang="en-US" altLang="zh-TW" sz="240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99686" name="Rectangle 4">
            <a:extLst>
              <a:ext uri="{FF2B5EF4-FFF2-40B4-BE49-F238E27FC236}">
                <a16:creationId xmlns:a16="http://schemas.microsoft.com/office/drawing/2014/main" id="{B72E1A28-9E1F-43BC-AA59-4EFCB6F2C6C1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2.6 P2P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2.7 Socket programming with UDP and TCP</a:t>
            </a:r>
          </a:p>
          <a:p>
            <a:pPr marL="457200" indent="-457200">
              <a:buFont typeface="Wingdings" panose="05000000000000000000" pitchFamily="2" charset="2"/>
              <a:buNone/>
            </a:pP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199687" name="Picture 5" descr="underline_base">
            <a:extLst>
              <a:ext uri="{FF2B5EF4-FFF2-40B4-BE49-F238E27FC236}">
                <a16:creationId xmlns:a16="http://schemas.microsoft.com/office/drawing/2014/main" id="{36EA1F86-FDCC-488E-A6D2-1B9A5FC5322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>
            <a:extLst>
              <a:ext uri="{FF2B5EF4-FFF2-40B4-BE49-F238E27FC236}">
                <a16:creationId xmlns:a16="http://schemas.microsoft.com/office/drawing/2014/main" id="{BCD894C7-4AA8-47F9-A1A1-5A355F52F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1731" name="Rectangle 8">
            <a:extLst>
              <a:ext uri="{FF2B5EF4-FFF2-40B4-BE49-F238E27FC236}">
                <a16:creationId xmlns:a16="http://schemas.microsoft.com/office/drawing/2014/main" id="{057D58D9-A6DB-4212-93E5-BDF01196B8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5AFA2A2E-652A-495C-9E5A-2CD5E2224EC5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201732" name="Picture 10" descr="underline_base">
            <a:extLst>
              <a:ext uri="{FF2B5EF4-FFF2-40B4-BE49-F238E27FC236}">
                <a16:creationId xmlns:a16="http://schemas.microsoft.com/office/drawing/2014/main" id="{504C3EC3-822A-4436-9BE6-01946590C98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9906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1733" name="Rectangle 2">
            <a:extLst>
              <a:ext uri="{FF2B5EF4-FFF2-40B4-BE49-F238E27FC236}">
                <a16:creationId xmlns:a16="http://schemas.microsoft.com/office/drawing/2014/main" id="{71B101C2-F1AD-4C85-819B-9361534C23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1625"/>
            <a:ext cx="7772400" cy="91440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DNS: domain name system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01734" name="Rectangle 3">
            <a:extLst>
              <a:ext uri="{FF2B5EF4-FFF2-40B4-BE49-F238E27FC236}">
                <a16:creationId xmlns:a16="http://schemas.microsoft.com/office/drawing/2014/main" id="{B65847BD-15D3-4314-A131-6E02F5BE2B4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5113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people:</a:t>
            </a:r>
            <a:r>
              <a:rPr lang="en-US" altLang="zh-TW" sz="2400" dirty="0">
                <a:ea typeface="ＭＳ Ｐゴシック" panose="020B0600070205080204" pitchFamily="34" charset="-128"/>
              </a:rPr>
              <a:t> many identifiers: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SSN, name, passport #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Internet hosts, routers: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IP address (32 bit) - used for addressing datagrams</a:t>
            </a:r>
          </a:p>
          <a:p>
            <a:pPr lvl="1"/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name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, e.g., www.yahoo.com - used by humans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i="1" u="sng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zh-TW" sz="2400" dirty="0">
                <a:ea typeface="ＭＳ Ｐゴシック" panose="020B0600070205080204" pitchFamily="34" charset="-128"/>
              </a:rPr>
              <a:t> how to 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map between IP address and “name”</a:t>
            </a:r>
            <a:r>
              <a:rPr lang="en-US" altLang="zh-TW" sz="2400" dirty="0">
                <a:ea typeface="ＭＳ Ｐゴシック" panose="020B0600070205080204" pitchFamily="34" charset="-128"/>
              </a:rPr>
              <a:t>, and vice versa ?</a:t>
            </a:r>
          </a:p>
        </p:txBody>
      </p:sp>
      <p:sp>
        <p:nvSpPr>
          <p:cNvPr id="201735" name="Rectangle 4">
            <a:extLst>
              <a:ext uri="{FF2B5EF4-FFF2-40B4-BE49-F238E27FC236}">
                <a16:creationId xmlns:a16="http://schemas.microsoft.com/office/drawing/2014/main" id="{FBB14136-FF66-4CB5-B189-06A0BDD3076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489075"/>
            <a:ext cx="4283075" cy="50069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Domain Name System (DNS):</a:t>
            </a:r>
          </a:p>
          <a:p>
            <a:r>
              <a:rPr lang="en-US" altLang="zh-TW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distributed database</a:t>
            </a:r>
            <a:r>
              <a:rPr lang="en-US" altLang="zh-TW" sz="2400" dirty="0">
                <a:ea typeface="ＭＳ Ｐゴシック" panose="020B0600070205080204" pitchFamily="34" charset="-128"/>
              </a:rPr>
              <a:t> implemented in hierarchy of many </a:t>
            </a:r>
            <a:r>
              <a:rPr lang="en-US" altLang="zh-TW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name servers</a:t>
            </a:r>
            <a:endParaRPr lang="en-US" altLang="zh-TW" sz="240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  <a:p>
            <a:r>
              <a:rPr lang="en-US" altLang="zh-TW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application-layer protocol:</a:t>
            </a:r>
            <a:r>
              <a:rPr lang="en-US" altLang="zh-TW" sz="2400" dirty="0">
                <a:ea typeface="ＭＳ Ｐゴシック" panose="020B0600070205080204" pitchFamily="34" charset="-128"/>
              </a:rPr>
              <a:t> hosts, name servers communicate to </a:t>
            </a:r>
            <a:r>
              <a:rPr lang="en-US" altLang="zh-TW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resolve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ea typeface="ＭＳ Ｐゴシック" panose="020B0600070205080204" pitchFamily="34" charset="-128"/>
              </a:rPr>
              <a:t>names (address/name translation)</a:t>
            </a:r>
          </a:p>
          <a:p>
            <a:pPr lvl="1">
              <a:lnSpc>
                <a:spcPct val="90000"/>
              </a:lnSpc>
            </a:pPr>
            <a:r>
              <a:rPr lang="en-US" altLang="zh-TW" sz="2200" dirty="0">
                <a:ea typeface="ＭＳ Ｐゴシック" panose="020B0600070205080204" pitchFamily="34" charset="-128"/>
              </a:rPr>
              <a:t>note: </a:t>
            </a:r>
            <a:r>
              <a:rPr lang="en-US" altLang="zh-TW" sz="22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core Internet function, implemented as application-layer protocol</a:t>
            </a:r>
          </a:p>
          <a:p>
            <a:pPr lvl="1">
              <a:lnSpc>
                <a:spcPct val="90000"/>
              </a:lnSpc>
            </a:pPr>
            <a:r>
              <a:rPr lang="en-US" altLang="zh-TW" sz="2200" dirty="0">
                <a:ea typeface="ＭＳ Ｐゴシック" panose="020B0600070205080204" pitchFamily="34" charset="-128"/>
              </a:rPr>
              <a:t>complexity at network</a:t>
            </a:r>
            <a:r>
              <a:rPr lang="ja-JP" altLang="en-US" sz="2200" dirty="0">
                <a:ea typeface="ＭＳ Ｐゴシック" panose="020B0600070205080204" pitchFamily="34" charset="-128"/>
              </a:rPr>
              <a:t>’</a:t>
            </a:r>
            <a:r>
              <a:rPr lang="en-US" altLang="ja-JP" sz="2200" dirty="0">
                <a:ea typeface="ＭＳ Ｐゴシック" panose="020B0600070205080204" pitchFamily="34" charset="-128"/>
              </a:rPr>
              <a:t>s </a:t>
            </a:r>
            <a:r>
              <a:rPr lang="ja-JP" altLang="en-US" sz="2200" dirty="0">
                <a:ea typeface="ＭＳ Ｐゴシック" panose="020B0600070205080204" pitchFamily="34" charset="-128"/>
              </a:rPr>
              <a:t>“</a:t>
            </a:r>
            <a:r>
              <a:rPr lang="en-US" altLang="ja-JP" sz="2200" dirty="0">
                <a:ea typeface="ＭＳ Ｐゴシック" panose="020B0600070205080204" pitchFamily="34" charset="-128"/>
              </a:rPr>
              <a:t>edge</a:t>
            </a:r>
            <a:r>
              <a:rPr lang="ja-JP" altLang="en-US" sz="2200" dirty="0">
                <a:ea typeface="ＭＳ Ｐゴシック" panose="020B0600070205080204" pitchFamily="34" charset="-128"/>
              </a:rPr>
              <a:t>”</a:t>
            </a:r>
            <a:endParaRPr lang="en-US" altLang="zh-TW" sz="22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>
            <a:extLst>
              <a:ext uri="{FF2B5EF4-FFF2-40B4-BE49-F238E27FC236}">
                <a16:creationId xmlns:a16="http://schemas.microsoft.com/office/drawing/2014/main" id="{E536D8CC-D672-4E0C-A7F5-3036280CB4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3779" name="Rectangle 8">
            <a:extLst>
              <a:ext uri="{FF2B5EF4-FFF2-40B4-BE49-F238E27FC236}">
                <a16:creationId xmlns:a16="http://schemas.microsoft.com/office/drawing/2014/main" id="{3486653A-A45C-445A-895F-D2A74CC417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207517A4-29F6-4E72-8F7D-3A18399189B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03780" name="Rectangle 2">
            <a:extLst>
              <a:ext uri="{FF2B5EF4-FFF2-40B4-BE49-F238E27FC236}">
                <a16:creationId xmlns:a16="http://schemas.microsoft.com/office/drawing/2014/main" id="{7EC8D35F-DFB6-4C76-9A5B-0A48BD258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17475"/>
            <a:ext cx="7772400" cy="114300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DNS: services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03781" name="Rectangle 5">
            <a:extLst>
              <a:ext uri="{FF2B5EF4-FFF2-40B4-BE49-F238E27FC236}">
                <a16:creationId xmlns:a16="http://schemas.microsoft.com/office/drawing/2014/main" id="{06172588-3A05-4ABE-A07F-21E79DF2C5E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31838" y="1300163"/>
            <a:ext cx="8116887" cy="4648200"/>
          </a:xfrm>
        </p:spPr>
        <p:txBody>
          <a:bodyPr/>
          <a:lstStyle/>
          <a:p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hostname to IP address translation</a:t>
            </a:r>
          </a:p>
          <a:p>
            <a:pPr lvl="1"/>
            <a:r>
              <a:rPr lang="en-US" altLang="zh-TW" sz="20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Hostname</a:t>
            </a:r>
            <a:r>
              <a:rPr lang="en-US" altLang="zh-TW" sz="2000" dirty="0">
                <a:ea typeface="ＭＳ Ｐゴシック" panose="020B0600070205080204" pitchFamily="34" charset="-128"/>
              </a:rPr>
              <a:t>: mnemonic identifier for a host</a:t>
            </a:r>
            <a:endParaRPr lang="en-US" altLang="zh-TW" sz="6000" dirty="0">
              <a:ea typeface="ＭＳ Ｐゴシック" panose="020B0600070205080204" pitchFamily="34" charset="-128"/>
            </a:endParaRPr>
          </a:p>
          <a:p>
            <a:pPr lvl="2"/>
            <a:r>
              <a:rPr lang="en-US" altLang="zh-TW" sz="1600" dirty="0">
                <a:ea typeface="ＭＳ Ｐゴシック" panose="020B0600070205080204" pitchFamily="34" charset="-128"/>
              </a:rPr>
              <a:t>E.g., www.yahoo.com</a:t>
            </a:r>
          </a:p>
          <a:p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host aliasing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E.g., </a:t>
            </a:r>
            <a:r>
              <a:rPr lang="en-US" altLang="zh-TW" sz="20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canonical hostname</a:t>
            </a:r>
            <a:r>
              <a:rPr lang="en-US" altLang="zh-TW" sz="2000" dirty="0">
                <a:ea typeface="ＭＳ Ｐゴシック" panose="020B0600070205080204" pitchFamily="34" charset="-128"/>
              </a:rPr>
              <a:t>: relay1.west-coast.enterprise.com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Two </a:t>
            </a:r>
            <a:r>
              <a:rPr lang="en-US" altLang="zh-TW" sz="20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alias</a:t>
            </a:r>
            <a:r>
              <a:rPr lang="en-US" altLang="zh-TW" sz="2000" dirty="0">
                <a:ea typeface="ＭＳ Ｐゴシック" panose="020B0600070205080204" pitchFamily="34" charset="-128"/>
              </a:rPr>
              <a:t>: enterprise.com and www.enterprise.com (more mnemonic)</a:t>
            </a:r>
            <a:endParaRPr lang="en-US" altLang="zh-TW" sz="9600" dirty="0">
              <a:ea typeface="ＭＳ Ｐゴシック" panose="020B0600070205080204" pitchFamily="34" charset="-128"/>
            </a:endParaRPr>
          </a:p>
          <a:p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mail server aliasing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E.g., E-mail address: bob@hotmail.com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Alias hostname: hotmail.com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Canonical hostname: relay1.west-coast.hotmail.com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Note: a company’s mail server and Web server can have identical (aliased) hostnames, e.g., enterprise.com.</a:t>
            </a:r>
            <a:endParaRPr lang="en-US" altLang="zh-TW" sz="6000" dirty="0">
              <a:ea typeface="ＭＳ Ｐゴシック" panose="020B0600070205080204" pitchFamily="34" charset="-128"/>
            </a:endParaRPr>
          </a:p>
          <a:p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load distribution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replicated Web servers: many IP addresses correspond to one name</a:t>
            </a:r>
          </a:p>
          <a:p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pic>
        <p:nvPicPr>
          <p:cNvPr id="203782" name="Picture 10" descr="underline_base">
            <a:extLst>
              <a:ext uri="{FF2B5EF4-FFF2-40B4-BE49-F238E27FC236}">
                <a16:creationId xmlns:a16="http://schemas.microsoft.com/office/drawing/2014/main" id="{F1928240-7F0D-45DA-9C77-F933E69B3DA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598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>
            <a:extLst>
              <a:ext uri="{FF2B5EF4-FFF2-40B4-BE49-F238E27FC236}">
                <a16:creationId xmlns:a16="http://schemas.microsoft.com/office/drawing/2014/main" id="{DACAC85D-D20A-4F7E-95B0-DA7CBB0B6C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5827" name="Rectangle 8">
            <a:extLst>
              <a:ext uri="{FF2B5EF4-FFF2-40B4-BE49-F238E27FC236}">
                <a16:creationId xmlns:a16="http://schemas.microsoft.com/office/drawing/2014/main" id="{8EF61039-E085-4EE8-B151-2EDF4762B7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24C95BC9-3E9C-4762-9C0F-F5BD5F11867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05828" name="Rectangle 2">
            <a:extLst>
              <a:ext uri="{FF2B5EF4-FFF2-40B4-BE49-F238E27FC236}">
                <a16:creationId xmlns:a16="http://schemas.microsoft.com/office/drawing/2014/main" id="{748169A7-10E4-4987-9045-E1B9A71987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17475"/>
            <a:ext cx="7772400" cy="114300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DNS structure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05829" name="Rectangle 4">
            <a:extLst>
              <a:ext uri="{FF2B5EF4-FFF2-40B4-BE49-F238E27FC236}">
                <a16:creationId xmlns:a16="http://schemas.microsoft.com/office/drawing/2014/main" id="{02A51E57-93B9-4505-86C7-A85062BA358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1223963" y="1227138"/>
            <a:ext cx="4191000" cy="22637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why not centralize DNS?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single point of failure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traffic volume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distant centralized database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maintenance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pic>
        <p:nvPicPr>
          <p:cNvPr id="205830" name="Picture 10" descr="underline_base">
            <a:extLst>
              <a:ext uri="{FF2B5EF4-FFF2-40B4-BE49-F238E27FC236}">
                <a16:creationId xmlns:a16="http://schemas.microsoft.com/office/drawing/2014/main" id="{BB3F07BE-8BD9-4735-B236-7EACF4A1F3E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598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7" name="Text Box 11">
            <a:extLst>
              <a:ext uri="{FF2B5EF4-FFF2-40B4-BE49-F238E27FC236}">
                <a16:creationId xmlns:a16="http://schemas.microsoft.com/office/drawing/2014/main" id="{A4F428C6-9D49-4CDD-80F6-EDE36474A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550" y="3384550"/>
            <a:ext cx="292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i="1">
                <a:latin typeface="Arial" panose="020B0604020202020204" pitchFamily="34" charset="0"/>
              </a:rPr>
              <a:t>A: </a:t>
            </a:r>
            <a:r>
              <a:rPr lang="en-US" altLang="zh-TW" i="1">
                <a:solidFill>
                  <a:srgbClr val="CC0000"/>
                </a:solidFill>
                <a:latin typeface="Arial" panose="020B0604020202020204" pitchFamily="34" charset="0"/>
              </a:rPr>
              <a:t>doesn</a:t>
            </a:r>
            <a:r>
              <a:rPr lang="ja-JP" altLang="en-US" i="1">
                <a:solidFill>
                  <a:srgbClr val="CC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i="1">
                <a:solidFill>
                  <a:srgbClr val="CC0000"/>
                </a:solidFill>
                <a:latin typeface="Arial" panose="020B0604020202020204" pitchFamily="34" charset="0"/>
              </a:rPr>
              <a:t>t scale!</a:t>
            </a:r>
            <a:endParaRPr lang="en-US" altLang="zh-TW" i="1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ACA42CF2-25C0-4CFE-9F6D-9C6B0B8C1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7875" name="Rectangle 8">
            <a:extLst>
              <a:ext uri="{FF2B5EF4-FFF2-40B4-BE49-F238E27FC236}">
                <a16:creationId xmlns:a16="http://schemas.microsoft.com/office/drawing/2014/main" id="{E5022681-1ECC-4709-8735-718ADE4B53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E0640944-E991-43A4-818B-3CC58B3039CD}" type="slidenum">
              <a:rPr lang="en-US" altLang="en-US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grpSp>
        <p:nvGrpSpPr>
          <p:cNvPr id="207876" name="Group 23">
            <a:extLst>
              <a:ext uri="{FF2B5EF4-FFF2-40B4-BE49-F238E27FC236}">
                <a16:creationId xmlns:a16="http://schemas.microsoft.com/office/drawing/2014/main" id="{E487082D-E88B-41A9-916C-BFD3B9D21437}"/>
              </a:ext>
            </a:extLst>
          </p:cNvPr>
          <p:cNvGrpSpPr>
            <a:grpSpLocks/>
          </p:cNvGrpSpPr>
          <p:nvPr/>
        </p:nvGrpSpPr>
        <p:grpSpPr bwMode="auto">
          <a:xfrm>
            <a:off x="438150" y="1193800"/>
            <a:ext cx="8205788" cy="2444750"/>
            <a:chOff x="230" y="576"/>
            <a:chExt cx="5504" cy="1757"/>
          </a:xfrm>
        </p:grpSpPr>
        <p:sp>
          <p:nvSpPr>
            <p:cNvPr id="207884" name="Text Box 2">
              <a:extLst>
                <a:ext uri="{FF2B5EF4-FFF2-40B4-BE49-F238E27FC236}">
                  <a16:creationId xmlns:a16="http://schemas.microsoft.com/office/drawing/2014/main" id="{C807E049-56B7-4033-877C-1F7D65926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576"/>
              <a:ext cx="138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Root DNS Servers</a:t>
              </a:r>
            </a:p>
          </p:txBody>
        </p:sp>
        <p:sp>
          <p:nvSpPr>
            <p:cNvPr id="207885" name="Text Box 4">
              <a:extLst>
                <a:ext uri="{FF2B5EF4-FFF2-40B4-BE49-F238E27FC236}">
                  <a16:creationId xmlns:a16="http://schemas.microsoft.com/office/drawing/2014/main" id="{D2216A01-3E91-4DC0-B533-85F1EC031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344"/>
              <a:ext cx="132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com DNS servers</a:t>
              </a:r>
            </a:p>
          </p:txBody>
        </p:sp>
        <p:sp>
          <p:nvSpPr>
            <p:cNvPr id="207886" name="Text Box 5">
              <a:extLst>
                <a:ext uri="{FF2B5EF4-FFF2-40B4-BE49-F238E27FC236}">
                  <a16:creationId xmlns:a16="http://schemas.microsoft.com/office/drawing/2014/main" id="{83664FAD-1821-444C-91A5-C940674FC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296"/>
              <a:ext cx="125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org DNS servers</a:t>
              </a:r>
            </a:p>
          </p:txBody>
        </p:sp>
        <p:sp>
          <p:nvSpPr>
            <p:cNvPr id="207887" name="Text Box 6">
              <a:extLst>
                <a:ext uri="{FF2B5EF4-FFF2-40B4-BE49-F238E27FC236}">
                  <a16:creationId xmlns:a16="http://schemas.microsoft.com/office/drawing/2014/main" id="{C877CDF1-DBC4-4627-A4E4-2593213F9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296"/>
              <a:ext cx="1291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edu DNS servers</a:t>
              </a:r>
            </a:p>
          </p:txBody>
        </p:sp>
        <p:sp>
          <p:nvSpPr>
            <p:cNvPr id="207888" name="Line 7">
              <a:extLst>
                <a:ext uri="{FF2B5EF4-FFF2-40B4-BE49-F238E27FC236}">
                  <a16:creationId xmlns:a16="http://schemas.microsoft.com/office/drawing/2014/main" id="{4089A0A7-1F97-4954-8CCC-1712C490A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864"/>
              <a:ext cx="1392" cy="4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7889" name="Line 8">
              <a:extLst>
                <a:ext uri="{FF2B5EF4-FFF2-40B4-BE49-F238E27FC236}">
                  <a16:creationId xmlns:a16="http://schemas.microsoft.com/office/drawing/2014/main" id="{0A7D5766-C490-40F8-8CAE-DF44A56B4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816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7890" name="Line 9">
              <a:extLst>
                <a:ext uri="{FF2B5EF4-FFF2-40B4-BE49-F238E27FC236}">
                  <a16:creationId xmlns:a16="http://schemas.microsoft.com/office/drawing/2014/main" id="{90D712A9-F63D-4BB8-A9C5-368CFA0015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864"/>
              <a:ext cx="144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7891" name="Text Box 10">
              <a:extLst>
                <a:ext uri="{FF2B5EF4-FFF2-40B4-BE49-F238E27FC236}">
                  <a16:creationId xmlns:a16="http://schemas.microsoft.com/office/drawing/2014/main" id="{CC9C25B0-50CF-41FE-B4E1-63692735F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1752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poly.edu</a:t>
              </a:r>
            </a:p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DNS servers</a:t>
              </a:r>
            </a:p>
          </p:txBody>
        </p:sp>
        <p:sp>
          <p:nvSpPr>
            <p:cNvPr id="207892" name="Text Box 11">
              <a:extLst>
                <a:ext uri="{FF2B5EF4-FFF2-40B4-BE49-F238E27FC236}">
                  <a16:creationId xmlns:a16="http://schemas.microsoft.com/office/drawing/2014/main" id="{9641B052-72E6-4F25-A134-712E27FD7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2" y="1752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umass.edu</a:t>
              </a:r>
            </a:p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DNS servers</a:t>
              </a:r>
            </a:p>
          </p:txBody>
        </p:sp>
        <p:sp>
          <p:nvSpPr>
            <p:cNvPr id="207893" name="Line 12">
              <a:extLst>
                <a:ext uri="{FF2B5EF4-FFF2-40B4-BE49-F238E27FC236}">
                  <a16:creationId xmlns:a16="http://schemas.microsoft.com/office/drawing/2014/main" id="{6A8B183B-6801-43AD-A30D-25D9DA3638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536"/>
              <a:ext cx="33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7894" name="Line 13">
              <a:extLst>
                <a:ext uri="{FF2B5EF4-FFF2-40B4-BE49-F238E27FC236}">
                  <a16:creationId xmlns:a16="http://schemas.microsoft.com/office/drawing/2014/main" id="{0E9B16D2-3663-4A9B-A8ED-DE0D864D8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536"/>
              <a:ext cx="288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7895" name="Text Box 14">
              <a:extLst>
                <a:ext uri="{FF2B5EF4-FFF2-40B4-BE49-F238E27FC236}">
                  <a16:creationId xmlns:a16="http://schemas.microsoft.com/office/drawing/2014/main" id="{D330B653-F04A-429A-9633-914F2E79C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" y="1848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yahoo.com</a:t>
              </a:r>
            </a:p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DNS servers</a:t>
              </a:r>
            </a:p>
          </p:txBody>
        </p:sp>
        <p:sp>
          <p:nvSpPr>
            <p:cNvPr id="207896" name="Text Box 15">
              <a:extLst>
                <a:ext uri="{FF2B5EF4-FFF2-40B4-BE49-F238E27FC236}">
                  <a16:creationId xmlns:a16="http://schemas.microsoft.com/office/drawing/2014/main" id="{FCAC096C-F16E-4079-BBF5-FC1F1BB245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72"/>
              <a:ext cx="1001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amazon.com</a:t>
              </a:r>
            </a:p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DNS servers</a:t>
              </a:r>
            </a:p>
          </p:txBody>
        </p:sp>
        <p:sp>
          <p:nvSpPr>
            <p:cNvPr id="207897" name="Line 16">
              <a:extLst>
                <a:ext uri="{FF2B5EF4-FFF2-40B4-BE49-F238E27FC236}">
                  <a16:creationId xmlns:a16="http://schemas.microsoft.com/office/drawing/2014/main" id="{1CEA4002-38A3-4DA4-AC6C-3DE9F932C3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1584"/>
              <a:ext cx="19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7898" name="Line 17">
              <a:extLst>
                <a:ext uri="{FF2B5EF4-FFF2-40B4-BE49-F238E27FC236}">
                  <a16:creationId xmlns:a16="http://schemas.microsoft.com/office/drawing/2014/main" id="{2FE1DF54-07BE-4B73-80CC-0DE9F6C61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584"/>
              <a:ext cx="24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7899" name="Text Box 18">
              <a:extLst>
                <a:ext uri="{FF2B5EF4-FFF2-40B4-BE49-F238E27FC236}">
                  <a16:creationId xmlns:a16="http://schemas.microsoft.com/office/drawing/2014/main" id="{2B3356E1-AC14-488C-BE72-D02D19D33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" y="1799"/>
              <a:ext cx="993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pbs.org</a:t>
              </a:r>
            </a:p>
            <a:p>
              <a:pPr eaLnBrk="1" hangingPunct="1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DNS servers</a:t>
              </a:r>
            </a:p>
          </p:txBody>
        </p:sp>
        <p:sp>
          <p:nvSpPr>
            <p:cNvPr id="207900" name="Line 19">
              <a:extLst>
                <a:ext uri="{FF2B5EF4-FFF2-40B4-BE49-F238E27FC236}">
                  <a16:creationId xmlns:a16="http://schemas.microsoft.com/office/drawing/2014/main" id="{FC8B6C5F-E003-455D-A9ED-B5E073378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53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07877" name="Rectangle 20">
            <a:extLst>
              <a:ext uri="{FF2B5EF4-FFF2-40B4-BE49-F238E27FC236}">
                <a16:creationId xmlns:a16="http://schemas.microsoft.com/office/drawing/2014/main" id="{4AD1793F-BF7D-4F94-ADF3-A0D3EDA42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61925"/>
            <a:ext cx="8023225" cy="936625"/>
          </a:xfrm>
        </p:spPr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DNS: a distributed, hierarchical database</a:t>
            </a:r>
          </a:p>
        </p:txBody>
      </p:sp>
      <p:sp>
        <p:nvSpPr>
          <p:cNvPr id="207878" name="Rectangle 22">
            <a:extLst>
              <a:ext uri="{FF2B5EF4-FFF2-40B4-BE49-F238E27FC236}">
                <a16:creationId xmlns:a16="http://schemas.microsoft.com/office/drawing/2014/main" id="{D709748B-933C-48DD-A85C-2FFCFA1B4FB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0538" y="3829050"/>
            <a:ext cx="8172450" cy="2133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Principle</a:t>
            </a: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parent server has IP-name records for children</a:t>
            </a:r>
            <a:endParaRPr lang="en-US" altLang="en-US" sz="2400" i="1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To resolve IP for www.amazon.com; 1</a:t>
            </a:r>
            <a:r>
              <a:rPr lang="en-US" altLang="en-US" sz="2400" i="1" baseline="300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st</a:t>
            </a:r>
            <a:r>
              <a:rPr lang="en-US" altLang="en-US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400" i="1" dirty="0" err="1">
                <a:solidFill>
                  <a:srgbClr val="000099"/>
                </a:solidFill>
                <a:ea typeface="ＭＳ Ｐゴシック" panose="020B0600070205080204" pitchFamily="34" charset="-128"/>
              </a:rPr>
              <a:t>approx</a:t>
            </a:r>
            <a:r>
              <a:rPr lang="en-US" altLang="en-US" sz="2400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200" dirty="0">
                <a:ea typeface="ＭＳ Ｐゴシック" panose="020B0600070205080204" pitchFamily="34" charset="-128"/>
              </a:rPr>
              <a:t>queries root server to find .com DNS server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200" dirty="0">
                <a:ea typeface="ＭＳ Ｐゴシック" panose="020B0600070205080204" pitchFamily="34" charset="-128"/>
              </a:rPr>
              <a:t>client queries .com DNS server to get amazon.com DNS server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200" dirty="0">
                <a:ea typeface="ＭＳ Ｐゴシック" panose="020B0600070205080204" pitchFamily="34" charset="-128"/>
              </a:rPr>
              <a:t>client queries amazon.com DNS server to get  IP address for www.amazon.com</a:t>
            </a:r>
          </a:p>
        </p:txBody>
      </p:sp>
      <p:pic>
        <p:nvPicPr>
          <p:cNvPr id="207879" name="Picture 28" descr="underline_base">
            <a:extLst>
              <a:ext uri="{FF2B5EF4-FFF2-40B4-BE49-F238E27FC236}">
                <a16:creationId xmlns:a16="http://schemas.microsoft.com/office/drawing/2014/main" id="{9BFC018E-00F5-450D-BBD4-115EE7D11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849313"/>
            <a:ext cx="8043863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880" name="Text Box 29">
            <a:extLst>
              <a:ext uri="{FF2B5EF4-FFF2-40B4-BE49-F238E27FC236}">
                <a16:creationId xmlns:a16="http://schemas.microsoft.com/office/drawing/2014/main" id="{67EF9214-E3E4-4B9A-A748-062A50B0E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638" y="16875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207881" name="Text Box 30">
            <a:extLst>
              <a:ext uri="{FF2B5EF4-FFF2-40B4-BE49-F238E27FC236}">
                <a16:creationId xmlns:a16="http://schemas.microsoft.com/office/drawing/2014/main" id="{9B849136-2032-42CF-B96E-0B5D98F61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200" y="16859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207882" name="Rounded Rectangle 1">
            <a:extLst>
              <a:ext uri="{FF2B5EF4-FFF2-40B4-BE49-F238E27FC236}">
                <a16:creationId xmlns:a16="http://schemas.microsoft.com/office/drawing/2014/main" id="{A8A7B5DD-F7F4-4F98-A553-8AFAA5196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2027238"/>
            <a:ext cx="7977188" cy="746125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207883" name="TextBox 2">
            <a:extLst>
              <a:ext uri="{FF2B5EF4-FFF2-40B4-BE49-F238E27FC236}">
                <a16:creationId xmlns:a16="http://schemas.microsoft.com/office/drawing/2014/main" id="{6B1DE9DB-A4B4-44EA-BA91-0E95F8E0A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1768475"/>
            <a:ext cx="208121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400"/>
              <a:t>Top-Level Domains (TLD)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>
            <a:extLst>
              <a:ext uri="{FF2B5EF4-FFF2-40B4-BE49-F238E27FC236}">
                <a16:creationId xmlns:a16="http://schemas.microsoft.com/office/drawing/2014/main" id="{4C2C7ECD-14BC-4147-9EEF-665330ECAC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9923" name="Rectangle 8">
            <a:extLst>
              <a:ext uri="{FF2B5EF4-FFF2-40B4-BE49-F238E27FC236}">
                <a16:creationId xmlns:a16="http://schemas.microsoft.com/office/drawing/2014/main" id="{E129E1B0-ED30-4525-915B-11740BE4A0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8AD97FBA-DD60-4184-9E75-55909A99B808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09924" name="Rectangle 2">
            <a:extLst>
              <a:ext uri="{FF2B5EF4-FFF2-40B4-BE49-F238E27FC236}">
                <a16:creationId xmlns:a16="http://schemas.microsoft.com/office/drawing/2014/main" id="{D0B02773-5C7B-452E-81BF-798506F9F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2250"/>
            <a:ext cx="7772400" cy="88265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DNS: root name servers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09925" name="Rectangle 3">
            <a:extLst>
              <a:ext uri="{FF2B5EF4-FFF2-40B4-BE49-F238E27FC236}">
                <a16:creationId xmlns:a16="http://schemas.microsoft.com/office/drawing/2014/main" id="{009377CD-ECD7-42F9-8650-5B92552A1C9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84188" y="1362075"/>
            <a:ext cx="8478837" cy="4648200"/>
          </a:xfrm>
        </p:spPr>
        <p:txBody>
          <a:bodyPr/>
          <a:lstStyle/>
          <a:p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contacted by local name server that cannot resolve name</a:t>
            </a:r>
          </a:p>
          <a:p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root name server</a:t>
            </a:r>
            <a:r>
              <a:rPr lang="en-US" altLang="zh-TW" sz="2400" dirty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altLang="zh-TW" sz="2200" dirty="0">
                <a:ea typeface="ＭＳ Ｐゴシック" panose="020B0600070205080204" pitchFamily="34" charset="-128"/>
              </a:rPr>
              <a:t>contacts authoritative name server if name mapping not known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sz="22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→ </a:t>
            </a:r>
            <a:r>
              <a:rPr lang="en-US" altLang="zh-TW" sz="2200" dirty="0">
                <a:ea typeface="ＭＳ Ｐゴシック" panose="020B0600070205080204" pitchFamily="34" charset="-128"/>
              </a:rPr>
              <a:t>gets mapping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sz="22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→ </a:t>
            </a:r>
            <a:r>
              <a:rPr lang="en-US" altLang="zh-TW" sz="2200" dirty="0">
                <a:ea typeface="ＭＳ Ｐゴシック" panose="020B0600070205080204" pitchFamily="34" charset="-128"/>
              </a:rPr>
              <a:t>returns mapping to local name server</a:t>
            </a:r>
          </a:p>
        </p:txBody>
      </p:sp>
      <p:sp>
        <p:nvSpPr>
          <p:cNvPr id="209926" name="Rectangle 20">
            <a:extLst>
              <a:ext uri="{FF2B5EF4-FFF2-40B4-BE49-F238E27FC236}">
                <a16:creationId xmlns:a16="http://schemas.microsoft.com/office/drawing/2014/main" id="{8CBF60D7-95F5-4CA9-B910-494C13A5F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5022850"/>
            <a:ext cx="2681287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 i="1" dirty="0">
                <a:solidFill>
                  <a:srgbClr val="000000"/>
                </a:solidFill>
                <a:latin typeface="Arial" panose="020B0604020202020204" pitchFamily="34" charset="0"/>
              </a:rPr>
              <a:t>    400 root name </a:t>
            </a:r>
            <a:r>
              <a:rPr lang="ja-JP" alt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ja-JP" sz="2000" i="1" dirty="0">
                <a:solidFill>
                  <a:srgbClr val="000000"/>
                </a:solidFill>
                <a:latin typeface="Arial" panose="020B0604020202020204" pitchFamily="34" charset="0"/>
              </a:rPr>
              <a:t>servers</a:t>
            </a:r>
            <a:r>
              <a:rPr lang="ja-JP" alt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ja-JP" sz="2000" i="1" dirty="0">
                <a:solidFill>
                  <a:srgbClr val="000000"/>
                </a:solidFill>
                <a:latin typeface="Arial" panose="020B0604020202020204" pitchFamily="34" charset="0"/>
              </a:rPr>
              <a:t> worldwide</a:t>
            </a:r>
            <a:endParaRPr lang="en-US" altLang="zh-TW" sz="2400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9927" name="AutoShape 22">
            <a:extLst>
              <a:ext uri="{FF2B5EF4-FFF2-40B4-BE49-F238E27FC236}">
                <a16:creationId xmlns:a16="http://schemas.microsoft.com/office/drawing/2014/main" id="{FCC794BE-45B3-4B5B-B8AC-4F7E2EFD5C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1013" y="3581400"/>
            <a:ext cx="5784850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endParaRPr lang="zh-TW" altLang="zh-TW" sz="2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09928" name="Picture 23" descr="worldf">
            <a:extLst>
              <a:ext uri="{FF2B5EF4-FFF2-40B4-BE49-F238E27FC236}">
                <a16:creationId xmlns:a16="http://schemas.microsoft.com/office/drawing/2014/main" id="{872B5A8F-79F2-4A4A-8B82-584D1CD73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3" y="4378325"/>
            <a:ext cx="4319587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9929" name="Text Box 25">
            <a:extLst>
              <a:ext uri="{FF2B5EF4-FFF2-40B4-BE49-F238E27FC236}">
                <a16:creationId xmlns:a16="http://schemas.microsoft.com/office/drawing/2014/main" id="{2E5DDE66-E520-4A8D-9BF7-020E11440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63" y="5160963"/>
            <a:ext cx="2090737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a. Verisign, Los Angeles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    (5 other sites)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b. USC-ISI Marina del Rey,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l. ICANN Los Angeles,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   (41 other sites)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9930" name="Freeform 26">
            <a:extLst>
              <a:ext uri="{FF2B5EF4-FFF2-40B4-BE49-F238E27FC236}">
                <a16:creationId xmlns:a16="http://schemas.microsoft.com/office/drawing/2014/main" id="{6D8551D5-E2F8-496D-836C-0C58B5A07CDC}"/>
              </a:ext>
            </a:extLst>
          </p:cNvPr>
          <p:cNvSpPr>
            <a:spLocks/>
          </p:cNvSpPr>
          <p:nvPr/>
        </p:nvSpPr>
        <p:spPr bwMode="auto">
          <a:xfrm>
            <a:off x="1757363" y="5113338"/>
            <a:ext cx="531812" cy="341312"/>
          </a:xfrm>
          <a:custGeom>
            <a:avLst/>
            <a:gdLst>
              <a:gd name="T0" fmla="*/ 0 w 582"/>
              <a:gd name="T1" fmla="*/ 2147483646 h 426"/>
              <a:gd name="T2" fmla="*/ 2147483646 w 582"/>
              <a:gd name="T3" fmla="*/ 0 h 426"/>
              <a:gd name="T4" fmla="*/ 0 60000 65536"/>
              <a:gd name="T5" fmla="*/ 0 60000 65536"/>
              <a:gd name="T6" fmla="*/ 0 w 582"/>
              <a:gd name="T7" fmla="*/ 0 h 426"/>
              <a:gd name="T8" fmla="*/ 582 w 582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2" h="426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09931" name="Text Box 27">
            <a:extLst>
              <a:ext uri="{FF2B5EF4-FFF2-40B4-BE49-F238E27FC236}">
                <a16:creationId xmlns:a16="http://schemas.microsoft.com/office/drawing/2014/main" id="{AA28A187-CF5D-4B04-95DC-CD42A5179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4333875"/>
            <a:ext cx="1949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e. NASA Mt View,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f. Internet Software C.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Palo Alto, CA (and 48 other   sites)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9932" name="Freeform 28">
            <a:extLst>
              <a:ext uri="{FF2B5EF4-FFF2-40B4-BE49-F238E27FC236}">
                <a16:creationId xmlns:a16="http://schemas.microsoft.com/office/drawing/2014/main" id="{4B224FB1-C39F-464E-A94D-7909D1208309}"/>
              </a:ext>
            </a:extLst>
          </p:cNvPr>
          <p:cNvSpPr>
            <a:spLocks/>
          </p:cNvSpPr>
          <p:nvPr/>
        </p:nvSpPr>
        <p:spPr bwMode="auto">
          <a:xfrm flipV="1">
            <a:off x="1423988" y="4868863"/>
            <a:ext cx="817562" cy="184150"/>
          </a:xfrm>
          <a:custGeom>
            <a:avLst/>
            <a:gdLst>
              <a:gd name="T0" fmla="*/ 0 w 582"/>
              <a:gd name="T1" fmla="*/ 2147483646 h 426"/>
              <a:gd name="T2" fmla="*/ 2147483646 w 582"/>
              <a:gd name="T3" fmla="*/ 0 h 426"/>
              <a:gd name="T4" fmla="*/ 0 60000 65536"/>
              <a:gd name="T5" fmla="*/ 0 60000 65536"/>
              <a:gd name="T6" fmla="*/ 0 w 582"/>
              <a:gd name="T7" fmla="*/ 0 h 426"/>
              <a:gd name="T8" fmla="*/ 582 w 582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2" h="426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09933" name="Text Box 29">
            <a:extLst>
              <a:ext uri="{FF2B5EF4-FFF2-40B4-BE49-F238E27FC236}">
                <a16:creationId xmlns:a16="http://schemas.microsoft.com/office/drawing/2014/main" id="{7833297B-60F4-4B68-A109-2BED8B851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3" y="3973513"/>
            <a:ext cx="2278062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i. Netnod, Stockholm (37 other sites)</a:t>
            </a:r>
          </a:p>
        </p:txBody>
      </p:sp>
      <p:sp>
        <p:nvSpPr>
          <p:cNvPr id="209934" name="Freeform 30">
            <a:extLst>
              <a:ext uri="{FF2B5EF4-FFF2-40B4-BE49-F238E27FC236}">
                <a16:creationId xmlns:a16="http://schemas.microsoft.com/office/drawing/2014/main" id="{9CB4A723-616D-411B-AA32-3435520D85A7}"/>
              </a:ext>
            </a:extLst>
          </p:cNvPr>
          <p:cNvSpPr>
            <a:spLocks/>
          </p:cNvSpPr>
          <p:nvPr/>
        </p:nvSpPr>
        <p:spPr bwMode="auto">
          <a:xfrm>
            <a:off x="3932238" y="4068763"/>
            <a:ext cx="446087" cy="654050"/>
          </a:xfrm>
          <a:custGeom>
            <a:avLst/>
            <a:gdLst>
              <a:gd name="T0" fmla="*/ 2147483646 w 666"/>
              <a:gd name="T1" fmla="*/ 0 h 1005"/>
              <a:gd name="T2" fmla="*/ 0 w 666"/>
              <a:gd name="T3" fmla="*/ 2147483646 h 1005"/>
              <a:gd name="T4" fmla="*/ 0 60000 65536"/>
              <a:gd name="T5" fmla="*/ 0 60000 65536"/>
              <a:gd name="T6" fmla="*/ 0 w 666"/>
              <a:gd name="T7" fmla="*/ 0 h 1005"/>
              <a:gd name="T8" fmla="*/ 666 w 666"/>
              <a:gd name="T9" fmla="*/ 1005 h 100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6" h="1005">
                <a:moveTo>
                  <a:pt x="666" y="0"/>
                </a:moveTo>
                <a:lnTo>
                  <a:pt x="0" y="100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09935" name="Text Box 31">
            <a:extLst>
              <a:ext uri="{FF2B5EF4-FFF2-40B4-BE49-F238E27FC236}">
                <a16:creationId xmlns:a16="http://schemas.microsoft.com/office/drawing/2014/main" id="{A3896805-9F92-41C6-86E1-47BB9500C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3684588"/>
            <a:ext cx="25193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k. RIPE London (17 other sites)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9936" name="Freeform 32">
            <a:extLst>
              <a:ext uri="{FF2B5EF4-FFF2-40B4-BE49-F238E27FC236}">
                <a16:creationId xmlns:a16="http://schemas.microsoft.com/office/drawing/2014/main" id="{846845DD-7FAA-4B2E-8375-0BBCF97757C9}"/>
              </a:ext>
            </a:extLst>
          </p:cNvPr>
          <p:cNvSpPr>
            <a:spLocks/>
          </p:cNvSpPr>
          <p:nvPr/>
        </p:nvSpPr>
        <p:spPr bwMode="auto">
          <a:xfrm>
            <a:off x="3751263" y="3862388"/>
            <a:ext cx="615950" cy="946150"/>
          </a:xfrm>
          <a:custGeom>
            <a:avLst/>
            <a:gdLst>
              <a:gd name="T0" fmla="*/ 2147483646 w 922"/>
              <a:gd name="T1" fmla="*/ 0 h 1448"/>
              <a:gd name="T2" fmla="*/ 0 w 922"/>
              <a:gd name="T3" fmla="*/ 2147483646 h 1448"/>
              <a:gd name="T4" fmla="*/ 0 60000 65536"/>
              <a:gd name="T5" fmla="*/ 0 60000 65536"/>
              <a:gd name="T6" fmla="*/ 0 w 922"/>
              <a:gd name="T7" fmla="*/ 0 h 1448"/>
              <a:gd name="T8" fmla="*/ 922 w 922"/>
              <a:gd name="T9" fmla="*/ 1448 h 14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22" h="1448">
                <a:moveTo>
                  <a:pt x="922" y="0"/>
                </a:moveTo>
                <a:lnTo>
                  <a:pt x="0" y="1448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09937" name="Text Box 33">
            <a:extLst>
              <a:ext uri="{FF2B5EF4-FFF2-40B4-BE49-F238E27FC236}">
                <a16:creationId xmlns:a16="http://schemas.microsoft.com/office/drawing/2014/main" id="{061CDD65-38E2-4B30-83E0-78293D6CE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850" y="4303713"/>
            <a:ext cx="1766888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m. WIDE Tokyo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(5 other sites)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9938" name="Freeform 34">
            <a:extLst>
              <a:ext uri="{FF2B5EF4-FFF2-40B4-BE49-F238E27FC236}">
                <a16:creationId xmlns:a16="http://schemas.microsoft.com/office/drawing/2014/main" id="{70FC903C-93AA-428C-BB94-6E64A288657F}"/>
              </a:ext>
            </a:extLst>
          </p:cNvPr>
          <p:cNvSpPr>
            <a:spLocks/>
          </p:cNvSpPr>
          <p:nvPr/>
        </p:nvSpPr>
        <p:spPr bwMode="auto">
          <a:xfrm>
            <a:off x="5575300" y="4598988"/>
            <a:ext cx="400050" cy="431800"/>
          </a:xfrm>
          <a:custGeom>
            <a:avLst/>
            <a:gdLst>
              <a:gd name="T0" fmla="*/ 2147483646 w 252"/>
              <a:gd name="T1" fmla="*/ 0 h 462"/>
              <a:gd name="T2" fmla="*/ 0 w 252"/>
              <a:gd name="T3" fmla="*/ 2147483646 h 462"/>
              <a:gd name="T4" fmla="*/ 0 60000 65536"/>
              <a:gd name="T5" fmla="*/ 0 60000 65536"/>
              <a:gd name="T6" fmla="*/ 0 w 252"/>
              <a:gd name="T7" fmla="*/ 0 h 462"/>
              <a:gd name="T8" fmla="*/ 252 w 252"/>
              <a:gd name="T9" fmla="*/ 462 h 4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462">
                <a:moveTo>
                  <a:pt x="252" y="0"/>
                </a:moveTo>
                <a:lnTo>
                  <a:pt x="0" y="462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09939" name="Text Box 35">
            <a:extLst>
              <a:ext uri="{FF2B5EF4-FFF2-40B4-BE49-F238E27FC236}">
                <a16:creationId xmlns:a16="http://schemas.microsoft.com/office/drawing/2014/main" id="{DFE547B6-B06D-4FCC-AFFA-81C8C2928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025" y="3541713"/>
            <a:ext cx="2598738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c. Cogent, Herndon, VA (5 other sites)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d. U Maryland College Park, MD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h. ARL Aberdeen, MD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j. Verisign, Dulles VA (69 other sites )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09940" name="Picture 24" descr="underline_base">
            <a:extLst>
              <a:ext uri="{FF2B5EF4-FFF2-40B4-BE49-F238E27FC236}">
                <a16:creationId xmlns:a16="http://schemas.microsoft.com/office/drawing/2014/main" id="{A9B08C0B-2BA5-40B1-ACFA-EFD1D052D232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84238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9941" name="Straight Arrow Connector 2">
            <a:extLst>
              <a:ext uri="{FF2B5EF4-FFF2-40B4-BE49-F238E27FC236}">
                <a16:creationId xmlns:a16="http://schemas.microsoft.com/office/drawing/2014/main" id="{1D1039BD-30AB-4CC7-91D7-A4104458CD8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878138" y="4278313"/>
            <a:ext cx="7937" cy="6905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942" name="Text Box 35">
            <a:extLst>
              <a:ext uri="{FF2B5EF4-FFF2-40B4-BE49-F238E27FC236}">
                <a16:creationId xmlns:a16="http://schemas.microsoft.com/office/drawing/2014/main" id="{32A59B19-8BB4-4D81-9744-043CC7133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988" y="5889625"/>
            <a:ext cx="1470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g. US DoD Columbus, OH (5 other sites)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09943" name="Straight Arrow Connector 24">
            <a:extLst>
              <a:ext uri="{FF2B5EF4-FFF2-40B4-BE49-F238E27FC236}">
                <a16:creationId xmlns:a16="http://schemas.microsoft.com/office/drawing/2014/main" id="{673A0088-369C-4C6C-A400-1B1BC1C16B52}"/>
              </a:ext>
            </a:extLst>
          </p:cNvPr>
          <p:cNvCxnSpPr>
            <a:cxnSpLocks noChangeShapeType="1"/>
            <a:stCxn id="209942" idx="0"/>
          </p:cNvCxnSpPr>
          <p:nvPr/>
        </p:nvCxnSpPr>
        <p:spPr bwMode="auto">
          <a:xfrm flipV="1">
            <a:off x="2286000" y="4945063"/>
            <a:ext cx="481013" cy="9445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>
            <a:extLst>
              <a:ext uri="{FF2B5EF4-FFF2-40B4-BE49-F238E27FC236}">
                <a16:creationId xmlns:a16="http://schemas.microsoft.com/office/drawing/2014/main" id="{F485975B-30FF-43D2-88EB-526E6E98BF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11971" name="Rectangle 8">
            <a:extLst>
              <a:ext uri="{FF2B5EF4-FFF2-40B4-BE49-F238E27FC236}">
                <a16:creationId xmlns:a16="http://schemas.microsoft.com/office/drawing/2014/main" id="{AF15C2CC-46B2-4DB1-8F2C-F9ABB1D32A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BC6A9997-28C4-4C20-B2A0-E7FE576C523C}" type="slidenum">
              <a:rPr lang="en-US" altLang="en-US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36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1972" name="Rectangle 2">
            <a:extLst>
              <a:ext uri="{FF2B5EF4-FFF2-40B4-BE49-F238E27FC236}">
                <a16:creationId xmlns:a16="http://schemas.microsoft.com/office/drawing/2014/main" id="{9AA8E206-6BC8-451D-80A7-99AE3119BA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34950"/>
            <a:ext cx="7772400" cy="914400"/>
          </a:xfrm>
        </p:spPr>
        <p:txBody>
          <a:bodyPr/>
          <a:lstStyle/>
          <a:p>
            <a:r>
              <a:rPr lang="en-US" altLang="zh-TW"/>
              <a:t>TLD, authoritative servers</a:t>
            </a:r>
            <a:endParaRPr lang="en-US" altLang="en-US"/>
          </a:p>
        </p:txBody>
      </p:sp>
      <p:sp>
        <p:nvSpPr>
          <p:cNvPr id="211973" name="Rectangle 3">
            <a:extLst>
              <a:ext uri="{FF2B5EF4-FFF2-40B4-BE49-F238E27FC236}">
                <a16:creationId xmlns:a16="http://schemas.microsoft.com/office/drawing/2014/main" id="{ECA20EEC-5DFB-493E-A9E2-5D4701AA6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9750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FF0000"/>
                </a:solidFill>
              </a:rPr>
              <a:t>Top-level domain (TLD) servers:</a:t>
            </a:r>
            <a:endParaRPr lang="en-US" altLang="en-US" i="1" dirty="0">
              <a:solidFill>
                <a:srgbClr val="000099"/>
              </a:solidFill>
            </a:endParaRPr>
          </a:p>
          <a:p>
            <a:pPr lvl="1"/>
            <a:r>
              <a:rPr lang="en-US" altLang="en-US" dirty="0"/>
              <a:t>responsible for </a:t>
            </a:r>
            <a:r>
              <a:rPr lang="en-US" altLang="en-US" dirty="0">
                <a:solidFill>
                  <a:srgbClr val="0070C0"/>
                </a:solidFill>
              </a:rPr>
              <a:t>com, org, net, </a:t>
            </a:r>
            <a:r>
              <a:rPr lang="en-US" altLang="en-US" dirty="0" err="1">
                <a:solidFill>
                  <a:srgbClr val="0070C0"/>
                </a:solidFill>
              </a:rPr>
              <a:t>edu</a:t>
            </a:r>
            <a:r>
              <a:rPr lang="en-US" altLang="en-US" dirty="0"/>
              <a:t>, aero, jobs, museums, and all top-level country domains, e.g.: </a:t>
            </a:r>
            <a:r>
              <a:rPr lang="en-US" altLang="en-US" dirty="0" err="1">
                <a:solidFill>
                  <a:srgbClr val="0070C0"/>
                </a:solidFill>
              </a:rPr>
              <a:t>uk</a:t>
            </a:r>
            <a:r>
              <a:rPr lang="en-US" altLang="en-US" dirty="0">
                <a:solidFill>
                  <a:srgbClr val="0070C0"/>
                </a:solidFill>
              </a:rPr>
              <a:t>, </a:t>
            </a:r>
            <a:r>
              <a:rPr lang="en-US" altLang="en-US" dirty="0" err="1">
                <a:solidFill>
                  <a:srgbClr val="0070C0"/>
                </a:solidFill>
              </a:rPr>
              <a:t>fr</a:t>
            </a:r>
            <a:r>
              <a:rPr lang="en-US" altLang="en-US" dirty="0">
                <a:solidFill>
                  <a:srgbClr val="0070C0"/>
                </a:solidFill>
              </a:rPr>
              <a:t>, ca, </a:t>
            </a:r>
            <a:r>
              <a:rPr lang="en-US" altLang="en-US" dirty="0" err="1">
                <a:solidFill>
                  <a:srgbClr val="0070C0"/>
                </a:solidFill>
              </a:rPr>
              <a:t>jp</a:t>
            </a:r>
            <a:endParaRPr lang="en-US" altLang="en-US" dirty="0">
              <a:solidFill>
                <a:srgbClr val="0070C0"/>
              </a:solidFill>
            </a:endParaRPr>
          </a:p>
          <a:p>
            <a:pPr lvl="1"/>
            <a:r>
              <a:rPr lang="en-US" altLang="en-US" dirty="0"/>
              <a:t>further delegates query to authoritative DNS servers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FF0000"/>
                </a:solidFill>
              </a:rPr>
              <a:t>Authoritative DNS servers: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organization</a:t>
            </a:r>
            <a:r>
              <a:rPr lang="ja-JP" altLang="en-US" dirty="0">
                <a:solidFill>
                  <a:srgbClr val="0070C0"/>
                </a:solidFill>
              </a:rPr>
              <a:t>’</a:t>
            </a:r>
            <a:r>
              <a:rPr lang="en-US" altLang="ja-JP" dirty="0">
                <a:solidFill>
                  <a:srgbClr val="0070C0"/>
                </a:solidFill>
              </a:rPr>
              <a:t>s own DNS server(s)</a:t>
            </a:r>
            <a:r>
              <a:rPr lang="en-US" altLang="ja-JP" dirty="0"/>
              <a:t>, providing authoritative hostname to IP mappings for organization</a:t>
            </a:r>
            <a:r>
              <a:rPr lang="ja-JP" altLang="en-US" dirty="0"/>
              <a:t>’</a:t>
            </a:r>
            <a:r>
              <a:rPr lang="en-US" altLang="ja-JP" dirty="0"/>
              <a:t>s named hosts (e.g., *.cityu.edu.hk), known as a DNS zone</a:t>
            </a:r>
          </a:p>
          <a:p>
            <a:pPr lvl="1"/>
            <a:r>
              <a:rPr lang="en-US" altLang="en-US" dirty="0"/>
              <a:t>can be maintained by organization or service provider</a:t>
            </a:r>
          </a:p>
          <a:p>
            <a:pPr lvl="1"/>
            <a:r>
              <a:rPr lang="en-US" altLang="en-US" dirty="0"/>
              <a:t>can further sub-divide into </a:t>
            </a:r>
            <a:r>
              <a:rPr lang="en-US" altLang="en-US" dirty="0">
                <a:solidFill>
                  <a:srgbClr val="0070C0"/>
                </a:solidFill>
              </a:rPr>
              <a:t>smaller DNS zones </a:t>
            </a:r>
            <a:r>
              <a:rPr lang="en-US" altLang="en-US" dirty="0"/>
              <a:t>each with their own authoritative DNS server (e.g., *.cs.cityu.edu.hk)</a:t>
            </a:r>
          </a:p>
          <a:p>
            <a:pPr lvl="1"/>
            <a:endParaRPr lang="en-US" altLang="en-US" dirty="0"/>
          </a:p>
        </p:txBody>
      </p:sp>
      <p:pic>
        <p:nvPicPr>
          <p:cNvPr id="211974" name="Picture 10" descr="underline_base">
            <a:extLst>
              <a:ext uri="{FF2B5EF4-FFF2-40B4-BE49-F238E27FC236}">
                <a16:creationId xmlns:a16="http://schemas.microsoft.com/office/drawing/2014/main" id="{8EC424DB-CA3D-4C87-8AFA-CCC6EB18867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9445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>
            <a:extLst>
              <a:ext uri="{FF2B5EF4-FFF2-40B4-BE49-F238E27FC236}">
                <a16:creationId xmlns:a16="http://schemas.microsoft.com/office/drawing/2014/main" id="{213A7532-76AB-4BF5-9DE4-C1C827CE5E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14019" name="Rectangle 8">
            <a:extLst>
              <a:ext uri="{FF2B5EF4-FFF2-40B4-BE49-F238E27FC236}">
                <a16:creationId xmlns:a16="http://schemas.microsoft.com/office/drawing/2014/main" id="{94275B53-EAE7-40AE-AFF4-48E0B624E9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A9B44861-238E-4F56-838C-904FC6DA0D7F}" type="slidenum">
              <a:rPr lang="en-US" altLang="en-US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37</a:t>
            </a:fld>
            <a:endParaRPr lang="en-US" alt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4020" name="Rectangle 2">
            <a:extLst>
              <a:ext uri="{FF2B5EF4-FFF2-40B4-BE49-F238E27FC236}">
                <a16:creationId xmlns:a16="http://schemas.microsoft.com/office/drawing/2014/main" id="{6C433374-B635-43EA-AD1B-9A1346F1B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36538"/>
            <a:ext cx="7772400" cy="957262"/>
          </a:xfrm>
        </p:spPr>
        <p:txBody>
          <a:bodyPr/>
          <a:lstStyle/>
          <a:p>
            <a:r>
              <a:rPr lang="en-US" altLang="en-US"/>
              <a:t>Local </a:t>
            </a:r>
            <a:r>
              <a:rPr lang="en-US" altLang="en-US" sz="4000"/>
              <a:t>DNS</a:t>
            </a:r>
            <a:r>
              <a:rPr lang="en-US" altLang="en-US"/>
              <a:t> name server</a:t>
            </a:r>
          </a:p>
        </p:txBody>
      </p:sp>
      <p:sp>
        <p:nvSpPr>
          <p:cNvPr id="214021" name="Rectangle 3">
            <a:extLst>
              <a:ext uri="{FF2B5EF4-FFF2-40B4-BE49-F238E27FC236}">
                <a16:creationId xmlns:a16="http://schemas.microsoft.com/office/drawing/2014/main" id="{2477B79E-FAB1-4E54-B371-C8CFB2FAE8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139825"/>
            <a:ext cx="8610600" cy="46482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does not strictly belong to hierarchy</a:t>
            </a:r>
          </a:p>
          <a:p>
            <a:r>
              <a:rPr lang="en-US" altLang="en-US" dirty="0"/>
              <a:t>each ISP (residential ISP, company, university) has one</a:t>
            </a:r>
          </a:p>
          <a:p>
            <a:pPr lvl="1"/>
            <a:r>
              <a:rPr lang="en-US" altLang="en-US" dirty="0"/>
              <a:t>also called </a:t>
            </a:r>
            <a:r>
              <a:rPr lang="ja-JP" altLang="en-US" dirty="0"/>
              <a:t>“</a:t>
            </a:r>
            <a:r>
              <a:rPr lang="en-US" altLang="ja-JP" dirty="0">
                <a:solidFill>
                  <a:srgbClr val="FF0000"/>
                </a:solidFill>
              </a:rPr>
              <a:t>default name server</a:t>
            </a:r>
            <a:r>
              <a:rPr lang="ja-JP" altLang="en-US" dirty="0"/>
              <a:t>”</a:t>
            </a:r>
            <a:endParaRPr lang="en-US" altLang="ja-JP" dirty="0"/>
          </a:p>
          <a:p>
            <a:r>
              <a:rPr lang="en-US" altLang="zh-TW" dirty="0">
                <a:solidFill>
                  <a:srgbClr val="0070C0"/>
                </a:solidFill>
              </a:rPr>
              <a:t>when host makes DNS query, query is sent to its local DNS server</a:t>
            </a:r>
          </a:p>
          <a:p>
            <a:pPr lvl="1"/>
            <a:r>
              <a:rPr lang="en-US" altLang="zh-TW" dirty="0"/>
              <a:t>has local cache of recent name-to-address translation pairs (but may be out of date!)</a:t>
            </a:r>
          </a:p>
          <a:p>
            <a:pPr lvl="1"/>
            <a:r>
              <a:rPr lang="en-US" altLang="zh-TW" dirty="0"/>
              <a:t>acts as proxy, forwards query into hierarchy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ja-JP" dirty="0"/>
          </a:p>
          <a:p>
            <a:pPr lvl="1"/>
            <a:endParaRPr lang="en-US" altLang="ja-JP" dirty="0"/>
          </a:p>
        </p:txBody>
      </p:sp>
      <p:pic>
        <p:nvPicPr>
          <p:cNvPr id="214022" name="Picture 9" descr="underline_base">
            <a:extLst>
              <a:ext uri="{FF2B5EF4-FFF2-40B4-BE49-F238E27FC236}">
                <a16:creationId xmlns:a16="http://schemas.microsoft.com/office/drawing/2014/main" id="{AFFEE70F-6E3B-4657-B519-71CBB67C817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969963"/>
            <a:ext cx="5548312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023" name="Picture 1">
            <a:extLst>
              <a:ext uri="{FF2B5EF4-FFF2-40B4-BE49-F238E27FC236}">
                <a16:creationId xmlns:a16="http://schemas.microsoft.com/office/drawing/2014/main" id="{8892DEBB-656E-4BCD-80DF-45DFE3F1EC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725" y="4448175"/>
            <a:ext cx="1976438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024" name="Oval 2">
            <a:extLst>
              <a:ext uri="{FF2B5EF4-FFF2-40B4-BE49-F238E27FC236}">
                <a16:creationId xmlns:a16="http://schemas.microsoft.com/office/drawing/2014/main" id="{755F3BC2-D4F9-4D21-AEB0-EE64D34F4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088" y="5846763"/>
            <a:ext cx="1096962" cy="549275"/>
          </a:xfrm>
          <a:prstGeom prst="ellips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endParaRPr lang="en-US" altLang="en-US" sz="2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214025" name="TextBox 3">
            <a:extLst>
              <a:ext uri="{FF2B5EF4-FFF2-40B4-BE49-F238E27FC236}">
                <a16:creationId xmlns:a16="http://schemas.microsoft.com/office/drawing/2014/main" id="{D656E134-73A4-4000-AEED-704ED02B6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4351338"/>
            <a:ext cx="5133975" cy="2446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C:\&gt;ipconfig /all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9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Ethernet adapter Ethernet: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9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Connection-specific DNS Suffix  . 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Description . . . . . . . . . . . : Intel(R) Ethernet Connection I217-LM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Physical Address. . . . . . . . . : 64-00-6A-5F-70-A3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DHCP Enabled. . . . . . . . . . . : No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Autoconfiguration Enabled . . . . : Yes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IPv4 Address. . . . . . . . . . . : 137.189.96.206(Preferred)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Subnet Mask . . . . . . . . . . . : 255.255.255.0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Default Gateway . . . . . . . . . : 137.189.96.254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DHCPv6 IAID . . . . . . . . . . . : 56885354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DHCPv6 Client DUID. . . . . . . . : 00-01-00-01-1D-96-3D-F9-64-00-6A-5F-70-A3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000000"/>
                </a:solidFill>
                <a:latin typeface="Consolas" panose="020B0609020204030204" pitchFamily="49" charset="0"/>
              </a:rPr>
              <a:t>   DNS Servers . . . . . . . . . . . : </a:t>
            </a:r>
            <a:r>
              <a:rPr lang="en-US" altLang="en-US" sz="900">
                <a:solidFill>
                  <a:srgbClr val="FF0000"/>
                </a:solidFill>
                <a:latin typeface="Consolas" panose="020B0609020204030204" pitchFamily="49" charset="0"/>
              </a:rPr>
              <a:t>137.189.99.1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solidFill>
                  <a:srgbClr val="FF0000"/>
                </a:solidFill>
                <a:latin typeface="Consolas" panose="020B0609020204030204" pitchFamily="49" charset="0"/>
              </a:rPr>
              <a:t>                                       137.189.96.50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>
            <a:extLst>
              <a:ext uri="{FF2B5EF4-FFF2-40B4-BE49-F238E27FC236}">
                <a16:creationId xmlns:a16="http://schemas.microsoft.com/office/drawing/2014/main" id="{BA64426F-412E-405A-A15C-CA81610352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16067" name="Rectangle 8">
            <a:extLst>
              <a:ext uri="{FF2B5EF4-FFF2-40B4-BE49-F238E27FC236}">
                <a16:creationId xmlns:a16="http://schemas.microsoft.com/office/drawing/2014/main" id="{60BAFCA9-E088-4AD6-9EF2-8ADD762086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76E22DDF-B06D-423E-ACF3-0026DD27802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216068" name="Picture 73" descr="underline_base">
            <a:extLst>
              <a:ext uri="{FF2B5EF4-FFF2-40B4-BE49-F238E27FC236}">
                <a16:creationId xmlns:a16="http://schemas.microsoft.com/office/drawing/2014/main" id="{85E3774B-BB70-4057-B222-0DE059502C3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87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6069" name="Text Box 5">
            <a:extLst>
              <a:ext uri="{FF2B5EF4-FFF2-40B4-BE49-F238E27FC236}">
                <a16:creationId xmlns:a16="http://schemas.microsoft.com/office/drawing/2014/main" id="{9DA6B5AA-CEF5-4129-A19F-C4ED3D888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75" y="4881563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requesting host</a:t>
            </a: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>
                <a:solidFill>
                  <a:srgbClr val="000099"/>
                </a:solidFill>
                <a:latin typeface="Arial" panose="020B0604020202020204" pitchFamily="34" charset="0"/>
              </a:rPr>
              <a:t>cis.poly.edu</a:t>
            </a:r>
          </a:p>
        </p:txBody>
      </p:sp>
      <p:sp>
        <p:nvSpPr>
          <p:cNvPr id="216070" name="Text Box 6">
            <a:extLst>
              <a:ext uri="{FF2B5EF4-FFF2-40B4-BE49-F238E27FC236}">
                <a16:creationId xmlns:a16="http://schemas.microsoft.com/office/drawing/2014/main" id="{A8CE03C3-A22D-4D59-8E42-A9D6834F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75" y="577532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>
                <a:latin typeface="Arial" panose="020B0604020202020204" pitchFamily="34" charset="0"/>
              </a:rPr>
              <a:t>gaia.cs.umass.edu</a:t>
            </a:r>
          </a:p>
        </p:txBody>
      </p:sp>
      <p:sp>
        <p:nvSpPr>
          <p:cNvPr id="216071" name="Text Box 17">
            <a:extLst>
              <a:ext uri="{FF2B5EF4-FFF2-40B4-BE49-F238E27FC236}">
                <a16:creationId xmlns:a16="http://schemas.microsoft.com/office/drawing/2014/main" id="{496064C7-C91C-49FE-80F9-DE669E5E8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81013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root DNS server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sp>
        <p:nvSpPr>
          <p:cNvPr id="202770" name="Line 18">
            <a:extLst>
              <a:ext uri="{FF2B5EF4-FFF2-40B4-BE49-F238E27FC236}">
                <a16:creationId xmlns:a16="http://schemas.microsoft.com/office/drawing/2014/main" id="{A722E736-2D1E-486D-81D3-1598E366769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86375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02771" name="Line 19">
            <a:extLst>
              <a:ext uri="{FF2B5EF4-FFF2-40B4-BE49-F238E27FC236}">
                <a16:creationId xmlns:a16="http://schemas.microsoft.com/office/drawing/2014/main" id="{62754385-4D96-4236-9977-A4607254BA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0675" y="1220788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02772" name="Line 20">
            <a:extLst>
              <a:ext uri="{FF2B5EF4-FFF2-40B4-BE49-F238E27FC236}">
                <a16:creationId xmlns:a16="http://schemas.microsoft.com/office/drawing/2014/main" id="{468A4729-4514-4C30-B6D4-12997CC510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6425" y="2382838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02773" name="Line 21">
            <a:extLst>
              <a:ext uri="{FF2B5EF4-FFF2-40B4-BE49-F238E27FC236}">
                <a16:creationId xmlns:a16="http://schemas.microsoft.com/office/drawing/2014/main" id="{8D9ADF15-4422-44F0-A6F0-3BF1D5A1DA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6425" y="2554288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02774" name="Line 22">
            <a:extLst>
              <a:ext uri="{FF2B5EF4-FFF2-40B4-BE49-F238E27FC236}">
                <a16:creationId xmlns:a16="http://schemas.microsoft.com/office/drawing/2014/main" id="{E87ADF0B-6D3C-4C76-83FC-D7B756E205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0225" y="1449388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02775" name="Line 23">
            <a:extLst>
              <a:ext uri="{FF2B5EF4-FFF2-40B4-BE49-F238E27FC236}">
                <a16:creationId xmlns:a16="http://schemas.microsoft.com/office/drawing/2014/main" id="{F5ACA673-AF50-4A5D-87A7-A953E642C9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6875" y="2933700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216078" name="Group 24">
            <a:extLst>
              <a:ext uri="{FF2B5EF4-FFF2-40B4-BE49-F238E27FC236}">
                <a16:creationId xmlns:a16="http://schemas.microsoft.com/office/drawing/2014/main" id="{A2722FF9-AAB2-4043-BD0E-3864736A8698}"/>
              </a:ext>
            </a:extLst>
          </p:cNvPr>
          <p:cNvGrpSpPr>
            <a:grpSpLocks/>
          </p:cNvGrpSpPr>
          <p:nvPr/>
        </p:nvGrpSpPr>
        <p:grpSpPr bwMode="auto">
          <a:xfrm>
            <a:off x="4179888" y="3062288"/>
            <a:ext cx="1898650" cy="611187"/>
            <a:chOff x="2831" y="2132"/>
            <a:chExt cx="1196" cy="385"/>
          </a:xfrm>
        </p:grpSpPr>
        <p:sp>
          <p:nvSpPr>
            <p:cNvPr id="216231" name="Rectangle 25">
              <a:extLst>
                <a:ext uri="{FF2B5EF4-FFF2-40B4-BE49-F238E27FC236}">
                  <a16:creationId xmlns:a16="http://schemas.microsoft.com/office/drawing/2014/main" id="{CB3769FF-B298-40BE-B5D3-A4ACE906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16232" name="Text Box 26">
              <a:extLst>
                <a:ext uri="{FF2B5EF4-FFF2-40B4-BE49-F238E27FC236}">
                  <a16:creationId xmlns:a16="http://schemas.microsoft.com/office/drawing/2014/main" id="{F77C4994-65E3-44A1-835B-38C7C2F27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local DNS server</a:t>
              </a:r>
              <a:endParaRPr lang="en-US" altLang="zh-TW" sz="24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i="1">
                  <a:solidFill>
                    <a:srgbClr val="000099"/>
                  </a:solidFill>
                  <a:latin typeface="Arial" panose="020B0604020202020204" pitchFamily="34" charset="0"/>
                </a:rPr>
                <a:t>dns.poly.edu</a:t>
              </a:r>
            </a:p>
          </p:txBody>
        </p:sp>
      </p:grpSp>
      <p:sp>
        <p:nvSpPr>
          <p:cNvPr id="202779" name="Text Box 27">
            <a:extLst>
              <a:ext uri="{FF2B5EF4-FFF2-40B4-BE49-F238E27FC236}">
                <a16:creationId xmlns:a16="http://schemas.microsoft.com/office/drawing/2014/main" id="{F9F53821-3323-45EC-84A4-746E0A6B2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450" y="37719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780" name="Text Box 28">
            <a:extLst>
              <a:ext uri="{FF2B5EF4-FFF2-40B4-BE49-F238E27FC236}">
                <a16:creationId xmlns:a16="http://schemas.microsoft.com/office/drawing/2014/main" id="{F1712609-758D-45A3-BD8A-AC165D06A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75" y="14382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781" name="Text Box 29">
            <a:extLst>
              <a:ext uri="{FF2B5EF4-FFF2-40B4-BE49-F238E27FC236}">
                <a16:creationId xmlns:a16="http://schemas.microsoft.com/office/drawing/2014/main" id="{6D1A33A8-16AC-4114-9591-B925B7810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525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3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782" name="Text Box 30">
            <a:extLst>
              <a:ext uri="{FF2B5EF4-FFF2-40B4-BE49-F238E27FC236}">
                <a16:creationId xmlns:a16="http://schemas.microsoft.com/office/drawing/2014/main" id="{BF572D9B-7143-403F-AEAF-F6354B8D9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0" y="20859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4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783" name="Text Box 31">
            <a:extLst>
              <a:ext uri="{FF2B5EF4-FFF2-40B4-BE49-F238E27FC236}">
                <a16:creationId xmlns:a16="http://schemas.microsoft.com/office/drawing/2014/main" id="{40ABD64B-904C-4B8E-8DCA-0D252926B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013" y="25733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5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784" name="Text Box 32">
            <a:extLst>
              <a:ext uri="{FF2B5EF4-FFF2-40B4-BE49-F238E27FC236}">
                <a16:creationId xmlns:a16="http://schemas.microsoft.com/office/drawing/2014/main" id="{40FD4908-D0B3-4EC2-8CEF-94191406F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913" y="3613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6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16085" name="Text Box 60">
            <a:extLst>
              <a:ext uri="{FF2B5EF4-FFF2-40B4-BE49-F238E27FC236}">
                <a16:creationId xmlns:a16="http://schemas.microsoft.com/office/drawing/2014/main" id="{6EB029E1-1D74-4B5C-8804-9C6A90D32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175" y="4429125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authoritative DNS server</a:t>
            </a: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b="1">
                <a:latin typeface="Arial" panose="020B0604020202020204" pitchFamily="34" charset="0"/>
              </a:rPr>
              <a:t>dns.cs.umass.edu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sp>
        <p:nvSpPr>
          <p:cNvPr id="202813" name="Text Box 61">
            <a:extLst>
              <a:ext uri="{FF2B5EF4-FFF2-40B4-BE49-F238E27FC236}">
                <a16:creationId xmlns:a16="http://schemas.microsoft.com/office/drawing/2014/main" id="{1D2BC19B-B29F-4BDE-B560-B3653D959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0" y="36433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7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814" name="Text Box 62">
            <a:extLst>
              <a:ext uri="{FF2B5EF4-FFF2-40B4-BE49-F238E27FC236}">
                <a16:creationId xmlns:a16="http://schemas.microsoft.com/office/drawing/2014/main" id="{761BB38F-EBA8-4DE7-9BDB-28840BD80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900" y="37909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8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815" name="Line 63">
            <a:extLst>
              <a:ext uri="{FF2B5EF4-FFF2-40B4-BE49-F238E27FC236}">
                <a16:creationId xmlns:a16="http://schemas.microsoft.com/office/drawing/2014/main" id="{81056766-517B-4049-9029-36AFBBC5A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9750" y="2714625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02816" name="Line 64">
            <a:extLst>
              <a:ext uri="{FF2B5EF4-FFF2-40B4-BE49-F238E27FC236}">
                <a16:creationId xmlns:a16="http://schemas.microsoft.com/office/drawing/2014/main" id="{9C1FD0B9-F29B-4790-8EDA-DAF44976332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2840038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16090" name="Text Box 65">
            <a:extLst>
              <a:ext uri="{FF2B5EF4-FFF2-40B4-BE49-F238E27FC236}">
                <a16:creationId xmlns:a16="http://schemas.microsoft.com/office/drawing/2014/main" id="{F3F01D89-9459-4636-A386-203561AC3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1613" y="1852613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TLD DNS server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sp>
        <p:nvSpPr>
          <p:cNvPr id="216091" name="Rectangle 66">
            <a:extLst>
              <a:ext uri="{FF2B5EF4-FFF2-40B4-BE49-F238E27FC236}">
                <a16:creationId xmlns:a16="http://schemas.microsoft.com/office/drawing/2014/main" id="{2A3B2721-D6B9-422F-ACF9-5273C06B9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17488"/>
            <a:ext cx="4910138" cy="11430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zh-TW" sz="4000">
                <a:ea typeface="ＭＳ Ｐゴシック" panose="020B0600070205080204" pitchFamily="34" charset="-128"/>
              </a:rPr>
              <a:t>DNS name </a:t>
            </a:r>
            <a:br>
              <a:rPr lang="en-US" altLang="zh-TW" sz="4000">
                <a:ea typeface="ＭＳ Ｐゴシック" panose="020B0600070205080204" pitchFamily="34" charset="-128"/>
              </a:rPr>
            </a:br>
            <a:r>
              <a:rPr lang="en-US" altLang="zh-TW" sz="4000">
                <a:ea typeface="ＭＳ Ｐゴシック" panose="020B0600070205080204" pitchFamily="34" charset="-128"/>
              </a:rPr>
              <a:t>resolution example</a:t>
            </a:r>
          </a:p>
        </p:txBody>
      </p:sp>
      <p:sp>
        <p:nvSpPr>
          <p:cNvPr id="114716" name="Rectangle 67">
            <a:extLst>
              <a:ext uri="{FF2B5EF4-FFF2-40B4-BE49-F238E27FC236}">
                <a16:creationId xmlns:a16="http://schemas.microsoft.com/office/drawing/2014/main" id="{5E53F498-4D6B-4269-B2B6-C2F7645349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725613"/>
            <a:ext cx="3565525" cy="4648200"/>
          </a:xfrm>
        </p:spPr>
        <p:txBody>
          <a:bodyPr/>
          <a:lstStyle/>
          <a:p>
            <a:pPr>
              <a:defRPr/>
            </a:pPr>
            <a:r>
              <a:rPr lang="en-US" altLang="zh-TW" sz="2400" i="1" dirty="0">
                <a:solidFill>
                  <a:srgbClr val="000099"/>
                </a:solidFill>
                <a:ea typeface="ＭＳ Ｐゴシック" pitchFamily="34" charset="-128"/>
              </a:rPr>
              <a:t>Example: </a:t>
            </a:r>
            <a:r>
              <a:rPr lang="en-US" altLang="zh-TW" sz="2400" dirty="0">
                <a:ea typeface="ＭＳ Ｐゴシック" pitchFamily="34" charset="-128"/>
              </a:rPr>
              <a:t>host at cis.poly.edu wants IP address for gaia.cs.umass.edu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400" dirty="0">
              <a:ea typeface="ＭＳ Ｐゴシック" pitchFamily="34" charset="-128"/>
            </a:endParaRP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TW" i="1" kern="1200" dirty="0">
                <a:solidFill>
                  <a:srgbClr val="CC0000"/>
                </a:solidFill>
                <a:ea typeface="FangSong" pitchFamily="49" charset="-122"/>
                <a:cs typeface="+mn-cs"/>
              </a:rPr>
              <a:t>Recursive query:</a:t>
            </a:r>
          </a:p>
          <a:p>
            <a:pPr>
              <a:lnSpc>
                <a:spcPct val="100000"/>
              </a:lnSpc>
              <a:buSzPct val="75000"/>
              <a:defRPr/>
            </a:pPr>
            <a:r>
              <a:rPr lang="en-US" altLang="zh-TW" sz="2400" kern="1200" dirty="0">
                <a:solidFill>
                  <a:srgbClr val="0070C0"/>
                </a:solidFill>
                <a:ea typeface="FangSong" pitchFamily="49" charset="-122"/>
                <a:cs typeface="+mn-cs"/>
              </a:rPr>
              <a:t>puts burden of name resolution on contacted name server</a:t>
            </a:r>
          </a:p>
          <a:p>
            <a:pPr>
              <a:lnSpc>
                <a:spcPct val="100000"/>
              </a:lnSpc>
              <a:buSzPct val="75000"/>
              <a:defRPr/>
            </a:pPr>
            <a:r>
              <a:rPr lang="en-US" altLang="zh-TW" sz="2400" kern="1200" dirty="0">
                <a:solidFill>
                  <a:srgbClr val="000000"/>
                </a:solidFill>
                <a:ea typeface="FangSong" pitchFamily="49" charset="-122"/>
                <a:cs typeface="+mn-cs"/>
              </a:rPr>
              <a:t>E.g., (1,8)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i="1" dirty="0">
              <a:solidFill>
                <a:srgbClr val="CC0000"/>
              </a:solidFill>
              <a:ea typeface="ＭＳ Ｐゴシック" pitchFamily="34" charset="-128"/>
            </a:endParaRPr>
          </a:p>
        </p:txBody>
      </p:sp>
      <p:grpSp>
        <p:nvGrpSpPr>
          <p:cNvPr id="216093" name="Group 86">
            <a:extLst>
              <a:ext uri="{FF2B5EF4-FFF2-40B4-BE49-F238E27FC236}">
                <a16:creationId xmlns:a16="http://schemas.microsoft.com/office/drawing/2014/main" id="{BF9FD5B5-0944-402C-BDB1-743536154EC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226300" y="5091113"/>
            <a:ext cx="925513" cy="795337"/>
            <a:chOff x="-44" y="1473"/>
            <a:chExt cx="981" cy="1105"/>
          </a:xfrm>
        </p:grpSpPr>
        <p:pic>
          <p:nvPicPr>
            <p:cNvPr id="216229" name="Picture 87" descr="desktop_computer_stylized_medium">
              <a:extLst>
                <a:ext uri="{FF2B5EF4-FFF2-40B4-BE49-F238E27FC236}">
                  <a16:creationId xmlns:a16="http://schemas.microsoft.com/office/drawing/2014/main" id="{9D081D9E-0D5B-4733-AFA4-FA377CDFBE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6230" name="Freeform 88">
              <a:extLst>
                <a:ext uri="{FF2B5EF4-FFF2-40B4-BE49-F238E27FC236}">
                  <a16:creationId xmlns:a16="http://schemas.microsoft.com/office/drawing/2014/main" id="{1E391D64-C149-4881-9DC4-85E1CCFAF2E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16094" name="Group 89">
            <a:extLst>
              <a:ext uri="{FF2B5EF4-FFF2-40B4-BE49-F238E27FC236}">
                <a16:creationId xmlns:a16="http://schemas.microsoft.com/office/drawing/2014/main" id="{B538C2C8-CEF5-43B8-A3C1-F1A6DF729DA6}"/>
              </a:ext>
            </a:extLst>
          </p:cNvPr>
          <p:cNvGrpSpPr>
            <a:grpSpLocks/>
          </p:cNvGrpSpPr>
          <p:nvPr/>
        </p:nvGrpSpPr>
        <p:grpSpPr bwMode="auto">
          <a:xfrm>
            <a:off x="4765675" y="4244975"/>
            <a:ext cx="925513" cy="795338"/>
            <a:chOff x="-44" y="1473"/>
            <a:chExt cx="981" cy="1105"/>
          </a:xfrm>
        </p:grpSpPr>
        <p:pic>
          <p:nvPicPr>
            <p:cNvPr id="216227" name="Picture 90" descr="desktop_computer_stylized_medium">
              <a:extLst>
                <a:ext uri="{FF2B5EF4-FFF2-40B4-BE49-F238E27FC236}">
                  <a16:creationId xmlns:a16="http://schemas.microsoft.com/office/drawing/2014/main" id="{072A3051-3674-4CEB-88F7-C4B9AD0415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6228" name="Freeform 91">
              <a:extLst>
                <a:ext uri="{FF2B5EF4-FFF2-40B4-BE49-F238E27FC236}">
                  <a16:creationId xmlns:a16="http://schemas.microsoft.com/office/drawing/2014/main" id="{851311AC-19C8-4FD0-9271-EE884D5582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16095" name="Group 125">
            <a:extLst>
              <a:ext uri="{FF2B5EF4-FFF2-40B4-BE49-F238E27FC236}">
                <a16:creationId xmlns:a16="http://schemas.microsoft.com/office/drawing/2014/main" id="{C024A4FF-B44D-4151-9152-E1C71DA4D050}"/>
              </a:ext>
            </a:extLst>
          </p:cNvPr>
          <p:cNvGrpSpPr>
            <a:grpSpLocks/>
          </p:cNvGrpSpPr>
          <p:nvPr/>
        </p:nvGrpSpPr>
        <p:grpSpPr bwMode="auto">
          <a:xfrm>
            <a:off x="7226300" y="3743325"/>
            <a:ext cx="390525" cy="641350"/>
            <a:chOff x="4140" y="429"/>
            <a:chExt cx="1425" cy="2396"/>
          </a:xfrm>
        </p:grpSpPr>
        <p:sp>
          <p:nvSpPr>
            <p:cNvPr id="216195" name="Freeform 126">
              <a:extLst>
                <a:ext uri="{FF2B5EF4-FFF2-40B4-BE49-F238E27FC236}">
                  <a16:creationId xmlns:a16="http://schemas.microsoft.com/office/drawing/2014/main" id="{1CA23CA7-E0DB-44E5-B0F2-767E28514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96" name="Rectangle 127">
              <a:extLst>
                <a:ext uri="{FF2B5EF4-FFF2-40B4-BE49-F238E27FC236}">
                  <a16:creationId xmlns:a16="http://schemas.microsoft.com/office/drawing/2014/main" id="{F2FDE627-15A1-4E90-B799-0A9ACDEBD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97" name="Freeform 128">
              <a:extLst>
                <a:ext uri="{FF2B5EF4-FFF2-40B4-BE49-F238E27FC236}">
                  <a16:creationId xmlns:a16="http://schemas.microsoft.com/office/drawing/2014/main" id="{3B90BB1E-020B-478A-818B-6CC97E0B2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98" name="Freeform 129">
              <a:extLst>
                <a:ext uri="{FF2B5EF4-FFF2-40B4-BE49-F238E27FC236}">
                  <a16:creationId xmlns:a16="http://schemas.microsoft.com/office/drawing/2014/main" id="{EDE8F3A3-559D-495D-B00D-772B73546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99" name="Rectangle 130">
              <a:extLst>
                <a:ext uri="{FF2B5EF4-FFF2-40B4-BE49-F238E27FC236}">
                  <a16:creationId xmlns:a16="http://schemas.microsoft.com/office/drawing/2014/main" id="{87B23AE7-0CC3-4012-8ECE-10F545B09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200" name="Group 131">
              <a:extLst>
                <a:ext uri="{FF2B5EF4-FFF2-40B4-BE49-F238E27FC236}">
                  <a16:creationId xmlns:a16="http://schemas.microsoft.com/office/drawing/2014/main" id="{3861FE60-1032-43C4-8F28-F8B65C0CBF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6225" name="AutoShape 132">
                <a:extLst>
                  <a:ext uri="{FF2B5EF4-FFF2-40B4-BE49-F238E27FC236}">
                    <a16:creationId xmlns:a16="http://schemas.microsoft.com/office/drawing/2014/main" id="{5681307B-9C25-4D23-A666-149CE2E8A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226" name="AutoShape 133">
                <a:extLst>
                  <a:ext uri="{FF2B5EF4-FFF2-40B4-BE49-F238E27FC236}">
                    <a16:creationId xmlns:a16="http://schemas.microsoft.com/office/drawing/2014/main" id="{64F101EB-9618-4B71-ACEE-2652E8C22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201" name="Rectangle 134">
              <a:extLst>
                <a:ext uri="{FF2B5EF4-FFF2-40B4-BE49-F238E27FC236}">
                  <a16:creationId xmlns:a16="http://schemas.microsoft.com/office/drawing/2014/main" id="{72E3527A-85C8-4263-8DF9-1C54A3F31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202" name="Group 135">
              <a:extLst>
                <a:ext uri="{FF2B5EF4-FFF2-40B4-BE49-F238E27FC236}">
                  <a16:creationId xmlns:a16="http://schemas.microsoft.com/office/drawing/2014/main" id="{E64C147C-02B1-49FE-9139-7263CA3289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6223" name="AutoShape 136">
                <a:extLst>
                  <a:ext uri="{FF2B5EF4-FFF2-40B4-BE49-F238E27FC236}">
                    <a16:creationId xmlns:a16="http://schemas.microsoft.com/office/drawing/2014/main" id="{9DA407B5-0B90-48AE-BC6B-34E1C47AE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224" name="AutoShape 137">
                <a:extLst>
                  <a:ext uri="{FF2B5EF4-FFF2-40B4-BE49-F238E27FC236}">
                    <a16:creationId xmlns:a16="http://schemas.microsoft.com/office/drawing/2014/main" id="{83897040-F875-448F-AEA3-299F85BFD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203" name="Rectangle 138">
              <a:extLst>
                <a:ext uri="{FF2B5EF4-FFF2-40B4-BE49-F238E27FC236}">
                  <a16:creationId xmlns:a16="http://schemas.microsoft.com/office/drawing/2014/main" id="{50861EFE-5904-4CA4-947B-497406C77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204" name="Rectangle 139">
              <a:extLst>
                <a:ext uri="{FF2B5EF4-FFF2-40B4-BE49-F238E27FC236}">
                  <a16:creationId xmlns:a16="http://schemas.microsoft.com/office/drawing/2014/main" id="{394E9C6E-B356-4207-898F-5A108C448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205" name="Group 140">
              <a:extLst>
                <a:ext uri="{FF2B5EF4-FFF2-40B4-BE49-F238E27FC236}">
                  <a16:creationId xmlns:a16="http://schemas.microsoft.com/office/drawing/2014/main" id="{9D639149-22FC-4AB5-8A83-76EC55A9A9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6221" name="AutoShape 141">
                <a:extLst>
                  <a:ext uri="{FF2B5EF4-FFF2-40B4-BE49-F238E27FC236}">
                    <a16:creationId xmlns:a16="http://schemas.microsoft.com/office/drawing/2014/main" id="{4C44782A-ACD4-4A5C-A54F-612A92C77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222" name="AutoShape 142">
                <a:extLst>
                  <a:ext uri="{FF2B5EF4-FFF2-40B4-BE49-F238E27FC236}">
                    <a16:creationId xmlns:a16="http://schemas.microsoft.com/office/drawing/2014/main" id="{23EE321B-13B0-4900-9089-EC2018707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206" name="Freeform 143">
              <a:extLst>
                <a:ext uri="{FF2B5EF4-FFF2-40B4-BE49-F238E27FC236}">
                  <a16:creationId xmlns:a16="http://schemas.microsoft.com/office/drawing/2014/main" id="{ACE792DD-977E-4BD6-A722-024FFCF05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16207" name="Group 144">
              <a:extLst>
                <a:ext uri="{FF2B5EF4-FFF2-40B4-BE49-F238E27FC236}">
                  <a16:creationId xmlns:a16="http://schemas.microsoft.com/office/drawing/2014/main" id="{A4CBCBB7-EB80-43CC-B864-1039A7B04A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6219" name="AutoShape 145">
                <a:extLst>
                  <a:ext uri="{FF2B5EF4-FFF2-40B4-BE49-F238E27FC236}">
                    <a16:creationId xmlns:a16="http://schemas.microsoft.com/office/drawing/2014/main" id="{E5FF99E5-0873-48B7-A9A7-8513501BE0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220" name="AutoShape 146">
                <a:extLst>
                  <a:ext uri="{FF2B5EF4-FFF2-40B4-BE49-F238E27FC236}">
                    <a16:creationId xmlns:a16="http://schemas.microsoft.com/office/drawing/2014/main" id="{0C192696-197F-4C36-BB4F-CAE041536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208" name="Rectangle 147">
              <a:extLst>
                <a:ext uri="{FF2B5EF4-FFF2-40B4-BE49-F238E27FC236}">
                  <a16:creationId xmlns:a16="http://schemas.microsoft.com/office/drawing/2014/main" id="{C446502B-A461-4230-AE39-BF79C022D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209" name="Freeform 148">
              <a:extLst>
                <a:ext uri="{FF2B5EF4-FFF2-40B4-BE49-F238E27FC236}">
                  <a16:creationId xmlns:a16="http://schemas.microsoft.com/office/drawing/2014/main" id="{9369538C-8432-4919-BFE3-8BDD787C4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210" name="Freeform 149">
              <a:extLst>
                <a:ext uri="{FF2B5EF4-FFF2-40B4-BE49-F238E27FC236}">
                  <a16:creationId xmlns:a16="http://schemas.microsoft.com/office/drawing/2014/main" id="{3804C118-3643-4B0B-87B0-20E471487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211" name="Oval 150">
              <a:extLst>
                <a:ext uri="{FF2B5EF4-FFF2-40B4-BE49-F238E27FC236}">
                  <a16:creationId xmlns:a16="http://schemas.microsoft.com/office/drawing/2014/main" id="{0C634409-0099-4EC9-8C97-6057F454C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212" name="Freeform 151">
              <a:extLst>
                <a:ext uri="{FF2B5EF4-FFF2-40B4-BE49-F238E27FC236}">
                  <a16:creationId xmlns:a16="http://schemas.microsoft.com/office/drawing/2014/main" id="{B71BF0FD-69D1-4932-8C15-EE4379C2D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213" name="AutoShape 152">
              <a:extLst>
                <a:ext uri="{FF2B5EF4-FFF2-40B4-BE49-F238E27FC236}">
                  <a16:creationId xmlns:a16="http://schemas.microsoft.com/office/drawing/2014/main" id="{7A51E451-C7F4-48C2-B049-C7057F893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214" name="AutoShape 153">
              <a:extLst>
                <a:ext uri="{FF2B5EF4-FFF2-40B4-BE49-F238E27FC236}">
                  <a16:creationId xmlns:a16="http://schemas.microsoft.com/office/drawing/2014/main" id="{5FF4EBE4-1F71-4EC2-9019-7DABA8788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215" name="Oval 154">
              <a:extLst>
                <a:ext uri="{FF2B5EF4-FFF2-40B4-BE49-F238E27FC236}">
                  <a16:creationId xmlns:a16="http://schemas.microsoft.com/office/drawing/2014/main" id="{2495B4E6-280F-4012-9D02-626BDE42C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216" name="Oval 155">
              <a:extLst>
                <a:ext uri="{FF2B5EF4-FFF2-40B4-BE49-F238E27FC236}">
                  <a16:creationId xmlns:a16="http://schemas.microsoft.com/office/drawing/2014/main" id="{54ABBADD-BE6B-4F66-A549-2DDA92452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217" name="Oval 156">
              <a:extLst>
                <a:ext uri="{FF2B5EF4-FFF2-40B4-BE49-F238E27FC236}">
                  <a16:creationId xmlns:a16="http://schemas.microsoft.com/office/drawing/2014/main" id="{78CBB2BA-22C7-412E-A482-C8B9CDF6E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218" name="Rectangle 157">
              <a:extLst>
                <a:ext uri="{FF2B5EF4-FFF2-40B4-BE49-F238E27FC236}">
                  <a16:creationId xmlns:a16="http://schemas.microsoft.com/office/drawing/2014/main" id="{F24112E0-31D2-4106-8F06-A1067DCE6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6096" name="Group 158">
            <a:extLst>
              <a:ext uri="{FF2B5EF4-FFF2-40B4-BE49-F238E27FC236}">
                <a16:creationId xmlns:a16="http://schemas.microsoft.com/office/drawing/2014/main" id="{B32F03FE-8DCA-4F87-BDB1-5BE410DDDA51}"/>
              </a:ext>
            </a:extLst>
          </p:cNvPr>
          <p:cNvGrpSpPr>
            <a:grpSpLocks/>
          </p:cNvGrpSpPr>
          <p:nvPr/>
        </p:nvGrpSpPr>
        <p:grpSpPr bwMode="auto">
          <a:xfrm>
            <a:off x="5222875" y="2230438"/>
            <a:ext cx="390525" cy="641350"/>
            <a:chOff x="4140" y="429"/>
            <a:chExt cx="1425" cy="2396"/>
          </a:xfrm>
        </p:grpSpPr>
        <p:sp>
          <p:nvSpPr>
            <p:cNvPr id="216163" name="Freeform 159">
              <a:extLst>
                <a:ext uri="{FF2B5EF4-FFF2-40B4-BE49-F238E27FC236}">
                  <a16:creationId xmlns:a16="http://schemas.microsoft.com/office/drawing/2014/main" id="{96DE6EFE-5796-46AB-A941-648B9D8AA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64" name="Rectangle 160">
              <a:extLst>
                <a:ext uri="{FF2B5EF4-FFF2-40B4-BE49-F238E27FC236}">
                  <a16:creationId xmlns:a16="http://schemas.microsoft.com/office/drawing/2014/main" id="{E761E4D2-7625-4932-A79E-6B5605D46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65" name="Freeform 161">
              <a:extLst>
                <a:ext uri="{FF2B5EF4-FFF2-40B4-BE49-F238E27FC236}">
                  <a16:creationId xmlns:a16="http://schemas.microsoft.com/office/drawing/2014/main" id="{847D5D34-B9C1-4A86-9C5D-592D10CD8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66" name="Freeform 162">
              <a:extLst>
                <a:ext uri="{FF2B5EF4-FFF2-40B4-BE49-F238E27FC236}">
                  <a16:creationId xmlns:a16="http://schemas.microsoft.com/office/drawing/2014/main" id="{13F0BAD4-74E6-4FBE-AD01-B11FF49A9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67" name="Rectangle 163">
              <a:extLst>
                <a:ext uri="{FF2B5EF4-FFF2-40B4-BE49-F238E27FC236}">
                  <a16:creationId xmlns:a16="http://schemas.microsoft.com/office/drawing/2014/main" id="{C7BAE976-7D6B-435A-951E-9BD5C6699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168" name="Group 164">
              <a:extLst>
                <a:ext uri="{FF2B5EF4-FFF2-40B4-BE49-F238E27FC236}">
                  <a16:creationId xmlns:a16="http://schemas.microsoft.com/office/drawing/2014/main" id="{9D90D080-EE89-491F-9226-3E64D5DFF3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6193" name="AutoShape 165">
                <a:extLst>
                  <a:ext uri="{FF2B5EF4-FFF2-40B4-BE49-F238E27FC236}">
                    <a16:creationId xmlns:a16="http://schemas.microsoft.com/office/drawing/2014/main" id="{43801A23-4475-42C9-9D1F-B90AF88E8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94" name="AutoShape 166">
                <a:extLst>
                  <a:ext uri="{FF2B5EF4-FFF2-40B4-BE49-F238E27FC236}">
                    <a16:creationId xmlns:a16="http://schemas.microsoft.com/office/drawing/2014/main" id="{DC9F7E94-B811-4156-870A-DA8D20D66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69" name="Rectangle 167">
              <a:extLst>
                <a:ext uri="{FF2B5EF4-FFF2-40B4-BE49-F238E27FC236}">
                  <a16:creationId xmlns:a16="http://schemas.microsoft.com/office/drawing/2014/main" id="{4739E9EC-31B8-4445-8E8B-5CEE36522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170" name="Group 168">
              <a:extLst>
                <a:ext uri="{FF2B5EF4-FFF2-40B4-BE49-F238E27FC236}">
                  <a16:creationId xmlns:a16="http://schemas.microsoft.com/office/drawing/2014/main" id="{3553BF93-99F4-4522-A0C2-DCB3C3B3CD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6191" name="AutoShape 169">
                <a:extLst>
                  <a:ext uri="{FF2B5EF4-FFF2-40B4-BE49-F238E27FC236}">
                    <a16:creationId xmlns:a16="http://schemas.microsoft.com/office/drawing/2014/main" id="{4F17EC81-81D7-474A-9834-1D4275327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92" name="AutoShape 170">
                <a:extLst>
                  <a:ext uri="{FF2B5EF4-FFF2-40B4-BE49-F238E27FC236}">
                    <a16:creationId xmlns:a16="http://schemas.microsoft.com/office/drawing/2014/main" id="{0C2F0E63-E9F8-4FC2-A1D4-C3B1A56D1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71" name="Rectangle 171">
              <a:extLst>
                <a:ext uri="{FF2B5EF4-FFF2-40B4-BE49-F238E27FC236}">
                  <a16:creationId xmlns:a16="http://schemas.microsoft.com/office/drawing/2014/main" id="{D1232287-CD6B-426D-8502-0B7B2336B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72" name="Rectangle 172">
              <a:extLst>
                <a:ext uri="{FF2B5EF4-FFF2-40B4-BE49-F238E27FC236}">
                  <a16:creationId xmlns:a16="http://schemas.microsoft.com/office/drawing/2014/main" id="{CF12F994-3405-48DC-9FA8-C8BC05841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173" name="Group 173">
              <a:extLst>
                <a:ext uri="{FF2B5EF4-FFF2-40B4-BE49-F238E27FC236}">
                  <a16:creationId xmlns:a16="http://schemas.microsoft.com/office/drawing/2014/main" id="{F7C559BA-C2CE-4221-88AD-7038FE2FD0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6189" name="AutoShape 174">
                <a:extLst>
                  <a:ext uri="{FF2B5EF4-FFF2-40B4-BE49-F238E27FC236}">
                    <a16:creationId xmlns:a16="http://schemas.microsoft.com/office/drawing/2014/main" id="{06FFE1BE-51FC-4712-9DD5-63FEEB54C0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90" name="AutoShape 175">
                <a:extLst>
                  <a:ext uri="{FF2B5EF4-FFF2-40B4-BE49-F238E27FC236}">
                    <a16:creationId xmlns:a16="http://schemas.microsoft.com/office/drawing/2014/main" id="{230F0937-CBAE-4A0D-90A1-BB095D2D3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74" name="Freeform 176">
              <a:extLst>
                <a:ext uri="{FF2B5EF4-FFF2-40B4-BE49-F238E27FC236}">
                  <a16:creationId xmlns:a16="http://schemas.microsoft.com/office/drawing/2014/main" id="{2B6834D9-DE7B-45F4-A03D-E85B63CF0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16175" name="Group 177">
              <a:extLst>
                <a:ext uri="{FF2B5EF4-FFF2-40B4-BE49-F238E27FC236}">
                  <a16:creationId xmlns:a16="http://schemas.microsoft.com/office/drawing/2014/main" id="{6C8A6F02-11EB-491F-A06D-2B1996E5BC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6187" name="AutoShape 178">
                <a:extLst>
                  <a:ext uri="{FF2B5EF4-FFF2-40B4-BE49-F238E27FC236}">
                    <a16:creationId xmlns:a16="http://schemas.microsoft.com/office/drawing/2014/main" id="{C17CFF48-BE19-4067-9B25-4EE10EB31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88" name="AutoShape 179">
                <a:extLst>
                  <a:ext uri="{FF2B5EF4-FFF2-40B4-BE49-F238E27FC236}">
                    <a16:creationId xmlns:a16="http://schemas.microsoft.com/office/drawing/2014/main" id="{BBDDC114-8D9E-4EEF-98A1-7E3F905DD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76" name="Rectangle 180">
              <a:extLst>
                <a:ext uri="{FF2B5EF4-FFF2-40B4-BE49-F238E27FC236}">
                  <a16:creationId xmlns:a16="http://schemas.microsoft.com/office/drawing/2014/main" id="{F38A9E0E-900D-43AB-B1E5-BDBA61BE5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77" name="Freeform 181">
              <a:extLst>
                <a:ext uri="{FF2B5EF4-FFF2-40B4-BE49-F238E27FC236}">
                  <a16:creationId xmlns:a16="http://schemas.microsoft.com/office/drawing/2014/main" id="{2B770F08-140F-49DF-8830-72C8CAD53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78" name="Freeform 182">
              <a:extLst>
                <a:ext uri="{FF2B5EF4-FFF2-40B4-BE49-F238E27FC236}">
                  <a16:creationId xmlns:a16="http://schemas.microsoft.com/office/drawing/2014/main" id="{A1C961A2-319D-4D94-9F94-8CC360CFF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79" name="Oval 183">
              <a:extLst>
                <a:ext uri="{FF2B5EF4-FFF2-40B4-BE49-F238E27FC236}">
                  <a16:creationId xmlns:a16="http://schemas.microsoft.com/office/drawing/2014/main" id="{427051E8-2B49-4468-AE62-78FCA0F30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80" name="Freeform 184">
              <a:extLst>
                <a:ext uri="{FF2B5EF4-FFF2-40B4-BE49-F238E27FC236}">
                  <a16:creationId xmlns:a16="http://schemas.microsoft.com/office/drawing/2014/main" id="{6AAE86B2-1CC0-4A7C-91FB-296E5C22A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81" name="AutoShape 185">
              <a:extLst>
                <a:ext uri="{FF2B5EF4-FFF2-40B4-BE49-F238E27FC236}">
                  <a16:creationId xmlns:a16="http://schemas.microsoft.com/office/drawing/2014/main" id="{F0DFFC8D-69E0-4A4A-9070-94FA46BCA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82" name="AutoShape 186">
              <a:extLst>
                <a:ext uri="{FF2B5EF4-FFF2-40B4-BE49-F238E27FC236}">
                  <a16:creationId xmlns:a16="http://schemas.microsoft.com/office/drawing/2014/main" id="{26FDB701-3627-4880-8AD1-379BD190C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83" name="Oval 187">
              <a:extLst>
                <a:ext uri="{FF2B5EF4-FFF2-40B4-BE49-F238E27FC236}">
                  <a16:creationId xmlns:a16="http://schemas.microsoft.com/office/drawing/2014/main" id="{5667DD28-04DF-49D8-B048-D7C51884C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84" name="Oval 188">
              <a:extLst>
                <a:ext uri="{FF2B5EF4-FFF2-40B4-BE49-F238E27FC236}">
                  <a16:creationId xmlns:a16="http://schemas.microsoft.com/office/drawing/2014/main" id="{4F335EAE-9F2E-4D58-B39D-A4BF27AFC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185" name="Oval 189">
              <a:extLst>
                <a:ext uri="{FF2B5EF4-FFF2-40B4-BE49-F238E27FC236}">
                  <a16:creationId xmlns:a16="http://schemas.microsoft.com/office/drawing/2014/main" id="{2DA3D84E-4F1E-425E-86FB-229C5C0D2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86" name="Rectangle 190">
              <a:extLst>
                <a:ext uri="{FF2B5EF4-FFF2-40B4-BE49-F238E27FC236}">
                  <a16:creationId xmlns:a16="http://schemas.microsoft.com/office/drawing/2014/main" id="{FB21C055-0DE0-4C1E-9E0F-F8737D02F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6097" name="Group 224">
            <a:extLst>
              <a:ext uri="{FF2B5EF4-FFF2-40B4-BE49-F238E27FC236}">
                <a16:creationId xmlns:a16="http://schemas.microsoft.com/office/drawing/2014/main" id="{B8200170-919D-468F-A529-5ABCE280F5F3}"/>
              </a:ext>
            </a:extLst>
          </p:cNvPr>
          <p:cNvGrpSpPr>
            <a:grpSpLocks/>
          </p:cNvGrpSpPr>
          <p:nvPr/>
        </p:nvGrpSpPr>
        <p:grpSpPr bwMode="auto">
          <a:xfrm>
            <a:off x="6376988" y="968375"/>
            <a:ext cx="390525" cy="641350"/>
            <a:chOff x="4140" y="429"/>
            <a:chExt cx="1425" cy="2396"/>
          </a:xfrm>
        </p:grpSpPr>
        <p:sp>
          <p:nvSpPr>
            <p:cNvPr id="216131" name="Freeform 225">
              <a:extLst>
                <a:ext uri="{FF2B5EF4-FFF2-40B4-BE49-F238E27FC236}">
                  <a16:creationId xmlns:a16="http://schemas.microsoft.com/office/drawing/2014/main" id="{7B5D42BB-F4D5-43DC-9CAC-71F3CFDFA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32" name="Rectangle 226">
              <a:extLst>
                <a:ext uri="{FF2B5EF4-FFF2-40B4-BE49-F238E27FC236}">
                  <a16:creationId xmlns:a16="http://schemas.microsoft.com/office/drawing/2014/main" id="{7CBE69EE-D6AD-4FF5-BC17-6BD6AD5E4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33" name="Freeform 227">
              <a:extLst>
                <a:ext uri="{FF2B5EF4-FFF2-40B4-BE49-F238E27FC236}">
                  <a16:creationId xmlns:a16="http://schemas.microsoft.com/office/drawing/2014/main" id="{8C1DEEFA-EF60-47BD-908F-6E54493E7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34" name="Freeform 228">
              <a:extLst>
                <a:ext uri="{FF2B5EF4-FFF2-40B4-BE49-F238E27FC236}">
                  <a16:creationId xmlns:a16="http://schemas.microsoft.com/office/drawing/2014/main" id="{B7CE2A09-BF3A-4BB5-88CB-A33B76096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35" name="Rectangle 229">
              <a:extLst>
                <a:ext uri="{FF2B5EF4-FFF2-40B4-BE49-F238E27FC236}">
                  <a16:creationId xmlns:a16="http://schemas.microsoft.com/office/drawing/2014/main" id="{A88A7BB1-1FC7-4D0B-A39B-31DACF1B3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136" name="Group 230">
              <a:extLst>
                <a:ext uri="{FF2B5EF4-FFF2-40B4-BE49-F238E27FC236}">
                  <a16:creationId xmlns:a16="http://schemas.microsoft.com/office/drawing/2014/main" id="{4F12338A-30C4-48AD-A37C-EE2214EE39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6161" name="AutoShape 231">
                <a:extLst>
                  <a:ext uri="{FF2B5EF4-FFF2-40B4-BE49-F238E27FC236}">
                    <a16:creationId xmlns:a16="http://schemas.microsoft.com/office/drawing/2014/main" id="{BBBBFC71-381F-4B70-834A-58FA03E4A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62" name="AutoShape 232">
                <a:extLst>
                  <a:ext uri="{FF2B5EF4-FFF2-40B4-BE49-F238E27FC236}">
                    <a16:creationId xmlns:a16="http://schemas.microsoft.com/office/drawing/2014/main" id="{E59DF7E4-87E2-4C99-AE4E-01DBC8B05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37" name="Rectangle 233">
              <a:extLst>
                <a:ext uri="{FF2B5EF4-FFF2-40B4-BE49-F238E27FC236}">
                  <a16:creationId xmlns:a16="http://schemas.microsoft.com/office/drawing/2014/main" id="{CD8DD18A-5D1E-4DA6-B0FC-99A892E81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138" name="Group 234">
              <a:extLst>
                <a:ext uri="{FF2B5EF4-FFF2-40B4-BE49-F238E27FC236}">
                  <a16:creationId xmlns:a16="http://schemas.microsoft.com/office/drawing/2014/main" id="{20709AF7-FC97-495B-8A1B-1928023AED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6159" name="AutoShape 235">
                <a:extLst>
                  <a:ext uri="{FF2B5EF4-FFF2-40B4-BE49-F238E27FC236}">
                    <a16:creationId xmlns:a16="http://schemas.microsoft.com/office/drawing/2014/main" id="{640D76CB-1A87-40A0-8F5A-46393C2F6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60" name="AutoShape 236">
                <a:extLst>
                  <a:ext uri="{FF2B5EF4-FFF2-40B4-BE49-F238E27FC236}">
                    <a16:creationId xmlns:a16="http://schemas.microsoft.com/office/drawing/2014/main" id="{99507AE4-BBB7-4089-8550-75946CE15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39" name="Rectangle 237">
              <a:extLst>
                <a:ext uri="{FF2B5EF4-FFF2-40B4-BE49-F238E27FC236}">
                  <a16:creationId xmlns:a16="http://schemas.microsoft.com/office/drawing/2014/main" id="{E5C58BFB-A3E7-4C4B-A05B-F39845334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40" name="Rectangle 238">
              <a:extLst>
                <a:ext uri="{FF2B5EF4-FFF2-40B4-BE49-F238E27FC236}">
                  <a16:creationId xmlns:a16="http://schemas.microsoft.com/office/drawing/2014/main" id="{C95412F9-C52D-4295-B1C5-EAF856F8D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141" name="Group 239">
              <a:extLst>
                <a:ext uri="{FF2B5EF4-FFF2-40B4-BE49-F238E27FC236}">
                  <a16:creationId xmlns:a16="http://schemas.microsoft.com/office/drawing/2014/main" id="{38A27FAE-F101-478C-9303-741D5AC689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6157" name="AutoShape 240">
                <a:extLst>
                  <a:ext uri="{FF2B5EF4-FFF2-40B4-BE49-F238E27FC236}">
                    <a16:creationId xmlns:a16="http://schemas.microsoft.com/office/drawing/2014/main" id="{5C37E697-08DF-4518-A074-DFEF30BB5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58" name="AutoShape 241">
                <a:extLst>
                  <a:ext uri="{FF2B5EF4-FFF2-40B4-BE49-F238E27FC236}">
                    <a16:creationId xmlns:a16="http://schemas.microsoft.com/office/drawing/2014/main" id="{DD58C4EA-84E8-4DAA-B6E4-B794D351A2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42" name="Freeform 242">
              <a:extLst>
                <a:ext uri="{FF2B5EF4-FFF2-40B4-BE49-F238E27FC236}">
                  <a16:creationId xmlns:a16="http://schemas.microsoft.com/office/drawing/2014/main" id="{BF7BDA49-F333-4E7E-8B41-CB9406938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16143" name="Group 243">
              <a:extLst>
                <a:ext uri="{FF2B5EF4-FFF2-40B4-BE49-F238E27FC236}">
                  <a16:creationId xmlns:a16="http://schemas.microsoft.com/office/drawing/2014/main" id="{86594C53-E7A3-43E9-A4D1-D4C99D47D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6155" name="AutoShape 244">
                <a:extLst>
                  <a:ext uri="{FF2B5EF4-FFF2-40B4-BE49-F238E27FC236}">
                    <a16:creationId xmlns:a16="http://schemas.microsoft.com/office/drawing/2014/main" id="{9F60C236-AB4A-4C16-A1DA-1A7B21D7E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56" name="AutoShape 245">
                <a:extLst>
                  <a:ext uri="{FF2B5EF4-FFF2-40B4-BE49-F238E27FC236}">
                    <a16:creationId xmlns:a16="http://schemas.microsoft.com/office/drawing/2014/main" id="{6CEF6C27-3130-4F8E-BFA9-8C35EB377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44" name="Rectangle 246">
              <a:extLst>
                <a:ext uri="{FF2B5EF4-FFF2-40B4-BE49-F238E27FC236}">
                  <a16:creationId xmlns:a16="http://schemas.microsoft.com/office/drawing/2014/main" id="{D99A1B53-CD9B-4A29-B6BE-93D13F96F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45" name="Freeform 247">
              <a:extLst>
                <a:ext uri="{FF2B5EF4-FFF2-40B4-BE49-F238E27FC236}">
                  <a16:creationId xmlns:a16="http://schemas.microsoft.com/office/drawing/2014/main" id="{3A5F957E-E358-454C-8E8F-055BD314E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46" name="Freeform 248">
              <a:extLst>
                <a:ext uri="{FF2B5EF4-FFF2-40B4-BE49-F238E27FC236}">
                  <a16:creationId xmlns:a16="http://schemas.microsoft.com/office/drawing/2014/main" id="{57586084-AF13-498A-9E37-8A937115C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47" name="Oval 249">
              <a:extLst>
                <a:ext uri="{FF2B5EF4-FFF2-40B4-BE49-F238E27FC236}">
                  <a16:creationId xmlns:a16="http://schemas.microsoft.com/office/drawing/2014/main" id="{4F44B5A0-B668-498D-A380-B2F157A70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48" name="Freeform 250">
              <a:extLst>
                <a:ext uri="{FF2B5EF4-FFF2-40B4-BE49-F238E27FC236}">
                  <a16:creationId xmlns:a16="http://schemas.microsoft.com/office/drawing/2014/main" id="{AE828045-AFD2-4C61-88A8-C7EEEA542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49" name="AutoShape 251">
              <a:extLst>
                <a:ext uri="{FF2B5EF4-FFF2-40B4-BE49-F238E27FC236}">
                  <a16:creationId xmlns:a16="http://schemas.microsoft.com/office/drawing/2014/main" id="{A43D6131-D996-4D52-BA0B-B4DAD937E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50" name="AutoShape 252">
              <a:extLst>
                <a:ext uri="{FF2B5EF4-FFF2-40B4-BE49-F238E27FC236}">
                  <a16:creationId xmlns:a16="http://schemas.microsoft.com/office/drawing/2014/main" id="{64DA3EDE-50D5-4282-B3FC-FCE372B2E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51" name="Oval 253">
              <a:extLst>
                <a:ext uri="{FF2B5EF4-FFF2-40B4-BE49-F238E27FC236}">
                  <a16:creationId xmlns:a16="http://schemas.microsoft.com/office/drawing/2014/main" id="{3AC94529-D538-4D5F-99D9-A3FB80728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52" name="Oval 254">
              <a:extLst>
                <a:ext uri="{FF2B5EF4-FFF2-40B4-BE49-F238E27FC236}">
                  <a16:creationId xmlns:a16="http://schemas.microsoft.com/office/drawing/2014/main" id="{446E0AD0-42B6-4510-A032-7F5825D64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153" name="Oval 255">
              <a:extLst>
                <a:ext uri="{FF2B5EF4-FFF2-40B4-BE49-F238E27FC236}">
                  <a16:creationId xmlns:a16="http://schemas.microsoft.com/office/drawing/2014/main" id="{9E2006FA-D2DB-441F-B563-85576970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54" name="Rectangle 256">
              <a:extLst>
                <a:ext uri="{FF2B5EF4-FFF2-40B4-BE49-F238E27FC236}">
                  <a16:creationId xmlns:a16="http://schemas.microsoft.com/office/drawing/2014/main" id="{E31B5A57-B201-4D3F-B7F6-34C82B218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6098" name="Group 257">
            <a:extLst>
              <a:ext uri="{FF2B5EF4-FFF2-40B4-BE49-F238E27FC236}">
                <a16:creationId xmlns:a16="http://schemas.microsoft.com/office/drawing/2014/main" id="{502F6B18-34A9-4F46-9CFB-891EB023DD45}"/>
              </a:ext>
            </a:extLst>
          </p:cNvPr>
          <p:cNvGrpSpPr>
            <a:grpSpLocks/>
          </p:cNvGrpSpPr>
          <p:nvPr/>
        </p:nvGrpSpPr>
        <p:grpSpPr bwMode="auto">
          <a:xfrm>
            <a:off x="7192963" y="2220913"/>
            <a:ext cx="390525" cy="641350"/>
            <a:chOff x="4140" y="429"/>
            <a:chExt cx="1425" cy="2396"/>
          </a:xfrm>
        </p:grpSpPr>
        <p:sp>
          <p:nvSpPr>
            <p:cNvPr id="216099" name="Freeform 258">
              <a:extLst>
                <a:ext uri="{FF2B5EF4-FFF2-40B4-BE49-F238E27FC236}">
                  <a16:creationId xmlns:a16="http://schemas.microsoft.com/office/drawing/2014/main" id="{D809C6D2-94A8-433E-B685-82B3A7093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00" name="Rectangle 259">
              <a:extLst>
                <a:ext uri="{FF2B5EF4-FFF2-40B4-BE49-F238E27FC236}">
                  <a16:creationId xmlns:a16="http://schemas.microsoft.com/office/drawing/2014/main" id="{561F0FCA-47F4-4A8D-9307-54EC8A6F4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01" name="Freeform 260">
              <a:extLst>
                <a:ext uri="{FF2B5EF4-FFF2-40B4-BE49-F238E27FC236}">
                  <a16:creationId xmlns:a16="http://schemas.microsoft.com/office/drawing/2014/main" id="{9CF1BF81-840E-443C-940B-BA88A093A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02" name="Freeform 261">
              <a:extLst>
                <a:ext uri="{FF2B5EF4-FFF2-40B4-BE49-F238E27FC236}">
                  <a16:creationId xmlns:a16="http://schemas.microsoft.com/office/drawing/2014/main" id="{834F872D-D467-41E0-AA0F-37569FA02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03" name="Rectangle 262">
              <a:extLst>
                <a:ext uri="{FF2B5EF4-FFF2-40B4-BE49-F238E27FC236}">
                  <a16:creationId xmlns:a16="http://schemas.microsoft.com/office/drawing/2014/main" id="{9C49428D-CEEA-4881-95BB-C6E3F939D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104" name="Group 263">
              <a:extLst>
                <a:ext uri="{FF2B5EF4-FFF2-40B4-BE49-F238E27FC236}">
                  <a16:creationId xmlns:a16="http://schemas.microsoft.com/office/drawing/2014/main" id="{0CCE476A-4674-481D-A835-A6B855B057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6129" name="AutoShape 264">
                <a:extLst>
                  <a:ext uri="{FF2B5EF4-FFF2-40B4-BE49-F238E27FC236}">
                    <a16:creationId xmlns:a16="http://schemas.microsoft.com/office/drawing/2014/main" id="{3CB2FB1F-E10E-4B84-B7A6-EA079AD1D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30" name="AutoShape 265">
                <a:extLst>
                  <a:ext uri="{FF2B5EF4-FFF2-40B4-BE49-F238E27FC236}">
                    <a16:creationId xmlns:a16="http://schemas.microsoft.com/office/drawing/2014/main" id="{8C5623E3-B242-4C39-B862-8AE5B33DB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05" name="Rectangle 266">
              <a:extLst>
                <a:ext uri="{FF2B5EF4-FFF2-40B4-BE49-F238E27FC236}">
                  <a16:creationId xmlns:a16="http://schemas.microsoft.com/office/drawing/2014/main" id="{84A1A92B-2506-4534-9577-6B5511EF8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106" name="Group 267">
              <a:extLst>
                <a:ext uri="{FF2B5EF4-FFF2-40B4-BE49-F238E27FC236}">
                  <a16:creationId xmlns:a16="http://schemas.microsoft.com/office/drawing/2014/main" id="{F162CC23-BCFA-4603-B7EE-F0502AE62E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6127" name="AutoShape 268">
                <a:extLst>
                  <a:ext uri="{FF2B5EF4-FFF2-40B4-BE49-F238E27FC236}">
                    <a16:creationId xmlns:a16="http://schemas.microsoft.com/office/drawing/2014/main" id="{73AE6438-13F4-4531-A33B-073F68CDE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28" name="AutoShape 269">
                <a:extLst>
                  <a:ext uri="{FF2B5EF4-FFF2-40B4-BE49-F238E27FC236}">
                    <a16:creationId xmlns:a16="http://schemas.microsoft.com/office/drawing/2014/main" id="{C5C025EF-0E73-4FFD-BFD6-398862880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07" name="Rectangle 270">
              <a:extLst>
                <a:ext uri="{FF2B5EF4-FFF2-40B4-BE49-F238E27FC236}">
                  <a16:creationId xmlns:a16="http://schemas.microsoft.com/office/drawing/2014/main" id="{55BC21B3-9239-4A84-B75F-66043BC53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08" name="Rectangle 271">
              <a:extLst>
                <a:ext uri="{FF2B5EF4-FFF2-40B4-BE49-F238E27FC236}">
                  <a16:creationId xmlns:a16="http://schemas.microsoft.com/office/drawing/2014/main" id="{13B70E99-30D4-46B7-B71D-5D5D973F1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6109" name="Group 272">
              <a:extLst>
                <a:ext uri="{FF2B5EF4-FFF2-40B4-BE49-F238E27FC236}">
                  <a16:creationId xmlns:a16="http://schemas.microsoft.com/office/drawing/2014/main" id="{6AED820C-3034-4B2B-9457-BAFA497E9E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6125" name="AutoShape 273">
                <a:extLst>
                  <a:ext uri="{FF2B5EF4-FFF2-40B4-BE49-F238E27FC236}">
                    <a16:creationId xmlns:a16="http://schemas.microsoft.com/office/drawing/2014/main" id="{4F61A88E-FA0B-4B38-9D1C-F2FCB74EF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26" name="AutoShape 274">
                <a:extLst>
                  <a:ext uri="{FF2B5EF4-FFF2-40B4-BE49-F238E27FC236}">
                    <a16:creationId xmlns:a16="http://schemas.microsoft.com/office/drawing/2014/main" id="{15CFE7D6-5834-4C95-A196-22A335E4D1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10" name="Freeform 275">
              <a:extLst>
                <a:ext uri="{FF2B5EF4-FFF2-40B4-BE49-F238E27FC236}">
                  <a16:creationId xmlns:a16="http://schemas.microsoft.com/office/drawing/2014/main" id="{345B3C2F-3738-4D2C-AC47-E12F799A6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16111" name="Group 276">
              <a:extLst>
                <a:ext uri="{FF2B5EF4-FFF2-40B4-BE49-F238E27FC236}">
                  <a16:creationId xmlns:a16="http://schemas.microsoft.com/office/drawing/2014/main" id="{0F227FAD-0488-4751-9499-D96508D25A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6123" name="AutoShape 277">
                <a:extLst>
                  <a:ext uri="{FF2B5EF4-FFF2-40B4-BE49-F238E27FC236}">
                    <a16:creationId xmlns:a16="http://schemas.microsoft.com/office/drawing/2014/main" id="{0693233F-B659-4B4A-AF1B-B0F9D8A6C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6124" name="AutoShape 278">
                <a:extLst>
                  <a:ext uri="{FF2B5EF4-FFF2-40B4-BE49-F238E27FC236}">
                    <a16:creationId xmlns:a16="http://schemas.microsoft.com/office/drawing/2014/main" id="{8770F69C-2942-4ADD-8809-5308C2424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6112" name="Rectangle 279">
              <a:extLst>
                <a:ext uri="{FF2B5EF4-FFF2-40B4-BE49-F238E27FC236}">
                  <a16:creationId xmlns:a16="http://schemas.microsoft.com/office/drawing/2014/main" id="{9FB9BAEC-9F29-480B-8240-94D7F596C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13" name="Freeform 280">
              <a:extLst>
                <a:ext uri="{FF2B5EF4-FFF2-40B4-BE49-F238E27FC236}">
                  <a16:creationId xmlns:a16="http://schemas.microsoft.com/office/drawing/2014/main" id="{BCAD476C-22FC-4C15-9C51-5FB7B9CA7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14" name="Freeform 281">
              <a:extLst>
                <a:ext uri="{FF2B5EF4-FFF2-40B4-BE49-F238E27FC236}">
                  <a16:creationId xmlns:a16="http://schemas.microsoft.com/office/drawing/2014/main" id="{C7B50949-5B1A-4D20-946F-217D40E08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15" name="Oval 282">
              <a:extLst>
                <a:ext uri="{FF2B5EF4-FFF2-40B4-BE49-F238E27FC236}">
                  <a16:creationId xmlns:a16="http://schemas.microsoft.com/office/drawing/2014/main" id="{1901F12F-A554-468A-9780-A3508C338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16" name="Freeform 283">
              <a:extLst>
                <a:ext uri="{FF2B5EF4-FFF2-40B4-BE49-F238E27FC236}">
                  <a16:creationId xmlns:a16="http://schemas.microsoft.com/office/drawing/2014/main" id="{A1FD08DF-8081-4249-95FB-B090BDF11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6117" name="AutoShape 284">
              <a:extLst>
                <a:ext uri="{FF2B5EF4-FFF2-40B4-BE49-F238E27FC236}">
                  <a16:creationId xmlns:a16="http://schemas.microsoft.com/office/drawing/2014/main" id="{CB00DA5A-5F3D-414F-B005-A27DEA7FE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18" name="AutoShape 285">
              <a:extLst>
                <a:ext uri="{FF2B5EF4-FFF2-40B4-BE49-F238E27FC236}">
                  <a16:creationId xmlns:a16="http://schemas.microsoft.com/office/drawing/2014/main" id="{6B365373-4491-4CFA-B8FE-AFB61E3D2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19" name="Oval 286">
              <a:extLst>
                <a:ext uri="{FF2B5EF4-FFF2-40B4-BE49-F238E27FC236}">
                  <a16:creationId xmlns:a16="http://schemas.microsoft.com/office/drawing/2014/main" id="{2CA2C2C4-4B94-4AAB-A47A-5A404187B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20" name="Oval 287">
              <a:extLst>
                <a:ext uri="{FF2B5EF4-FFF2-40B4-BE49-F238E27FC236}">
                  <a16:creationId xmlns:a16="http://schemas.microsoft.com/office/drawing/2014/main" id="{70177410-5F60-4E99-9958-06420F24E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121" name="Oval 288">
              <a:extLst>
                <a:ext uri="{FF2B5EF4-FFF2-40B4-BE49-F238E27FC236}">
                  <a16:creationId xmlns:a16="http://schemas.microsoft.com/office/drawing/2014/main" id="{918FF71C-7E5F-4749-9ED3-981BD6222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6122" name="Rectangle 289">
              <a:extLst>
                <a:ext uri="{FF2B5EF4-FFF2-40B4-BE49-F238E27FC236}">
                  <a16:creationId xmlns:a16="http://schemas.microsoft.com/office/drawing/2014/main" id="{6BD27D54-79F5-4747-8316-FD4DEB9BD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79" grpId="0"/>
      <p:bldP spid="202780" grpId="0"/>
      <p:bldP spid="202781" grpId="0"/>
      <p:bldP spid="202782" grpId="0"/>
      <p:bldP spid="202783" grpId="0"/>
      <p:bldP spid="202784" grpId="0"/>
      <p:bldP spid="202813" grpId="0"/>
      <p:bldP spid="2028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>
            <a:extLst>
              <a:ext uri="{FF2B5EF4-FFF2-40B4-BE49-F238E27FC236}">
                <a16:creationId xmlns:a16="http://schemas.microsoft.com/office/drawing/2014/main" id="{7E375523-7AFA-4FB1-8DFB-A1762A3D30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18115" name="Rectangle 8">
            <a:extLst>
              <a:ext uri="{FF2B5EF4-FFF2-40B4-BE49-F238E27FC236}">
                <a16:creationId xmlns:a16="http://schemas.microsoft.com/office/drawing/2014/main" id="{6BB2451F-FDF6-4E50-819C-6F05035CE8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1283CDC7-1FD2-44D3-B56B-BF6E6075DEF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218116" name="Picture 73" descr="underline_base">
            <a:extLst>
              <a:ext uri="{FF2B5EF4-FFF2-40B4-BE49-F238E27FC236}">
                <a16:creationId xmlns:a16="http://schemas.microsoft.com/office/drawing/2014/main" id="{11BFD2AA-CABB-4DFC-A065-EE3F19A5164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87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8117" name="Text Box 5">
            <a:extLst>
              <a:ext uri="{FF2B5EF4-FFF2-40B4-BE49-F238E27FC236}">
                <a16:creationId xmlns:a16="http://schemas.microsoft.com/office/drawing/2014/main" id="{CAADA716-EBA1-49C8-AA6D-488FDDA64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75" y="4881563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requesting host</a:t>
            </a: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>
                <a:solidFill>
                  <a:srgbClr val="000099"/>
                </a:solidFill>
                <a:latin typeface="Arial" panose="020B0604020202020204" pitchFamily="34" charset="0"/>
              </a:rPr>
              <a:t>cis.poly.edu</a:t>
            </a:r>
          </a:p>
        </p:txBody>
      </p:sp>
      <p:sp>
        <p:nvSpPr>
          <p:cNvPr id="218118" name="Text Box 6">
            <a:extLst>
              <a:ext uri="{FF2B5EF4-FFF2-40B4-BE49-F238E27FC236}">
                <a16:creationId xmlns:a16="http://schemas.microsoft.com/office/drawing/2014/main" id="{C3D8DD53-2226-496C-8596-28C82CBB6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75" y="577532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>
                <a:latin typeface="Arial" panose="020B0604020202020204" pitchFamily="34" charset="0"/>
              </a:rPr>
              <a:t>gaia.cs.umass.edu</a:t>
            </a:r>
          </a:p>
        </p:txBody>
      </p:sp>
      <p:sp>
        <p:nvSpPr>
          <p:cNvPr id="218119" name="Text Box 17">
            <a:extLst>
              <a:ext uri="{FF2B5EF4-FFF2-40B4-BE49-F238E27FC236}">
                <a16:creationId xmlns:a16="http://schemas.microsoft.com/office/drawing/2014/main" id="{ECFE95E6-DF7D-4A83-BFB8-B4C7AEEA0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81013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root DNS server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sp>
        <p:nvSpPr>
          <p:cNvPr id="218120" name="Line 18">
            <a:extLst>
              <a:ext uri="{FF2B5EF4-FFF2-40B4-BE49-F238E27FC236}">
                <a16:creationId xmlns:a16="http://schemas.microsoft.com/office/drawing/2014/main" id="{FC39F2C9-A4B9-4FD7-8D24-8C06262F30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86375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18121" name="Line 19">
            <a:extLst>
              <a:ext uri="{FF2B5EF4-FFF2-40B4-BE49-F238E27FC236}">
                <a16:creationId xmlns:a16="http://schemas.microsoft.com/office/drawing/2014/main" id="{FDC08D41-A76E-4B34-9967-FCEEB04E11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0675" y="1220788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18122" name="Line 20">
            <a:extLst>
              <a:ext uri="{FF2B5EF4-FFF2-40B4-BE49-F238E27FC236}">
                <a16:creationId xmlns:a16="http://schemas.microsoft.com/office/drawing/2014/main" id="{69C39F7F-49AC-4C86-A6B5-9ADB0E5406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6425" y="2382838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18123" name="Line 21">
            <a:extLst>
              <a:ext uri="{FF2B5EF4-FFF2-40B4-BE49-F238E27FC236}">
                <a16:creationId xmlns:a16="http://schemas.microsoft.com/office/drawing/2014/main" id="{AF82C977-57A9-4062-9054-7DD525C1FB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86425" y="2554288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18124" name="Line 22">
            <a:extLst>
              <a:ext uri="{FF2B5EF4-FFF2-40B4-BE49-F238E27FC236}">
                <a16:creationId xmlns:a16="http://schemas.microsoft.com/office/drawing/2014/main" id="{3EA17EF8-6115-4AD6-9A57-2F7C6B55ED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0225" y="1449388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18125" name="Line 23">
            <a:extLst>
              <a:ext uri="{FF2B5EF4-FFF2-40B4-BE49-F238E27FC236}">
                <a16:creationId xmlns:a16="http://schemas.microsoft.com/office/drawing/2014/main" id="{095DCF48-ADC8-48B5-B2F8-EB874E83C8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6875" y="2933700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218126" name="Group 24">
            <a:extLst>
              <a:ext uri="{FF2B5EF4-FFF2-40B4-BE49-F238E27FC236}">
                <a16:creationId xmlns:a16="http://schemas.microsoft.com/office/drawing/2014/main" id="{3193CF65-FF0E-48CB-950A-04B75A32F97D}"/>
              </a:ext>
            </a:extLst>
          </p:cNvPr>
          <p:cNvGrpSpPr>
            <a:grpSpLocks/>
          </p:cNvGrpSpPr>
          <p:nvPr/>
        </p:nvGrpSpPr>
        <p:grpSpPr bwMode="auto">
          <a:xfrm>
            <a:off x="4179888" y="3062288"/>
            <a:ext cx="1898650" cy="611187"/>
            <a:chOff x="2831" y="2132"/>
            <a:chExt cx="1196" cy="385"/>
          </a:xfrm>
        </p:grpSpPr>
        <p:sp>
          <p:nvSpPr>
            <p:cNvPr id="218279" name="Rectangle 25">
              <a:extLst>
                <a:ext uri="{FF2B5EF4-FFF2-40B4-BE49-F238E27FC236}">
                  <a16:creationId xmlns:a16="http://schemas.microsoft.com/office/drawing/2014/main" id="{CC02B0AB-0890-47F8-A3BD-C395E5B96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18280" name="Text Box 26">
              <a:extLst>
                <a:ext uri="{FF2B5EF4-FFF2-40B4-BE49-F238E27FC236}">
                  <a16:creationId xmlns:a16="http://schemas.microsoft.com/office/drawing/2014/main" id="{D3442124-D1C7-41C2-8F6B-FB8443635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latin typeface="Arial" panose="020B0604020202020204" pitchFamily="34" charset="0"/>
                </a:rPr>
                <a:t>local DNS server</a:t>
              </a:r>
              <a:endParaRPr lang="en-US" altLang="zh-TW" sz="2400" dirty="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i="1" dirty="0">
                  <a:solidFill>
                    <a:srgbClr val="000099"/>
                  </a:solidFill>
                  <a:latin typeface="Arial" panose="020B0604020202020204" pitchFamily="34" charset="0"/>
                </a:rPr>
                <a:t>dns.poly.edu</a:t>
              </a:r>
            </a:p>
          </p:txBody>
        </p:sp>
      </p:grpSp>
      <p:sp>
        <p:nvSpPr>
          <p:cNvPr id="218127" name="Text Box 27">
            <a:extLst>
              <a:ext uri="{FF2B5EF4-FFF2-40B4-BE49-F238E27FC236}">
                <a16:creationId xmlns:a16="http://schemas.microsoft.com/office/drawing/2014/main" id="{08CC898D-B008-4F9D-B9F4-E93A54BC4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450" y="37719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18128" name="Text Box 28">
            <a:extLst>
              <a:ext uri="{FF2B5EF4-FFF2-40B4-BE49-F238E27FC236}">
                <a16:creationId xmlns:a16="http://schemas.microsoft.com/office/drawing/2014/main" id="{1438FF3D-94FE-4B15-8BE1-7B96E026D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75" y="14382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18129" name="Text Box 29">
            <a:extLst>
              <a:ext uri="{FF2B5EF4-FFF2-40B4-BE49-F238E27FC236}">
                <a16:creationId xmlns:a16="http://schemas.microsoft.com/office/drawing/2014/main" id="{AE8B5CAA-5B3A-47AB-B783-E653B0AF0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525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3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18130" name="Text Box 30">
            <a:extLst>
              <a:ext uri="{FF2B5EF4-FFF2-40B4-BE49-F238E27FC236}">
                <a16:creationId xmlns:a16="http://schemas.microsoft.com/office/drawing/2014/main" id="{B80E3966-23AC-4A20-B329-79A6047DD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0" y="20859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4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18131" name="Text Box 31">
            <a:extLst>
              <a:ext uri="{FF2B5EF4-FFF2-40B4-BE49-F238E27FC236}">
                <a16:creationId xmlns:a16="http://schemas.microsoft.com/office/drawing/2014/main" id="{199CC739-EADE-4166-A2B4-7C5BA8059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013" y="25733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5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18132" name="Text Box 32">
            <a:extLst>
              <a:ext uri="{FF2B5EF4-FFF2-40B4-BE49-F238E27FC236}">
                <a16:creationId xmlns:a16="http://schemas.microsoft.com/office/drawing/2014/main" id="{CDF2E4FD-561E-4750-83B4-FB1DC98A2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913" y="3613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6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18133" name="Text Box 60">
            <a:extLst>
              <a:ext uri="{FF2B5EF4-FFF2-40B4-BE49-F238E27FC236}">
                <a16:creationId xmlns:a16="http://schemas.microsoft.com/office/drawing/2014/main" id="{22942E6E-964A-4B56-9387-845A9D9F7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175" y="4429125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authoritative DNS server</a:t>
            </a: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b="1">
                <a:latin typeface="Arial" panose="020B0604020202020204" pitchFamily="34" charset="0"/>
              </a:rPr>
              <a:t>dns.cs.umass.edu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sp>
        <p:nvSpPr>
          <p:cNvPr id="218134" name="Text Box 61">
            <a:extLst>
              <a:ext uri="{FF2B5EF4-FFF2-40B4-BE49-F238E27FC236}">
                <a16:creationId xmlns:a16="http://schemas.microsoft.com/office/drawing/2014/main" id="{5198B42F-5493-4807-B9E1-3CB6FB9FA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0" y="36433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7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18135" name="Text Box 62">
            <a:extLst>
              <a:ext uri="{FF2B5EF4-FFF2-40B4-BE49-F238E27FC236}">
                <a16:creationId xmlns:a16="http://schemas.microsoft.com/office/drawing/2014/main" id="{7E1C25FC-C1A9-48A8-AAE6-239B69B9A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900" y="37909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8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18136" name="Line 63">
            <a:extLst>
              <a:ext uri="{FF2B5EF4-FFF2-40B4-BE49-F238E27FC236}">
                <a16:creationId xmlns:a16="http://schemas.microsoft.com/office/drawing/2014/main" id="{2B27C181-BDC4-438B-B36E-042129BCC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9750" y="2714625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18137" name="Line 64">
            <a:extLst>
              <a:ext uri="{FF2B5EF4-FFF2-40B4-BE49-F238E27FC236}">
                <a16:creationId xmlns:a16="http://schemas.microsoft.com/office/drawing/2014/main" id="{ECD21871-BC33-4DA8-B558-F8224FCC4F7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2840038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18138" name="Text Box 65">
            <a:extLst>
              <a:ext uri="{FF2B5EF4-FFF2-40B4-BE49-F238E27FC236}">
                <a16:creationId xmlns:a16="http://schemas.microsoft.com/office/drawing/2014/main" id="{22D19581-7863-40DD-9DF4-A007AE640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1613" y="1852613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TLD DNS server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sp>
        <p:nvSpPr>
          <p:cNvPr id="218139" name="Rectangle 66">
            <a:extLst>
              <a:ext uri="{FF2B5EF4-FFF2-40B4-BE49-F238E27FC236}">
                <a16:creationId xmlns:a16="http://schemas.microsoft.com/office/drawing/2014/main" id="{A486EF74-1A02-4F76-BE89-78755F429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17488"/>
            <a:ext cx="4910138" cy="11430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zh-TW" sz="4000">
                <a:ea typeface="ＭＳ Ｐゴシック" panose="020B0600070205080204" pitchFamily="34" charset="-128"/>
              </a:rPr>
              <a:t>DNS name </a:t>
            </a:r>
            <a:br>
              <a:rPr lang="en-US" altLang="zh-TW" sz="4000">
                <a:ea typeface="ＭＳ Ｐゴシック" panose="020B0600070205080204" pitchFamily="34" charset="-128"/>
              </a:rPr>
            </a:br>
            <a:r>
              <a:rPr lang="en-US" altLang="zh-TW" sz="4000">
                <a:ea typeface="ＭＳ Ｐゴシック" panose="020B0600070205080204" pitchFamily="34" charset="-128"/>
              </a:rPr>
              <a:t>resolution example</a:t>
            </a:r>
          </a:p>
        </p:txBody>
      </p:sp>
      <p:sp>
        <p:nvSpPr>
          <p:cNvPr id="115740" name="Rectangle 69">
            <a:extLst>
              <a:ext uri="{FF2B5EF4-FFF2-40B4-BE49-F238E27FC236}">
                <a16:creationId xmlns:a16="http://schemas.microsoft.com/office/drawing/2014/main" id="{74D51CBD-059F-4802-A70F-32AF61896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412875"/>
            <a:ext cx="4071938" cy="451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ZapfDingbats" pitchFamily="82" charset="2"/>
              <a:buNone/>
              <a:defRPr/>
            </a:pPr>
            <a:r>
              <a:rPr lang="en-US" altLang="zh-TW" sz="2800" i="1" kern="0" dirty="0">
                <a:solidFill>
                  <a:srgbClr val="CC0000"/>
                </a:solidFill>
                <a:latin typeface="Gill Sans MT" pitchFamily="34" charset="0"/>
              </a:rPr>
              <a:t>Iterative query: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/>
            </a:pPr>
            <a:r>
              <a:rPr lang="en-US" altLang="zh-TW" sz="2400" kern="0" dirty="0">
                <a:solidFill>
                  <a:srgbClr val="0070C0"/>
                </a:solidFill>
                <a:latin typeface="Gill Sans MT" pitchFamily="34" charset="0"/>
              </a:rPr>
              <a:t>contacted server replies with name of server to contact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Gill Sans MT" pitchFamily="34" charset="0"/>
              </a:rPr>
              <a:t>“</a:t>
            </a:r>
            <a:r>
              <a:rPr lang="en-US" altLang="ja-JP" sz="2400" kern="0" dirty="0">
                <a:solidFill>
                  <a:srgbClr val="000000"/>
                </a:solidFill>
                <a:latin typeface="Gill Sans MT" pitchFamily="34" charset="0"/>
              </a:rPr>
              <a:t>I don</a:t>
            </a:r>
            <a:r>
              <a:rPr lang="ja-JP" altLang="en-US" sz="2400" kern="0" dirty="0">
                <a:solidFill>
                  <a:srgbClr val="000000"/>
                </a:solidFill>
                <a:latin typeface="Gill Sans MT" pitchFamily="34" charset="0"/>
              </a:rPr>
              <a:t>’</a:t>
            </a:r>
            <a:r>
              <a:rPr lang="en-US" altLang="ja-JP" sz="2400" kern="0" dirty="0">
                <a:solidFill>
                  <a:srgbClr val="000000"/>
                </a:solidFill>
                <a:latin typeface="Gill Sans MT" pitchFamily="34" charset="0"/>
              </a:rPr>
              <a:t>t know this name, but ask this server</a:t>
            </a:r>
            <a:r>
              <a:rPr lang="ja-JP" altLang="en-US" sz="2400" kern="0" dirty="0">
                <a:solidFill>
                  <a:srgbClr val="000000"/>
                </a:solidFill>
                <a:latin typeface="Gill Sans MT" pitchFamily="34" charset="0"/>
              </a:rPr>
              <a:t>”</a:t>
            </a:r>
            <a:endParaRPr lang="en-US" altLang="ja-JP" sz="2400" kern="0" dirty="0">
              <a:solidFill>
                <a:srgbClr val="000000"/>
              </a:solidFill>
              <a:latin typeface="Gill Sans MT" pitchFamily="34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/>
            </a:pPr>
            <a:r>
              <a:rPr lang="en-US" altLang="ja-JP" sz="2400" kern="0" dirty="0">
                <a:solidFill>
                  <a:srgbClr val="000000"/>
                </a:solidFill>
                <a:latin typeface="Gill Sans MT" pitchFamily="34" charset="0"/>
              </a:rPr>
              <a:t>E.g., (2,3), (4,5), (6,7)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ZapfDingbats" pitchFamily="82" charset="2"/>
              <a:buNone/>
              <a:defRPr/>
            </a:pPr>
            <a:endParaRPr lang="en-US" altLang="zh-TW" sz="2400" dirty="0">
              <a:latin typeface="Gill Sans MT" pitchFamily="34" charset="0"/>
              <a:ea typeface="FangSong" pitchFamily="49" charset="-122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ZapfDingbats" pitchFamily="82" charset="2"/>
              <a:buNone/>
              <a:defRPr/>
            </a:pPr>
            <a:r>
              <a:rPr lang="en-US" altLang="zh-TW" sz="2400" dirty="0">
                <a:solidFill>
                  <a:srgbClr val="0070C0"/>
                </a:solidFill>
                <a:latin typeface="Gill Sans MT" pitchFamily="34" charset="0"/>
                <a:ea typeface="FangSong" pitchFamily="49" charset="-122"/>
              </a:rPr>
              <a:t>Typical query pattern</a:t>
            </a:r>
            <a:r>
              <a:rPr lang="en-US" altLang="zh-TW" sz="2400" dirty="0">
                <a:latin typeface="Gill Sans MT" pitchFamily="34" charset="0"/>
                <a:ea typeface="FangSong" pitchFamily="49" charset="-122"/>
              </a:rPr>
              <a:t>: 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/>
            </a:pPr>
            <a:r>
              <a:rPr lang="en-US" altLang="zh-TW" sz="2400" dirty="0">
                <a:latin typeface="Gill Sans MT" pitchFamily="34" charset="0"/>
                <a:ea typeface="FangSong" pitchFamily="49" charset="-122"/>
              </a:rPr>
              <a:t>query from the requesting host to the local DNS server is </a:t>
            </a:r>
            <a:r>
              <a:rPr lang="en-US" altLang="zh-TW" sz="2400" dirty="0">
                <a:solidFill>
                  <a:srgbClr val="0070C0"/>
                </a:solidFill>
                <a:latin typeface="Gill Sans MT" pitchFamily="34" charset="0"/>
                <a:ea typeface="FangSong" pitchFamily="49" charset="-122"/>
              </a:rPr>
              <a:t>recursive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  <a:defRPr/>
            </a:pPr>
            <a:r>
              <a:rPr lang="en-US" altLang="zh-TW" sz="2400" dirty="0">
                <a:latin typeface="Gill Sans MT" pitchFamily="34" charset="0"/>
                <a:ea typeface="FangSong" pitchFamily="49" charset="-122"/>
              </a:rPr>
              <a:t>remaining queries are </a:t>
            </a:r>
            <a:r>
              <a:rPr lang="en-US" altLang="zh-TW" sz="2400" dirty="0">
                <a:solidFill>
                  <a:srgbClr val="0070C0"/>
                </a:solidFill>
                <a:latin typeface="Gill Sans MT" pitchFamily="34" charset="0"/>
                <a:ea typeface="FangSong" pitchFamily="49" charset="-122"/>
              </a:rPr>
              <a:t>iterative</a:t>
            </a:r>
            <a:r>
              <a:rPr lang="en-US" altLang="zh-TW" sz="2400" dirty="0">
                <a:latin typeface="Gill Sans MT" pitchFamily="34" charset="0"/>
                <a:ea typeface="FangSong" pitchFamily="49" charset="-122"/>
              </a:rPr>
              <a:t>.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ZapfDingbats" pitchFamily="82" charset="2"/>
              <a:buNone/>
              <a:defRPr/>
            </a:pPr>
            <a:endParaRPr lang="en-US" altLang="zh-TW" sz="2400" dirty="0">
              <a:latin typeface="Gill Sans MT" pitchFamily="34" charset="0"/>
              <a:ea typeface="FangSong" pitchFamily="49" charset="-122"/>
            </a:endParaRPr>
          </a:p>
        </p:txBody>
      </p:sp>
      <p:grpSp>
        <p:nvGrpSpPr>
          <p:cNvPr id="218141" name="Group 86">
            <a:extLst>
              <a:ext uri="{FF2B5EF4-FFF2-40B4-BE49-F238E27FC236}">
                <a16:creationId xmlns:a16="http://schemas.microsoft.com/office/drawing/2014/main" id="{7CF34725-6536-4CCC-B22C-3D7730BCC0E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226300" y="5091113"/>
            <a:ext cx="925513" cy="795337"/>
            <a:chOff x="-44" y="1473"/>
            <a:chExt cx="981" cy="1105"/>
          </a:xfrm>
        </p:grpSpPr>
        <p:pic>
          <p:nvPicPr>
            <p:cNvPr id="218277" name="Picture 87" descr="desktop_computer_stylized_medium">
              <a:extLst>
                <a:ext uri="{FF2B5EF4-FFF2-40B4-BE49-F238E27FC236}">
                  <a16:creationId xmlns:a16="http://schemas.microsoft.com/office/drawing/2014/main" id="{31607947-8FF2-45DB-BB91-0BE60A6F37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8278" name="Freeform 88">
              <a:extLst>
                <a:ext uri="{FF2B5EF4-FFF2-40B4-BE49-F238E27FC236}">
                  <a16:creationId xmlns:a16="http://schemas.microsoft.com/office/drawing/2014/main" id="{8DA19FB2-D441-43B8-B3E2-074D3D62118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18142" name="Group 89">
            <a:extLst>
              <a:ext uri="{FF2B5EF4-FFF2-40B4-BE49-F238E27FC236}">
                <a16:creationId xmlns:a16="http://schemas.microsoft.com/office/drawing/2014/main" id="{5C817EDA-1D5F-4CC3-97AB-C8C1C9392FBA}"/>
              </a:ext>
            </a:extLst>
          </p:cNvPr>
          <p:cNvGrpSpPr>
            <a:grpSpLocks/>
          </p:cNvGrpSpPr>
          <p:nvPr/>
        </p:nvGrpSpPr>
        <p:grpSpPr bwMode="auto">
          <a:xfrm>
            <a:off x="4765675" y="4244975"/>
            <a:ext cx="925513" cy="795338"/>
            <a:chOff x="-44" y="1473"/>
            <a:chExt cx="981" cy="1105"/>
          </a:xfrm>
        </p:grpSpPr>
        <p:pic>
          <p:nvPicPr>
            <p:cNvPr id="218275" name="Picture 90" descr="desktop_computer_stylized_medium">
              <a:extLst>
                <a:ext uri="{FF2B5EF4-FFF2-40B4-BE49-F238E27FC236}">
                  <a16:creationId xmlns:a16="http://schemas.microsoft.com/office/drawing/2014/main" id="{D45E26AA-E5DF-4762-93D9-B539B584D3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8276" name="Freeform 91">
              <a:extLst>
                <a:ext uri="{FF2B5EF4-FFF2-40B4-BE49-F238E27FC236}">
                  <a16:creationId xmlns:a16="http://schemas.microsoft.com/office/drawing/2014/main" id="{F45243C4-206D-48FA-AA5B-3F62BD56612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18143" name="Group 125">
            <a:extLst>
              <a:ext uri="{FF2B5EF4-FFF2-40B4-BE49-F238E27FC236}">
                <a16:creationId xmlns:a16="http://schemas.microsoft.com/office/drawing/2014/main" id="{98383A6A-92DF-4FF8-AA90-788A8C7A918E}"/>
              </a:ext>
            </a:extLst>
          </p:cNvPr>
          <p:cNvGrpSpPr>
            <a:grpSpLocks/>
          </p:cNvGrpSpPr>
          <p:nvPr/>
        </p:nvGrpSpPr>
        <p:grpSpPr bwMode="auto">
          <a:xfrm>
            <a:off x="7226300" y="3743325"/>
            <a:ext cx="390525" cy="641350"/>
            <a:chOff x="4140" y="429"/>
            <a:chExt cx="1425" cy="2396"/>
          </a:xfrm>
        </p:grpSpPr>
        <p:sp>
          <p:nvSpPr>
            <p:cNvPr id="218243" name="Freeform 126">
              <a:extLst>
                <a:ext uri="{FF2B5EF4-FFF2-40B4-BE49-F238E27FC236}">
                  <a16:creationId xmlns:a16="http://schemas.microsoft.com/office/drawing/2014/main" id="{E79E921E-A558-49F2-A776-56F1A54E6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44" name="Rectangle 127">
              <a:extLst>
                <a:ext uri="{FF2B5EF4-FFF2-40B4-BE49-F238E27FC236}">
                  <a16:creationId xmlns:a16="http://schemas.microsoft.com/office/drawing/2014/main" id="{9F869243-4120-4691-B231-437DAA5CA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45" name="Freeform 128">
              <a:extLst>
                <a:ext uri="{FF2B5EF4-FFF2-40B4-BE49-F238E27FC236}">
                  <a16:creationId xmlns:a16="http://schemas.microsoft.com/office/drawing/2014/main" id="{BF9728C5-42AC-46F3-9899-8DA2A10AD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46" name="Freeform 129">
              <a:extLst>
                <a:ext uri="{FF2B5EF4-FFF2-40B4-BE49-F238E27FC236}">
                  <a16:creationId xmlns:a16="http://schemas.microsoft.com/office/drawing/2014/main" id="{E361EBC1-ABCF-441F-9A06-16300EC8F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47" name="Rectangle 130">
              <a:extLst>
                <a:ext uri="{FF2B5EF4-FFF2-40B4-BE49-F238E27FC236}">
                  <a16:creationId xmlns:a16="http://schemas.microsoft.com/office/drawing/2014/main" id="{4E22E766-D9B0-449E-BED8-3F09650EB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248" name="Group 131">
              <a:extLst>
                <a:ext uri="{FF2B5EF4-FFF2-40B4-BE49-F238E27FC236}">
                  <a16:creationId xmlns:a16="http://schemas.microsoft.com/office/drawing/2014/main" id="{697FF2FC-7BAA-4633-9BD1-AE5779A21A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8273" name="AutoShape 132">
                <a:extLst>
                  <a:ext uri="{FF2B5EF4-FFF2-40B4-BE49-F238E27FC236}">
                    <a16:creationId xmlns:a16="http://schemas.microsoft.com/office/drawing/2014/main" id="{46B98D64-B4F8-48D4-BBC6-615103AA0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74" name="AutoShape 133">
                <a:extLst>
                  <a:ext uri="{FF2B5EF4-FFF2-40B4-BE49-F238E27FC236}">
                    <a16:creationId xmlns:a16="http://schemas.microsoft.com/office/drawing/2014/main" id="{DE7737DB-9F03-432C-9C86-BC3FBA859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249" name="Rectangle 134">
              <a:extLst>
                <a:ext uri="{FF2B5EF4-FFF2-40B4-BE49-F238E27FC236}">
                  <a16:creationId xmlns:a16="http://schemas.microsoft.com/office/drawing/2014/main" id="{0F5040F7-A2F4-4C58-B99C-052822571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250" name="Group 135">
              <a:extLst>
                <a:ext uri="{FF2B5EF4-FFF2-40B4-BE49-F238E27FC236}">
                  <a16:creationId xmlns:a16="http://schemas.microsoft.com/office/drawing/2014/main" id="{3B02E479-3362-4A58-974C-0A2D334E3E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8271" name="AutoShape 136">
                <a:extLst>
                  <a:ext uri="{FF2B5EF4-FFF2-40B4-BE49-F238E27FC236}">
                    <a16:creationId xmlns:a16="http://schemas.microsoft.com/office/drawing/2014/main" id="{5623283B-56A1-4C26-9815-B84944F66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72" name="AutoShape 137">
                <a:extLst>
                  <a:ext uri="{FF2B5EF4-FFF2-40B4-BE49-F238E27FC236}">
                    <a16:creationId xmlns:a16="http://schemas.microsoft.com/office/drawing/2014/main" id="{9EAA7EF2-EA80-4926-BF36-AF794604B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251" name="Rectangle 138">
              <a:extLst>
                <a:ext uri="{FF2B5EF4-FFF2-40B4-BE49-F238E27FC236}">
                  <a16:creationId xmlns:a16="http://schemas.microsoft.com/office/drawing/2014/main" id="{55037C2B-3446-4A7E-B3E7-AD4163F1D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52" name="Rectangle 139">
              <a:extLst>
                <a:ext uri="{FF2B5EF4-FFF2-40B4-BE49-F238E27FC236}">
                  <a16:creationId xmlns:a16="http://schemas.microsoft.com/office/drawing/2014/main" id="{EBCB7D0C-2A5D-4305-8DBA-E6298831E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253" name="Group 140">
              <a:extLst>
                <a:ext uri="{FF2B5EF4-FFF2-40B4-BE49-F238E27FC236}">
                  <a16:creationId xmlns:a16="http://schemas.microsoft.com/office/drawing/2014/main" id="{99A742D4-21AB-48D7-9803-66CA68D984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8269" name="AutoShape 141">
                <a:extLst>
                  <a:ext uri="{FF2B5EF4-FFF2-40B4-BE49-F238E27FC236}">
                    <a16:creationId xmlns:a16="http://schemas.microsoft.com/office/drawing/2014/main" id="{010E0C82-270F-4B9F-B90D-5406CCC9EA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70" name="AutoShape 142">
                <a:extLst>
                  <a:ext uri="{FF2B5EF4-FFF2-40B4-BE49-F238E27FC236}">
                    <a16:creationId xmlns:a16="http://schemas.microsoft.com/office/drawing/2014/main" id="{41206C1F-3061-4094-8615-9E555C622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254" name="Freeform 143">
              <a:extLst>
                <a:ext uri="{FF2B5EF4-FFF2-40B4-BE49-F238E27FC236}">
                  <a16:creationId xmlns:a16="http://schemas.microsoft.com/office/drawing/2014/main" id="{D903AD4F-A286-477B-9CAC-40F566E38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18255" name="Group 144">
              <a:extLst>
                <a:ext uri="{FF2B5EF4-FFF2-40B4-BE49-F238E27FC236}">
                  <a16:creationId xmlns:a16="http://schemas.microsoft.com/office/drawing/2014/main" id="{D9B242CA-59C3-419A-BB77-7C16DF317E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8267" name="AutoShape 145">
                <a:extLst>
                  <a:ext uri="{FF2B5EF4-FFF2-40B4-BE49-F238E27FC236}">
                    <a16:creationId xmlns:a16="http://schemas.microsoft.com/office/drawing/2014/main" id="{CB392768-ED7E-45F2-B897-4394BBFB9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68" name="AutoShape 146">
                <a:extLst>
                  <a:ext uri="{FF2B5EF4-FFF2-40B4-BE49-F238E27FC236}">
                    <a16:creationId xmlns:a16="http://schemas.microsoft.com/office/drawing/2014/main" id="{E02BC84E-7F1E-4D29-B987-1859AADF0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256" name="Rectangle 147">
              <a:extLst>
                <a:ext uri="{FF2B5EF4-FFF2-40B4-BE49-F238E27FC236}">
                  <a16:creationId xmlns:a16="http://schemas.microsoft.com/office/drawing/2014/main" id="{1CC9E3B8-81D7-43CE-8A8F-B241AB04F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57" name="Freeform 148">
              <a:extLst>
                <a:ext uri="{FF2B5EF4-FFF2-40B4-BE49-F238E27FC236}">
                  <a16:creationId xmlns:a16="http://schemas.microsoft.com/office/drawing/2014/main" id="{431ABD1D-5C9B-4854-B799-5D2AB5F6B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58" name="Freeform 149">
              <a:extLst>
                <a:ext uri="{FF2B5EF4-FFF2-40B4-BE49-F238E27FC236}">
                  <a16:creationId xmlns:a16="http://schemas.microsoft.com/office/drawing/2014/main" id="{12D55F1D-B0E5-4666-B3B5-E42D8270F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59" name="Oval 150">
              <a:extLst>
                <a:ext uri="{FF2B5EF4-FFF2-40B4-BE49-F238E27FC236}">
                  <a16:creationId xmlns:a16="http://schemas.microsoft.com/office/drawing/2014/main" id="{B4EEA80E-76CF-4ED6-B7B9-3E81028FF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60" name="Freeform 151">
              <a:extLst>
                <a:ext uri="{FF2B5EF4-FFF2-40B4-BE49-F238E27FC236}">
                  <a16:creationId xmlns:a16="http://schemas.microsoft.com/office/drawing/2014/main" id="{6FB329ED-56C4-4F81-8566-1A2C8CB6B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61" name="AutoShape 152">
              <a:extLst>
                <a:ext uri="{FF2B5EF4-FFF2-40B4-BE49-F238E27FC236}">
                  <a16:creationId xmlns:a16="http://schemas.microsoft.com/office/drawing/2014/main" id="{0434B4CE-F052-4B78-8B16-F4735257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62" name="AutoShape 153">
              <a:extLst>
                <a:ext uri="{FF2B5EF4-FFF2-40B4-BE49-F238E27FC236}">
                  <a16:creationId xmlns:a16="http://schemas.microsoft.com/office/drawing/2014/main" id="{54BE27A0-BDD9-4ADE-8A29-74A40DF8D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63" name="Oval 154">
              <a:extLst>
                <a:ext uri="{FF2B5EF4-FFF2-40B4-BE49-F238E27FC236}">
                  <a16:creationId xmlns:a16="http://schemas.microsoft.com/office/drawing/2014/main" id="{EE7EDB99-20C0-4F50-BA34-94F9732A0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64" name="Oval 155">
              <a:extLst>
                <a:ext uri="{FF2B5EF4-FFF2-40B4-BE49-F238E27FC236}">
                  <a16:creationId xmlns:a16="http://schemas.microsoft.com/office/drawing/2014/main" id="{E9E516F6-6A78-4A22-9A09-E5B0AEA2A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265" name="Oval 156">
              <a:extLst>
                <a:ext uri="{FF2B5EF4-FFF2-40B4-BE49-F238E27FC236}">
                  <a16:creationId xmlns:a16="http://schemas.microsoft.com/office/drawing/2014/main" id="{4A8A852D-CFAE-4B12-BE16-405CED75D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66" name="Rectangle 157">
              <a:extLst>
                <a:ext uri="{FF2B5EF4-FFF2-40B4-BE49-F238E27FC236}">
                  <a16:creationId xmlns:a16="http://schemas.microsoft.com/office/drawing/2014/main" id="{870F5A15-DAAF-412E-A2B0-AEE7544FD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8144" name="Group 158">
            <a:extLst>
              <a:ext uri="{FF2B5EF4-FFF2-40B4-BE49-F238E27FC236}">
                <a16:creationId xmlns:a16="http://schemas.microsoft.com/office/drawing/2014/main" id="{F6137DF3-C68B-4A74-8113-0A359DA0A0A8}"/>
              </a:ext>
            </a:extLst>
          </p:cNvPr>
          <p:cNvGrpSpPr>
            <a:grpSpLocks/>
          </p:cNvGrpSpPr>
          <p:nvPr/>
        </p:nvGrpSpPr>
        <p:grpSpPr bwMode="auto">
          <a:xfrm>
            <a:off x="5222875" y="2230438"/>
            <a:ext cx="390525" cy="641350"/>
            <a:chOff x="4140" y="429"/>
            <a:chExt cx="1425" cy="2396"/>
          </a:xfrm>
        </p:grpSpPr>
        <p:sp>
          <p:nvSpPr>
            <p:cNvPr id="218211" name="Freeform 159">
              <a:extLst>
                <a:ext uri="{FF2B5EF4-FFF2-40B4-BE49-F238E27FC236}">
                  <a16:creationId xmlns:a16="http://schemas.microsoft.com/office/drawing/2014/main" id="{D93B681A-2128-462A-AEC4-8BDFBBC02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12" name="Rectangle 160">
              <a:extLst>
                <a:ext uri="{FF2B5EF4-FFF2-40B4-BE49-F238E27FC236}">
                  <a16:creationId xmlns:a16="http://schemas.microsoft.com/office/drawing/2014/main" id="{E5931BB9-AA5E-43CB-BB52-FD3484A43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13" name="Freeform 161">
              <a:extLst>
                <a:ext uri="{FF2B5EF4-FFF2-40B4-BE49-F238E27FC236}">
                  <a16:creationId xmlns:a16="http://schemas.microsoft.com/office/drawing/2014/main" id="{DBE15E2B-6749-4AB7-B34D-9522FAEA3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14" name="Freeform 162">
              <a:extLst>
                <a:ext uri="{FF2B5EF4-FFF2-40B4-BE49-F238E27FC236}">
                  <a16:creationId xmlns:a16="http://schemas.microsoft.com/office/drawing/2014/main" id="{298E33D0-0604-4353-BA7D-65DE2ED48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15" name="Rectangle 163">
              <a:extLst>
                <a:ext uri="{FF2B5EF4-FFF2-40B4-BE49-F238E27FC236}">
                  <a16:creationId xmlns:a16="http://schemas.microsoft.com/office/drawing/2014/main" id="{571C2CB5-2DBB-4B10-9285-762318B9A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216" name="Group 164">
              <a:extLst>
                <a:ext uri="{FF2B5EF4-FFF2-40B4-BE49-F238E27FC236}">
                  <a16:creationId xmlns:a16="http://schemas.microsoft.com/office/drawing/2014/main" id="{0B82C4AA-A8EE-4F4C-A5CE-16B9129A66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8241" name="AutoShape 165">
                <a:extLst>
                  <a:ext uri="{FF2B5EF4-FFF2-40B4-BE49-F238E27FC236}">
                    <a16:creationId xmlns:a16="http://schemas.microsoft.com/office/drawing/2014/main" id="{230A277A-DB45-4818-A1C1-909764D9C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42" name="AutoShape 166">
                <a:extLst>
                  <a:ext uri="{FF2B5EF4-FFF2-40B4-BE49-F238E27FC236}">
                    <a16:creationId xmlns:a16="http://schemas.microsoft.com/office/drawing/2014/main" id="{794640C5-A318-457E-8E5C-F640528D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217" name="Rectangle 167">
              <a:extLst>
                <a:ext uri="{FF2B5EF4-FFF2-40B4-BE49-F238E27FC236}">
                  <a16:creationId xmlns:a16="http://schemas.microsoft.com/office/drawing/2014/main" id="{507219FC-87E0-4C43-9769-E103BC841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218" name="Group 168">
              <a:extLst>
                <a:ext uri="{FF2B5EF4-FFF2-40B4-BE49-F238E27FC236}">
                  <a16:creationId xmlns:a16="http://schemas.microsoft.com/office/drawing/2014/main" id="{E83BA1A9-8598-4822-B685-0F2B10E61A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8239" name="AutoShape 169">
                <a:extLst>
                  <a:ext uri="{FF2B5EF4-FFF2-40B4-BE49-F238E27FC236}">
                    <a16:creationId xmlns:a16="http://schemas.microsoft.com/office/drawing/2014/main" id="{EFCA4845-8196-4037-A4A7-B811A6FFF4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40" name="AutoShape 170">
                <a:extLst>
                  <a:ext uri="{FF2B5EF4-FFF2-40B4-BE49-F238E27FC236}">
                    <a16:creationId xmlns:a16="http://schemas.microsoft.com/office/drawing/2014/main" id="{BCE61EEE-67E0-4C9D-963E-DB2D7D96D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219" name="Rectangle 171">
              <a:extLst>
                <a:ext uri="{FF2B5EF4-FFF2-40B4-BE49-F238E27FC236}">
                  <a16:creationId xmlns:a16="http://schemas.microsoft.com/office/drawing/2014/main" id="{EA67064A-B1E0-4AA5-9866-273ADAA2C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20" name="Rectangle 172">
              <a:extLst>
                <a:ext uri="{FF2B5EF4-FFF2-40B4-BE49-F238E27FC236}">
                  <a16:creationId xmlns:a16="http://schemas.microsoft.com/office/drawing/2014/main" id="{BB29697B-8ACA-489C-BC77-E6543987C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221" name="Group 173">
              <a:extLst>
                <a:ext uri="{FF2B5EF4-FFF2-40B4-BE49-F238E27FC236}">
                  <a16:creationId xmlns:a16="http://schemas.microsoft.com/office/drawing/2014/main" id="{57426A19-4510-4A5B-97D2-B14876ADD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8237" name="AutoShape 174">
                <a:extLst>
                  <a:ext uri="{FF2B5EF4-FFF2-40B4-BE49-F238E27FC236}">
                    <a16:creationId xmlns:a16="http://schemas.microsoft.com/office/drawing/2014/main" id="{D2ABBB5E-783A-46E6-AE58-57C6118FC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38" name="AutoShape 175">
                <a:extLst>
                  <a:ext uri="{FF2B5EF4-FFF2-40B4-BE49-F238E27FC236}">
                    <a16:creationId xmlns:a16="http://schemas.microsoft.com/office/drawing/2014/main" id="{CD4C7700-9402-4DE0-BAEF-D314021F2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222" name="Freeform 176">
              <a:extLst>
                <a:ext uri="{FF2B5EF4-FFF2-40B4-BE49-F238E27FC236}">
                  <a16:creationId xmlns:a16="http://schemas.microsoft.com/office/drawing/2014/main" id="{FC55DA56-2F14-437A-8C9D-0396A7CFE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18223" name="Group 177">
              <a:extLst>
                <a:ext uri="{FF2B5EF4-FFF2-40B4-BE49-F238E27FC236}">
                  <a16:creationId xmlns:a16="http://schemas.microsoft.com/office/drawing/2014/main" id="{036FB0BB-B88B-4CD7-89DD-F9A233E115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8235" name="AutoShape 178">
                <a:extLst>
                  <a:ext uri="{FF2B5EF4-FFF2-40B4-BE49-F238E27FC236}">
                    <a16:creationId xmlns:a16="http://schemas.microsoft.com/office/drawing/2014/main" id="{6DD77F30-BDC9-4C7F-A95B-AC5DF4873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36" name="AutoShape 179">
                <a:extLst>
                  <a:ext uri="{FF2B5EF4-FFF2-40B4-BE49-F238E27FC236}">
                    <a16:creationId xmlns:a16="http://schemas.microsoft.com/office/drawing/2014/main" id="{B2483DDE-7A1A-40DF-97C5-9A447F63B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224" name="Rectangle 180">
              <a:extLst>
                <a:ext uri="{FF2B5EF4-FFF2-40B4-BE49-F238E27FC236}">
                  <a16:creationId xmlns:a16="http://schemas.microsoft.com/office/drawing/2014/main" id="{25AD2283-03EF-4704-B9C5-D61A24491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25" name="Freeform 181">
              <a:extLst>
                <a:ext uri="{FF2B5EF4-FFF2-40B4-BE49-F238E27FC236}">
                  <a16:creationId xmlns:a16="http://schemas.microsoft.com/office/drawing/2014/main" id="{ACBAD766-4C56-4798-82F3-58C257A4E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26" name="Freeform 182">
              <a:extLst>
                <a:ext uri="{FF2B5EF4-FFF2-40B4-BE49-F238E27FC236}">
                  <a16:creationId xmlns:a16="http://schemas.microsoft.com/office/drawing/2014/main" id="{7D515846-9EFE-4267-8D49-1D20A35F5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27" name="Oval 183">
              <a:extLst>
                <a:ext uri="{FF2B5EF4-FFF2-40B4-BE49-F238E27FC236}">
                  <a16:creationId xmlns:a16="http://schemas.microsoft.com/office/drawing/2014/main" id="{FD1631C8-D0AC-4FCE-8C23-D9C0C4E2C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28" name="Freeform 184">
              <a:extLst>
                <a:ext uri="{FF2B5EF4-FFF2-40B4-BE49-F238E27FC236}">
                  <a16:creationId xmlns:a16="http://schemas.microsoft.com/office/drawing/2014/main" id="{0E2E291A-74A2-4475-B683-147935EE9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229" name="AutoShape 185">
              <a:extLst>
                <a:ext uri="{FF2B5EF4-FFF2-40B4-BE49-F238E27FC236}">
                  <a16:creationId xmlns:a16="http://schemas.microsoft.com/office/drawing/2014/main" id="{1201C163-1890-4987-9B90-7B2A54607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30" name="AutoShape 186">
              <a:extLst>
                <a:ext uri="{FF2B5EF4-FFF2-40B4-BE49-F238E27FC236}">
                  <a16:creationId xmlns:a16="http://schemas.microsoft.com/office/drawing/2014/main" id="{677A240D-C913-4115-B75F-A3455BA2D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31" name="Oval 187">
              <a:extLst>
                <a:ext uri="{FF2B5EF4-FFF2-40B4-BE49-F238E27FC236}">
                  <a16:creationId xmlns:a16="http://schemas.microsoft.com/office/drawing/2014/main" id="{E2070876-4147-4BF4-AE8D-3B8F3C228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32" name="Oval 188">
              <a:extLst>
                <a:ext uri="{FF2B5EF4-FFF2-40B4-BE49-F238E27FC236}">
                  <a16:creationId xmlns:a16="http://schemas.microsoft.com/office/drawing/2014/main" id="{E08C58CA-0EF9-4538-847C-2B60B152E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233" name="Oval 189">
              <a:extLst>
                <a:ext uri="{FF2B5EF4-FFF2-40B4-BE49-F238E27FC236}">
                  <a16:creationId xmlns:a16="http://schemas.microsoft.com/office/drawing/2014/main" id="{3F7D40E3-BF83-4A1A-95E3-6DF8E2DB2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34" name="Rectangle 190">
              <a:extLst>
                <a:ext uri="{FF2B5EF4-FFF2-40B4-BE49-F238E27FC236}">
                  <a16:creationId xmlns:a16="http://schemas.microsoft.com/office/drawing/2014/main" id="{E02776B8-8A83-4508-9C13-59553CDF5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8145" name="Group 224">
            <a:extLst>
              <a:ext uri="{FF2B5EF4-FFF2-40B4-BE49-F238E27FC236}">
                <a16:creationId xmlns:a16="http://schemas.microsoft.com/office/drawing/2014/main" id="{F492D9C0-43F3-4FFD-8F78-2D1BC7041D7C}"/>
              </a:ext>
            </a:extLst>
          </p:cNvPr>
          <p:cNvGrpSpPr>
            <a:grpSpLocks/>
          </p:cNvGrpSpPr>
          <p:nvPr/>
        </p:nvGrpSpPr>
        <p:grpSpPr bwMode="auto">
          <a:xfrm>
            <a:off x="6376988" y="968375"/>
            <a:ext cx="390525" cy="641350"/>
            <a:chOff x="4140" y="429"/>
            <a:chExt cx="1425" cy="2396"/>
          </a:xfrm>
        </p:grpSpPr>
        <p:sp>
          <p:nvSpPr>
            <p:cNvPr id="218179" name="Freeform 225">
              <a:extLst>
                <a:ext uri="{FF2B5EF4-FFF2-40B4-BE49-F238E27FC236}">
                  <a16:creationId xmlns:a16="http://schemas.microsoft.com/office/drawing/2014/main" id="{BF93D86C-78DD-4F84-9164-3FE7A384E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80" name="Rectangle 226">
              <a:extLst>
                <a:ext uri="{FF2B5EF4-FFF2-40B4-BE49-F238E27FC236}">
                  <a16:creationId xmlns:a16="http://schemas.microsoft.com/office/drawing/2014/main" id="{9959B810-7994-4D38-84B4-7442CFAE4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81" name="Freeform 227">
              <a:extLst>
                <a:ext uri="{FF2B5EF4-FFF2-40B4-BE49-F238E27FC236}">
                  <a16:creationId xmlns:a16="http://schemas.microsoft.com/office/drawing/2014/main" id="{3579D53A-2B71-498C-9CEF-E68B0B782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82" name="Freeform 228">
              <a:extLst>
                <a:ext uri="{FF2B5EF4-FFF2-40B4-BE49-F238E27FC236}">
                  <a16:creationId xmlns:a16="http://schemas.microsoft.com/office/drawing/2014/main" id="{A0FDEC43-2AAE-496E-80FD-E3A92DBAA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83" name="Rectangle 229">
              <a:extLst>
                <a:ext uri="{FF2B5EF4-FFF2-40B4-BE49-F238E27FC236}">
                  <a16:creationId xmlns:a16="http://schemas.microsoft.com/office/drawing/2014/main" id="{80DBE254-FC58-46B6-A9AE-33A597CC8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184" name="Group 230">
              <a:extLst>
                <a:ext uri="{FF2B5EF4-FFF2-40B4-BE49-F238E27FC236}">
                  <a16:creationId xmlns:a16="http://schemas.microsoft.com/office/drawing/2014/main" id="{B1386EBE-2DEA-4FF9-936E-FDDCE8D239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8209" name="AutoShape 231">
                <a:extLst>
                  <a:ext uri="{FF2B5EF4-FFF2-40B4-BE49-F238E27FC236}">
                    <a16:creationId xmlns:a16="http://schemas.microsoft.com/office/drawing/2014/main" id="{1489D4F7-056E-4F6C-A506-8B282A073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10" name="AutoShape 232">
                <a:extLst>
                  <a:ext uri="{FF2B5EF4-FFF2-40B4-BE49-F238E27FC236}">
                    <a16:creationId xmlns:a16="http://schemas.microsoft.com/office/drawing/2014/main" id="{4FFA4A2B-32B0-4DA7-A64C-7B05E66C98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185" name="Rectangle 233">
              <a:extLst>
                <a:ext uri="{FF2B5EF4-FFF2-40B4-BE49-F238E27FC236}">
                  <a16:creationId xmlns:a16="http://schemas.microsoft.com/office/drawing/2014/main" id="{BC191A27-5A22-4B16-AFEE-8C347EE17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186" name="Group 234">
              <a:extLst>
                <a:ext uri="{FF2B5EF4-FFF2-40B4-BE49-F238E27FC236}">
                  <a16:creationId xmlns:a16="http://schemas.microsoft.com/office/drawing/2014/main" id="{D2DC0084-EEC9-4331-86A7-B18424E680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8207" name="AutoShape 235">
                <a:extLst>
                  <a:ext uri="{FF2B5EF4-FFF2-40B4-BE49-F238E27FC236}">
                    <a16:creationId xmlns:a16="http://schemas.microsoft.com/office/drawing/2014/main" id="{FE7CE3E9-61CD-489A-B26C-714EF1BE2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08" name="AutoShape 236">
                <a:extLst>
                  <a:ext uri="{FF2B5EF4-FFF2-40B4-BE49-F238E27FC236}">
                    <a16:creationId xmlns:a16="http://schemas.microsoft.com/office/drawing/2014/main" id="{F8F55EA3-0BC7-48B5-8577-B604E6A4C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187" name="Rectangle 237">
              <a:extLst>
                <a:ext uri="{FF2B5EF4-FFF2-40B4-BE49-F238E27FC236}">
                  <a16:creationId xmlns:a16="http://schemas.microsoft.com/office/drawing/2014/main" id="{924E7A70-5CBE-4A5E-A884-DC5BDA1D1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88" name="Rectangle 238">
              <a:extLst>
                <a:ext uri="{FF2B5EF4-FFF2-40B4-BE49-F238E27FC236}">
                  <a16:creationId xmlns:a16="http://schemas.microsoft.com/office/drawing/2014/main" id="{C17D4C83-56A2-473A-ADDB-7DAE38E4E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189" name="Group 239">
              <a:extLst>
                <a:ext uri="{FF2B5EF4-FFF2-40B4-BE49-F238E27FC236}">
                  <a16:creationId xmlns:a16="http://schemas.microsoft.com/office/drawing/2014/main" id="{D91D4272-7079-4636-92F9-AF3F47DA22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8205" name="AutoShape 240">
                <a:extLst>
                  <a:ext uri="{FF2B5EF4-FFF2-40B4-BE49-F238E27FC236}">
                    <a16:creationId xmlns:a16="http://schemas.microsoft.com/office/drawing/2014/main" id="{FB4FA283-7E27-4010-9BE2-B56E49AFD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06" name="AutoShape 241">
                <a:extLst>
                  <a:ext uri="{FF2B5EF4-FFF2-40B4-BE49-F238E27FC236}">
                    <a16:creationId xmlns:a16="http://schemas.microsoft.com/office/drawing/2014/main" id="{CB62AFBD-093D-49A7-A359-09DD3DA9F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190" name="Freeform 242">
              <a:extLst>
                <a:ext uri="{FF2B5EF4-FFF2-40B4-BE49-F238E27FC236}">
                  <a16:creationId xmlns:a16="http://schemas.microsoft.com/office/drawing/2014/main" id="{1AF10C65-5449-48A7-B4BF-DF4841E53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18191" name="Group 243">
              <a:extLst>
                <a:ext uri="{FF2B5EF4-FFF2-40B4-BE49-F238E27FC236}">
                  <a16:creationId xmlns:a16="http://schemas.microsoft.com/office/drawing/2014/main" id="{31634603-9F7D-41FC-9597-A9BAB2BA6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8203" name="AutoShape 244">
                <a:extLst>
                  <a:ext uri="{FF2B5EF4-FFF2-40B4-BE49-F238E27FC236}">
                    <a16:creationId xmlns:a16="http://schemas.microsoft.com/office/drawing/2014/main" id="{8E73A4CF-4BD6-4546-B6D8-FC2CF55B1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204" name="AutoShape 245">
                <a:extLst>
                  <a:ext uri="{FF2B5EF4-FFF2-40B4-BE49-F238E27FC236}">
                    <a16:creationId xmlns:a16="http://schemas.microsoft.com/office/drawing/2014/main" id="{43F552B5-19FA-425A-B54E-DB4857633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192" name="Rectangle 246">
              <a:extLst>
                <a:ext uri="{FF2B5EF4-FFF2-40B4-BE49-F238E27FC236}">
                  <a16:creationId xmlns:a16="http://schemas.microsoft.com/office/drawing/2014/main" id="{ED868C3D-0808-42CE-9D4F-032B47177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93" name="Freeform 247">
              <a:extLst>
                <a:ext uri="{FF2B5EF4-FFF2-40B4-BE49-F238E27FC236}">
                  <a16:creationId xmlns:a16="http://schemas.microsoft.com/office/drawing/2014/main" id="{0DB444E0-F408-4FD2-9508-68E44A63F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94" name="Freeform 248">
              <a:extLst>
                <a:ext uri="{FF2B5EF4-FFF2-40B4-BE49-F238E27FC236}">
                  <a16:creationId xmlns:a16="http://schemas.microsoft.com/office/drawing/2014/main" id="{816CF1BC-4D19-4246-B0EB-BA9EA7474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95" name="Oval 249">
              <a:extLst>
                <a:ext uri="{FF2B5EF4-FFF2-40B4-BE49-F238E27FC236}">
                  <a16:creationId xmlns:a16="http://schemas.microsoft.com/office/drawing/2014/main" id="{9AA0606E-CC16-44A9-83E2-999C1C3F0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96" name="Freeform 250">
              <a:extLst>
                <a:ext uri="{FF2B5EF4-FFF2-40B4-BE49-F238E27FC236}">
                  <a16:creationId xmlns:a16="http://schemas.microsoft.com/office/drawing/2014/main" id="{B122EC8A-DB96-4446-96E8-E2B738E91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97" name="AutoShape 251">
              <a:extLst>
                <a:ext uri="{FF2B5EF4-FFF2-40B4-BE49-F238E27FC236}">
                  <a16:creationId xmlns:a16="http://schemas.microsoft.com/office/drawing/2014/main" id="{E49FE84C-0DC8-46EB-AE11-A7E8CAD4D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98" name="AutoShape 252">
              <a:extLst>
                <a:ext uri="{FF2B5EF4-FFF2-40B4-BE49-F238E27FC236}">
                  <a16:creationId xmlns:a16="http://schemas.microsoft.com/office/drawing/2014/main" id="{82522F6A-8E63-4F93-85AA-16053070C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99" name="Oval 253">
              <a:extLst>
                <a:ext uri="{FF2B5EF4-FFF2-40B4-BE49-F238E27FC236}">
                  <a16:creationId xmlns:a16="http://schemas.microsoft.com/office/drawing/2014/main" id="{A5F16127-04F8-4351-880A-8EF1D1E2D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00" name="Oval 254">
              <a:extLst>
                <a:ext uri="{FF2B5EF4-FFF2-40B4-BE49-F238E27FC236}">
                  <a16:creationId xmlns:a16="http://schemas.microsoft.com/office/drawing/2014/main" id="{A2A5E778-9127-4A42-9052-6DBA4F0A4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201" name="Oval 255">
              <a:extLst>
                <a:ext uri="{FF2B5EF4-FFF2-40B4-BE49-F238E27FC236}">
                  <a16:creationId xmlns:a16="http://schemas.microsoft.com/office/drawing/2014/main" id="{21E593AB-3693-4C93-96A3-B513CB205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202" name="Rectangle 256">
              <a:extLst>
                <a:ext uri="{FF2B5EF4-FFF2-40B4-BE49-F238E27FC236}">
                  <a16:creationId xmlns:a16="http://schemas.microsoft.com/office/drawing/2014/main" id="{ED94B24C-48DF-4369-A857-A5999257D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8146" name="Group 257">
            <a:extLst>
              <a:ext uri="{FF2B5EF4-FFF2-40B4-BE49-F238E27FC236}">
                <a16:creationId xmlns:a16="http://schemas.microsoft.com/office/drawing/2014/main" id="{6A218022-7047-4CD0-81A4-C7EA93EC6BF6}"/>
              </a:ext>
            </a:extLst>
          </p:cNvPr>
          <p:cNvGrpSpPr>
            <a:grpSpLocks/>
          </p:cNvGrpSpPr>
          <p:nvPr/>
        </p:nvGrpSpPr>
        <p:grpSpPr bwMode="auto">
          <a:xfrm>
            <a:off x="7192963" y="2220913"/>
            <a:ext cx="390525" cy="641350"/>
            <a:chOff x="4140" y="429"/>
            <a:chExt cx="1425" cy="2396"/>
          </a:xfrm>
        </p:grpSpPr>
        <p:sp>
          <p:nvSpPr>
            <p:cNvPr id="218147" name="Freeform 258">
              <a:extLst>
                <a:ext uri="{FF2B5EF4-FFF2-40B4-BE49-F238E27FC236}">
                  <a16:creationId xmlns:a16="http://schemas.microsoft.com/office/drawing/2014/main" id="{3210BBD8-D075-45FF-9F18-7A8EBBC0F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48" name="Rectangle 259">
              <a:extLst>
                <a:ext uri="{FF2B5EF4-FFF2-40B4-BE49-F238E27FC236}">
                  <a16:creationId xmlns:a16="http://schemas.microsoft.com/office/drawing/2014/main" id="{AC3D81B3-CDEA-469F-AE8C-0F36D3223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49" name="Freeform 260">
              <a:extLst>
                <a:ext uri="{FF2B5EF4-FFF2-40B4-BE49-F238E27FC236}">
                  <a16:creationId xmlns:a16="http://schemas.microsoft.com/office/drawing/2014/main" id="{EEBEE83E-FC1C-49FB-BC06-A3A7F049E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50" name="Freeform 261">
              <a:extLst>
                <a:ext uri="{FF2B5EF4-FFF2-40B4-BE49-F238E27FC236}">
                  <a16:creationId xmlns:a16="http://schemas.microsoft.com/office/drawing/2014/main" id="{B6C52E94-CF08-420B-B244-F91D1BF3D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51" name="Rectangle 262">
              <a:extLst>
                <a:ext uri="{FF2B5EF4-FFF2-40B4-BE49-F238E27FC236}">
                  <a16:creationId xmlns:a16="http://schemas.microsoft.com/office/drawing/2014/main" id="{82B1CF9D-5E3A-4422-AD7C-7779E6B27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152" name="Group 263">
              <a:extLst>
                <a:ext uri="{FF2B5EF4-FFF2-40B4-BE49-F238E27FC236}">
                  <a16:creationId xmlns:a16="http://schemas.microsoft.com/office/drawing/2014/main" id="{41DC8D56-0D1B-408D-BCAE-2F0AAC11F7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18177" name="AutoShape 264">
                <a:extLst>
                  <a:ext uri="{FF2B5EF4-FFF2-40B4-BE49-F238E27FC236}">
                    <a16:creationId xmlns:a16="http://schemas.microsoft.com/office/drawing/2014/main" id="{8B77B0BD-7990-4F18-9EF8-3A15F53BE2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178" name="AutoShape 265">
                <a:extLst>
                  <a:ext uri="{FF2B5EF4-FFF2-40B4-BE49-F238E27FC236}">
                    <a16:creationId xmlns:a16="http://schemas.microsoft.com/office/drawing/2014/main" id="{B6EE7A89-1610-476F-97CD-653E4433F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153" name="Rectangle 266">
              <a:extLst>
                <a:ext uri="{FF2B5EF4-FFF2-40B4-BE49-F238E27FC236}">
                  <a16:creationId xmlns:a16="http://schemas.microsoft.com/office/drawing/2014/main" id="{83CECA1A-974D-418D-AB4B-974223283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154" name="Group 267">
              <a:extLst>
                <a:ext uri="{FF2B5EF4-FFF2-40B4-BE49-F238E27FC236}">
                  <a16:creationId xmlns:a16="http://schemas.microsoft.com/office/drawing/2014/main" id="{42B6EBBF-8991-47EB-8BE3-DD0E6F3EA2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18175" name="AutoShape 268">
                <a:extLst>
                  <a:ext uri="{FF2B5EF4-FFF2-40B4-BE49-F238E27FC236}">
                    <a16:creationId xmlns:a16="http://schemas.microsoft.com/office/drawing/2014/main" id="{07BCFE11-1EF7-43A7-8625-2ED476782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176" name="AutoShape 269">
                <a:extLst>
                  <a:ext uri="{FF2B5EF4-FFF2-40B4-BE49-F238E27FC236}">
                    <a16:creationId xmlns:a16="http://schemas.microsoft.com/office/drawing/2014/main" id="{9ED20DF7-20D5-46E8-B317-D39DDB908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155" name="Rectangle 270">
              <a:extLst>
                <a:ext uri="{FF2B5EF4-FFF2-40B4-BE49-F238E27FC236}">
                  <a16:creationId xmlns:a16="http://schemas.microsoft.com/office/drawing/2014/main" id="{1B3D11BC-9E1B-475D-97A9-88F818BC2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56" name="Rectangle 271">
              <a:extLst>
                <a:ext uri="{FF2B5EF4-FFF2-40B4-BE49-F238E27FC236}">
                  <a16:creationId xmlns:a16="http://schemas.microsoft.com/office/drawing/2014/main" id="{A8C535DB-C771-447F-8389-3021CF6AD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18157" name="Group 272">
              <a:extLst>
                <a:ext uri="{FF2B5EF4-FFF2-40B4-BE49-F238E27FC236}">
                  <a16:creationId xmlns:a16="http://schemas.microsoft.com/office/drawing/2014/main" id="{F0B4A8B4-F988-4BD7-9E8F-F83E007F06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18173" name="AutoShape 273">
                <a:extLst>
                  <a:ext uri="{FF2B5EF4-FFF2-40B4-BE49-F238E27FC236}">
                    <a16:creationId xmlns:a16="http://schemas.microsoft.com/office/drawing/2014/main" id="{F4D87778-8BBE-48AB-BFDC-6D1E300BC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174" name="AutoShape 274">
                <a:extLst>
                  <a:ext uri="{FF2B5EF4-FFF2-40B4-BE49-F238E27FC236}">
                    <a16:creationId xmlns:a16="http://schemas.microsoft.com/office/drawing/2014/main" id="{2CAFB4CC-4387-460F-A2E2-A7DA6D7087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158" name="Freeform 275">
              <a:extLst>
                <a:ext uri="{FF2B5EF4-FFF2-40B4-BE49-F238E27FC236}">
                  <a16:creationId xmlns:a16="http://schemas.microsoft.com/office/drawing/2014/main" id="{850AE977-B3EA-41CA-B5B7-C3135E664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18159" name="Group 276">
              <a:extLst>
                <a:ext uri="{FF2B5EF4-FFF2-40B4-BE49-F238E27FC236}">
                  <a16:creationId xmlns:a16="http://schemas.microsoft.com/office/drawing/2014/main" id="{EB2EEFD2-27CA-4858-B2E8-EB905D47BD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8171" name="AutoShape 277">
                <a:extLst>
                  <a:ext uri="{FF2B5EF4-FFF2-40B4-BE49-F238E27FC236}">
                    <a16:creationId xmlns:a16="http://schemas.microsoft.com/office/drawing/2014/main" id="{3F93F41A-842C-44EE-BEAD-4F0C5B3ED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18172" name="AutoShape 278">
                <a:extLst>
                  <a:ext uri="{FF2B5EF4-FFF2-40B4-BE49-F238E27FC236}">
                    <a16:creationId xmlns:a16="http://schemas.microsoft.com/office/drawing/2014/main" id="{F4EA36A4-9125-42B4-92AD-79C2A31F1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160" name="Rectangle 279">
              <a:extLst>
                <a:ext uri="{FF2B5EF4-FFF2-40B4-BE49-F238E27FC236}">
                  <a16:creationId xmlns:a16="http://schemas.microsoft.com/office/drawing/2014/main" id="{1A89AF45-59C2-4715-92C4-5049252A7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61" name="Freeform 280">
              <a:extLst>
                <a:ext uri="{FF2B5EF4-FFF2-40B4-BE49-F238E27FC236}">
                  <a16:creationId xmlns:a16="http://schemas.microsoft.com/office/drawing/2014/main" id="{EBCA8532-83C1-4210-BAB8-076A0AD3A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62" name="Freeform 281">
              <a:extLst>
                <a:ext uri="{FF2B5EF4-FFF2-40B4-BE49-F238E27FC236}">
                  <a16:creationId xmlns:a16="http://schemas.microsoft.com/office/drawing/2014/main" id="{D46BA4ED-0567-45F0-9D4D-6C1CB543C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63" name="Oval 282">
              <a:extLst>
                <a:ext uri="{FF2B5EF4-FFF2-40B4-BE49-F238E27FC236}">
                  <a16:creationId xmlns:a16="http://schemas.microsoft.com/office/drawing/2014/main" id="{33EAF0CC-37DC-4E6C-B764-FB90D779C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64" name="Freeform 283">
              <a:extLst>
                <a:ext uri="{FF2B5EF4-FFF2-40B4-BE49-F238E27FC236}">
                  <a16:creationId xmlns:a16="http://schemas.microsoft.com/office/drawing/2014/main" id="{C6B52420-B7EF-49C5-BA2B-FDCB8FAA2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8165" name="AutoShape 284">
              <a:extLst>
                <a:ext uri="{FF2B5EF4-FFF2-40B4-BE49-F238E27FC236}">
                  <a16:creationId xmlns:a16="http://schemas.microsoft.com/office/drawing/2014/main" id="{C51D520F-C5AD-470B-BAD4-BA00F5C28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66" name="AutoShape 285">
              <a:extLst>
                <a:ext uri="{FF2B5EF4-FFF2-40B4-BE49-F238E27FC236}">
                  <a16:creationId xmlns:a16="http://schemas.microsoft.com/office/drawing/2014/main" id="{123D31F2-B90D-4CC9-82AB-CD658417D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67" name="Oval 286">
              <a:extLst>
                <a:ext uri="{FF2B5EF4-FFF2-40B4-BE49-F238E27FC236}">
                  <a16:creationId xmlns:a16="http://schemas.microsoft.com/office/drawing/2014/main" id="{10DD6E37-F60A-4054-A536-C9D906D11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68" name="Oval 287">
              <a:extLst>
                <a:ext uri="{FF2B5EF4-FFF2-40B4-BE49-F238E27FC236}">
                  <a16:creationId xmlns:a16="http://schemas.microsoft.com/office/drawing/2014/main" id="{C983DCA2-7B55-416D-8C71-A539EC061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169" name="Oval 288">
              <a:extLst>
                <a:ext uri="{FF2B5EF4-FFF2-40B4-BE49-F238E27FC236}">
                  <a16:creationId xmlns:a16="http://schemas.microsoft.com/office/drawing/2014/main" id="{43CB9918-48A6-402E-9310-1CCE71980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18170" name="Rectangle 289">
              <a:extLst>
                <a:ext uri="{FF2B5EF4-FFF2-40B4-BE49-F238E27FC236}">
                  <a16:creationId xmlns:a16="http://schemas.microsoft.com/office/drawing/2014/main" id="{6945560B-D6C1-4627-91F7-8A095CECA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>
            <a:extLst>
              <a:ext uri="{FF2B5EF4-FFF2-40B4-BE49-F238E27FC236}">
                <a16:creationId xmlns:a16="http://schemas.microsoft.com/office/drawing/2014/main" id="{2473D6CE-71A0-435E-A023-812890F8C2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20163" name="Rectangle 8">
            <a:extLst>
              <a:ext uri="{FF2B5EF4-FFF2-40B4-BE49-F238E27FC236}">
                <a16:creationId xmlns:a16="http://schemas.microsoft.com/office/drawing/2014/main" id="{CF655D62-9381-43F8-A332-5B99F3E530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D3ED4002-735A-414D-99A0-09A3437C60C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20164" name="Text Box 24">
            <a:extLst>
              <a:ext uri="{FF2B5EF4-FFF2-40B4-BE49-F238E27FC236}">
                <a16:creationId xmlns:a16="http://schemas.microsoft.com/office/drawing/2014/main" id="{95E9B315-77BA-469F-818C-20D9AB471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838" y="32575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4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20165" name="Text Box 25">
            <a:extLst>
              <a:ext uri="{FF2B5EF4-FFF2-40B4-BE49-F238E27FC236}">
                <a16:creationId xmlns:a16="http://schemas.microsoft.com/office/drawing/2014/main" id="{DBB0F5A4-9A53-4717-BD24-274890B1F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5638" y="33337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5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20166" name="Text Box 26">
            <a:extLst>
              <a:ext uri="{FF2B5EF4-FFF2-40B4-BE49-F238E27FC236}">
                <a16:creationId xmlns:a16="http://schemas.microsoft.com/office/drawing/2014/main" id="{5DC58C52-5F90-4D8E-BF85-347A6544D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1817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6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20167" name="Line 60">
            <a:extLst>
              <a:ext uri="{FF2B5EF4-FFF2-40B4-BE49-F238E27FC236}">
                <a16:creationId xmlns:a16="http://schemas.microsoft.com/office/drawing/2014/main" id="{0430ACC8-F7BF-46C1-96D7-99E566A44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0613" y="2941638"/>
            <a:ext cx="0" cy="67468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20168" name="Line 61">
            <a:extLst>
              <a:ext uri="{FF2B5EF4-FFF2-40B4-BE49-F238E27FC236}">
                <a16:creationId xmlns:a16="http://schemas.microsoft.com/office/drawing/2014/main" id="{BAE1FE5F-6A6A-43E1-959F-1711C1BE8B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19963" y="2952750"/>
            <a:ext cx="0" cy="71913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20169" name="Line 62">
            <a:extLst>
              <a:ext uri="{FF2B5EF4-FFF2-40B4-BE49-F238E27FC236}">
                <a16:creationId xmlns:a16="http://schemas.microsoft.com/office/drawing/2014/main" id="{974DCEE2-1532-47FC-90B3-900B720C1DF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99263" y="1541463"/>
            <a:ext cx="458787" cy="5667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20170" name="Text Box 63">
            <a:extLst>
              <a:ext uri="{FF2B5EF4-FFF2-40B4-BE49-F238E27FC236}">
                <a16:creationId xmlns:a16="http://schemas.microsoft.com/office/drawing/2014/main" id="{695F8DD0-CEAF-4CE5-9D8B-6840261EE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0" y="1390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3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20171" name="Rectangle 67">
            <a:extLst>
              <a:ext uri="{FF2B5EF4-FFF2-40B4-BE49-F238E27FC236}">
                <a16:creationId xmlns:a16="http://schemas.microsoft.com/office/drawing/2014/main" id="{166F0516-8F38-4730-8BC0-965FA5834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87513"/>
            <a:ext cx="3162300" cy="231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SzPct val="75000"/>
            </a:pPr>
            <a:r>
              <a:rPr lang="en-US" altLang="zh-TW" sz="2400" dirty="0"/>
              <a:t>Another possible query pattern:  All the queries are recursive</a:t>
            </a:r>
          </a:p>
          <a:p>
            <a:pPr>
              <a:lnSpc>
                <a:spcPct val="100000"/>
              </a:lnSpc>
              <a:buSzPct val="75000"/>
            </a:pPr>
            <a:r>
              <a:rPr lang="en-US" altLang="zh-TW" sz="2400" dirty="0">
                <a:solidFill>
                  <a:srgbClr val="0070C0"/>
                </a:solidFill>
              </a:rPr>
              <a:t>heavy load at upper levels of hierarchy</a:t>
            </a:r>
          </a:p>
        </p:txBody>
      </p:sp>
      <p:sp>
        <p:nvSpPr>
          <p:cNvPr id="220172" name="Text Box 5">
            <a:extLst>
              <a:ext uri="{FF2B5EF4-FFF2-40B4-BE49-F238E27FC236}">
                <a16:creationId xmlns:a16="http://schemas.microsoft.com/office/drawing/2014/main" id="{7AA66F43-640B-4805-A6E9-402E47DCA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75" y="4881563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requesting host</a:t>
            </a: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>
                <a:solidFill>
                  <a:srgbClr val="000099"/>
                </a:solidFill>
                <a:latin typeface="Arial" panose="020B0604020202020204" pitchFamily="34" charset="0"/>
              </a:rPr>
              <a:t>cis.poly.edu</a:t>
            </a:r>
          </a:p>
        </p:txBody>
      </p:sp>
      <p:sp>
        <p:nvSpPr>
          <p:cNvPr id="220173" name="Text Box 6">
            <a:extLst>
              <a:ext uri="{FF2B5EF4-FFF2-40B4-BE49-F238E27FC236}">
                <a16:creationId xmlns:a16="http://schemas.microsoft.com/office/drawing/2014/main" id="{E1043649-4EBF-4F26-AD81-E5CF9402F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75" y="577532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>
                <a:latin typeface="Arial" panose="020B0604020202020204" pitchFamily="34" charset="0"/>
              </a:rPr>
              <a:t>gaia.cs.umass.edu</a:t>
            </a:r>
          </a:p>
        </p:txBody>
      </p:sp>
      <p:sp>
        <p:nvSpPr>
          <p:cNvPr id="220174" name="Text Box 17">
            <a:extLst>
              <a:ext uri="{FF2B5EF4-FFF2-40B4-BE49-F238E27FC236}">
                <a16:creationId xmlns:a16="http://schemas.microsoft.com/office/drawing/2014/main" id="{AE2C0AAB-2990-41B0-BC23-370051BFD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81013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root DNS server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sp>
        <p:nvSpPr>
          <p:cNvPr id="220175" name="Line 18">
            <a:extLst>
              <a:ext uri="{FF2B5EF4-FFF2-40B4-BE49-F238E27FC236}">
                <a16:creationId xmlns:a16="http://schemas.microsoft.com/office/drawing/2014/main" id="{AAADD84B-B65C-42F9-8EAC-C7680660FB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86375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20176" name="Line 19">
            <a:extLst>
              <a:ext uri="{FF2B5EF4-FFF2-40B4-BE49-F238E27FC236}">
                <a16:creationId xmlns:a16="http://schemas.microsoft.com/office/drawing/2014/main" id="{BB8AB6B4-55C0-490B-953E-2E2B2996B8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1150" y="1220788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20177" name="Line 22">
            <a:extLst>
              <a:ext uri="{FF2B5EF4-FFF2-40B4-BE49-F238E27FC236}">
                <a16:creationId xmlns:a16="http://schemas.microsoft.com/office/drawing/2014/main" id="{02CBFDCE-25DA-4F0C-AB40-A59DA369D8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9750" y="1449388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20178" name="Line 23">
            <a:extLst>
              <a:ext uri="{FF2B5EF4-FFF2-40B4-BE49-F238E27FC236}">
                <a16:creationId xmlns:a16="http://schemas.microsoft.com/office/drawing/2014/main" id="{4B7A38DB-93DF-4013-B50C-16A086F62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6875" y="2944813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220179" name="Group 24">
            <a:extLst>
              <a:ext uri="{FF2B5EF4-FFF2-40B4-BE49-F238E27FC236}">
                <a16:creationId xmlns:a16="http://schemas.microsoft.com/office/drawing/2014/main" id="{1F450127-E413-4242-9A0B-B720259ADECC}"/>
              </a:ext>
            </a:extLst>
          </p:cNvPr>
          <p:cNvGrpSpPr>
            <a:grpSpLocks/>
          </p:cNvGrpSpPr>
          <p:nvPr/>
        </p:nvGrpSpPr>
        <p:grpSpPr bwMode="auto">
          <a:xfrm>
            <a:off x="4179888" y="3062288"/>
            <a:ext cx="1898650" cy="611187"/>
            <a:chOff x="2831" y="2132"/>
            <a:chExt cx="1196" cy="385"/>
          </a:xfrm>
        </p:grpSpPr>
        <p:sp>
          <p:nvSpPr>
            <p:cNvPr id="220327" name="Rectangle 25">
              <a:extLst>
                <a:ext uri="{FF2B5EF4-FFF2-40B4-BE49-F238E27FC236}">
                  <a16:creationId xmlns:a16="http://schemas.microsoft.com/office/drawing/2014/main" id="{48B3F40A-5168-4F4E-8DF1-C88B788B8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220328" name="Text Box 26">
              <a:extLst>
                <a:ext uri="{FF2B5EF4-FFF2-40B4-BE49-F238E27FC236}">
                  <a16:creationId xmlns:a16="http://schemas.microsoft.com/office/drawing/2014/main" id="{23A6EE7A-62A9-414D-8F03-3021D9B20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Arial" panose="020B0604020202020204" pitchFamily="34" charset="0"/>
                </a:rPr>
                <a:t>local DNS server</a:t>
              </a:r>
              <a:endParaRPr lang="en-US" altLang="zh-TW" sz="24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i="1">
                  <a:solidFill>
                    <a:srgbClr val="000099"/>
                  </a:solidFill>
                  <a:latin typeface="Arial" panose="020B0604020202020204" pitchFamily="34" charset="0"/>
                </a:rPr>
                <a:t>dns.poly.edu</a:t>
              </a:r>
            </a:p>
          </p:txBody>
        </p:sp>
      </p:grpSp>
      <p:sp>
        <p:nvSpPr>
          <p:cNvPr id="220180" name="Text Box 27">
            <a:extLst>
              <a:ext uri="{FF2B5EF4-FFF2-40B4-BE49-F238E27FC236}">
                <a16:creationId xmlns:a16="http://schemas.microsoft.com/office/drawing/2014/main" id="{3D015411-416C-4959-8796-08A82D278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450" y="37719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20181" name="Text Box 28">
            <a:extLst>
              <a:ext uri="{FF2B5EF4-FFF2-40B4-BE49-F238E27FC236}">
                <a16:creationId xmlns:a16="http://schemas.microsoft.com/office/drawing/2014/main" id="{A602FB5E-990B-4BE5-B6AF-40972219B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75" y="14382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20182" name="Text Box 29">
            <a:extLst>
              <a:ext uri="{FF2B5EF4-FFF2-40B4-BE49-F238E27FC236}">
                <a16:creationId xmlns:a16="http://schemas.microsoft.com/office/drawing/2014/main" id="{630C2E33-7F42-445E-A731-5AAA569D8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525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7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20183" name="Text Box 60">
            <a:extLst>
              <a:ext uri="{FF2B5EF4-FFF2-40B4-BE49-F238E27FC236}">
                <a16:creationId xmlns:a16="http://schemas.microsoft.com/office/drawing/2014/main" id="{EE4019D8-B1C4-4FAC-8068-169055812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175" y="4429125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authoritative DNS server</a:t>
            </a:r>
            <a:endParaRPr lang="en-US" altLang="zh-TW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b="1">
                <a:latin typeface="Arial" panose="020B0604020202020204" pitchFamily="34" charset="0"/>
              </a:rPr>
              <a:t>dns.cs.umass.edu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sp>
        <p:nvSpPr>
          <p:cNvPr id="220184" name="Text Box 62">
            <a:extLst>
              <a:ext uri="{FF2B5EF4-FFF2-40B4-BE49-F238E27FC236}">
                <a16:creationId xmlns:a16="http://schemas.microsoft.com/office/drawing/2014/main" id="{4401A2F8-173E-420E-AC73-D2EB319A6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900" y="37814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8</a:t>
            </a:r>
            <a:endParaRPr lang="en-US" altLang="zh-TW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20185" name="Line 62">
            <a:extLst>
              <a:ext uri="{FF2B5EF4-FFF2-40B4-BE49-F238E27FC236}">
                <a16:creationId xmlns:a16="http://schemas.microsoft.com/office/drawing/2014/main" id="{0B29B597-C1D9-4CFD-9765-6341CC42FE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3238" y="1333500"/>
            <a:ext cx="600075" cy="741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pic>
        <p:nvPicPr>
          <p:cNvPr id="220186" name="Picture 137" descr="underline_base">
            <a:extLst>
              <a:ext uri="{FF2B5EF4-FFF2-40B4-BE49-F238E27FC236}">
                <a16:creationId xmlns:a16="http://schemas.microsoft.com/office/drawing/2014/main" id="{9ED21D47-A38C-418A-BFE0-7898E8B47ED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87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87" name="Rectangle 66">
            <a:extLst>
              <a:ext uri="{FF2B5EF4-FFF2-40B4-BE49-F238E27FC236}">
                <a16:creationId xmlns:a16="http://schemas.microsoft.com/office/drawing/2014/main" id="{5C73AA12-2445-49E7-8BBF-F146C6F4D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17488"/>
            <a:ext cx="491013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>
                <a:solidFill>
                  <a:srgbClr val="000099"/>
                </a:solidFill>
              </a:rPr>
              <a:t>DNS name </a:t>
            </a:r>
            <a:br>
              <a:rPr lang="en-US" altLang="zh-TW" sz="4000">
                <a:solidFill>
                  <a:srgbClr val="000099"/>
                </a:solidFill>
              </a:rPr>
            </a:br>
            <a:r>
              <a:rPr lang="en-US" altLang="zh-TW" sz="4000">
                <a:solidFill>
                  <a:srgbClr val="000099"/>
                </a:solidFill>
              </a:rPr>
              <a:t>resolution example</a:t>
            </a:r>
          </a:p>
        </p:txBody>
      </p:sp>
      <p:sp>
        <p:nvSpPr>
          <p:cNvPr id="220188" name="Text Box 65">
            <a:extLst>
              <a:ext uri="{FF2B5EF4-FFF2-40B4-BE49-F238E27FC236}">
                <a16:creationId xmlns:a16="http://schemas.microsoft.com/office/drawing/2014/main" id="{44030A09-DA64-4B08-AA9E-85A7748FA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950" y="2287588"/>
            <a:ext cx="13255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TLD DNS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server</a:t>
            </a:r>
            <a:endParaRPr lang="en-US" altLang="zh-TW" sz="1600">
              <a:latin typeface="Arial" panose="020B0604020202020204" pitchFamily="34" charset="0"/>
            </a:endParaRPr>
          </a:p>
        </p:txBody>
      </p:sp>
      <p:grpSp>
        <p:nvGrpSpPr>
          <p:cNvPr id="220189" name="Group 140">
            <a:extLst>
              <a:ext uri="{FF2B5EF4-FFF2-40B4-BE49-F238E27FC236}">
                <a16:creationId xmlns:a16="http://schemas.microsoft.com/office/drawing/2014/main" id="{5F1D987E-D594-4D65-97E5-33A9BD0FFE2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226300" y="5091113"/>
            <a:ext cx="925513" cy="795337"/>
            <a:chOff x="-44" y="1473"/>
            <a:chExt cx="981" cy="1105"/>
          </a:xfrm>
        </p:grpSpPr>
        <p:pic>
          <p:nvPicPr>
            <p:cNvPr id="220325" name="Picture 141" descr="desktop_computer_stylized_medium">
              <a:extLst>
                <a:ext uri="{FF2B5EF4-FFF2-40B4-BE49-F238E27FC236}">
                  <a16:creationId xmlns:a16="http://schemas.microsoft.com/office/drawing/2014/main" id="{50F4AB4C-1C2B-41B7-BB5F-6285E7543B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0326" name="Freeform 142">
              <a:extLst>
                <a:ext uri="{FF2B5EF4-FFF2-40B4-BE49-F238E27FC236}">
                  <a16:creationId xmlns:a16="http://schemas.microsoft.com/office/drawing/2014/main" id="{0C3A109D-15E9-44E2-9EC7-6C553B8B5BF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20190" name="Group 143">
            <a:extLst>
              <a:ext uri="{FF2B5EF4-FFF2-40B4-BE49-F238E27FC236}">
                <a16:creationId xmlns:a16="http://schemas.microsoft.com/office/drawing/2014/main" id="{DF56AAB8-79E6-4C9D-A9E0-0E41814BCFAC}"/>
              </a:ext>
            </a:extLst>
          </p:cNvPr>
          <p:cNvGrpSpPr>
            <a:grpSpLocks/>
          </p:cNvGrpSpPr>
          <p:nvPr/>
        </p:nvGrpSpPr>
        <p:grpSpPr bwMode="auto">
          <a:xfrm>
            <a:off x="4765675" y="4244975"/>
            <a:ext cx="925513" cy="795338"/>
            <a:chOff x="-44" y="1473"/>
            <a:chExt cx="981" cy="1105"/>
          </a:xfrm>
        </p:grpSpPr>
        <p:pic>
          <p:nvPicPr>
            <p:cNvPr id="220323" name="Picture 144" descr="desktop_computer_stylized_medium">
              <a:extLst>
                <a:ext uri="{FF2B5EF4-FFF2-40B4-BE49-F238E27FC236}">
                  <a16:creationId xmlns:a16="http://schemas.microsoft.com/office/drawing/2014/main" id="{B1941936-3E35-4303-91D5-AB0737C799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0324" name="Freeform 145">
              <a:extLst>
                <a:ext uri="{FF2B5EF4-FFF2-40B4-BE49-F238E27FC236}">
                  <a16:creationId xmlns:a16="http://schemas.microsoft.com/office/drawing/2014/main" id="{02183287-8CCE-4308-8865-AB8EF13C3C4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20191" name="Group 146">
            <a:extLst>
              <a:ext uri="{FF2B5EF4-FFF2-40B4-BE49-F238E27FC236}">
                <a16:creationId xmlns:a16="http://schemas.microsoft.com/office/drawing/2014/main" id="{F3EAF8F1-27A5-48BE-BA20-DCB1BEDAFC17}"/>
              </a:ext>
            </a:extLst>
          </p:cNvPr>
          <p:cNvGrpSpPr>
            <a:grpSpLocks/>
          </p:cNvGrpSpPr>
          <p:nvPr/>
        </p:nvGrpSpPr>
        <p:grpSpPr bwMode="auto">
          <a:xfrm>
            <a:off x="7226300" y="3743325"/>
            <a:ext cx="390525" cy="641350"/>
            <a:chOff x="4140" y="429"/>
            <a:chExt cx="1425" cy="2396"/>
          </a:xfrm>
        </p:grpSpPr>
        <p:sp>
          <p:nvSpPr>
            <p:cNvPr id="220291" name="Freeform 147">
              <a:extLst>
                <a:ext uri="{FF2B5EF4-FFF2-40B4-BE49-F238E27FC236}">
                  <a16:creationId xmlns:a16="http://schemas.microsoft.com/office/drawing/2014/main" id="{11C241BC-6315-4555-888A-9E646600E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92" name="Rectangle 148">
              <a:extLst>
                <a:ext uri="{FF2B5EF4-FFF2-40B4-BE49-F238E27FC236}">
                  <a16:creationId xmlns:a16="http://schemas.microsoft.com/office/drawing/2014/main" id="{772F2DC0-95A8-4E96-9F3D-D67769502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93" name="Freeform 149">
              <a:extLst>
                <a:ext uri="{FF2B5EF4-FFF2-40B4-BE49-F238E27FC236}">
                  <a16:creationId xmlns:a16="http://schemas.microsoft.com/office/drawing/2014/main" id="{F4BEAA9B-1FBB-4AAF-BAF9-A1C89299A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94" name="Freeform 150">
              <a:extLst>
                <a:ext uri="{FF2B5EF4-FFF2-40B4-BE49-F238E27FC236}">
                  <a16:creationId xmlns:a16="http://schemas.microsoft.com/office/drawing/2014/main" id="{C4DCA2DF-CC7F-412A-8DFC-90D902D30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95" name="Rectangle 151">
              <a:extLst>
                <a:ext uri="{FF2B5EF4-FFF2-40B4-BE49-F238E27FC236}">
                  <a16:creationId xmlns:a16="http://schemas.microsoft.com/office/drawing/2014/main" id="{E5C2626D-FA84-405C-AEBD-04C0B5227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96" name="Group 152">
              <a:extLst>
                <a:ext uri="{FF2B5EF4-FFF2-40B4-BE49-F238E27FC236}">
                  <a16:creationId xmlns:a16="http://schemas.microsoft.com/office/drawing/2014/main" id="{7F7C848E-DFD5-4021-BD06-9D2534202B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0321" name="AutoShape 153">
                <a:extLst>
                  <a:ext uri="{FF2B5EF4-FFF2-40B4-BE49-F238E27FC236}">
                    <a16:creationId xmlns:a16="http://schemas.microsoft.com/office/drawing/2014/main" id="{AB7CAE63-6CC5-4351-96AA-80406A24C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322" name="AutoShape 154">
                <a:extLst>
                  <a:ext uri="{FF2B5EF4-FFF2-40B4-BE49-F238E27FC236}">
                    <a16:creationId xmlns:a16="http://schemas.microsoft.com/office/drawing/2014/main" id="{4E515B7F-9E46-4B2F-A765-A3CFF4F95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97" name="Rectangle 155">
              <a:extLst>
                <a:ext uri="{FF2B5EF4-FFF2-40B4-BE49-F238E27FC236}">
                  <a16:creationId xmlns:a16="http://schemas.microsoft.com/office/drawing/2014/main" id="{CB0011B9-C7DD-4723-97D4-E754BC891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98" name="Group 156">
              <a:extLst>
                <a:ext uri="{FF2B5EF4-FFF2-40B4-BE49-F238E27FC236}">
                  <a16:creationId xmlns:a16="http://schemas.microsoft.com/office/drawing/2014/main" id="{0FC0AA44-E01A-4ECB-A577-B50B0A7AA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0319" name="AutoShape 157">
                <a:extLst>
                  <a:ext uri="{FF2B5EF4-FFF2-40B4-BE49-F238E27FC236}">
                    <a16:creationId xmlns:a16="http://schemas.microsoft.com/office/drawing/2014/main" id="{B2A1847A-B718-44B5-8450-3440CE543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320" name="AutoShape 158">
                <a:extLst>
                  <a:ext uri="{FF2B5EF4-FFF2-40B4-BE49-F238E27FC236}">
                    <a16:creationId xmlns:a16="http://schemas.microsoft.com/office/drawing/2014/main" id="{1F2F7890-4BDD-4EE1-B054-157F65D10E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99" name="Rectangle 159">
              <a:extLst>
                <a:ext uri="{FF2B5EF4-FFF2-40B4-BE49-F238E27FC236}">
                  <a16:creationId xmlns:a16="http://schemas.microsoft.com/office/drawing/2014/main" id="{098A59D2-8625-4BA1-83BB-70D5736BE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300" name="Rectangle 160">
              <a:extLst>
                <a:ext uri="{FF2B5EF4-FFF2-40B4-BE49-F238E27FC236}">
                  <a16:creationId xmlns:a16="http://schemas.microsoft.com/office/drawing/2014/main" id="{623ACDD3-C065-4C0F-98FD-5028D9004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301" name="Group 161">
              <a:extLst>
                <a:ext uri="{FF2B5EF4-FFF2-40B4-BE49-F238E27FC236}">
                  <a16:creationId xmlns:a16="http://schemas.microsoft.com/office/drawing/2014/main" id="{D2F3C016-B51E-47FB-8E34-2406AB1C8D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0317" name="AutoShape 162">
                <a:extLst>
                  <a:ext uri="{FF2B5EF4-FFF2-40B4-BE49-F238E27FC236}">
                    <a16:creationId xmlns:a16="http://schemas.microsoft.com/office/drawing/2014/main" id="{FD5495EF-C2EB-4E3C-A2E2-FD9228D06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318" name="AutoShape 163">
                <a:extLst>
                  <a:ext uri="{FF2B5EF4-FFF2-40B4-BE49-F238E27FC236}">
                    <a16:creationId xmlns:a16="http://schemas.microsoft.com/office/drawing/2014/main" id="{00664D4A-7430-44FB-A6E4-FA52E4A45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302" name="Freeform 164">
              <a:extLst>
                <a:ext uri="{FF2B5EF4-FFF2-40B4-BE49-F238E27FC236}">
                  <a16:creationId xmlns:a16="http://schemas.microsoft.com/office/drawing/2014/main" id="{4FD97734-8480-4FC7-81D3-BE975EEDD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20303" name="Group 165">
              <a:extLst>
                <a:ext uri="{FF2B5EF4-FFF2-40B4-BE49-F238E27FC236}">
                  <a16:creationId xmlns:a16="http://schemas.microsoft.com/office/drawing/2014/main" id="{A4A82E2F-BFD0-4BB4-B5A2-95AF282576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315" name="AutoShape 166">
                <a:extLst>
                  <a:ext uri="{FF2B5EF4-FFF2-40B4-BE49-F238E27FC236}">
                    <a16:creationId xmlns:a16="http://schemas.microsoft.com/office/drawing/2014/main" id="{199210A9-A529-44BB-B27B-00E6E8F79C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316" name="AutoShape 167">
                <a:extLst>
                  <a:ext uri="{FF2B5EF4-FFF2-40B4-BE49-F238E27FC236}">
                    <a16:creationId xmlns:a16="http://schemas.microsoft.com/office/drawing/2014/main" id="{FCA5A49A-DB8B-456B-AF70-C6F79006F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304" name="Rectangle 168">
              <a:extLst>
                <a:ext uri="{FF2B5EF4-FFF2-40B4-BE49-F238E27FC236}">
                  <a16:creationId xmlns:a16="http://schemas.microsoft.com/office/drawing/2014/main" id="{28593E44-34F1-46AF-BF01-04B18329E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305" name="Freeform 169">
              <a:extLst>
                <a:ext uri="{FF2B5EF4-FFF2-40B4-BE49-F238E27FC236}">
                  <a16:creationId xmlns:a16="http://schemas.microsoft.com/office/drawing/2014/main" id="{7815BD01-5B6A-4B67-BCFF-C61F75431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306" name="Freeform 170">
              <a:extLst>
                <a:ext uri="{FF2B5EF4-FFF2-40B4-BE49-F238E27FC236}">
                  <a16:creationId xmlns:a16="http://schemas.microsoft.com/office/drawing/2014/main" id="{C2C6D17A-4F0E-4A62-AB36-45B7ABC8F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307" name="Oval 171">
              <a:extLst>
                <a:ext uri="{FF2B5EF4-FFF2-40B4-BE49-F238E27FC236}">
                  <a16:creationId xmlns:a16="http://schemas.microsoft.com/office/drawing/2014/main" id="{BB54B76B-8A9E-4E9D-95A0-3E45055C8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308" name="Freeform 172">
              <a:extLst>
                <a:ext uri="{FF2B5EF4-FFF2-40B4-BE49-F238E27FC236}">
                  <a16:creationId xmlns:a16="http://schemas.microsoft.com/office/drawing/2014/main" id="{3BF13855-3EA9-43FB-9FC9-A43100E10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309" name="AutoShape 173">
              <a:extLst>
                <a:ext uri="{FF2B5EF4-FFF2-40B4-BE49-F238E27FC236}">
                  <a16:creationId xmlns:a16="http://schemas.microsoft.com/office/drawing/2014/main" id="{4D2A0B03-C760-4CEE-B06C-CCA82B922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310" name="AutoShape 174">
              <a:extLst>
                <a:ext uri="{FF2B5EF4-FFF2-40B4-BE49-F238E27FC236}">
                  <a16:creationId xmlns:a16="http://schemas.microsoft.com/office/drawing/2014/main" id="{B23387D2-1134-4905-B28B-94B0A5970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311" name="Oval 175">
              <a:extLst>
                <a:ext uri="{FF2B5EF4-FFF2-40B4-BE49-F238E27FC236}">
                  <a16:creationId xmlns:a16="http://schemas.microsoft.com/office/drawing/2014/main" id="{AA793CA7-942D-4257-B792-379053D19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312" name="Oval 176">
              <a:extLst>
                <a:ext uri="{FF2B5EF4-FFF2-40B4-BE49-F238E27FC236}">
                  <a16:creationId xmlns:a16="http://schemas.microsoft.com/office/drawing/2014/main" id="{09951043-01C7-4E4E-917B-2F21A0AC4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313" name="Oval 177">
              <a:extLst>
                <a:ext uri="{FF2B5EF4-FFF2-40B4-BE49-F238E27FC236}">
                  <a16:creationId xmlns:a16="http://schemas.microsoft.com/office/drawing/2014/main" id="{7284519F-8F44-4D9D-9AF2-BC536D147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314" name="Rectangle 178">
              <a:extLst>
                <a:ext uri="{FF2B5EF4-FFF2-40B4-BE49-F238E27FC236}">
                  <a16:creationId xmlns:a16="http://schemas.microsoft.com/office/drawing/2014/main" id="{D7F658F8-584C-40FC-BAFF-EB7BD626A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20192" name="Group 212">
            <a:extLst>
              <a:ext uri="{FF2B5EF4-FFF2-40B4-BE49-F238E27FC236}">
                <a16:creationId xmlns:a16="http://schemas.microsoft.com/office/drawing/2014/main" id="{1F5B022B-2DD9-42D2-B709-252C9F8F8208}"/>
              </a:ext>
            </a:extLst>
          </p:cNvPr>
          <p:cNvGrpSpPr>
            <a:grpSpLocks/>
          </p:cNvGrpSpPr>
          <p:nvPr/>
        </p:nvGrpSpPr>
        <p:grpSpPr bwMode="auto">
          <a:xfrm>
            <a:off x="5222875" y="2230438"/>
            <a:ext cx="390525" cy="641350"/>
            <a:chOff x="4140" y="429"/>
            <a:chExt cx="1425" cy="2396"/>
          </a:xfrm>
        </p:grpSpPr>
        <p:sp>
          <p:nvSpPr>
            <p:cNvPr id="220259" name="Freeform 213">
              <a:extLst>
                <a:ext uri="{FF2B5EF4-FFF2-40B4-BE49-F238E27FC236}">
                  <a16:creationId xmlns:a16="http://schemas.microsoft.com/office/drawing/2014/main" id="{5A6718DC-922F-4F0E-9051-DB362B86D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60" name="Rectangle 214">
              <a:extLst>
                <a:ext uri="{FF2B5EF4-FFF2-40B4-BE49-F238E27FC236}">
                  <a16:creationId xmlns:a16="http://schemas.microsoft.com/office/drawing/2014/main" id="{63AC6E9A-C6B8-460B-BF88-8F02F90EF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61" name="Freeform 215">
              <a:extLst>
                <a:ext uri="{FF2B5EF4-FFF2-40B4-BE49-F238E27FC236}">
                  <a16:creationId xmlns:a16="http://schemas.microsoft.com/office/drawing/2014/main" id="{D1CFCDFB-5448-43E5-B56D-35B8438A4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62" name="Freeform 216">
              <a:extLst>
                <a:ext uri="{FF2B5EF4-FFF2-40B4-BE49-F238E27FC236}">
                  <a16:creationId xmlns:a16="http://schemas.microsoft.com/office/drawing/2014/main" id="{4C2EE122-9C0A-440C-BB46-2B4FB2929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63" name="Rectangle 217">
              <a:extLst>
                <a:ext uri="{FF2B5EF4-FFF2-40B4-BE49-F238E27FC236}">
                  <a16:creationId xmlns:a16="http://schemas.microsoft.com/office/drawing/2014/main" id="{2347C677-165B-47B3-9044-0CF33BC70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64" name="Group 218">
              <a:extLst>
                <a:ext uri="{FF2B5EF4-FFF2-40B4-BE49-F238E27FC236}">
                  <a16:creationId xmlns:a16="http://schemas.microsoft.com/office/drawing/2014/main" id="{11E97D44-11F5-4FB9-ACBD-0A6C064118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0289" name="AutoShape 219">
                <a:extLst>
                  <a:ext uri="{FF2B5EF4-FFF2-40B4-BE49-F238E27FC236}">
                    <a16:creationId xmlns:a16="http://schemas.microsoft.com/office/drawing/2014/main" id="{332F92B1-006E-415E-BC52-4ABC104789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90" name="AutoShape 220">
                <a:extLst>
                  <a:ext uri="{FF2B5EF4-FFF2-40B4-BE49-F238E27FC236}">
                    <a16:creationId xmlns:a16="http://schemas.microsoft.com/office/drawing/2014/main" id="{1D9B88AA-E264-43B2-BCFB-2715DDD35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65" name="Rectangle 221">
              <a:extLst>
                <a:ext uri="{FF2B5EF4-FFF2-40B4-BE49-F238E27FC236}">
                  <a16:creationId xmlns:a16="http://schemas.microsoft.com/office/drawing/2014/main" id="{6921756C-540C-40AB-B3B5-1D09089F8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66" name="Group 222">
              <a:extLst>
                <a:ext uri="{FF2B5EF4-FFF2-40B4-BE49-F238E27FC236}">
                  <a16:creationId xmlns:a16="http://schemas.microsoft.com/office/drawing/2014/main" id="{B2820B5D-A1EA-4CFC-A6FE-E61528A584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0287" name="AutoShape 223">
                <a:extLst>
                  <a:ext uri="{FF2B5EF4-FFF2-40B4-BE49-F238E27FC236}">
                    <a16:creationId xmlns:a16="http://schemas.microsoft.com/office/drawing/2014/main" id="{021005BD-1F83-4B20-A5D8-55D10D5FF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88" name="AutoShape 224">
                <a:extLst>
                  <a:ext uri="{FF2B5EF4-FFF2-40B4-BE49-F238E27FC236}">
                    <a16:creationId xmlns:a16="http://schemas.microsoft.com/office/drawing/2014/main" id="{AACC18B1-8C86-4885-AF75-9A95641CD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67" name="Rectangle 225">
              <a:extLst>
                <a:ext uri="{FF2B5EF4-FFF2-40B4-BE49-F238E27FC236}">
                  <a16:creationId xmlns:a16="http://schemas.microsoft.com/office/drawing/2014/main" id="{3429F961-5038-4528-AF29-BE0FC208B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68" name="Rectangle 226">
              <a:extLst>
                <a:ext uri="{FF2B5EF4-FFF2-40B4-BE49-F238E27FC236}">
                  <a16:creationId xmlns:a16="http://schemas.microsoft.com/office/drawing/2014/main" id="{4F519B92-A8BA-4E8B-8B9E-158EE5994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69" name="Group 227">
              <a:extLst>
                <a:ext uri="{FF2B5EF4-FFF2-40B4-BE49-F238E27FC236}">
                  <a16:creationId xmlns:a16="http://schemas.microsoft.com/office/drawing/2014/main" id="{0A5F770E-FEF7-4148-BAF8-3CACA6FF8C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0285" name="AutoShape 228">
                <a:extLst>
                  <a:ext uri="{FF2B5EF4-FFF2-40B4-BE49-F238E27FC236}">
                    <a16:creationId xmlns:a16="http://schemas.microsoft.com/office/drawing/2014/main" id="{35411408-8BEB-48CF-9E33-BF97B84A7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86" name="AutoShape 229">
                <a:extLst>
                  <a:ext uri="{FF2B5EF4-FFF2-40B4-BE49-F238E27FC236}">
                    <a16:creationId xmlns:a16="http://schemas.microsoft.com/office/drawing/2014/main" id="{61F44014-33B1-46AE-ABD1-C24B47185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70" name="Freeform 230">
              <a:extLst>
                <a:ext uri="{FF2B5EF4-FFF2-40B4-BE49-F238E27FC236}">
                  <a16:creationId xmlns:a16="http://schemas.microsoft.com/office/drawing/2014/main" id="{4145BFC3-D795-4372-BADE-AA1F76CF3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20271" name="Group 231">
              <a:extLst>
                <a:ext uri="{FF2B5EF4-FFF2-40B4-BE49-F238E27FC236}">
                  <a16:creationId xmlns:a16="http://schemas.microsoft.com/office/drawing/2014/main" id="{A7F8EB36-260D-4A33-9D9F-9D68A3EFA4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283" name="AutoShape 232">
                <a:extLst>
                  <a:ext uri="{FF2B5EF4-FFF2-40B4-BE49-F238E27FC236}">
                    <a16:creationId xmlns:a16="http://schemas.microsoft.com/office/drawing/2014/main" id="{FE3AEC7D-B3FF-4AAC-ADF9-22FA20AED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84" name="AutoShape 233">
                <a:extLst>
                  <a:ext uri="{FF2B5EF4-FFF2-40B4-BE49-F238E27FC236}">
                    <a16:creationId xmlns:a16="http://schemas.microsoft.com/office/drawing/2014/main" id="{88E3AF5A-B548-4D38-B61C-B43CB04299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72" name="Rectangle 234">
              <a:extLst>
                <a:ext uri="{FF2B5EF4-FFF2-40B4-BE49-F238E27FC236}">
                  <a16:creationId xmlns:a16="http://schemas.microsoft.com/office/drawing/2014/main" id="{7B2659B2-3674-4C6A-ABAB-28B3D5DD4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73" name="Freeform 235">
              <a:extLst>
                <a:ext uri="{FF2B5EF4-FFF2-40B4-BE49-F238E27FC236}">
                  <a16:creationId xmlns:a16="http://schemas.microsoft.com/office/drawing/2014/main" id="{123A8EB8-0D92-4464-A6B3-8147374AD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74" name="Freeform 236">
              <a:extLst>
                <a:ext uri="{FF2B5EF4-FFF2-40B4-BE49-F238E27FC236}">
                  <a16:creationId xmlns:a16="http://schemas.microsoft.com/office/drawing/2014/main" id="{E12B29B2-7263-4DEF-AC53-E4896B10D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75" name="Oval 237">
              <a:extLst>
                <a:ext uri="{FF2B5EF4-FFF2-40B4-BE49-F238E27FC236}">
                  <a16:creationId xmlns:a16="http://schemas.microsoft.com/office/drawing/2014/main" id="{9D5BA0F3-D0F1-4AB7-8E82-51C1C8BDE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76" name="Freeform 238">
              <a:extLst>
                <a:ext uri="{FF2B5EF4-FFF2-40B4-BE49-F238E27FC236}">
                  <a16:creationId xmlns:a16="http://schemas.microsoft.com/office/drawing/2014/main" id="{A4CD6698-C60E-46A0-BB78-1BEEF3602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77" name="AutoShape 239">
              <a:extLst>
                <a:ext uri="{FF2B5EF4-FFF2-40B4-BE49-F238E27FC236}">
                  <a16:creationId xmlns:a16="http://schemas.microsoft.com/office/drawing/2014/main" id="{A1436389-8F48-4553-BA15-5F483F396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78" name="AutoShape 240">
              <a:extLst>
                <a:ext uri="{FF2B5EF4-FFF2-40B4-BE49-F238E27FC236}">
                  <a16:creationId xmlns:a16="http://schemas.microsoft.com/office/drawing/2014/main" id="{96A33D02-F6B9-40CA-8E70-0954FBA2A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79" name="Oval 241">
              <a:extLst>
                <a:ext uri="{FF2B5EF4-FFF2-40B4-BE49-F238E27FC236}">
                  <a16:creationId xmlns:a16="http://schemas.microsoft.com/office/drawing/2014/main" id="{ADB86643-B941-47B6-9190-56FC49DD6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80" name="Oval 242">
              <a:extLst>
                <a:ext uri="{FF2B5EF4-FFF2-40B4-BE49-F238E27FC236}">
                  <a16:creationId xmlns:a16="http://schemas.microsoft.com/office/drawing/2014/main" id="{19466187-DD43-4E16-88A7-82B39F786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281" name="Oval 243">
              <a:extLst>
                <a:ext uri="{FF2B5EF4-FFF2-40B4-BE49-F238E27FC236}">
                  <a16:creationId xmlns:a16="http://schemas.microsoft.com/office/drawing/2014/main" id="{663E1BF0-E117-48A1-9040-A03BC5A50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82" name="Rectangle 244">
              <a:extLst>
                <a:ext uri="{FF2B5EF4-FFF2-40B4-BE49-F238E27FC236}">
                  <a16:creationId xmlns:a16="http://schemas.microsoft.com/office/drawing/2014/main" id="{E4D6E6DF-7CA7-4321-962B-0528DB063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20193" name="Group 245">
            <a:extLst>
              <a:ext uri="{FF2B5EF4-FFF2-40B4-BE49-F238E27FC236}">
                <a16:creationId xmlns:a16="http://schemas.microsoft.com/office/drawing/2014/main" id="{FB395684-6CBD-4425-A78C-A27B83175460}"/>
              </a:ext>
            </a:extLst>
          </p:cNvPr>
          <p:cNvGrpSpPr>
            <a:grpSpLocks/>
          </p:cNvGrpSpPr>
          <p:nvPr/>
        </p:nvGrpSpPr>
        <p:grpSpPr bwMode="auto">
          <a:xfrm>
            <a:off x="6376988" y="968375"/>
            <a:ext cx="390525" cy="641350"/>
            <a:chOff x="4140" y="429"/>
            <a:chExt cx="1425" cy="2396"/>
          </a:xfrm>
        </p:grpSpPr>
        <p:sp>
          <p:nvSpPr>
            <p:cNvPr id="220227" name="Freeform 246">
              <a:extLst>
                <a:ext uri="{FF2B5EF4-FFF2-40B4-BE49-F238E27FC236}">
                  <a16:creationId xmlns:a16="http://schemas.microsoft.com/office/drawing/2014/main" id="{AFC0EEAA-FE97-4F42-96BE-1A727CE58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28" name="Rectangle 247">
              <a:extLst>
                <a:ext uri="{FF2B5EF4-FFF2-40B4-BE49-F238E27FC236}">
                  <a16:creationId xmlns:a16="http://schemas.microsoft.com/office/drawing/2014/main" id="{A272B1BD-1FDF-4812-9FAB-2035A4452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29" name="Freeform 248">
              <a:extLst>
                <a:ext uri="{FF2B5EF4-FFF2-40B4-BE49-F238E27FC236}">
                  <a16:creationId xmlns:a16="http://schemas.microsoft.com/office/drawing/2014/main" id="{5167B615-9D7C-4D71-BA2E-B13759699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30" name="Freeform 249">
              <a:extLst>
                <a:ext uri="{FF2B5EF4-FFF2-40B4-BE49-F238E27FC236}">
                  <a16:creationId xmlns:a16="http://schemas.microsoft.com/office/drawing/2014/main" id="{7698330B-D70F-4E7D-AD08-36620C41F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31" name="Rectangle 250">
              <a:extLst>
                <a:ext uri="{FF2B5EF4-FFF2-40B4-BE49-F238E27FC236}">
                  <a16:creationId xmlns:a16="http://schemas.microsoft.com/office/drawing/2014/main" id="{9B75815D-8527-4ACF-81BC-073924101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32" name="Group 251">
              <a:extLst>
                <a:ext uri="{FF2B5EF4-FFF2-40B4-BE49-F238E27FC236}">
                  <a16:creationId xmlns:a16="http://schemas.microsoft.com/office/drawing/2014/main" id="{DC0049DA-160A-415D-9348-7F0319438B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0257" name="AutoShape 252">
                <a:extLst>
                  <a:ext uri="{FF2B5EF4-FFF2-40B4-BE49-F238E27FC236}">
                    <a16:creationId xmlns:a16="http://schemas.microsoft.com/office/drawing/2014/main" id="{B3086792-31B0-400A-8152-8624BB9A1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58" name="AutoShape 253">
                <a:extLst>
                  <a:ext uri="{FF2B5EF4-FFF2-40B4-BE49-F238E27FC236}">
                    <a16:creationId xmlns:a16="http://schemas.microsoft.com/office/drawing/2014/main" id="{94DAB9DE-A4F2-4B39-B0F9-68C2E00F7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33" name="Rectangle 254">
              <a:extLst>
                <a:ext uri="{FF2B5EF4-FFF2-40B4-BE49-F238E27FC236}">
                  <a16:creationId xmlns:a16="http://schemas.microsoft.com/office/drawing/2014/main" id="{7E3DA6A9-F664-4E4A-B237-5052BF1CB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34" name="Group 255">
              <a:extLst>
                <a:ext uri="{FF2B5EF4-FFF2-40B4-BE49-F238E27FC236}">
                  <a16:creationId xmlns:a16="http://schemas.microsoft.com/office/drawing/2014/main" id="{C3984E86-18B9-499F-8349-E5140AD3FE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0255" name="AutoShape 256">
                <a:extLst>
                  <a:ext uri="{FF2B5EF4-FFF2-40B4-BE49-F238E27FC236}">
                    <a16:creationId xmlns:a16="http://schemas.microsoft.com/office/drawing/2014/main" id="{AC9CB44D-F361-450C-9D0B-C97B4B6A5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56" name="AutoShape 257">
                <a:extLst>
                  <a:ext uri="{FF2B5EF4-FFF2-40B4-BE49-F238E27FC236}">
                    <a16:creationId xmlns:a16="http://schemas.microsoft.com/office/drawing/2014/main" id="{DD88D6ED-FF7A-4C99-8903-C0FDE0D9D1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35" name="Rectangle 258">
              <a:extLst>
                <a:ext uri="{FF2B5EF4-FFF2-40B4-BE49-F238E27FC236}">
                  <a16:creationId xmlns:a16="http://schemas.microsoft.com/office/drawing/2014/main" id="{2334621B-1223-4FDC-94CA-9DBDCC722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36" name="Rectangle 259">
              <a:extLst>
                <a:ext uri="{FF2B5EF4-FFF2-40B4-BE49-F238E27FC236}">
                  <a16:creationId xmlns:a16="http://schemas.microsoft.com/office/drawing/2014/main" id="{C2AA2C83-092C-4380-9596-2F2AB7968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37" name="Group 260">
              <a:extLst>
                <a:ext uri="{FF2B5EF4-FFF2-40B4-BE49-F238E27FC236}">
                  <a16:creationId xmlns:a16="http://schemas.microsoft.com/office/drawing/2014/main" id="{16385E7F-D71D-4CB7-8CF1-D98A210BF4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0253" name="AutoShape 261">
                <a:extLst>
                  <a:ext uri="{FF2B5EF4-FFF2-40B4-BE49-F238E27FC236}">
                    <a16:creationId xmlns:a16="http://schemas.microsoft.com/office/drawing/2014/main" id="{4CD38C65-DD20-45A6-883B-D1AEA3F77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54" name="AutoShape 262">
                <a:extLst>
                  <a:ext uri="{FF2B5EF4-FFF2-40B4-BE49-F238E27FC236}">
                    <a16:creationId xmlns:a16="http://schemas.microsoft.com/office/drawing/2014/main" id="{BED6E53D-D819-4278-A69B-A1AA5D5BB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38" name="Freeform 263">
              <a:extLst>
                <a:ext uri="{FF2B5EF4-FFF2-40B4-BE49-F238E27FC236}">
                  <a16:creationId xmlns:a16="http://schemas.microsoft.com/office/drawing/2014/main" id="{EA6096ED-98F8-457F-B4E2-564C85D8D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20239" name="Group 264">
              <a:extLst>
                <a:ext uri="{FF2B5EF4-FFF2-40B4-BE49-F238E27FC236}">
                  <a16:creationId xmlns:a16="http://schemas.microsoft.com/office/drawing/2014/main" id="{AFE2A5C6-A61C-4F7A-B459-DB6E6A0009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251" name="AutoShape 265">
                <a:extLst>
                  <a:ext uri="{FF2B5EF4-FFF2-40B4-BE49-F238E27FC236}">
                    <a16:creationId xmlns:a16="http://schemas.microsoft.com/office/drawing/2014/main" id="{93EC9485-8F33-47E8-89E5-0253A0FC2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52" name="AutoShape 266">
                <a:extLst>
                  <a:ext uri="{FF2B5EF4-FFF2-40B4-BE49-F238E27FC236}">
                    <a16:creationId xmlns:a16="http://schemas.microsoft.com/office/drawing/2014/main" id="{67253D59-9FD0-4871-896C-703BDB52CC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40" name="Rectangle 267">
              <a:extLst>
                <a:ext uri="{FF2B5EF4-FFF2-40B4-BE49-F238E27FC236}">
                  <a16:creationId xmlns:a16="http://schemas.microsoft.com/office/drawing/2014/main" id="{9481B358-D491-4808-B82F-10B2F3B5B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41" name="Freeform 268">
              <a:extLst>
                <a:ext uri="{FF2B5EF4-FFF2-40B4-BE49-F238E27FC236}">
                  <a16:creationId xmlns:a16="http://schemas.microsoft.com/office/drawing/2014/main" id="{450FA5A3-F8DE-4B7A-9A50-F8E39B805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42" name="Freeform 269">
              <a:extLst>
                <a:ext uri="{FF2B5EF4-FFF2-40B4-BE49-F238E27FC236}">
                  <a16:creationId xmlns:a16="http://schemas.microsoft.com/office/drawing/2014/main" id="{D8A2C6B0-BAA6-4AE1-B409-34DC5496C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43" name="Oval 270">
              <a:extLst>
                <a:ext uri="{FF2B5EF4-FFF2-40B4-BE49-F238E27FC236}">
                  <a16:creationId xmlns:a16="http://schemas.microsoft.com/office/drawing/2014/main" id="{F0597704-3C82-465E-82E3-D4D22D805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44" name="Freeform 271">
              <a:extLst>
                <a:ext uri="{FF2B5EF4-FFF2-40B4-BE49-F238E27FC236}">
                  <a16:creationId xmlns:a16="http://schemas.microsoft.com/office/drawing/2014/main" id="{ABD28335-09A9-4685-A514-A4475F697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45" name="AutoShape 272">
              <a:extLst>
                <a:ext uri="{FF2B5EF4-FFF2-40B4-BE49-F238E27FC236}">
                  <a16:creationId xmlns:a16="http://schemas.microsoft.com/office/drawing/2014/main" id="{7DFC912B-9FA1-4166-96A5-736E16CD5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46" name="AutoShape 273">
              <a:extLst>
                <a:ext uri="{FF2B5EF4-FFF2-40B4-BE49-F238E27FC236}">
                  <a16:creationId xmlns:a16="http://schemas.microsoft.com/office/drawing/2014/main" id="{F1B60575-65F0-4A52-BD4F-5E0401405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47" name="Oval 274">
              <a:extLst>
                <a:ext uri="{FF2B5EF4-FFF2-40B4-BE49-F238E27FC236}">
                  <a16:creationId xmlns:a16="http://schemas.microsoft.com/office/drawing/2014/main" id="{BBA1F10B-8100-45B5-9145-5EAC2A1CD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48" name="Oval 275">
              <a:extLst>
                <a:ext uri="{FF2B5EF4-FFF2-40B4-BE49-F238E27FC236}">
                  <a16:creationId xmlns:a16="http://schemas.microsoft.com/office/drawing/2014/main" id="{C44724E6-8385-4FF5-8AA5-22AF49DDE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249" name="Oval 276">
              <a:extLst>
                <a:ext uri="{FF2B5EF4-FFF2-40B4-BE49-F238E27FC236}">
                  <a16:creationId xmlns:a16="http://schemas.microsoft.com/office/drawing/2014/main" id="{A209954E-246B-433A-9BA8-FEDF94592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50" name="Rectangle 277">
              <a:extLst>
                <a:ext uri="{FF2B5EF4-FFF2-40B4-BE49-F238E27FC236}">
                  <a16:creationId xmlns:a16="http://schemas.microsoft.com/office/drawing/2014/main" id="{A26C870B-5AA9-4349-B2E4-3131B303D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20194" name="Group 311">
            <a:extLst>
              <a:ext uri="{FF2B5EF4-FFF2-40B4-BE49-F238E27FC236}">
                <a16:creationId xmlns:a16="http://schemas.microsoft.com/office/drawing/2014/main" id="{635FF6F3-D613-41C6-AF0D-1AD1ED860232}"/>
              </a:ext>
            </a:extLst>
          </p:cNvPr>
          <p:cNvGrpSpPr>
            <a:grpSpLocks/>
          </p:cNvGrpSpPr>
          <p:nvPr/>
        </p:nvGrpSpPr>
        <p:grpSpPr bwMode="auto">
          <a:xfrm>
            <a:off x="7192963" y="2220913"/>
            <a:ext cx="390525" cy="641350"/>
            <a:chOff x="4140" y="429"/>
            <a:chExt cx="1425" cy="2396"/>
          </a:xfrm>
        </p:grpSpPr>
        <p:sp>
          <p:nvSpPr>
            <p:cNvPr id="220195" name="Freeform 312">
              <a:extLst>
                <a:ext uri="{FF2B5EF4-FFF2-40B4-BE49-F238E27FC236}">
                  <a16:creationId xmlns:a16="http://schemas.microsoft.com/office/drawing/2014/main" id="{0E457DFF-6765-48FA-AE69-352E009B3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196" name="Rectangle 313">
              <a:extLst>
                <a:ext uri="{FF2B5EF4-FFF2-40B4-BE49-F238E27FC236}">
                  <a16:creationId xmlns:a16="http://schemas.microsoft.com/office/drawing/2014/main" id="{A3D473C0-0B65-46AB-A1DB-8A6F59744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197" name="Freeform 314">
              <a:extLst>
                <a:ext uri="{FF2B5EF4-FFF2-40B4-BE49-F238E27FC236}">
                  <a16:creationId xmlns:a16="http://schemas.microsoft.com/office/drawing/2014/main" id="{F7BF8B8E-9567-4242-81EC-3DD80D693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198" name="Freeform 315">
              <a:extLst>
                <a:ext uri="{FF2B5EF4-FFF2-40B4-BE49-F238E27FC236}">
                  <a16:creationId xmlns:a16="http://schemas.microsoft.com/office/drawing/2014/main" id="{879B42F0-6B8C-428A-8A5E-CB5207C82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199" name="Rectangle 316">
              <a:extLst>
                <a:ext uri="{FF2B5EF4-FFF2-40B4-BE49-F238E27FC236}">
                  <a16:creationId xmlns:a16="http://schemas.microsoft.com/office/drawing/2014/main" id="{19BF9BAE-F805-4C89-AC05-7A943130B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00" name="Group 317">
              <a:extLst>
                <a:ext uri="{FF2B5EF4-FFF2-40B4-BE49-F238E27FC236}">
                  <a16:creationId xmlns:a16="http://schemas.microsoft.com/office/drawing/2014/main" id="{53DF1E71-DB24-45F1-807E-478C7665B7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0225" name="AutoShape 318">
                <a:extLst>
                  <a:ext uri="{FF2B5EF4-FFF2-40B4-BE49-F238E27FC236}">
                    <a16:creationId xmlns:a16="http://schemas.microsoft.com/office/drawing/2014/main" id="{D18AD790-BF83-4F2E-8AA0-F2A5B9BD5F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26" name="AutoShape 319">
                <a:extLst>
                  <a:ext uri="{FF2B5EF4-FFF2-40B4-BE49-F238E27FC236}">
                    <a16:creationId xmlns:a16="http://schemas.microsoft.com/office/drawing/2014/main" id="{E7A4FAB1-D8A7-40E0-A9C7-3BBA9C49F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01" name="Rectangle 320">
              <a:extLst>
                <a:ext uri="{FF2B5EF4-FFF2-40B4-BE49-F238E27FC236}">
                  <a16:creationId xmlns:a16="http://schemas.microsoft.com/office/drawing/2014/main" id="{8208BB0B-72D4-4505-8127-01DF6370E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02" name="Group 321">
              <a:extLst>
                <a:ext uri="{FF2B5EF4-FFF2-40B4-BE49-F238E27FC236}">
                  <a16:creationId xmlns:a16="http://schemas.microsoft.com/office/drawing/2014/main" id="{0D6568EA-BFCA-4012-B052-B9826951BC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0223" name="AutoShape 322">
                <a:extLst>
                  <a:ext uri="{FF2B5EF4-FFF2-40B4-BE49-F238E27FC236}">
                    <a16:creationId xmlns:a16="http://schemas.microsoft.com/office/drawing/2014/main" id="{3502384F-50B3-48DB-8319-741FADA6B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24" name="AutoShape 323">
                <a:extLst>
                  <a:ext uri="{FF2B5EF4-FFF2-40B4-BE49-F238E27FC236}">
                    <a16:creationId xmlns:a16="http://schemas.microsoft.com/office/drawing/2014/main" id="{AD1206D9-9476-4720-A3C9-4612E805F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03" name="Rectangle 324">
              <a:extLst>
                <a:ext uri="{FF2B5EF4-FFF2-40B4-BE49-F238E27FC236}">
                  <a16:creationId xmlns:a16="http://schemas.microsoft.com/office/drawing/2014/main" id="{B885257C-42F1-4D3B-8BD2-69D53140E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04" name="Rectangle 325">
              <a:extLst>
                <a:ext uri="{FF2B5EF4-FFF2-40B4-BE49-F238E27FC236}">
                  <a16:creationId xmlns:a16="http://schemas.microsoft.com/office/drawing/2014/main" id="{09D60C08-80EB-40C7-A2F9-637097240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20205" name="Group 326">
              <a:extLst>
                <a:ext uri="{FF2B5EF4-FFF2-40B4-BE49-F238E27FC236}">
                  <a16:creationId xmlns:a16="http://schemas.microsoft.com/office/drawing/2014/main" id="{8AC46FA7-20D1-4E60-A38A-AFD8837C43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0221" name="AutoShape 327">
                <a:extLst>
                  <a:ext uri="{FF2B5EF4-FFF2-40B4-BE49-F238E27FC236}">
                    <a16:creationId xmlns:a16="http://schemas.microsoft.com/office/drawing/2014/main" id="{0CD6A60E-5C04-444A-BB2E-17940B80E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22" name="AutoShape 328">
                <a:extLst>
                  <a:ext uri="{FF2B5EF4-FFF2-40B4-BE49-F238E27FC236}">
                    <a16:creationId xmlns:a16="http://schemas.microsoft.com/office/drawing/2014/main" id="{84C9B75D-10BD-485B-8D46-364EFAC15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06" name="Freeform 329">
              <a:extLst>
                <a:ext uri="{FF2B5EF4-FFF2-40B4-BE49-F238E27FC236}">
                  <a16:creationId xmlns:a16="http://schemas.microsoft.com/office/drawing/2014/main" id="{CC3F1C85-BFE5-45BB-B1E7-EB1A57AFB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20207" name="Group 330">
              <a:extLst>
                <a:ext uri="{FF2B5EF4-FFF2-40B4-BE49-F238E27FC236}">
                  <a16:creationId xmlns:a16="http://schemas.microsoft.com/office/drawing/2014/main" id="{8B1CFE3D-695A-4739-BECE-E68DE0B507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219" name="AutoShape 331">
                <a:extLst>
                  <a:ext uri="{FF2B5EF4-FFF2-40B4-BE49-F238E27FC236}">
                    <a16:creationId xmlns:a16="http://schemas.microsoft.com/office/drawing/2014/main" id="{8C22C8A9-957A-4DC1-ABAB-B24ABE4D6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20220" name="AutoShape 332">
                <a:extLst>
                  <a:ext uri="{FF2B5EF4-FFF2-40B4-BE49-F238E27FC236}">
                    <a16:creationId xmlns:a16="http://schemas.microsoft.com/office/drawing/2014/main" id="{10201B88-6267-4C59-8D80-292FEB0F71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208" name="Rectangle 333">
              <a:extLst>
                <a:ext uri="{FF2B5EF4-FFF2-40B4-BE49-F238E27FC236}">
                  <a16:creationId xmlns:a16="http://schemas.microsoft.com/office/drawing/2014/main" id="{EA596A0E-9B3F-49E6-80B9-C887C662D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09" name="Freeform 334">
              <a:extLst>
                <a:ext uri="{FF2B5EF4-FFF2-40B4-BE49-F238E27FC236}">
                  <a16:creationId xmlns:a16="http://schemas.microsoft.com/office/drawing/2014/main" id="{EA660F59-4643-4E7A-8BD6-49BAB70E1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10" name="Freeform 335">
              <a:extLst>
                <a:ext uri="{FF2B5EF4-FFF2-40B4-BE49-F238E27FC236}">
                  <a16:creationId xmlns:a16="http://schemas.microsoft.com/office/drawing/2014/main" id="{4626D74F-1693-4817-8A7E-390AFBB2D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11" name="Oval 336">
              <a:extLst>
                <a:ext uri="{FF2B5EF4-FFF2-40B4-BE49-F238E27FC236}">
                  <a16:creationId xmlns:a16="http://schemas.microsoft.com/office/drawing/2014/main" id="{78A779EE-1385-4E4D-A67E-951E4D4F3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12" name="Freeform 337">
              <a:extLst>
                <a:ext uri="{FF2B5EF4-FFF2-40B4-BE49-F238E27FC236}">
                  <a16:creationId xmlns:a16="http://schemas.microsoft.com/office/drawing/2014/main" id="{71B68AC1-B622-47DC-BD2D-7259AEAA7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0213" name="AutoShape 338">
              <a:extLst>
                <a:ext uri="{FF2B5EF4-FFF2-40B4-BE49-F238E27FC236}">
                  <a16:creationId xmlns:a16="http://schemas.microsoft.com/office/drawing/2014/main" id="{E8BFDDC0-8BC0-490B-A750-DB7DD3575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14" name="AutoShape 339">
              <a:extLst>
                <a:ext uri="{FF2B5EF4-FFF2-40B4-BE49-F238E27FC236}">
                  <a16:creationId xmlns:a16="http://schemas.microsoft.com/office/drawing/2014/main" id="{8C24F272-57AD-4A3A-9170-EA44A6B6D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15" name="Oval 340">
              <a:extLst>
                <a:ext uri="{FF2B5EF4-FFF2-40B4-BE49-F238E27FC236}">
                  <a16:creationId xmlns:a16="http://schemas.microsoft.com/office/drawing/2014/main" id="{27FA15A6-4C18-4910-BBAC-D20936B60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16" name="Oval 341">
              <a:extLst>
                <a:ext uri="{FF2B5EF4-FFF2-40B4-BE49-F238E27FC236}">
                  <a16:creationId xmlns:a16="http://schemas.microsoft.com/office/drawing/2014/main" id="{FD1C29ED-87E0-4A67-A56F-9669BAFEE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217" name="Oval 342">
              <a:extLst>
                <a:ext uri="{FF2B5EF4-FFF2-40B4-BE49-F238E27FC236}">
                  <a16:creationId xmlns:a16="http://schemas.microsoft.com/office/drawing/2014/main" id="{A6427830-64F5-4683-AE3C-722509F78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20218" name="Rectangle 343">
              <a:extLst>
                <a:ext uri="{FF2B5EF4-FFF2-40B4-BE49-F238E27FC236}">
                  <a16:creationId xmlns:a16="http://schemas.microsoft.com/office/drawing/2014/main" id="{A9A316BF-B704-45DB-B9CD-7161D7F17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>
            <a:extLst>
              <a:ext uri="{FF2B5EF4-FFF2-40B4-BE49-F238E27FC236}">
                <a16:creationId xmlns:a16="http://schemas.microsoft.com/office/drawing/2014/main" id="{75901852-CCE7-4C48-A69F-5AB6B33E7E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22211" name="Rectangle 8">
            <a:extLst>
              <a:ext uri="{FF2B5EF4-FFF2-40B4-BE49-F238E27FC236}">
                <a16:creationId xmlns:a16="http://schemas.microsoft.com/office/drawing/2014/main" id="{AC0292BA-B8AC-4134-88A3-F7E669B049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142500FE-E0A1-415F-9EA5-DBD98F8A938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222212" name="Picture 10" descr="underline_base">
            <a:extLst>
              <a:ext uri="{FF2B5EF4-FFF2-40B4-BE49-F238E27FC236}">
                <a16:creationId xmlns:a16="http://schemas.microsoft.com/office/drawing/2014/main" id="{75B082C7-9F83-4D9D-8644-2C510D79A86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8620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213" name="Rectangle 2">
            <a:extLst>
              <a:ext uri="{FF2B5EF4-FFF2-40B4-BE49-F238E27FC236}">
                <a16:creationId xmlns:a16="http://schemas.microsoft.com/office/drawing/2014/main" id="{A4F8782F-3F16-4430-B654-18646BDCE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46050"/>
            <a:ext cx="7772400" cy="969963"/>
          </a:xfrm>
        </p:spPr>
        <p:txBody>
          <a:bodyPr/>
          <a:lstStyle/>
          <a:p>
            <a:r>
              <a:rPr lang="en-US" altLang="zh-TW" sz="4000" dirty="0">
                <a:ea typeface="ＭＳ Ｐゴシック" panose="020B0600070205080204" pitchFamily="34" charset="-128"/>
              </a:rPr>
              <a:t>DNS caching</a:t>
            </a:r>
          </a:p>
        </p:txBody>
      </p:sp>
      <p:sp>
        <p:nvSpPr>
          <p:cNvPr id="222214" name="Rectangle 3">
            <a:extLst>
              <a:ext uri="{FF2B5EF4-FFF2-40B4-BE49-F238E27FC236}">
                <a16:creationId xmlns:a16="http://schemas.microsoft.com/office/drawing/2014/main" id="{965C5655-443D-4BFB-8951-AC0D40419A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438275"/>
            <a:ext cx="8288338" cy="4733925"/>
          </a:xfrm>
        </p:spPr>
        <p:txBody>
          <a:bodyPr/>
          <a:lstStyle/>
          <a:p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once (any) name server learns mapping, it </a:t>
            </a:r>
            <a:r>
              <a:rPr lang="en-US" altLang="zh-TW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caches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it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Query for same hostname: DNS server can provide desired IP address, even if it is not authoritative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=&gt;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improve delay performance</a:t>
            </a:r>
            <a:r>
              <a:rPr lang="en-US" altLang="zh-TW" dirty="0">
                <a:ea typeface="ＭＳ Ｐゴシック" panose="020B0600070205080204" pitchFamily="34" charset="-128"/>
              </a:rPr>
              <a:t> and to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reduce the number of DNS messages ricocheting around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cached entries may be </a:t>
            </a: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out-of-date</a:t>
            </a:r>
            <a:r>
              <a:rPr lang="en-US" altLang="zh-TW" dirty="0">
                <a:ea typeface="ＭＳ Ｐゴシック" panose="020B0600070205080204" pitchFamily="34" charset="-128"/>
              </a:rPr>
              <a:t> (best effort name-to-address translation!)</a:t>
            </a:r>
          </a:p>
          <a:p>
            <a:pPr lvl="1"/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cache entries removed after time to live (TTL)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if name host changes IP address, may not be known Internet-wide until all TTLs expire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update/notify mechanisms proposed IETF standard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RFC 2136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>
            <a:extLst>
              <a:ext uri="{FF2B5EF4-FFF2-40B4-BE49-F238E27FC236}">
                <a16:creationId xmlns:a16="http://schemas.microsoft.com/office/drawing/2014/main" id="{F2CEE9F9-6B29-40F9-A4E3-88CF11695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24259" name="Rectangle 8">
            <a:extLst>
              <a:ext uri="{FF2B5EF4-FFF2-40B4-BE49-F238E27FC236}">
                <a16:creationId xmlns:a16="http://schemas.microsoft.com/office/drawing/2014/main" id="{6437DA27-9533-412B-BB58-27BFB901B5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ADE6CAAD-E254-40B3-97C9-487B599B9875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24260" name="Rectangle 2">
            <a:extLst>
              <a:ext uri="{FF2B5EF4-FFF2-40B4-BE49-F238E27FC236}">
                <a16:creationId xmlns:a16="http://schemas.microsoft.com/office/drawing/2014/main" id="{9A64614F-2679-4DFD-8E23-F4E6B78F0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201613"/>
            <a:ext cx="7772400" cy="892175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DNS records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24261" name="Rectangle 3">
            <a:extLst>
              <a:ext uri="{FF2B5EF4-FFF2-40B4-BE49-F238E27FC236}">
                <a16:creationId xmlns:a16="http://schemas.microsoft.com/office/drawing/2014/main" id="{CB468572-1A79-4EFA-83F3-D432D5D2988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2925" y="1343025"/>
            <a:ext cx="7820025" cy="5143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DNS:</a:t>
            </a:r>
            <a:r>
              <a:rPr lang="en-US" altLang="zh-TW" sz="2400">
                <a:ea typeface="ＭＳ Ｐゴシック" panose="020B0600070205080204" pitchFamily="34" charset="-128"/>
              </a:rPr>
              <a:t> distributed database storing </a:t>
            </a:r>
            <a:r>
              <a:rPr lang="en-US" altLang="zh-TW" sz="2400">
                <a:solidFill>
                  <a:srgbClr val="FF0000"/>
                </a:solidFill>
                <a:ea typeface="ＭＳ Ｐゴシック" panose="020B0600070205080204" pitchFamily="34" charset="-128"/>
              </a:rPr>
              <a:t>resource records</a:t>
            </a:r>
            <a:r>
              <a:rPr lang="en-US" altLang="zh-TW" sz="2400">
                <a:ea typeface="ＭＳ Ｐゴシック" panose="020B0600070205080204" pitchFamily="34" charset="-128"/>
              </a:rPr>
              <a:t> </a:t>
            </a:r>
            <a:r>
              <a:rPr lang="en-US" altLang="zh-TW">
                <a:solidFill>
                  <a:srgbClr val="CC0000"/>
                </a:solidFill>
                <a:ea typeface="ＭＳ Ｐゴシック" panose="020B0600070205080204" pitchFamily="34" charset="-128"/>
              </a:rPr>
              <a:t>(RR)</a:t>
            </a:r>
          </a:p>
        </p:txBody>
      </p:sp>
      <p:sp>
        <p:nvSpPr>
          <p:cNvPr id="224262" name="Text Box 6">
            <a:extLst>
              <a:ext uri="{FF2B5EF4-FFF2-40B4-BE49-F238E27FC236}">
                <a16:creationId xmlns:a16="http://schemas.microsoft.com/office/drawing/2014/main" id="{E78A07DC-149C-4FC9-9275-7D8FE9C44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908175"/>
            <a:ext cx="5364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RR format:</a:t>
            </a:r>
            <a:r>
              <a:rPr lang="en-US" altLang="zh-TW" sz="2400" dirty="0">
                <a:latin typeface="Comic Sans MS" panose="030F0702030302020204" pitchFamily="66" charset="0"/>
              </a:rPr>
              <a:t> </a:t>
            </a:r>
            <a:r>
              <a:rPr lang="en-US" altLang="zh-TW" sz="1800" b="1" dirty="0">
                <a:latin typeface="Courier New" panose="02070309020205020404" pitchFamily="49" charset="0"/>
              </a:rPr>
              <a:t>(name, value, type, </a:t>
            </a:r>
            <a:r>
              <a:rPr lang="en-US" altLang="zh-TW" sz="1800" b="1" dirty="0" err="1">
                <a:latin typeface="Courier New" panose="02070309020205020404" pitchFamily="49" charset="0"/>
              </a:rPr>
              <a:t>ttl</a:t>
            </a:r>
            <a:r>
              <a:rPr lang="en-US" altLang="zh-TW" sz="1800" b="1" dirty="0">
                <a:latin typeface="Courier New" panose="02070309020205020404" pitchFamily="49" charset="0"/>
              </a:rPr>
              <a:t>)</a:t>
            </a:r>
            <a:endParaRPr lang="en-US" altLang="zh-TW" sz="2400" dirty="0">
              <a:latin typeface="Times New Roman" panose="02020603050405020304" pitchFamily="18" charset="0"/>
            </a:endParaRPr>
          </a:p>
        </p:txBody>
      </p:sp>
      <p:sp>
        <p:nvSpPr>
          <p:cNvPr id="224263" name="Rectangle 7">
            <a:extLst>
              <a:ext uri="{FF2B5EF4-FFF2-40B4-BE49-F238E27FC236}">
                <a16:creationId xmlns:a16="http://schemas.microsoft.com/office/drawing/2014/main" id="{80964423-E89D-4913-82D1-6E70D085A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1895475"/>
            <a:ext cx="5267325" cy="571500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17" name="Rectangle 8">
            <a:extLst>
              <a:ext uri="{FF2B5EF4-FFF2-40B4-BE49-F238E27FC236}">
                <a16:creationId xmlns:a16="http://schemas.microsoft.com/office/drawing/2014/main" id="{A11CFCBE-3D30-4437-949E-542F1D46E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2392363"/>
            <a:ext cx="4829175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TW" sz="2800" u="sng" dirty="0">
                <a:solidFill>
                  <a:srgbClr val="CC0000"/>
                </a:solidFill>
                <a:latin typeface="Gill Sans MT" pitchFamily="34" charset="0"/>
              </a:rPr>
              <a:t>type=A</a:t>
            </a:r>
          </a:p>
          <a:p>
            <a:pPr marL="742950" lvl="1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zh-TW" b="1" dirty="0">
                <a:latin typeface="Courier New" pitchFamily="49" charset="0"/>
              </a:rPr>
              <a:t>name</a:t>
            </a:r>
            <a:r>
              <a:rPr lang="en-US" altLang="zh-TW" dirty="0">
                <a:latin typeface="Comic Sans MS" pitchFamily="66" charset="0"/>
              </a:rPr>
              <a:t> </a:t>
            </a:r>
            <a:r>
              <a:rPr lang="en-US" altLang="zh-TW" dirty="0">
                <a:latin typeface="Gill Sans MT" pitchFamily="34" charset="0"/>
              </a:rPr>
              <a:t>is hostname (e.g., relay1.bar.foo.com)</a:t>
            </a:r>
          </a:p>
          <a:p>
            <a:pPr marL="742950" lvl="1" indent="-28575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zh-TW" b="1" dirty="0">
                <a:latin typeface="Courier New" pitchFamily="49" charset="0"/>
              </a:rPr>
              <a:t>value</a:t>
            </a:r>
            <a:r>
              <a:rPr lang="en-US" altLang="zh-TW" dirty="0">
                <a:latin typeface="Comic Sans MS" pitchFamily="66" charset="0"/>
              </a:rPr>
              <a:t> </a:t>
            </a:r>
            <a:r>
              <a:rPr lang="en-US" altLang="zh-TW" dirty="0">
                <a:latin typeface="Gill Sans MT" pitchFamily="34" charset="0"/>
              </a:rPr>
              <a:t>is </a:t>
            </a:r>
            <a:r>
              <a:rPr lang="en-US" altLang="zh-TW" dirty="0">
                <a:solidFill>
                  <a:srgbClr val="0070C0"/>
                </a:solidFill>
                <a:latin typeface="Gill Sans MT" pitchFamily="34" charset="0"/>
              </a:rPr>
              <a:t>IP address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ZapfDingbats" pitchFamily="82" charset="2"/>
              <a:buNone/>
              <a:defRPr/>
            </a:pPr>
            <a:r>
              <a:rPr lang="en-US" altLang="zh-TW" sz="2800" u="sng" kern="0" dirty="0">
                <a:solidFill>
                  <a:srgbClr val="CC0000"/>
                </a:solidFill>
                <a:latin typeface="Gill Sans MT" pitchFamily="34" charset="0"/>
              </a:rPr>
              <a:t>type=NS</a:t>
            </a:r>
            <a:endParaRPr lang="en-US" altLang="zh-TW" b="1" kern="0" dirty="0">
              <a:solidFill>
                <a:srgbClr val="000000"/>
              </a:solidFill>
              <a:latin typeface="Courier New" pitchFamily="49" charset="0"/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zh-TW" b="1" kern="0" dirty="0">
                <a:solidFill>
                  <a:srgbClr val="000000"/>
                </a:solidFill>
                <a:latin typeface="Courier New" pitchFamily="49" charset="0"/>
              </a:rPr>
              <a:t>name</a:t>
            </a:r>
            <a:r>
              <a:rPr lang="en-US" altLang="zh-TW" kern="0" dirty="0">
                <a:solidFill>
                  <a:srgbClr val="000000"/>
                </a:solidFill>
                <a:latin typeface="Gill Sans MT" pitchFamily="34" charset="0"/>
              </a:rPr>
              <a:t> is domain (e.g., foo.com)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zh-TW" b="1" kern="0" dirty="0">
                <a:solidFill>
                  <a:srgbClr val="000000"/>
                </a:solidFill>
                <a:latin typeface="Courier New" pitchFamily="49" charset="0"/>
              </a:rPr>
              <a:t>value</a:t>
            </a:r>
            <a:r>
              <a:rPr lang="en-US" altLang="zh-TW" kern="0" dirty="0">
                <a:solidFill>
                  <a:srgbClr val="000000"/>
                </a:solidFill>
                <a:latin typeface="Gill Sans MT" pitchFamily="34" charset="0"/>
              </a:rPr>
              <a:t> is </a:t>
            </a:r>
            <a:r>
              <a:rPr lang="en-US" altLang="zh-TW" kern="0" dirty="0">
                <a:solidFill>
                  <a:srgbClr val="0070C0"/>
                </a:solidFill>
                <a:latin typeface="Gill Sans MT" pitchFamily="34" charset="0"/>
              </a:rPr>
              <a:t>hostname of authoritative name server</a:t>
            </a:r>
            <a:r>
              <a:rPr lang="en-US" altLang="zh-TW" kern="0" dirty="0">
                <a:solidFill>
                  <a:srgbClr val="000000"/>
                </a:solidFill>
                <a:latin typeface="Gill Sans MT" pitchFamily="34" charset="0"/>
              </a:rPr>
              <a:t> for this domain (e.g., dns.foo.com)</a:t>
            </a:r>
          </a:p>
          <a:p>
            <a:pPr marL="742950" lvl="1" indent="-285750">
              <a:spcBef>
                <a:spcPct val="20000"/>
              </a:spcBef>
              <a:buClr>
                <a:srgbClr val="000099"/>
              </a:buClr>
              <a:buFont typeface="ZapfDingbats" pitchFamily="82" charset="2"/>
              <a:buNone/>
              <a:defRPr/>
            </a:pPr>
            <a:endParaRPr lang="en-US" altLang="zh-TW" dirty="0">
              <a:latin typeface="Gill Sans MT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/>
            </a:pPr>
            <a:endParaRPr lang="en-US" altLang="zh-TW" sz="2400" dirty="0">
              <a:latin typeface="Gill Sans MT" pitchFamily="34" charset="0"/>
            </a:endParaRPr>
          </a:p>
        </p:txBody>
      </p:sp>
      <p:pic>
        <p:nvPicPr>
          <p:cNvPr id="224265" name="Picture 16" descr="underline_base">
            <a:extLst>
              <a:ext uri="{FF2B5EF4-FFF2-40B4-BE49-F238E27FC236}">
                <a16:creationId xmlns:a16="http://schemas.microsoft.com/office/drawing/2014/main" id="{C3519CF2-9143-4CF1-94E2-CFF7F1F910F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881063"/>
            <a:ext cx="3198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4266" name="Picture 13">
            <a:extLst>
              <a:ext uri="{FF2B5EF4-FFF2-40B4-BE49-F238E27FC236}">
                <a16:creationId xmlns:a16="http://schemas.microsoft.com/office/drawing/2014/main" id="{A2D7DDCE-8097-4C3F-BED9-5EA6EF8EA95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89588" y="2581275"/>
            <a:ext cx="2828925" cy="3843338"/>
          </a:xfr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>
            <a:extLst>
              <a:ext uri="{FF2B5EF4-FFF2-40B4-BE49-F238E27FC236}">
                <a16:creationId xmlns:a16="http://schemas.microsoft.com/office/drawing/2014/main" id="{64D4ED54-5488-42CF-9ED0-7EAF49E42C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26307" name="Rectangle 8">
            <a:extLst>
              <a:ext uri="{FF2B5EF4-FFF2-40B4-BE49-F238E27FC236}">
                <a16:creationId xmlns:a16="http://schemas.microsoft.com/office/drawing/2014/main" id="{84178CFB-2FD4-44F6-B0AA-F56D5A5854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CEF12C9F-0BC5-46BC-83B5-F4196B8B1DD0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26308" name="Rectangle 2">
            <a:extLst>
              <a:ext uri="{FF2B5EF4-FFF2-40B4-BE49-F238E27FC236}">
                <a16:creationId xmlns:a16="http://schemas.microsoft.com/office/drawing/2014/main" id="{5770B890-7397-4B74-B659-9EF79F764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201613"/>
            <a:ext cx="7772400" cy="892175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DNS records (cont’d)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26309" name="Text Box 6">
            <a:extLst>
              <a:ext uri="{FF2B5EF4-FFF2-40B4-BE49-F238E27FC236}">
                <a16:creationId xmlns:a16="http://schemas.microsoft.com/office/drawing/2014/main" id="{FC9CBA0C-D14E-4B0E-AD87-A0A22CF94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1200150"/>
            <a:ext cx="5364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Arial" panose="020B0604020202020204" pitchFamily="34" charset="0"/>
              </a:rPr>
              <a:t>RR format:</a:t>
            </a:r>
            <a:r>
              <a:rPr lang="en-US" altLang="zh-TW" sz="2400">
                <a:latin typeface="Comic Sans MS" panose="030F0702030302020204" pitchFamily="66" charset="0"/>
              </a:rPr>
              <a:t> </a:t>
            </a:r>
            <a:r>
              <a:rPr lang="en-US" altLang="zh-TW" sz="1800" b="1">
                <a:latin typeface="Courier New" panose="02070309020205020404" pitchFamily="49" charset="0"/>
              </a:rPr>
              <a:t>(name, value, type, ttl)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226310" name="Rectangle 7">
            <a:extLst>
              <a:ext uri="{FF2B5EF4-FFF2-40B4-BE49-F238E27FC236}">
                <a16:creationId xmlns:a16="http://schemas.microsoft.com/office/drawing/2014/main" id="{58A47D10-587B-4B34-82A8-7024A7097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1187450"/>
            <a:ext cx="5267325" cy="571500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6311" name="Rectangle 9">
            <a:extLst>
              <a:ext uri="{FF2B5EF4-FFF2-40B4-BE49-F238E27FC236}">
                <a16:creationId xmlns:a16="http://schemas.microsoft.com/office/drawing/2014/main" id="{0E183581-BF49-47A0-AC82-EAF6B368E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2209800"/>
            <a:ext cx="7788275" cy="363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u="sng" dirty="0">
                <a:solidFill>
                  <a:srgbClr val="CC0000"/>
                </a:solidFill>
              </a:rPr>
              <a:t>type=CNAME</a:t>
            </a:r>
          </a:p>
          <a:p>
            <a:pPr lvl="1">
              <a:lnSpc>
                <a:spcPct val="100000"/>
              </a:lnSpc>
            </a:pPr>
            <a:r>
              <a:rPr lang="en-US" altLang="zh-TW" sz="2000" b="1" dirty="0">
                <a:latin typeface="Courier New" panose="02070309020205020404" pitchFamily="49" charset="0"/>
              </a:rPr>
              <a:t>name</a:t>
            </a:r>
            <a:r>
              <a:rPr lang="en-US" altLang="zh-TW" sz="2000" dirty="0">
                <a:latin typeface="Comic Sans MS" panose="030F0702030302020204" pitchFamily="66" charset="0"/>
              </a:rPr>
              <a:t> </a:t>
            </a:r>
            <a:r>
              <a:rPr lang="en-US" altLang="zh-TW" sz="2000" dirty="0"/>
              <a:t>is alias name</a:t>
            </a:r>
            <a:endParaRPr lang="en-US" altLang="ja-JP" sz="2000" dirty="0"/>
          </a:p>
          <a:p>
            <a:pPr lvl="1">
              <a:lnSpc>
                <a:spcPct val="100000"/>
              </a:lnSpc>
            </a:pPr>
            <a:r>
              <a:rPr lang="en-US" altLang="zh-TW" sz="2000" b="1" dirty="0">
                <a:latin typeface="Courier New" panose="02070309020205020404" pitchFamily="49" charset="0"/>
              </a:rPr>
              <a:t>value</a:t>
            </a:r>
            <a:r>
              <a:rPr lang="en-US" altLang="zh-TW" sz="2000" dirty="0">
                <a:latin typeface="Comic Sans MS" panose="030F0702030302020204" pitchFamily="66" charset="0"/>
              </a:rPr>
              <a:t> </a:t>
            </a:r>
            <a:r>
              <a:rPr lang="en-US" altLang="zh-TW" sz="2000" dirty="0"/>
              <a:t>is canonical </a:t>
            </a:r>
            <a:r>
              <a:rPr lang="en-US" altLang="ja-JP" sz="2000" dirty="0"/>
              <a:t>(the real) name</a:t>
            </a:r>
            <a:endParaRPr lang="en-US" altLang="zh-TW" sz="2000" dirty="0"/>
          </a:p>
          <a:p>
            <a:pPr lvl="1">
              <a:lnSpc>
                <a:spcPct val="100000"/>
              </a:lnSpc>
            </a:pPr>
            <a:r>
              <a:rPr lang="en-US" altLang="zh-TW" sz="2000" dirty="0"/>
              <a:t>E.g., (foo.com, relay1.bar.foo.com, CNAME, </a:t>
            </a:r>
            <a:r>
              <a:rPr lang="en-US" altLang="zh-TW" sz="2000" dirty="0" err="1"/>
              <a:t>ttl</a:t>
            </a:r>
            <a:r>
              <a:rPr lang="en-US" altLang="zh-TW" sz="2000" dirty="0"/>
              <a:t>) </a:t>
            </a:r>
          </a:p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u="sng" dirty="0">
                <a:solidFill>
                  <a:srgbClr val="CC0000"/>
                </a:solidFill>
              </a:rPr>
              <a:t>type=MX</a:t>
            </a:r>
            <a:endParaRPr lang="en-US" altLang="zh-TW" sz="2000" b="1" dirty="0">
              <a:latin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TW" sz="2000" b="1" dirty="0">
                <a:latin typeface="Courier New" panose="02070309020205020404" pitchFamily="49" charset="0"/>
              </a:rPr>
              <a:t>value</a:t>
            </a:r>
            <a:r>
              <a:rPr lang="en-US" altLang="zh-TW" sz="2000" dirty="0">
                <a:latin typeface="Comic Sans MS" panose="030F0702030302020204" pitchFamily="66" charset="0"/>
              </a:rPr>
              <a:t> </a:t>
            </a:r>
            <a:r>
              <a:rPr lang="en-US" altLang="zh-TW" sz="2000" dirty="0"/>
              <a:t>is name of mail server associated with</a:t>
            </a:r>
            <a:r>
              <a:rPr lang="en-US" altLang="zh-TW" sz="2000" dirty="0">
                <a:latin typeface="Comic Sans MS" panose="030F0702030302020204" pitchFamily="66" charset="0"/>
              </a:rPr>
              <a:t> </a:t>
            </a:r>
            <a:r>
              <a:rPr lang="en-US" altLang="zh-TW" sz="2000" b="1" dirty="0">
                <a:latin typeface="Courier New" panose="02070309020205020404" pitchFamily="49" charset="0"/>
              </a:rPr>
              <a:t>name</a:t>
            </a:r>
          </a:p>
          <a:p>
            <a:pPr lvl="1">
              <a:lnSpc>
                <a:spcPct val="100000"/>
              </a:lnSpc>
            </a:pPr>
            <a:r>
              <a:rPr lang="en-US" altLang="zh-TW" sz="2000" dirty="0"/>
              <a:t>E.g., (foo.com, mail.bar.foo.com, MX, </a:t>
            </a:r>
            <a:r>
              <a:rPr lang="en-US" altLang="zh-TW" sz="2000" dirty="0" err="1"/>
              <a:t>ttl</a:t>
            </a:r>
            <a:r>
              <a:rPr lang="en-US" altLang="zh-TW" sz="2000" dirty="0"/>
              <a:t>)</a:t>
            </a:r>
          </a:p>
          <a:p>
            <a:pPr lvl="1">
              <a:lnSpc>
                <a:spcPct val="100000"/>
              </a:lnSpc>
            </a:pPr>
            <a:endParaRPr lang="en-US" altLang="zh-TW" sz="2000" dirty="0"/>
          </a:p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endParaRPr lang="en-US" altLang="zh-TW" sz="2400" dirty="0"/>
          </a:p>
        </p:txBody>
      </p:sp>
      <p:pic>
        <p:nvPicPr>
          <p:cNvPr id="226312" name="Picture 16" descr="underline_base">
            <a:extLst>
              <a:ext uri="{FF2B5EF4-FFF2-40B4-BE49-F238E27FC236}">
                <a16:creationId xmlns:a16="http://schemas.microsoft.com/office/drawing/2014/main" id="{772284A9-BDED-4311-A16A-13717C1D570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881063"/>
            <a:ext cx="3198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3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lt"/>
          </a:defRPr>
        </a:defPPr>
      </a:lstStyle>
    </a:tx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400" dirty="0" smtClean="0">
            <a:latin typeface="Gill Sans MT" panose="020B0502020104020203" pitchFamily="34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16438</TotalTime>
  <Words>4004</Words>
  <Application>Microsoft Office PowerPoint</Application>
  <PresentationFormat>如螢幕大小 (4:3)</PresentationFormat>
  <Paragraphs>828</Paragraphs>
  <Slides>43</Slides>
  <Notes>43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43</vt:i4>
      </vt:variant>
    </vt:vector>
  </HeadingPairs>
  <TitlesOfParts>
    <vt:vector size="59" baseType="lpstr">
      <vt:lpstr>FangSong</vt:lpstr>
      <vt:lpstr>ＭＳ Ｐゴシック</vt:lpstr>
      <vt:lpstr>ZapfDingbats</vt:lpstr>
      <vt:lpstr>新細明體</vt:lpstr>
      <vt:lpstr>Arial</vt:lpstr>
      <vt:lpstr>Comic Sans MS</vt:lpstr>
      <vt:lpstr>Consolas</vt:lpstr>
      <vt:lpstr>Courier New</vt:lpstr>
      <vt:lpstr>Gill Sans MT</vt:lpstr>
      <vt:lpstr>Tahoma</vt:lpstr>
      <vt:lpstr>Times New Roman</vt:lpstr>
      <vt:lpstr>Wingdings</vt:lpstr>
      <vt:lpstr>Default Design</vt:lpstr>
      <vt:lpstr>13_Default Design</vt:lpstr>
      <vt:lpstr>1_Default Design</vt:lpstr>
      <vt:lpstr>24_Default Design</vt:lpstr>
      <vt:lpstr>HTTP connections</vt:lpstr>
      <vt:lpstr>Non-persistent HTTP</vt:lpstr>
      <vt:lpstr>Non-persistent HTTP (cont.)</vt:lpstr>
      <vt:lpstr>Non-persistent HTTP: response time</vt:lpstr>
      <vt:lpstr>Persistent HTTP: response time</vt:lpstr>
      <vt:lpstr>Non-Persistent &amp; Persistent HTTP</vt:lpstr>
      <vt:lpstr>Concurrent HTTP</vt:lpstr>
      <vt:lpstr>HTTP request message</vt:lpstr>
      <vt:lpstr>HTTP request message: general format</vt:lpstr>
      <vt:lpstr>User-server state: cookies</vt:lpstr>
      <vt:lpstr>Cookies (continued)</vt:lpstr>
      <vt:lpstr>Cookies: keeping “state” (cont.)</vt:lpstr>
      <vt:lpstr>User-server state: cookies</vt:lpstr>
      <vt:lpstr>Web caches (proxy server)</vt:lpstr>
      <vt:lpstr>More about Web caching</vt:lpstr>
      <vt:lpstr>Chapter 2: outline</vt:lpstr>
      <vt:lpstr>Electronic mail</vt:lpstr>
      <vt:lpstr>Electronic mail: mail servers</vt:lpstr>
      <vt:lpstr>Electronic Mail: SMTP [RFC 2821]</vt:lpstr>
      <vt:lpstr>Sample SMTP interaction</vt:lpstr>
      <vt:lpstr>Scenario: Alice sends message to Bob</vt:lpstr>
      <vt:lpstr>SMTP: final words</vt:lpstr>
      <vt:lpstr>Mail message format</vt:lpstr>
      <vt:lpstr>Mail access protocols</vt:lpstr>
      <vt:lpstr>POP3 protocol</vt:lpstr>
      <vt:lpstr>POP3 protocol</vt:lpstr>
      <vt:lpstr>POP3 protocol</vt:lpstr>
      <vt:lpstr>IMAP protocol</vt:lpstr>
      <vt:lpstr>Web-Based E-mail</vt:lpstr>
      <vt:lpstr>Chapter 2: outline</vt:lpstr>
      <vt:lpstr>DNS: domain name system</vt:lpstr>
      <vt:lpstr>DNS: services</vt:lpstr>
      <vt:lpstr>DNS structure</vt:lpstr>
      <vt:lpstr>DNS: a distributed, hierarchical database</vt:lpstr>
      <vt:lpstr>DNS: root name servers</vt:lpstr>
      <vt:lpstr>TLD, authoritative servers</vt:lpstr>
      <vt:lpstr>Local DNS name server</vt:lpstr>
      <vt:lpstr>DNS name  resolution example</vt:lpstr>
      <vt:lpstr>DNS name  resolution example</vt:lpstr>
      <vt:lpstr>PowerPoint 簡報</vt:lpstr>
      <vt:lpstr>DNS caching</vt:lpstr>
      <vt:lpstr>DNS records</vt:lpstr>
      <vt:lpstr>DNS records (cont’d)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2</dc:title>
  <dc:creator>Jim Kurose and Keith Ross</dc:creator>
  <cp:lastModifiedBy>Prof. CHEUNG Man Hon Michael</cp:lastModifiedBy>
  <cp:revision>599</cp:revision>
  <cp:lastPrinted>2011-09-19T12:20:55Z</cp:lastPrinted>
  <dcterms:created xsi:type="dcterms:W3CDTF">1999-10-08T19:08:27Z</dcterms:created>
  <dcterms:modified xsi:type="dcterms:W3CDTF">2026-09-12T09:12:41Z</dcterms:modified>
</cp:coreProperties>
</file>