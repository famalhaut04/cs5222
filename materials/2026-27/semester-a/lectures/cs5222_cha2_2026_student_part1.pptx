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726" r:id="rId2"/>
  </p:sldMasterIdLst>
  <p:notesMasterIdLst>
    <p:notesMasterId r:id="rId25"/>
  </p:notesMasterIdLst>
  <p:handoutMasterIdLst>
    <p:handoutMasterId r:id="rId26"/>
  </p:handoutMasterIdLst>
  <p:sldIdLst>
    <p:sldId id="500" r:id="rId3"/>
    <p:sldId id="402" r:id="rId4"/>
    <p:sldId id="379" r:id="rId5"/>
    <p:sldId id="450" r:id="rId6"/>
    <p:sldId id="380" r:id="rId7"/>
    <p:sldId id="381" r:id="rId8"/>
    <p:sldId id="382" r:id="rId9"/>
    <p:sldId id="291" r:id="rId10"/>
    <p:sldId id="327" r:id="rId11"/>
    <p:sldId id="540" r:id="rId12"/>
    <p:sldId id="577" r:id="rId13"/>
    <p:sldId id="326" r:id="rId14"/>
    <p:sldId id="260" r:id="rId15"/>
    <p:sldId id="579" r:id="rId16"/>
    <p:sldId id="262" r:id="rId17"/>
    <p:sldId id="277" r:id="rId18"/>
    <p:sldId id="505" r:id="rId19"/>
    <p:sldId id="452" r:id="rId20"/>
    <p:sldId id="329" r:id="rId21"/>
    <p:sldId id="263" r:id="rId22"/>
    <p:sldId id="264" r:id="rId23"/>
    <p:sldId id="523" r:id="rId2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00"/>
    <a:srgbClr val="000099"/>
    <a:srgbClr val="FFFF00"/>
    <a:srgbClr val="DDDDDD"/>
    <a:srgbClr val="FFCCFF"/>
    <a:srgbClr val="FF99C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70744" autoAdjust="0"/>
  </p:normalViewPr>
  <p:slideViewPr>
    <p:cSldViewPr snapToGrid="0">
      <p:cViewPr varScale="1">
        <p:scale>
          <a:sx n="67" d="100"/>
          <a:sy n="67" d="100"/>
        </p:scale>
        <p:origin x="191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93A49FEF-8C39-44F9-BE5C-DA5DD293EA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4CA9BD48-C151-48DC-B397-124F902EDF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7373CCBA-E246-4319-AD0F-19001D30F66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8D9B5F75-766C-49EC-818F-49E0F3CD0C1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5F3DBBC-4409-488B-BCF1-5B0F4C62B1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14DEAA-DB7B-48BE-B1B6-6C9043096C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252A18B-503E-41CC-A41E-0601901A4F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7900A4B6-9396-4AF9-A38E-EAD7E46D332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00324EA-A398-4C69-95CB-EACC50A016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EE32593-2C8B-421E-8AD8-DC1F59B807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2E491A6-FFC9-48DE-8C5C-FED9B9BF8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7F9EEE-A982-4800-A44C-C49151D4A29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投影片圖像版面配置區 1">
            <a:extLst>
              <a:ext uri="{FF2B5EF4-FFF2-40B4-BE49-F238E27FC236}">
                <a16:creationId xmlns:a16="http://schemas.microsoft.com/office/drawing/2014/main" id="{A3E4163E-828C-4BFA-B5D8-2D2C92637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備忘稿版面配置區 2">
            <a:extLst>
              <a:ext uri="{FF2B5EF4-FFF2-40B4-BE49-F238E27FC236}">
                <a16:creationId xmlns:a16="http://schemas.microsoft.com/office/drawing/2014/main" id="{AEA4D46A-49E3-408B-9745-892301FCF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91140" name="投影片編號版面配置區 3">
            <a:extLst>
              <a:ext uri="{FF2B5EF4-FFF2-40B4-BE49-F238E27FC236}">
                <a16:creationId xmlns:a16="http://schemas.microsoft.com/office/drawing/2014/main" id="{CB2A129A-334C-406C-A4CE-700A27400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C510EF-F8A2-4AB7-9A90-E90940A15412}" type="slidenum">
              <a:rPr lang="en-US" altLang="zh-TW" sz="1300" smtClean="0">
                <a:latin typeface="Times New Roman" panose="02020603050405020304" pitchFamily="18" charset="0"/>
              </a:rPr>
              <a:pPr/>
              <a:t>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>
            <a:extLst>
              <a:ext uri="{FF2B5EF4-FFF2-40B4-BE49-F238E27FC236}">
                <a16:creationId xmlns:a16="http://schemas.microsoft.com/office/drawing/2014/main" id="{3704E4F0-771E-428F-8C75-DB0FB09A49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>
            <a:extLst>
              <a:ext uri="{FF2B5EF4-FFF2-40B4-BE49-F238E27FC236}">
                <a16:creationId xmlns:a16="http://schemas.microsoft.com/office/drawing/2014/main" id="{0632F300-651D-43E8-9B3D-384BD7EBA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95236" name="Slide Number Placeholder 3">
            <a:extLst>
              <a:ext uri="{FF2B5EF4-FFF2-40B4-BE49-F238E27FC236}">
                <a16:creationId xmlns:a16="http://schemas.microsoft.com/office/drawing/2014/main" id="{B5A75068-25BF-4A39-B98D-01156B64D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3E266F9-6F87-43DC-B963-143304AE4F06}" type="slidenum">
              <a:rPr lang="en-US" altLang="zh-TW" sz="1300" smtClean="0">
                <a:latin typeface="Times New Roman" panose="02020603050405020304" pitchFamily="18" charset="0"/>
              </a:rPr>
              <a:pPr/>
              <a:t>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23AAB921-99F8-4856-B0CC-C4A57889B6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581F623D-55F0-4018-BF55-E78BCD462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6ABAA7F6-C226-4A11-8D71-FC14F8A10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5C8AD57-F40D-4097-BECD-118594C7AB15}" type="slidenum">
              <a:rPr lang="en-US" altLang="zh-TW" sz="1300" smtClean="0">
                <a:latin typeface="Times New Roman" panose="02020603050405020304" pitchFamily="18" charset="0"/>
              </a:rPr>
              <a:pPr/>
              <a:t>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>
            <a:extLst>
              <a:ext uri="{FF2B5EF4-FFF2-40B4-BE49-F238E27FC236}">
                <a16:creationId xmlns:a16="http://schemas.microsoft.com/office/drawing/2014/main" id="{F3D04E5F-71F2-431D-824B-BED6E0B1F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>
            <a:extLst>
              <a:ext uri="{FF2B5EF4-FFF2-40B4-BE49-F238E27FC236}">
                <a16:creationId xmlns:a16="http://schemas.microsoft.com/office/drawing/2014/main" id="{844AD165-118C-43DE-8586-D949E5F0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99332" name="Slide Number Placeholder 3">
            <a:extLst>
              <a:ext uri="{FF2B5EF4-FFF2-40B4-BE49-F238E27FC236}">
                <a16:creationId xmlns:a16="http://schemas.microsoft.com/office/drawing/2014/main" id="{FA5CF590-0ABA-43E0-981C-175C18EA4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DF866E8-4FAA-49C9-A44B-3318E2527CAF}" type="slidenum">
              <a:rPr lang="en-US" altLang="zh-TW" sz="1300" smtClean="0">
                <a:latin typeface="Times New Roman" panose="02020603050405020304" pitchFamily="18" charset="0"/>
              </a:rPr>
              <a:pPr/>
              <a:t>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>
            <a:extLst>
              <a:ext uri="{FF2B5EF4-FFF2-40B4-BE49-F238E27FC236}">
                <a16:creationId xmlns:a16="http://schemas.microsoft.com/office/drawing/2014/main" id="{9183FACA-521C-4420-BDBA-E916C68F8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>
            <a:extLst>
              <a:ext uri="{FF2B5EF4-FFF2-40B4-BE49-F238E27FC236}">
                <a16:creationId xmlns:a16="http://schemas.microsoft.com/office/drawing/2014/main" id="{04389297-1AA8-4FB9-ACC2-21ABF03F9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  <p:sp>
        <p:nvSpPr>
          <p:cNvPr id="101380" name="Slide Number Placeholder 3">
            <a:extLst>
              <a:ext uri="{FF2B5EF4-FFF2-40B4-BE49-F238E27FC236}">
                <a16:creationId xmlns:a16="http://schemas.microsoft.com/office/drawing/2014/main" id="{6E14E79D-F137-47C8-B3C5-785353AC8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2BD873-423D-4E3E-8820-B1DE4211E2BF}" type="slidenum">
              <a:rPr lang="en-US" altLang="zh-TW" sz="1300" smtClean="0">
                <a:latin typeface="Times New Roman" panose="02020603050405020304" pitchFamily="18" charset="0"/>
              </a:rPr>
              <a:pPr/>
              <a:t>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>
            <a:extLst>
              <a:ext uri="{FF2B5EF4-FFF2-40B4-BE49-F238E27FC236}">
                <a16:creationId xmlns:a16="http://schemas.microsoft.com/office/drawing/2014/main" id="{0075F99B-AC50-4C91-BC83-8F71BF3FA6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>
            <a:extLst>
              <a:ext uri="{FF2B5EF4-FFF2-40B4-BE49-F238E27FC236}">
                <a16:creationId xmlns:a16="http://schemas.microsoft.com/office/drawing/2014/main" id="{B792526F-3ABD-46A7-8109-AC14E7B7E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  <p:sp>
        <p:nvSpPr>
          <p:cNvPr id="103428" name="Slide Number Placeholder 3">
            <a:extLst>
              <a:ext uri="{FF2B5EF4-FFF2-40B4-BE49-F238E27FC236}">
                <a16:creationId xmlns:a16="http://schemas.microsoft.com/office/drawing/2014/main" id="{5EE79336-B09A-4A8B-A9AB-3319A403C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B1D5997-2538-411F-A17E-452A610EB4A3}" type="slidenum">
              <a:rPr lang="en-US" altLang="zh-TW" sz="1300" smtClean="0">
                <a:latin typeface="Times New Roman" panose="02020603050405020304" pitchFamily="18" charset="0"/>
              </a:rPr>
              <a:pPr/>
              <a:t>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>
            <a:extLst>
              <a:ext uri="{FF2B5EF4-FFF2-40B4-BE49-F238E27FC236}">
                <a16:creationId xmlns:a16="http://schemas.microsoft.com/office/drawing/2014/main" id="{E62AC99D-5CBC-473E-A938-74BCFBF6B8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Notes Placeholder 2">
            <a:extLst>
              <a:ext uri="{FF2B5EF4-FFF2-40B4-BE49-F238E27FC236}">
                <a16:creationId xmlns:a16="http://schemas.microsoft.com/office/drawing/2014/main" id="{48AC3AE2-C49C-4A15-881E-BF3FACB0C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zh-TW" altLang="zh-TW" dirty="0"/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2A56034C-55D2-41FA-A7BB-5475B9E3F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D153B6-32AC-4796-8C1D-669F8E917C27}" type="slidenum">
              <a:rPr lang="en-US" altLang="zh-TW" sz="1300" smtClean="0">
                <a:latin typeface="Times New Roman" panose="02020603050405020304" pitchFamily="18" charset="0"/>
              </a:rPr>
              <a:pPr/>
              <a:t>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>
            <a:extLst>
              <a:ext uri="{FF2B5EF4-FFF2-40B4-BE49-F238E27FC236}">
                <a16:creationId xmlns:a16="http://schemas.microsoft.com/office/drawing/2014/main" id="{65EB6B58-A0A7-40AE-A74B-130640F97B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>
            <a:extLst>
              <a:ext uri="{FF2B5EF4-FFF2-40B4-BE49-F238E27FC236}">
                <a16:creationId xmlns:a16="http://schemas.microsoft.com/office/drawing/2014/main" id="{238471DF-260F-4C24-BCA4-FB9F1CE31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  <p:sp>
        <p:nvSpPr>
          <p:cNvPr id="107524" name="Slide Number Placeholder 3">
            <a:extLst>
              <a:ext uri="{FF2B5EF4-FFF2-40B4-BE49-F238E27FC236}">
                <a16:creationId xmlns:a16="http://schemas.microsoft.com/office/drawing/2014/main" id="{A3C6EA43-E227-4A43-B829-C7F2EB159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A4C316-FF08-4594-B70D-BB6D76D03618}" type="slidenum">
              <a:rPr lang="en-US" altLang="zh-TW" sz="1300" smtClean="0">
                <a:latin typeface="Times New Roman" panose="02020603050405020304" pitchFamily="18" charset="0"/>
              </a:rPr>
              <a:pPr/>
              <a:t>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>
            <a:extLst>
              <a:ext uri="{FF2B5EF4-FFF2-40B4-BE49-F238E27FC236}">
                <a16:creationId xmlns:a16="http://schemas.microsoft.com/office/drawing/2014/main" id="{28617145-8B83-4E69-9149-4DB1C7D23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>
            <a:extLst>
              <a:ext uri="{FF2B5EF4-FFF2-40B4-BE49-F238E27FC236}">
                <a16:creationId xmlns:a16="http://schemas.microsoft.com/office/drawing/2014/main" id="{6033ABBF-C927-4932-B4BE-D7320104C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C1B3CBE8-91C1-41F5-94EA-C8CF6CFD9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08A7D83-C4B8-4AF8-BD0E-96EE100B362D}" type="slidenum">
              <a:rPr lang="en-US" altLang="zh-TW" sz="1300" smtClean="0">
                <a:latin typeface="Times New Roman" panose="02020603050405020304" pitchFamily="18" charset="0"/>
              </a:rPr>
              <a:pPr/>
              <a:t>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6923FCD6-3351-4822-A46A-EB484F78F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CB502D4A-5504-4509-B34E-EDC7BF5E0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1DD4CD3C-14C4-4CA4-A4B1-EA89A537E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F425778-7F22-490F-BD59-2DE7AD5DAB4B}" type="slidenum">
              <a:rPr lang="en-US" altLang="en-US" sz="130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>
            <a:extLst>
              <a:ext uri="{FF2B5EF4-FFF2-40B4-BE49-F238E27FC236}">
                <a16:creationId xmlns:a16="http://schemas.microsoft.com/office/drawing/2014/main" id="{056020C6-75B7-4DD4-A400-65D195F281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>
            <a:extLst>
              <a:ext uri="{FF2B5EF4-FFF2-40B4-BE49-F238E27FC236}">
                <a16:creationId xmlns:a16="http://schemas.microsoft.com/office/drawing/2014/main" id="{F98DEA91-01E2-4F19-974F-BF52F6CEF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15716" name="Slide Number Placeholder 3">
            <a:extLst>
              <a:ext uri="{FF2B5EF4-FFF2-40B4-BE49-F238E27FC236}">
                <a16:creationId xmlns:a16="http://schemas.microsoft.com/office/drawing/2014/main" id="{7DB961E4-ED7C-46C1-90AC-1A794332C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9A056C2-3504-4937-A92C-AFE0C135BD78}" type="slidenum">
              <a:rPr lang="en-US" altLang="zh-TW" sz="1300" smtClean="0">
                <a:latin typeface="Times New Roman" panose="02020603050405020304" pitchFamily="18" charset="0"/>
              </a:rPr>
              <a:pPr/>
              <a:t>11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894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>
            <a:extLst>
              <a:ext uri="{FF2B5EF4-FFF2-40B4-BE49-F238E27FC236}">
                <a16:creationId xmlns:a16="http://schemas.microsoft.com/office/drawing/2014/main" id="{056020C6-75B7-4DD4-A400-65D195F281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>
            <a:extLst>
              <a:ext uri="{FF2B5EF4-FFF2-40B4-BE49-F238E27FC236}">
                <a16:creationId xmlns:a16="http://schemas.microsoft.com/office/drawing/2014/main" id="{F98DEA91-01E2-4F19-974F-BF52F6CEF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15716" name="Slide Number Placeholder 3">
            <a:extLst>
              <a:ext uri="{FF2B5EF4-FFF2-40B4-BE49-F238E27FC236}">
                <a16:creationId xmlns:a16="http://schemas.microsoft.com/office/drawing/2014/main" id="{7DB961E4-ED7C-46C1-90AC-1A794332C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9A056C2-3504-4937-A92C-AFE0C135BD78}" type="slidenum">
              <a:rPr lang="en-US" altLang="zh-TW" sz="1300" smtClean="0">
                <a:latin typeface="Times New Roman" panose="02020603050405020304" pitchFamily="18" charset="0"/>
              </a:rPr>
              <a:pPr/>
              <a:t>12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>
            <a:extLst>
              <a:ext uri="{FF2B5EF4-FFF2-40B4-BE49-F238E27FC236}">
                <a16:creationId xmlns:a16="http://schemas.microsoft.com/office/drawing/2014/main" id="{22AB4ABA-5563-4562-A24C-B3AA29F93F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>
            <a:extLst>
              <a:ext uri="{FF2B5EF4-FFF2-40B4-BE49-F238E27FC236}">
                <a16:creationId xmlns:a16="http://schemas.microsoft.com/office/drawing/2014/main" id="{06660B9A-D04A-45C6-A828-D9F41063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17764" name="Slide Number Placeholder 3">
            <a:extLst>
              <a:ext uri="{FF2B5EF4-FFF2-40B4-BE49-F238E27FC236}">
                <a16:creationId xmlns:a16="http://schemas.microsoft.com/office/drawing/2014/main" id="{F1381B0A-CF2F-4D4A-8F95-5EDF22A4C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D158B2F-FAD0-48E4-899C-177A1F069B50}" type="slidenum">
              <a:rPr lang="en-US" altLang="zh-TW" sz="1300" smtClean="0">
                <a:latin typeface="Times New Roman" panose="02020603050405020304" pitchFamily="18" charset="0"/>
              </a:rPr>
              <a:pPr/>
              <a:t>13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>
            <a:extLst>
              <a:ext uri="{FF2B5EF4-FFF2-40B4-BE49-F238E27FC236}">
                <a16:creationId xmlns:a16="http://schemas.microsoft.com/office/drawing/2014/main" id="{5D948041-8841-462A-8667-EDBD6ED1B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>
            <a:extLst>
              <a:ext uri="{FF2B5EF4-FFF2-40B4-BE49-F238E27FC236}">
                <a16:creationId xmlns:a16="http://schemas.microsoft.com/office/drawing/2014/main" id="{E8FB6A07-5071-4636-96D2-6842B2C18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TW" altLang="zh-TW" dirty="0"/>
          </a:p>
        </p:txBody>
      </p:sp>
      <p:sp>
        <p:nvSpPr>
          <p:cNvPr id="119812" name="Slide Number Placeholder 3">
            <a:extLst>
              <a:ext uri="{FF2B5EF4-FFF2-40B4-BE49-F238E27FC236}">
                <a16:creationId xmlns:a16="http://schemas.microsoft.com/office/drawing/2014/main" id="{98A40315-A3D6-4FDB-BDF3-9FDFD8149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73CADCF-7026-4E27-8E3A-6F238A633375}" type="slidenum">
              <a:rPr lang="en-US" altLang="zh-TW" sz="1300" smtClean="0">
                <a:latin typeface="Times New Roman" panose="02020603050405020304" pitchFamily="18" charset="0"/>
              </a:rPr>
              <a:pPr/>
              <a:t>14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750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>
            <a:extLst>
              <a:ext uri="{FF2B5EF4-FFF2-40B4-BE49-F238E27FC236}">
                <a16:creationId xmlns:a16="http://schemas.microsoft.com/office/drawing/2014/main" id="{6D85187C-492C-48E7-B4FB-8B0F569562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>
            <a:extLst>
              <a:ext uri="{FF2B5EF4-FFF2-40B4-BE49-F238E27FC236}">
                <a16:creationId xmlns:a16="http://schemas.microsoft.com/office/drawing/2014/main" id="{2ADC28D6-2C27-40AC-904A-8A3AC7D2D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21860" name="Slide Number Placeholder 3">
            <a:extLst>
              <a:ext uri="{FF2B5EF4-FFF2-40B4-BE49-F238E27FC236}">
                <a16:creationId xmlns:a16="http://schemas.microsoft.com/office/drawing/2014/main" id="{5E3F8F3D-32B7-4A6C-940E-A13400797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332C70-0641-465D-9FB8-013D68270448}" type="slidenum">
              <a:rPr lang="en-US" altLang="zh-TW" sz="1300" smtClean="0">
                <a:latin typeface="Times New Roman" panose="02020603050405020304" pitchFamily="18" charset="0"/>
              </a:rPr>
              <a:pPr/>
              <a:t>15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>
            <a:extLst>
              <a:ext uri="{FF2B5EF4-FFF2-40B4-BE49-F238E27FC236}">
                <a16:creationId xmlns:a16="http://schemas.microsoft.com/office/drawing/2014/main" id="{71C80FEF-5A29-4F26-93DC-A17D2BD280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>
            <a:extLst>
              <a:ext uri="{FF2B5EF4-FFF2-40B4-BE49-F238E27FC236}">
                <a16:creationId xmlns:a16="http://schemas.microsoft.com/office/drawing/2014/main" id="{9C25D0A8-8668-4B20-8A76-6CD1D5F29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0AB64513-05FD-460A-A803-47A857347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4403735-65B2-4E78-B0EB-FA1479CBABB3}" type="slidenum">
              <a:rPr lang="en-US" altLang="zh-TW" sz="1300" smtClean="0">
                <a:latin typeface="Times New Roman" panose="02020603050405020304" pitchFamily="18" charset="0"/>
              </a:rPr>
              <a:pPr/>
              <a:t>16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8153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367C7B0C-E92A-4D58-9C02-60B10AC7F2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D8D85B3E-9204-4B01-BA41-3BBBE0742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D3D4C340-CA72-4F69-B8A3-5C1486A7F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8DD769-B794-455B-BBC7-64C1CC34C543}" type="slidenum">
              <a:rPr lang="en-US" altLang="zh-TW" sz="1300" smtClean="0">
                <a:latin typeface="Times New Roman" panose="02020603050405020304" pitchFamily="18" charset="0"/>
              </a:rPr>
              <a:pPr/>
              <a:t>18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F4303338-9F84-475E-83EB-4ADDBC0498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D14001F5-9284-47A4-9A70-48454A2F4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8CF46F95-2C28-4CCD-9143-55E91D680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45AE5A9-E4DB-431B-BD31-3B26E5121D3D}" type="slidenum">
              <a:rPr lang="en-US" altLang="zh-TW" sz="1300" smtClean="0">
                <a:latin typeface="Times New Roman" panose="02020603050405020304" pitchFamily="18" charset="0"/>
              </a:rPr>
              <a:pPr/>
              <a:t>19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E02EDBCA-D993-4C84-9979-3E82FA0338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Notes Placeholder 2">
            <a:extLst>
              <a:ext uri="{FF2B5EF4-FFF2-40B4-BE49-F238E27FC236}">
                <a16:creationId xmlns:a16="http://schemas.microsoft.com/office/drawing/2014/main" id="{53A9AC57-F4E6-44EC-A2F6-7BD3E5233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TW" altLang="zh-TW" dirty="0"/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E0AEBBD7-3BA9-46BE-951B-2AC40AF44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1353E7E-9ACD-43BC-9300-2B52662CA15D}" type="slidenum">
              <a:rPr lang="en-US" altLang="zh-TW" sz="1300" smtClean="0">
                <a:latin typeface="Times New Roman" panose="02020603050405020304" pitchFamily="18" charset="0"/>
              </a:rPr>
              <a:pPr/>
              <a:t>20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D71917CA-86C3-4C01-A71E-14413F7C17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AE895616-D0E0-49FB-B90B-DEC00CC76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Tx/>
              <a:buNone/>
            </a:pPr>
            <a:endParaRPr lang="zh-TW" altLang="zh-TW" dirty="0"/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AA21B95A-5025-4D0E-AF12-CF9D3AA88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28ED01-A59A-40ED-BF56-1972C07AA231}" type="slidenum">
              <a:rPr lang="en-US" altLang="zh-TW" sz="1300" smtClean="0">
                <a:latin typeface="Times New Roman" panose="02020603050405020304" pitchFamily="18" charset="0"/>
              </a:rPr>
              <a:pPr/>
              <a:t>21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>
            <a:extLst>
              <a:ext uri="{FF2B5EF4-FFF2-40B4-BE49-F238E27FC236}">
                <a16:creationId xmlns:a16="http://schemas.microsoft.com/office/drawing/2014/main" id="{5CEBCF68-0F35-4A5E-B90F-225D3C910B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>
            <a:extLst>
              <a:ext uri="{FF2B5EF4-FFF2-40B4-BE49-F238E27FC236}">
                <a16:creationId xmlns:a16="http://schemas.microsoft.com/office/drawing/2014/main" id="{89CE4561-B5B1-41CA-810D-769DA4EF8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endParaRPr lang="zh-TW" altLang="zh-TW" dirty="0"/>
          </a:p>
        </p:txBody>
      </p:sp>
      <p:sp>
        <p:nvSpPr>
          <p:cNvPr id="135172" name="Slide Number Placeholder 3">
            <a:extLst>
              <a:ext uri="{FF2B5EF4-FFF2-40B4-BE49-F238E27FC236}">
                <a16:creationId xmlns:a16="http://schemas.microsoft.com/office/drawing/2014/main" id="{BB7671F9-0028-4D5F-9F02-586814F30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50E8A6-524F-4D1F-BF8E-9CE8F2EC88C2}" type="slidenum">
              <a:rPr lang="en-US" altLang="zh-TW" sz="1300" smtClean="0">
                <a:latin typeface="Times New Roman" panose="02020603050405020304" pitchFamily="18" charset="0"/>
              </a:rPr>
              <a:pPr/>
              <a:t>22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BB6432-F67E-4A4A-AE8C-7F5D61E89B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5E083-4BF6-4D99-9656-A3818509F9C2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16F1812-22A9-4482-8CBA-7A7CBF74DD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3D4AB58-CA9F-47F4-82DE-3FA5CA12AC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45849843-3012-426C-81FA-47BA024AAA0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391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F65CFD-C423-4D84-9C5D-1F1944246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C8DAD-883E-4685-A2BB-95CBC0BE33E0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D13567B-B52B-43AC-95D4-59D59B9B9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9098C40-35A3-4F6A-870C-64628F8300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39881FB-69E4-4A5F-8C0E-C886663FC7C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479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06872E-DEB6-495A-AB8B-DED7D21B9E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BD12F-782B-4300-9E94-AA8B8CE0C9AC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A278241-9B65-4EF5-B09B-D5F92F6B38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590C68C-CB9C-40E3-BD1E-11EA8F5EF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01E185D-1907-4678-8F02-553502593C1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041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73BDD-8E6C-43F8-BB73-803041453E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49717-4805-4935-8926-BE01962DC93A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916E819-0B7B-4EC6-B347-C12093987C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E8D7626-2EBF-4028-9D5A-47B7036350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425D1CB-B341-4A37-BBB4-2C3CAD78088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929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6C6F97-A7CC-43E7-87BC-75C9F271E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C9DB5-5C02-4971-9A0C-CDDB6FB12D83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88D58-FB46-4E6E-8DE2-3FD887F604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2AD835-CFCE-43C2-8210-4A9D1BDC57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C25912AC-7D96-408D-BBFD-7816A20122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241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13C76C-CEB2-4628-9A85-65F524409D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A8A03-A0FA-4877-BBAE-635D2FA6D8C6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C78F129-71B7-4B6E-ABFE-5475D83140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B29FB4B-AA6C-490F-B538-27795A15C0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9DEDBA1D-8525-4455-A958-E2192592515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5898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B469F6-AE7C-4A2C-AD29-EE08DA9AE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61783-63DA-4ED2-90E1-B1972D3340DA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C043C54-BC19-46E2-8AC6-9CBD317BC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8129A9B-C3B4-47AD-B25E-4708F617C6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95F67EC-52F2-4710-A28B-5C439A6BC57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202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9EA47-224D-4B08-8084-EDF6A553A9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B5B1B-366F-4F23-8953-048BC0315B74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6CE119A-E18B-4D8C-BAC0-78990F1772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0E0F13A-D832-4C80-A00A-C22161B95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369F655-33B3-4180-9B55-DE74E58E808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959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327418-CF07-4D25-825C-10611CFDD1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0E855-48F8-4A6F-B6BE-2CFEFCE4E9A0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E856016-EC20-40F4-99C5-399F90788D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6402987-9617-4FC9-88C6-11985ABB7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90B4600-94B7-4250-B9D3-A58EFC3B738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276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41E1F5-884A-4F54-8293-2A32D72005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E36B3-6B29-4E57-AE2C-216D32FC061F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4E5F3F-BF20-47AE-B7D1-92B2B7946D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5B7A20-B016-4777-8587-DCE5F1297A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C1BB9FC-D721-44C4-8FF3-39D1B30F3D2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003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58F953-6030-4BAE-91EB-3AA6C44C2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8E837-56EE-4BCD-BBB3-7EBEDC4D43C5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51DFB0-3646-47E7-B340-03279790BA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7590165-631A-4316-9FB3-3679095B4C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DB91E77-7A3B-4248-B047-FE5AE80021C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2816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823CE5-698B-485E-A267-7CBA3C73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B3877-74DC-4997-92FF-E3A498FCA91F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04B3099-AAC7-4DFA-A8D8-AC2E15EDBF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B53790-3529-4549-B1F6-D55EE8DB6F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7895DB4C-724D-4BFD-AC52-263DE5466AF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050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3CCC3-EB2B-49DC-BAF0-9C22B502CA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BE303-CD1E-457E-91D7-EB4DAC86CB84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D8F9715-501C-4B6C-97C4-BC7E3A58C1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82C3CEF-30C0-45E4-9D36-7C44DF13F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B890F50-4F22-4902-93EE-93955A9372F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2742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A1956-BB94-4464-999C-ACBAB28A44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7C203-7D24-4244-BE5A-D2949C51BFA8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85F2BA4-B81C-41AA-AC4A-E2183EA46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A0D3C95-565C-493B-9D7B-99DDE0FB65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3F0F668-A75F-427D-8C08-46C2533D9A7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354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DAE4A-09FE-4978-92EE-430955522D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4F935-DA51-4445-A677-9C83DF400D84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D288150-F3E1-4B70-BDF6-5D6D5E843F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F4033D0-6689-4921-A720-9761C188B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1F01A66-C280-492B-AA20-B9BC8F0C0B6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3913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05D809-7890-4B7C-830C-5FA140737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D44E33DB-307D-4E79-B534-2F37B8C0CA6C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320AAD-5052-4C36-B978-BE92FBF3CE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173283-3363-4BD3-AE04-9B5A2DFDD0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99FEE813-444F-4EF4-968F-2A53ACE2F8E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9906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A42B94-1727-4D68-99BB-3BADDFBB04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B6E20E2B-1109-457A-8927-7681630C2CD8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87F0E3-E351-4C6B-9A0A-C936583E3B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4109C6-23A9-4484-9AA5-455624D903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55F1ABA-587A-452C-9B02-BEE813DF286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815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2D5F10-588A-48B4-8BE8-03DAD09A1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62B9B061-51AB-4634-AC4B-9B918C69DA3B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FCECB6-3BF8-4669-A092-BD562A3847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23ED92-98BE-44D4-BFFF-904D1C699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99D23549-F488-4321-B034-F46E4CA0189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6747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75E94-7704-4FE4-BF3C-7AA1AA29B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5A8D7BAB-C3B9-467D-BEA5-A310A664CDEA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C12EB-71B8-4E74-8C76-6310139FB4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8D21B-222E-402E-8616-BD05B5CE75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0F998F12-D2A1-4564-86B6-325C1A0FC7A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88945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5965FDC-0B59-437F-B25A-EA483E102C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9024C917-0A95-45FA-A686-85C9A47B8ED2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A453DB0-F4E2-4F3A-86BD-5231D0A44F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99EA609-BBE2-40BA-91E2-003A47CFC3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F176928F-C2AD-4052-9B34-19C0F9E6AD6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731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4CFCBE1-2E1B-4E67-9463-8AF80461C5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98CBC574-CA71-4900-9F58-EF5E9DB975BE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9C9F97-83E7-4BF6-A717-497764861E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76875F-3172-46F2-B8FE-C896C75A3F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6A50AC3-E3EE-4C2F-B8FB-2CED01ACE41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4255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9DADEA-7859-45FE-94A2-81B42067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5E107996-6C6F-45C9-97DA-242AD62E5043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85F4C-4420-4AE7-95B5-D3A987FB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685F1-67EA-4516-AC60-252EDB19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93A8D766-95CE-4734-8751-A2B52E7C509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263208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FD3BB-4073-4DDF-9C01-FA8DF7FF0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086B94D6-5FD6-4F5A-948E-068C2B961203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446CE-CB99-4AD5-83A6-7154B7EA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129B8-A4A6-4479-AAB4-720B39A7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7C7720F9-2D3A-4CAD-8795-957D4F3F121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44456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C02B0-E692-4881-B263-FA2AF8E166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162B4491-5C4E-441F-9FEF-4E3654050ADC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361BC-77D2-4329-92F0-3968F4050F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768A3-D2E6-4155-B8AD-CAA4E105FF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08AB2FA-7865-4D2A-9DE3-2BEA2061331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7388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D2CBB-D04B-4608-A156-F86A5920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644D28A8-5E02-4BF8-95D9-7CD4112EE271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6A776-6AEA-4FD2-93D7-D35C4AD0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E6E02-AAF3-49F0-A17F-BA49637D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3529C2E3-61EB-4CF7-9525-1A84106A6C3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5930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34460-EA17-497E-B404-55B61095C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4147AF93-FE86-45B9-9A65-BC80560D6C77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B6A85-023C-4434-BCC6-72448C769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56CF8-7598-496B-BE33-05C332E7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1-</a:t>
            </a:r>
            <a:fld id="{0EB78579-F87E-4D94-9907-9046BDAAA49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07038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270B9F-3270-436F-8312-10F8D808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fld id="{4EE0D1BC-DBD6-4022-A5E2-F3B365073027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325C7A-E4DE-4072-BDFB-550CA84F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6AFE45-F1E5-452A-9D9A-A36E6369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1</a:t>
            </a:r>
            <a:fld id="{9010AA31-E8A4-4A76-B971-4B1D156A2D7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5828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5B8BFB-EE37-46A0-A2A7-6080DB32E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B30A12-05FE-478E-B260-35A195BFA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46A211-DD95-4F19-A1D7-292160DAB8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467E6BE6-1B69-47C6-9177-545AB647BE76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6FF294D9-D6E7-48E0-8F53-5DA0317C2D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5E20F0DB-E2D5-4BE5-80DD-92B3A0E1F9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5C731456-67E0-4891-971C-7F990BCE2EE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28" r:id="rId1"/>
    <p:sldLayoutId id="2147487629" r:id="rId2"/>
    <p:sldLayoutId id="2147487630" r:id="rId3"/>
    <p:sldLayoutId id="2147487631" r:id="rId4"/>
    <p:sldLayoutId id="2147487632" r:id="rId5"/>
    <p:sldLayoutId id="2147487633" r:id="rId6"/>
    <p:sldLayoutId id="2147487634" r:id="rId7"/>
    <p:sldLayoutId id="2147487635" r:id="rId8"/>
    <p:sldLayoutId id="2147487636" r:id="rId9"/>
    <p:sldLayoutId id="2147487637" r:id="rId10"/>
    <p:sldLayoutId id="2147487638" r:id="rId11"/>
    <p:sldLayoutId id="2147487639" r:id="rId12"/>
    <p:sldLayoutId id="2147487640" r:id="rId13"/>
    <p:sldLayoutId id="2147487641" r:id="rId14"/>
    <p:sldLayoutId id="2147487642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2621063-C397-46A9-B28F-E857B9C66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94165CC-2449-4A0E-855C-05C2D510A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1DFB5B-23E0-49C6-BAFF-47D77B5764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B184C148-796D-4456-859E-125E808FD8DB}" type="datetime1">
              <a:rPr lang="en-US" altLang="zh-TW"/>
              <a:pPr>
                <a:defRPr/>
              </a:pPr>
              <a:t>9/5/2026</a:t>
            </a:fld>
            <a:endParaRPr lang="en-US" altLang="zh-TW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A44160D0-276E-40C0-8C8F-16A494BA64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13D2B8FD-63D1-483F-9E98-586BFDE334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CC08E09B-6202-41A0-BD24-33046E5867F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58" r:id="rId1"/>
    <p:sldLayoutId id="2147487659" r:id="rId2"/>
    <p:sldLayoutId id="2147487660" r:id="rId3"/>
    <p:sldLayoutId id="2147487661" r:id="rId4"/>
    <p:sldLayoutId id="2147487662" r:id="rId5"/>
    <p:sldLayoutId id="2147487663" r:id="rId6"/>
    <p:sldLayoutId id="2147487664" r:id="rId7"/>
    <p:sldLayoutId id="2147487665" r:id="rId8"/>
    <p:sldLayoutId id="2147487666" r:id="rId9"/>
    <p:sldLayoutId id="2147487667" r:id="rId10"/>
    <p:sldLayoutId id="2147487668" r:id="rId11"/>
    <p:sldLayoutId id="2147487669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2">
            <a:extLst>
              <a:ext uri="{FF2B5EF4-FFF2-40B4-BE49-F238E27FC236}">
                <a16:creationId xmlns:a16="http://schemas.microsoft.com/office/drawing/2014/main" id="{57B1978B-CA0E-414B-94FC-9F82C143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62600" y="6453188"/>
            <a:ext cx="289560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90115" name="Slide Number Placeholder 3">
            <a:extLst>
              <a:ext uri="{FF2B5EF4-FFF2-40B4-BE49-F238E27FC236}">
                <a16:creationId xmlns:a16="http://schemas.microsoft.com/office/drawing/2014/main" id="{14D79C08-71C7-4A2A-B4F7-C7E202EB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CA680FB8-7C8C-4863-9247-3A269F8293B1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1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1F4D67E0-9DC1-45E5-8D96-496705165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rgbClr val="000099"/>
                </a:solidFill>
              </a:rPr>
              <a:t>Chapter 2</a:t>
            </a:r>
            <a:br>
              <a:rPr lang="en-US" altLang="zh-TW" sz="4800">
                <a:solidFill>
                  <a:srgbClr val="000099"/>
                </a:solidFill>
              </a:rPr>
            </a:br>
            <a:r>
              <a:rPr lang="en-US" altLang="zh-TW" sz="4400">
                <a:solidFill>
                  <a:srgbClr val="000099"/>
                </a:solidFill>
              </a:rPr>
              <a:t>Application Layer</a:t>
            </a:r>
          </a:p>
        </p:txBody>
      </p:sp>
      <p:sp>
        <p:nvSpPr>
          <p:cNvPr id="90118" name="Text Box 6">
            <a:extLst>
              <a:ext uri="{FF2B5EF4-FFF2-40B4-BE49-F238E27FC236}">
                <a16:creationId xmlns:a16="http://schemas.microsoft.com/office/drawing/2014/main" id="{9400E7F1-771F-45DA-884C-B94796FA9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3268663"/>
            <a:ext cx="53784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00"/>
                </a:solidFill>
                <a:latin typeface="Arial" panose="020B0604020202020204" pitchFamily="34" charset="0"/>
              </a:rPr>
              <a:t>A note on the use of these ppt slides: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</a:rPr>
              <a:t>We</a:t>
            </a:r>
            <a:r>
              <a:rPr lang="ja-JP" altLang="en-US" sz="12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>
                <a:solidFill>
                  <a:srgbClr val="000000"/>
                </a:solidFill>
                <a:latin typeface="Arial" panose="020B0604020202020204" pitchFamily="34" charset="0"/>
              </a:rPr>
              <a:t>re making these slides freely available to all (faculty, students, readers). They</a:t>
            </a:r>
            <a:r>
              <a:rPr lang="ja-JP" altLang="en-US" sz="12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>
                <a:solidFill>
                  <a:srgbClr val="000000"/>
                </a:solidFill>
                <a:latin typeface="Arial" panose="020B0604020202020204" pitchFamily="34" charset="0"/>
              </a:rPr>
              <a:t>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>
                <a:solidFill>
                  <a:srgbClr val="000000"/>
                </a:solidFill>
                <a:latin typeface="Arial" panose="020B0604020202020204" pitchFamily="34" charset="0"/>
              </a:rPr>
              <a:t>lot</a:t>
            </a:r>
            <a:r>
              <a:rPr lang="en-US" altLang="ja-JP" sz="1200">
                <a:solidFill>
                  <a:srgbClr val="000000"/>
                </a:solidFill>
                <a:latin typeface="Arial" panose="020B0604020202020204" pitchFamily="34" charset="0"/>
              </a:rPr>
              <a:t> of work on our part. In return for use, we only ask the following: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0119" name="Text Box 7">
            <a:extLst>
              <a:ext uri="{FF2B5EF4-FFF2-40B4-BE49-F238E27FC236}">
                <a16:creationId xmlns:a16="http://schemas.microsoft.com/office/drawing/2014/main" id="{8FAC10D6-6C61-4DD9-8979-E605D47AB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4267200"/>
            <a:ext cx="5378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Pct val="75000"/>
            </a:pPr>
            <a:r>
              <a:rPr lang="en-US" altLang="zh-TW" sz="1200" dirty="0">
                <a:solidFill>
                  <a:srgbClr val="000000"/>
                </a:solidFill>
                <a:latin typeface="Arial" panose="020B0604020202020204" pitchFamily="34" charset="0"/>
              </a:rPr>
              <a:t>If you use these slides (e.g., in a class) that you mention their source (after all, we</a:t>
            </a:r>
            <a:r>
              <a:rPr lang="ja-JP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1200" dirty="0">
                <a:solidFill>
                  <a:srgbClr val="000000"/>
                </a:solidFill>
                <a:latin typeface="Arial" panose="020B0604020202020204" pitchFamily="34" charset="0"/>
              </a:rPr>
              <a:t>d like people to use our book!)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75000"/>
            </a:pPr>
            <a:r>
              <a:rPr lang="en-US" altLang="zh-TW" sz="1200" dirty="0">
                <a:solidFill>
                  <a:srgbClr val="000000"/>
                </a:solidFill>
                <a:latin typeface="Arial" panose="020B060402020202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3333CC"/>
              </a:buClr>
              <a:buSzTx/>
              <a:buFont typeface="Wingdings" panose="05000000000000000000" pitchFamily="2" charset="2"/>
              <a:buChar char="q"/>
            </a:pPr>
            <a:endParaRPr lang="en-US" altLang="zh-TW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rgbClr val="3333CC"/>
              </a:buClr>
              <a:buSzTx/>
              <a:buFont typeface="Wingdings" panose="05000000000000000000" pitchFamily="2" charset="2"/>
              <a:buNone/>
            </a:pPr>
            <a:r>
              <a:rPr lang="en-US" altLang="zh-TW" sz="1200" dirty="0">
                <a:solidFill>
                  <a:srgbClr val="000000"/>
                </a:solidFill>
                <a:latin typeface="Arial" panose="020B0604020202020204" pitchFamily="34" charset="0"/>
              </a:rPr>
              <a:t>Thanks and enjoy!  JFK/KWR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00"/>
                </a:solidFill>
                <a:latin typeface="Arial" panose="020B0604020202020204" pitchFamily="34" charset="0"/>
              </a:rPr>
              <a:t>     All material copyright 1996-2012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00"/>
                </a:solidFill>
                <a:latin typeface="Arial" panose="020B0604020202020204" pitchFamily="34" charset="0"/>
              </a:rPr>
              <a:t>     J.F Kurose and K.W. Ross, All Rights Reserved</a:t>
            </a:r>
          </a:p>
        </p:txBody>
      </p:sp>
      <p:pic>
        <p:nvPicPr>
          <p:cNvPr id="90120" name="Picture 8">
            <a:extLst>
              <a:ext uri="{FF2B5EF4-FFF2-40B4-BE49-F238E27FC236}">
                <a16:creationId xmlns:a16="http://schemas.microsoft.com/office/drawing/2014/main" id="{E077A9EB-3133-44FA-A81E-8542603ED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5942013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21" name="Picture 9" descr="underline_base">
            <a:extLst>
              <a:ext uri="{FF2B5EF4-FFF2-40B4-BE49-F238E27FC236}">
                <a16:creationId xmlns:a16="http://schemas.microsoft.com/office/drawing/2014/main" id="{F9DB9130-D042-407A-B71E-B64BA69E406F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70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23" name="矩形 10">
            <a:extLst>
              <a:ext uri="{FF2B5EF4-FFF2-40B4-BE49-F238E27FC236}">
                <a16:creationId xmlns:a16="http://schemas.microsoft.com/office/drawing/2014/main" id="{87495B72-737A-4946-9F55-2E5707E8A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6311900"/>
            <a:ext cx="4371975" cy="287338"/>
          </a:xfrm>
          <a:prstGeom prst="rect">
            <a:avLst/>
          </a:prstGeom>
          <a:noFill/>
          <a:ln w="9525" algn="ctr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99"/>
                </a:solidFill>
                <a:latin typeface="Arial" panose="020B0604020202020204" pitchFamily="34" charset="0"/>
              </a:rPr>
              <a:t>Modified by Man Hon Cheung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0A1C98AE-A6BD-4E24-B174-74BA1EF206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94211" name="Rectangle 8">
            <a:extLst>
              <a:ext uri="{FF2B5EF4-FFF2-40B4-BE49-F238E27FC236}">
                <a16:creationId xmlns:a16="http://schemas.microsoft.com/office/drawing/2014/main" id="{18254CC8-4D8D-47D6-8ECB-06936E197C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6FFFF85C-357D-4616-8DBA-D045B2969F1A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94212" name="Picture 11" descr="underline_base">
            <a:extLst>
              <a:ext uri="{FF2B5EF4-FFF2-40B4-BE49-F238E27FC236}">
                <a16:creationId xmlns:a16="http://schemas.microsoft.com/office/drawing/2014/main" id="{A49AE52F-6DB7-4C97-876A-BE9AD45E60F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820738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3" name="Rectangle 2">
            <a:extLst>
              <a:ext uri="{FF2B5EF4-FFF2-40B4-BE49-F238E27FC236}">
                <a16:creationId xmlns:a16="http://schemas.microsoft.com/office/drawing/2014/main" id="{73DF3FA7-5655-4DB6-9DEA-18CA58117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0"/>
            <a:ext cx="7772400" cy="114300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Chapter 2: application layer</a:t>
            </a:r>
          </a:p>
        </p:txBody>
      </p:sp>
      <p:sp>
        <p:nvSpPr>
          <p:cNvPr id="94214" name="Rectangle 3">
            <a:extLst>
              <a:ext uri="{FF2B5EF4-FFF2-40B4-BE49-F238E27FC236}">
                <a16:creationId xmlns:a16="http://schemas.microsoft.com/office/drawing/2014/main" id="{EBC2DC4D-9E2F-4D76-8D4C-4F0986EA05B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our goals:</a:t>
            </a: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conceptual</a:t>
            </a:r>
            <a:r>
              <a:rPr lang="en-US" altLang="zh-TW" sz="2400" dirty="0">
                <a:ea typeface="ＭＳ Ｐゴシック" panose="020B0600070205080204" pitchFamily="34" charset="-128"/>
              </a:rPr>
              <a:t>, implementation aspects of network application protocols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transport-layer service models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client-server paradigm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peer-to-peer paradigm</a:t>
            </a:r>
            <a:endParaRPr lang="en-US" altLang="zh-TW" sz="2000" dirty="0">
              <a:ea typeface="ＭＳ Ｐゴシック" panose="020B0600070205080204" pitchFamily="34" charset="-128"/>
            </a:endParaRPr>
          </a:p>
        </p:txBody>
      </p:sp>
      <p:sp>
        <p:nvSpPr>
          <p:cNvPr id="94215" name="Rectangle 4">
            <a:extLst>
              <a:ext uri="{FF2B5EF4-FFF2-40B4-BE49-F238E27FC236}">
                <a16:creationId xmlns:a16="http://schemas.microsoft.com/office/drawing/2014/main" id="{A8DDF7C1-A9C3-4C5D-8182-E54A5340CD5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19600" y="1441450"/>
            <a:ext cx="3667125" cy="4648200"/>
          </a:xfrm>
        </p:spPr>
        <p:txBody>
          <a:bodyPr/>
          <a:lstStyle/>
          <a:p>
            <a:r>
              <a:rPr lang="en-US" altLang="zh-TW" sz="2400" dirty="0">
                <a:ea typeface="ＭＳ Ｐゴシック" panose="020B0600070205080204" pitchFamily="34" charset="-128"/>
              </a:rPr>
              <a:t>learn about protocols by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examining popular application-level protocols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HTTP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SMTP / POP3 / IMAP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DNS</a:t>
            </a:r>
          </a:p>
          <a:p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Applications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P2P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Video streaming &amp; content distribution networks</a:t>
            </a:r>
            <a:endParaRPr lang="en-US" altLang="zh-TW" sz="2400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creating network applications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socket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FF703F87-F31C-41C8-93EB-8529C8B49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96259" name="Rectangle 8">
            <a:extLst>
              <a:ext uri="{FF2B5EF4-FFF2-40B4-BE49-F238E27FC236}">
                <a16:creationId xmlns:a16="http://schemas.microsoft.com/office/drawing/2014/main" id="{93E4327E-3E8F-4A1A-9C3A-1C029703B4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37AA579D-6148-468B-B9DF-4B2A59C8457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96260" name="Picture 10" descr="underline_base">
            <a:extLst>
              <a:ext uri="{FF2B5EF4-FFF2-40B4-BE49-F238E27FC236}">
                <a16:creationId xmlns:a16="http://schemas.microsoft.com/office/drawing/2014/main" id="{3D3950BE-F979-4825-92D5-5881316A4D4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25525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1" name="Rectangle 4">
            <a:extLst>
              <a:ext uri="{FF2B5EF4-FFF2-40B4-BE49-F238E27FC236}">
                <a16:creationId xmlns:a16="http://schemas.microsoft.com/office/drawing/2014/main" id="{DCFABDE8-9FEB-44E2-9B57-1CDB497052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Some network apps</a:t>
            </a:r>
          </a:p>
        </p:txBody>
      </p:sp>
      <p:sp>
        <p:nvSpPr>
          <p:cNvPr id="96262" name="Rectangle 5">
            <a:extLst>
              <a:ext uri="{FF2B5EF4-FFF2-40B4-BE49-F238E27FC236}">
                <a16:creationId xmlns:a16="http://schemas.microsoft.com/office/drawing/2014/main" id="{022BD96D-98CC-4F67-AFF1-DF6EECB93C0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r>
              <a:rPr lang="en-US" altLang="zh-TW" sz="2400">
                <a:ea typeface="ＭＳ Ｐゴシック" panose="020B0600070205080204" pitchFamily="34" charset="-128"/>
              </a:rPr>
              <a:t>e-mail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web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text messaging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remote login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P2P file sharing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multi-user network games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streaming stored video (YouTube, Hulu, Netflix) </a:t>
            </a:r>
          </a:p>
          <a:p>
            <a:endParaRPr lang="en-US" altLang="zh-TW" sz="240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TW" sz="240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96263" name="Rectangle 6">
            <a:extLst>
              <a:ext uri="{FF2B5EF4-FFF2-40B4-BE49-F238E27FC236}">
                <a16:creationId xmlns:a16="http://schemas.microsoft.com/office/drawing/2014/main" id="{A0C44AC5-B17F-4747-9DD7-C2C838EA136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/>
          <a:p>
            <a:r>
              <a:rPr lang="en-US" altLang="zh-TW" sz="2400">
                <a:ea typeface="ＭＳ Ｐゴシック" panose="020B0600070205080204" pitchFamily="34" charset="-128"/>
              </a:rPr>
              <a:t>voice over IP (e.g., Skype)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real-time video conferencing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social networking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search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…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D293FC3-185E-4421-BDB4-BE9462AE8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98307" name="Rectangle 8">
            <a:extLst>
              <a:ext uri="{FF2B5EF4-FFF2-40B4-BE49-F238E27FC236}">
                <a16:creationId xmlns:a16="http://schemas.microsoft.com/office/drawing/2014/main" id="{1F215FA1-1413-468D-83A8-B09F866AD6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A813F4B1-4A8F-43C0-B94A-2FD4036C5E3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98308" name="Group 1037">
            <a:extLst>
              <a:ext uri="{FF2B5EF4-FFF2-40B4-BE49-F238E27FC236}">
                <a16:creationId xmlns:a16="http://schemas.microsoft.com/office/drawing/2014/main" id="{765F2CE2-554B-472A-A282-F1166CB5E7AE}"/>
              </a:ext>
            </a:extLst>
          </p:cNvPr>
          <p:cNvGrpSpPr>
            <a:grpSpLocks/>
          </p:cNvGrpSpPr>
          <p:nvPr/>
        </p:nvGrpSpPr>
        <p:grpSpPr bwMode="auto">
          <a:xfrm>
            <a:off x="5124450" y="1257300"/>
            <a:ext cx="3540125" cy="4545013"/>
            <a:chOff x="3277" y="974"/>
            <a:chExt cx="2230" cy="2863"/>
          </a:xfrm>
        </p:grpSpPr>
        <p:sp>
          <p:nvSpPr>
            <p:cNvPr id="98341" name="Freeform 1038">
              <a:extLst>
                <a:ext uri="{FF2B5EF4-FFF2-40B4-BE49-F238E27FC236}">
                  <a16:creationId xmlns:a16="http://schemas.microsoft.com/office/drawing/2014/main" id="{96D2D2BB-DD77-4F7C-B8F7-3B9B7CC23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4863 w 1036"/>
                <a:gd name="T1" fmla="*/ 11 h 675"/>
                <a:gd name="T2" fmla="*/ 2926 w 1036"/>
                <a:gd name="T3" fmla="*/ 53 h 675"/>
                <a:gd name="T4" fmla="*/ 1548 w 1036"/>
                <a:gd name="T5" fmla="*/ 129 h 675"/>
                <a:gd name="T6" fmla="*/ 1145 w 1036"/>
                <a:gd name="T7" fmla="*/ 229 h 675"/>
                <a:gd name="T8" fmla="*/ 159 w 1036"/>
                <a:gd name="T9" fmla="*/ 297 h 675"/>
                <a:gd name="T10" fmla="*/ 128 w 1036"/>
                <a:gd name="T11" fmla="*/ 459 h 675"/>
                <a:gd name="T12" fmla="*/ 993 w 1036"/>
                <a:gd name="T13" fmla="*/ 489 h 675"/>
                <a:gd name="T14" fmla="*/ 3444 w 1036"/>
                <a:gd name="T15" fmla="*/ 489 h 675"/>
                <a:gd name="T16" fmla="*/ 4484 w 1036"/>
                <a:gd name="T17" fmla="*/ 555 h 675"/>
                <a:gd name="T18" fmla="*/ 5636 w 1036"/>
                <a:gd name="T19" fmla="*/ 657 h 675"/>
                <a:gd name="T20" fmla="*/ 6527 w 1036"/>
                <a:gd name="T21" fmla="*/ 661 h 675"/>
                <a:gd name="T22" fmla="*/ 7134 w 1036"/>
                <a:gd name="T23" fmla="*/ 603 h 675"/>
                <a:gd name="T24" fmla="*/ 7446 w 1036"/>
                <a:gd name="T25" fmla="*/ 445 h 675"/>
                <a:gd name="T26" fmla="*/ 7638 w 1036"/>
                <a:gd name="T27" fmla="*/ 291 h 675"/>
                <a:gd name="T28" fmla="*/ 7661 w 1036"/>
                <a:gd name="T29" fmla="*/ 107 h 675"/>
                <a:gd name="T30" fmla="*/ 7002 w 1036"/>
                <a:gd name="T31" fmla="*/ 17 h 675"/>
                <a:gd name="T32" fmla="*/ 5817 w 1036"/>
                <a:gd name="T33" fmla="*/ 3 h 675"/>
                <a:gd name="T34" fmla="*/ 4863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8342" name="Group 1039">
              <a:extLst>
                <a:ext uri="{FF2B5EF4-FFF2-40B4-BE49-F238E27FC236}">
                  <a16:creationId xmlns:a16="http://schemas.microsoft.com/office/drawing/2014/main" id="{FC8E80BD-3ADA-4109-AB64-6054C8129F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98717" name="Rectangle 1040">
                <a:extLst>
                  <a:ext uri="{FF2B5EF4-FFF2-40B4-BE49-F238E27FC236}">
                    <a16:creationId xmlns:a16="http://schemas.microsoft.com/office/drawing/2014/main" id="{8BA58E3B-CDF8-4534-A86F-F7EF0D03E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718" name="AutoShape 1041">
                <a:extLst>
                  <a:ext uri="{FF2B5EF4-FFF2-40B4-BE49-F238E27FC236}">
                    <a16:creationId xmlns:a16="http://schemas.microsoft.com/office/drawing/2014/main" id="{3C7A43E3-D1D8-4DF1-86BE-37906E75B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8343" name="Freeform 1042">
              <a:extLst>
                <a:ext uri="{FF2B5EF4-FFF2-40B4-BE49-F238E27FC236}">
                  <a16:creationId xmlns:a16="http://schemas.microsoft.com/office/drawing/2014/main" id="{550BFC71-5A6D-4017-BFED-E430D23A0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44" name="Line 1043">
              <a:extLst>
                <a:ext uri="{FF2B5EF4-FFF2-40B4-BE49-F238E27FC236}">
                  <a16:creationId xmlns:a16="http://schemas.microsoft.com/office/drawing/2014/main" id="{F3ECAE9E-7DCA-4D8C-B5B9-BB1A108FBA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45" name="Line 1044">
              <a:extLst>
                <a:ext uri="{FF2B5EF4-FFF2-40B4-BE49-F238E27FC236}">
                  <a16:creationId xmlns:a16="http://schemas.microsoft.com/office/drawing/2014/main" id="{FA2162D5-E5D9-4547-AF36-C60F713187B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46" name="Line 1045">
              <a:extLst>
                <a:ext uri="{FF2B5EF4-FFF2-40B4-BE49-F238E27FC236}">
                  <a16:creationId xmlns:a16="http://schemas.microsoft.com/office/drawing/2014/main" id="{FDCFD1FC-C3AE-421E-AD62-12F2A9A813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47" name="Line 1047">
              <a:extLst>
                <a:ext uri="{FF2B5EF4-FFF2-40B4-BE49-F238E27FC236}">
                  <a16:creationId xmlns:a16="http://schemas.microsoft.com/office/drawing/2014/main" id="{306FD66E-1093-4B9D-9F6E-0BEB2C74F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48" name="Line 1048">
              <a:extLst>
                <a:ext uri="{FF2B5EF4-FFF2-40B4-BE49-F238E27FC236}">
                  <a16:creationId xmlns:a16="http://schemas.microsoft.com/office/drawing/2014/main" id="{9B9E8AE7-CD66-4DCF-921D-A8BECFAEF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3155"/>
              <a:ext cx="248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49" name="Line 1051">
              <a:extLst>
                <a:ext uri="{FF2B5EF4-FFF2-40B4-BE49-F238E27FC236}">
                  <a16:creationId xmlns:a16="http://schemas.microsoft.com/office/drawing/2014/main" id="{76CBEBFC-529C-42D0-9E62-74F840069F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" y="3208"/>
              <a:ext cx="96" cy="11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0" name="Line 1052">
              <a:extLst>
                <a:ext uri="{FF2B5EF4-FFF2-40B4-BE49-F238E27FC236}">
                  <a16:creationId xmlns:a16="http://schemas.microsoft.com/office/drawing/2014/main" id="{E8CCB18F-B65B-493A-9CBD-553FE72FB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4" y="3212"/>
              <a:ext cx="53" cy="11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1" name="Line 1053">
              <a:extLst>
                <a:ext uri="{FF2B5EF4-FFF2-40B4-BE49-F238E27FC236}">
                  <a16:creationId xmlns:a16="http://schemas.microsoft.com/office/drawing/2014/main" id="{488BA9AA-223D-42A1-8D8B-0038FB81F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2" name="Line 1054">
              <a:extLst>
                <a:ext uri="{FF2B5EF4-FFF2-40B4-BE49-F238E27FC236}">
                  <a16:creationId xmlns:a16="http://schemas.microsoft.com/office/drawing/2014/main" id="{197DC354-9332-451F-857B-D8BB81C53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3025"/>
              <a:ext cx="56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3" name="Line 1055">
              <a:extLst>
                <a:ext uri="{FF2B5EF4-FFF2-40B4-BE49-F238E27FC236}">
                  <a16:creationId xmlns:a16="http://schemas.microsoft.com/office/drawing/2014/main" id="{75EE7B9F-6946-425E-8C42-E99CA48C1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4" name="Line 1056">
              <a:extLst>
                <a:ext uri="{FF2B5EF4-FFF2-40B4-BE49-F238E27FC236}">
                  <a16:creationId xmlns:a16="http://schemas.microsoft.com/office/drawing/2014/main" id="{243A9635-6C03-4E71-955C-6BA6A3891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8355" name="Group 1057">
              <a:extLst>
                <a:ext uri="{FF2B5EF4-FFF2-40B4-BE49-F238E27FC236}">
                  <a16:creationId xmlns:a16="http://schemas.microsoft.com/office/drawing/2014/main" id="{045DFE4F-9E8A-4692-BF19-ABE81A9F18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98715" name="Picture 1058" descr="access_point_stylized_small">
                <a:extLst>
                  <a:ext uri="{FF2B5EF4-FFF2-40B4-BE49-F238E27FC236}">
                    <a16:creationId xmlns:a16="http://schemas.microsoft.com/office/drawing/2014/main" id="{591056FD-2802-4058-A9DA-289BB4E32C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716" name="Picture 1059" descr="antenna_radiation_stylized">
                <a:extLst>
                  <a:ext uri="{FF2B5EF4-FFF2-40B4-BE49-F238E27FC236}">
                    <a16:creationId xmlns:a16="http://schemas.microsoft.com/office/drawing/2014/main" id="{1E7BCA69-41E2-4BFD-9F9B-279E952B52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8356" name="Freeform 1060">
              <a:extLst>
                <a:ext uri="{FF2B5EF4-FFF2-40B4-BE49-F238E27FC236}">
                  <a16:creationId xmlns:a16="http://schemas.microsoft.com/office/drawing/2014/main" id="{2FE208E2-CB49-470F-BEB6-D1C1FDE4C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7" name="Freeform 1061">
              <a:extLst>
                <a:ext uri="{FF2B5EF4-FFF2-40B4-BE49-F238E27FC236}">
                  <a16:creationId xmlns:a16="http://schemas.microsoft.com/office/drawing/2014/main" id="{DA4ED80D-DD9E-4329-A7E9-8E372FA08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207402493 w 765"/>
                <a:gd name="T1" fmla="*/ 95765015 h 459"/>
                <a:gd name="T2" fmla="*/ 140549145 w 765"/>
                <a:gd name="T3" fmla="*/ 680005382 h 459"/>
                <a:gd name="T4" fmla="*/ 47018431 w 765"/>
                <a:gd name="T5" fmla="*/ 967812540 h 459"/>
                <a:gd name="T6" fmla="*/ 6718573 w 765"/>
                <a:gd name="T7" fmla="*/ 2147483646 h 459"/>
                <a:gd name="T8" fmla="*/ 87941052 w 765"/>
                <a:gd name="T9" fmla="*/ 2147483646 h 459"/>
                <a:gd name="T10" fmla="*/ 169050136 w 765"/>
                <a:gd name="T11" fmla="*/ 2147483646 h 459"/>
                <a:gd name="T12" fmla="*/ 285337134 w 765"/>
                <a:gd name="T13" fmla="*/ 2147483646 h 459"/>
                <a:gd name="T14" fmla="*/ 341448798 w 765"/>
                <a:gd name="T15" fmla="*/ 2147483646 h 459"/>
                <a:gd name="T16" fmla="*/ 367538880 w 765"/>
                <a:gd name="T17" fmla="*/ 2147483646 h 459"/>
                <a:gd name="T18" fmla="*/ 366893090 w 765"/>
                <a:gd name="T19" fmla="*/ 1532876763 h 459"/>
                <a:gd name="T20" fmla="*/ 323800920 w 765"/>
                <a:gd name="T21" fmla="*/ 334380861 h 459"/>
                <a:gd name="T22" fmla="*/ 207402493 w 765"/>
                <a:gd name="T23" fmla="*/ 95765015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8" name="Line 1062">
              <a:extLst>
                <a:ext uri="{FF2B5EF4-FFF2-40B4-BE49-F238E27FC236}">
                  <a16:creationId xmlns:a16="http://schemas.microsoft.com/office/drawing/2014/main" id="{D1D1411D-26DF-4956-8A0C-2C96DE09E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59" name="Line 1063">
              <a:extLst>
                <a:ext uri="{FF2B5EF4-FFF2-40B4-BE49-F238E27FC236}">
                  <a16:creationId xmlns:a16="http://schemas.microsoft.com/office/drawing/2014/main" id="{7CEE7B2D-E2D4-467A-A1EB-0CC5576AD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0" name="Line 1064">
              <a:extLst>
                <a:ext uri="{FF2B5EF4-FFF2-40B4-BE49-F238E27FC236}">
                  <a16:creationId xmlns:a16="http://schemas.microsoft.com/office/drawing/2014/main" id="{64DA7516-76FB-413C-ADAD-39926DA59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1" name="Line 1065">
              <a:extLst>
                <a:ext uri="{FF2B5EF4-FFF2-40B4-BE49-F238E27FC236}">
                  <a16:creationId xmlns:a16="http://schemas.microsoft.com/office/drawing/2014/main" id="{2909681E-B9B9-4F1C-B6E0-C3B605670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2" name="Line 1066">
              <a:extLst>
                <a:ext uri="{FF2B5EF4-FFF2-40B4-BE49-F238E27FC236}">
                  <a16:creationId xmlns:a16="http://schemas.microsoft.com/office/drawing/2014/main" id="{D47ABE18-3778-4EF2-B692-945C65018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3" name="Line 1067">
              <a:extLst>
                <a:ext uri="{FF2B5EF4-FFF2-40B4-BE49-F238E27FC236}">
                  <a16:creationId xmlns:a16="http://schemas.microsoft.com/office/drawing/2014/main" id="{CD33B0ED-0D60-42D1-B5C9-623402A37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4" name="Line 1068">
              <a:extLst>
                <a:ext uri="{FF2B5EF4-FFF2-40B4-BE49-F238E27FC236}">
                  <a16:creationId xmlns:a16="http://schemas.microsoft.com/office/drawing/2014/main" id="{1E079E46-25EF-467E-BF36-21762CA38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5" name="Line 1069">
              <a:extLst>
                <a:ext uri="{FF2B5EF4-FFF2-40B4-BE49-F238E27FC236}">
                  <a16:creationId xmlns:a16="http://schemas.microsoft.com/office/drawing/2014/main" id="{31443E34-0712-4EAF-9424-F82BCB9E7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6" name="Line 1070">
              <a:extLst>
                <a:ext uri="{FF2B5EF4-FFF2-40B4-BE49-F238E27FC236}">
                  <a16:creationId xmlns:a16="http://schemas.microsoft.com/office/drawing/2014/main" id="{C4C2545A-C394-4B8A-BDFA-D60BD99D8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7" name="Line 1071">
              <a:extLst>
                <a:ext uri="{FF2B5EF4-FFF2-40B4-BE49-F238E27FC236}">
                  <a16:creationId xmlns:a16="http://schemas.microsoft.com/office/drawing/2014/main" id="{EF18F460-5F97-42BA-92F0-E12C036CAA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8" name="Line 1072">
              <a:extLst>
                <a:ext uri="{FF2B5EF4-FFF2-40B4-BE49-F238E27FC236}">
                  <a16:creationId xmlns:a16="http://schemas.microsoft.com/office/drawing/2014/main" id="{71E27CAB-3C78-4087-B286-D110C591A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69" name="Line 1073">
              <a:extLst>
                <a:ext uri="{FF2B5EF4-FFF2-40B4-BE49-F238E27FC236}">
                  <a16:creationId xmlns:a16="http://schemas.microsoft.com/office/drawing/2014/main" id="{F8986E5C-320E-4621-95D8-26FC348A1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70" name="Line 1074">
              <a:extLst>
                <a:ext uri="{FF2B5EF4-FFF2-40B4-BE49-F238E27FC236}">
                  <a16:creationId xmlns:a16="http://schemas.microsoft.com/office/drawing/2014/main" id="{94C8840F-DB19-4203-99A0-AF41A052E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71" name="Line 1075">
              <a:extLst>
                <a:ext uri="{FF2B5EF4-FFF2-40B4-BE49-F238E27FC236}">
                  <a16:creationId xmlns:a16="http://schemas.microsoft.com/office/drawing/2014/main" id="{B354A277-8C10-4FA2-85E9-A0E8D9D656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72" name="Line 1076">
              <a:extLst>
                <a:ext uri="{FF2B5EF4-FFF2-40B4-BE49-F238E27FC236}">
                  <a16:creationId xmlns:a16="http://schemas.microsoft.com/office/drawing/2014/main" id="{95936FF9-BCE5-4E45-8EF9-8567D6F1D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73" name="Line 1077">
              <a:extLst>
                <a:ext uri="{FF2B5EF4-FFF2-40B4-BE49-F238E27FC236}">
                  <a16:creationId xmlns:a16="http://schemas.microsoft.com/office/drawing/2014/main" id="{EC6E22BB-1627-4CB4-81E3-729012C52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8374" name="Line 1078">
              <a:extLst>
                <a:ext uri="{FF2B5EF4-FFF2-40B4-BE49-F238E27FC236}">
                  <a16:creationId xmlns:a16="http://schemas.microsoft.com/office/drawing/2014/main" id="{5A3DC7DF-20A8-431B-90C5-726D09105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8375" name="Group 1079">
              <a:extLst>
                <a:ext uri="{FF2B5EF4-FFF2-40B4-BE49-F238E27FC236}">
                  <a16:creationId xmlns:a16="http://schemas.microsoft.com/office/drawing/2014/main" id="{C7D7EF3C-F7BB-42D4-BBB1-866FBA7C3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98698" name="Line 270">
                <a:extLst>
                  <a:ext uri="{FF2B5EF4-FFF2-40B4-BE49-F238E27FC236}">
                    <a16:creationId xmlns:a16="http://schemas.microsoft.com/office/drawing/2014/main" id="{2156DC90-F08F-4252-8FF8-9E29FEA79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699" name="Line 271">
                <a:extLst>
                  <a:ext uri="{FF2B5EF4-FFF2-40B4-BE49-F238E27FC236}">
                    <a16:creationId xmlns:a16="http://schemas.microsoft.com/office/drawing/2014/main" id="{17FA9AEB-93E1-4514-9ADE-D33893BF0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0" name="Line 272">
                <a:extLst>
                  <a:ext uri="{FF2B5EF4-FFF2-40B4-BE49-F238E27FC236}">
                    <a16:creationId xmlns:a16="http://schemas.microsoft.com/office/drawing/2014/main" id="{A97220E6-0100-4503-8B83-757B79CC8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1" name="Line 273">
                <a:extLst>
                  <a:ext uri="{FF2B5EF4-FFF2-40B4-BE49-F238E27FC236}">
                    <a16:creationId xmlns:a16="http://schemas.microsoft.com/office/drawing/2014/main" id="{2C4BA048-77D1-4272-96FD-D36A1582F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2" name="Line 274">
                <a:extLst>
                  <a:ext uri="{FF2B5EF4-FFF2-40B4-BE49-F238E27FC236}">
                    <a16:creationId xmlns:a16="http://schemas.microsoft.com/office/drawing/2014/main" id="{E43E98EF-34FA-4C86-89DD-7E51DB4E3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3" name="Line 275">
                <a:extLst>
                  <a:ext uri="{FF2B5EF4-FFF2-40B4-BE49-F238E27FC236}">
                    <a16:creationId xmlns:a16="http://schemas.microsoft.com/office/drawing/2014/main" id="{DF87A8CE-8E83-4B74-9651-66C2DA953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4" name="Line 276">
                <a:extLst>
                  <a:ext uri="{FF2B5EF4-FFF2-40B4-BE49-F238E27FC236}">
                    <a16:creationId xmlns:a16="http://schemas.microsoft.com/office/drawing/2014/main" id="{1A49A64D-C607-4AAC-B59D-16A17B2A2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5" name="Line 277">
                <a:extLst>
                  <a:ext uri="{FF2B5EF4-FFF2-40B4-BE49-F238E27FC236}">
                    <a16:creationId xmlns:a16="http://schemas.microsoft.com/office/drawing/2014/main" id="{2317E2F0-E505-4079-8E2A-3A6E2FB8F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6" name="Line 278">
                <a:extLst>
                  <a:ext uri="{FF2B5EF4-FFF2-40B4-BE49-F238E27FC236}">
                    <a16:creationId xmlns:a16="http://schemas.microsoft.com/office/drawing/2014/main" id="{2FE23A99-A5DD-40F0-951B-2B33BB03A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7" name="Line 279">
                <a:extLst>
                  <a:ext uri="{FF2B5EF4-FFF2-40B4-BE49-F238E27FC236}">
                    <a16:creationId xmlns:a16="http://schemas.microsoft.com/office/drawing/2014/main" id="{53A0E187-879B-4EB8-AAF4-35136B3F9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8" name="Line 280">
                <a:extLst>
                  <a:ext uri="{FF2B5EF4-FFF2-40B4-BE49-F238E27FC236}">
                    <a16:creationId xmlns:a16="http://schemas.microsoft.com/office/drawing/2014/main" id="{B47EC20A-F009-480A-8B9D-D53EB70C9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09" name="Line 281">
                <a:extLst>
                  <a:ext uri="{FF2B5EF4-FFF2-40B4-BE49-F238E27FC236}">
                    <a16:creationId xmlns:a16="http://schemas.microsoft.com/office/drawing/2014/main" id="{8124D5DC-E257-40A3-828D-B867AAFBD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10" name="Line 282">
                <a:extLst>
                  <a:ext uri="{FF2B5EF4-FFF2-40B4-BE49-F238E27FC236}">
                    <a16:creationId xmlns:a16="http://schemas.microsoft.com/office/drawing/2014/main" id="{D145CB75-FE5F-40C4-AF0F-AD2E3861F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11" name="Line 283">
                <a:extLst>
                  <a:ext uri="{FF2B5EF4-FFF2-40B4-BE49-F238E27FC236}">
                    <a16:creationId xmlns:a16="http://schemas.microsoft.com/office/drawing/2014/main" id="{B1314B0B-43CE-4DDF-BB2B-0C04703E5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12" name="Line 284">
                <a:extLst>
                  <a:ext uri="{FF2B5EF4-FFF2-40B4-BE49-F238E27FC236}">
                    <a16:creationId xmlns:a16="http://schemas.microsoft.com/office/drawing/2014/main" id="{56AD6DE9-B988-4DCF-AA79-44827C561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98713" name="Oval 1095">
                <a:extLst>
                  <a:ext uri="{FF2B5EF4-FFF2-40B4-BE49-F238E27FC236}">
                    <a16:creationId xmlns:a16="http://schemas.microsoft.com/office/drawing/2014/main" id="{02F08548-55A8-4C76-A8B4-4C4364046A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pic>
            <p:nvPicPr>
              <p:cNvPr id="98714" name="Picture 1096" descr="cell_tower_radiation_gray">
                <a:extLst>
                  <a:ext uri="{FF2B5EF4-FFF2-40B4-BE49-F238E27FC236}">
                    <a16:creationId xmlns:a16="http://schemas.microsoft.com/office/drawing/2014/main" id="{AFE9BEC8-777A-4485-9537-F9793CD211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8376" name="Group 1097">
              <a:extLst>
                <a:ext uri="{FF2B5EF4-FFF2-40B4-BE49-F238E27FC236}">
                  <a16:creationId xmlns:a16="http://schemas.microsoft.com/office/drawing/2014/main" id="{8F1358F3-0A93-4442-9AC3-B45C5AEFA5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98689" name="Line 1098">
                <a:extLst>
                  <a:ext uri="{FF2B5EF4-FFF2-40B4-BE49-F238E27FC236}">
                    <a16:creationId xmlns:a16="http://schemas.microsoft.com/office/drawing/2014/main" id="{D1E34BD4-1FCA-443E-B6A3-77AF6D4C8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90" name="Oval 407">
                <a:extLst>
                  <a:ext uri="{FF2B5EF4-FFF2-40B4-BE49-F238E27FC236}">
                    <a16:creationId xmlns:a16="http://schemas.microsoft.com/office/drawing/2014/main" id="{77D55526-65D6-4248-B8AD-D6255E5A0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91" name="Rectangle 410">
                <a:extLst>
                  <a:ext uri="{FF2B5EF4-FFF2-40B4-BE49-F238E27FC236}">
                    <a16:creationId xmlns:a16="http://schemas.microsoft.com/office/drawing/2014/main" id="{2141ABF1-3126-4EA4-BCFB-0B9A58EB3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92" name="Oval 411">
                <a:extLst>
                  <a:ext uri="{FF2B5EF4-FFF2-40B4-BE49-F238E27FC236}">
                    <a16:creationId xmlns:a16="http://schemas.microsoft.com/office/drawing/2014/main" id="{8F2B6F1E-089E-428E-9E98-E5EC4BC88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93" name="Group 1102">
                <a:extLst>
                  <a:ext uri="{FF2B5EF4-FFF2-40B4-BE49-F238E27FC236}">
                    <a16:creationId xmlns:a16="http://schemas.microsoft.com/office/drawing/2014/main" id="{22DC000E-5645-4785-B726-DB9B15B605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98696" name="Freeform 1103">
                  <a:extLst>
                    <a:ext uri="{FF2B5EF4-FFF2-40B4-BE49-F238E27FC236}">
                      <a16:creationId xmlns:a16="http://schemas.microsoft.com/office/drawing/2014/main" id="{EB3D76E5-7D93-4F07-8477-6EA56C3F69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97" name="Freeform 1104">
                  <a:extLst>
                    <a:ext uri="{FF2B5EF4-FFF2-40B4-BE49-F238E27FC236}">
                      <a16:creationId xmlns:a16="http://schemas.microsoft.com/office/drawing/2014/main" id="{404D8C38-BC31-497F-9F83-885118ADF8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94" name="Line 1105">
                <a:extLst>
                  <a:ext uri="{FF2B5EF4-FFF2-40B4-BE49-F238E27FC236}">
                    <a16:creationId xmlns:a16="http://schemas.microsoft.com/office/drawing/2014/main" id="{406DD897-9434-42A9-8B80-CB60A30BB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95" name="Line 1106">
                <a:extLst>
                  <a:ext uri="{FF2B5EF4-FFF2-40B4-BE49-F238E27FC236}">
                    <a16:creationId xmlns:a16="http://schemas.microsoft.com/office/drawing/2014/main" id="{AF558AED-7259-493E-A58E-5020EE69B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77" name="Group 1107">
              <a:extLst>
                <a:ext uri="{FF2B5EF4-FFF2-40B4-BE49-F238E27FC236}">
                  <a16:creationId xmlns:a16="http://schemas.microsoft.com/office/drawing/2014/main" id="{9804336A-3C60-4E6F-A83E-DD7B8C0794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98681" name="Oval 407">
                <a:extLst>
                  <a:ext uri="{FF2B5EF4-FFF2-40B4-BE49-F238E27FC236}">
                    <a16:creationId xmlns:a16="http://schemas.microsoft.com/office/drawing/2014/main" id="{EAF6F9B1-8C75-4144-BE87-1E3EFC8B4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82" name="Rectangle 410">
                <a:extLst>
                  <a:ext uri="{FF2B5EF4-FFF2-40B4-BE49-F238E27FC236}">
                    <a16:creationId xmlns:a16="http://schemas.microsoft.com/office/drawing/2014/main" id="{1410219A-905E-4A7E-A58D-FEAB1B95F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83" name="Oval 411">
                <a:extLst>
                  <a:ext uri="{FF2B5EF4-FFF2-40B4-BE49-F238E27FC236}">
                    <a16:creationId xmlns:a16="http://schemas.microsoft.com/office/drawing/2014/main" id="{3AD9DEB1-6956-423D-821C-6503FF527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84" name="Group 1111">
                <a:extLst>
                  <a:ext uri="{FF2B5EF4-FFF2-40B4-BE49-F238E27FC236}">
                    <a16:creationId xmlns:a16="http://schemas.microsoft.com/office/drawing/2014/main" id="{ED2CF728-ED6F-4625-B8FA-012EDAC636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87" name="Freeform 1112">
                  <a:extLst>
                    <a:ext uri="{FF2B5EF4-FFF2-40B4-BE49-F238E27FC236}">
                      <a16:creationId xmlns:a16="http://schemas.microsoft.com/office/drawing/2014/main" id="{FB4D0D95-EAC0-4F74-86F9-DC8C271034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88" name="Freeform 1113">
                  <a:extLst>
                    <a:ext uri="{FF2B5EF4-FFF2-40B4-BE49-F238E27FC236}">
                      <a16:creationId xmlns:a16="http://schemas.microsoft.com/office/drawing/2014/main" id="{F2C5C59E-5B9B-4180-8F6B-44A269B45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85" name="Line 1114">
                <a:extLst>
                  <a:ext uri="{FF2B5EF4-FFF2-40B4-BE49-F238E27FC236}">
                    <a16:creationId xmlns:a16="http://schemas.microsoft.com/office/drawing/2014/main" id="{33940606-38E9-4121-B120-62EAB2767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86" name="Line 1115">
                <a:extLst>
                  <a:ext uri="{FF2B5EF4-FFF2-40B4-BE49-F238E27FC236}">
                    <a16:creationId xmlns:a16="http://schemas.microsoft.com/office/drawing/2014/main" id="{F1F837DC-93AA-40AE-8A59-C4E74764D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78" name="Group 1116">
              <a:extLst>
                <a:ext uri="{FF2B5EF4-FFF2-40B4-BE49-F238E27FC236}">
                  <a16:creationId xmlns:a16="http://schemas.microsoft.com/office/drawing/2014/main" id="{21D1D63A-ADBF-4975-8E2C-4036EAEC12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98673" name="Oval 407">
                <a:extLst>
                  <a:ext uri="{FF2B5EF4-FFF2-40B4-BE49-F238E27FC236}">
                    <a16:creationId xmlns:a16="http://schemas.microsoft.com/office/drawing/2014/main" id="{ABF7202B-348B-4DE2-885E-E0E36E085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74" name="Rectangle 410">
                <a:extLst>
                  <a:ext uri="{FF2B5EF4-FFF2-40B4-BE49-F238E27FC236}">
                    <a16:creationId xmlns:a16="http://schemas.microsoft.com/office/drawing/2014/main" id="{FCA9A4EC-A032-4202-96AD-9B2313AB3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75" name="Oval 411">
                <a:extLst>
                  <a:ext uri="{FF2B5EF4-FFF2-40B4-BE49-F238E27FC236}">
                    <a16:creationId xmlns:a16="http://schemas.microsoft.com/office/drawing/2014/main" id="{CABC6702-E18D-4587-8320-131CE3C59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76" name="Group 1120">
                <a:extLst>
                  <a:ext uri="{FF2B5EF4-FFF2-40B4-BE49-F238E27FC236}">
                    <a16:creationId xmlns:a16="http://schemas.microsoft.com/office/drawing/2014/main" id="{8A40643C-1173-4F73-9C17-9E4E603118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79" name="Freeform 1121">
                  <a:extLst>
                    <a:ext uri="{FF2B5EF4-FFF2-40B4-BE49-F238E27FC236}">
                      <a16:creationId xmlns:a16="http://schemas.microsoft.com/office/drawing/2014/main" id="{C8A9842F-174E-4DCA-A2C6-7988563CF0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80" name="Freeform 1122">
                  <a:extLst>
                    <a:ext uri="{FF2B5EF4-FFF2-40B4-BE49-F238E27FC236}">
                      <a16:creationId xmlns:a16="http://schemas.microsoft.com/office/drawing/2014/main" id="{903F5592-B5CC-4131-944A-55FA706D35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77" name="Line 1123">
                <a:extLst>
                  <a:ext uri="{FF2B5EF4-FFF2-40B4-BE49-F238E27FC236}">
                    <a16:creationId xmlns:a16="http://schemas.microsoft.com/office/drawing/2014/main" id="{8AC6D892-991E-4C20-B5DF-240F5E062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78" name="Line 1124">
                <a:extLst>
                  <a:ext uri="{FF2B5EF4-FFF2-40B4-BE49-F238E27FC236}">
                    <a16:creationId xmlns:a16="http://schemas.microsoft.com/office/drawing/2014/main" id="{BD64A71F-A7FA-455F-BC53-29AD2C74FA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79" name="Group 1125">
              <a:extLst>
                <a:ext uri="{FF2B5EF4-FFF2-40B4-BE49-F238E27FC236}">
                  <a16:creationId xmlns:a16="http://schemas.microsoft.com/office/drawing/2014/main" id="{650B9A31-82AE-4ADC-9D67-4611379770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98665" name="Oval 407">
                <a:extLst>
                  <a:ext uri="{FF2B5EF4-FFF2-40B4-BE49-F238E27FC236}">
                    <a16:creationId xmlns:a16="http://schemas.microsoft.com/office/drawing/2014/main" id="{28DCB23E-B006-4DD4-AAE6-C5FD058BF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66" name="Rectangle 410">
                <a:extLst>
                  <a:ext uri="{FF2B5EF4-FFF2-40B4-BE49-F238E27FC236}">
                    <a16:creationId xmlns:a16="http://schemas.microsoft.com/office/drawing/2014/main" id="{F063D62B-EB9F-49EF-9FCE-8AA4EAF42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67" name="Oval 411">
                <a:extLst>
                  <a:ext uri="{FF2B5EF4-FFF2-40B4-BE49-F238E27FC236}">
                    <a16:creationId xmlns:a16="http://schemas.microsoft.com/office/drawing/2014/main" id="{AC6C1B2A-6AB5-4039-BFE7-2A4409FC5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68" name="Group 1129">
                <a:extLst>
                  <a:ext uri="{FF2B5EF4-FFF2-40B4-BE49-F238E27FC236}">
                    <a16:creationId xmlns:a16="http://schemas.microsoft.com/office/drawing/2014/main" id="{DF97302E-3FD9-48AA-AB76-9BB04A1D0F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71" name="Freeform 1130">
                  <a:extLst>
                    <a:ext uri="{FF2B5EF4-FFF2-40B4-BE49-F238E27FC236}">
                      <a16:creationId xmlns:a16="http://schemas.microsoft.com/office/drawing/2014/main" id="{F0757027-9587-4A6C-B0C2-B9C02F755C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72" name="Freeform 1131">
                  <a:extLst>
                    <a:ext uri="{FF2B5EF4-FFF2-40B4-BE49-F238E27FC236}">
                      <a16:creationId xmlns:a16="http://schemas.microsoft.com/office/drawing/2014/main" id="{BDDF309B-1603-43F0-8699-C2CA954F14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69" name="Line 1132">
                <a:extLst>
                  <a:ext uri="{FF2B5EF4-FFF2-40B4-BE49-F238E27FC236}">
                    <a16:creationId xmlns:a16="http://schemas.microsoft.com/office/drawing/2014/main" id="{E81E6DB8-2965-4E42-87B7-48C19D4F8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70" name="Line 1133">
                <a:extLst>
                  <a:ext uri="{FF2B5EF4-FFF2-40B4-BE49-F238E27FC236}">
                    <a16:creationId xmlns:a16="http://schemas.microsoft.com/office/drawing/2014/main" id="{1474EAFF-8BC3-41D0-B920-85D0E908A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0" name="Group 1134">
              <a:extLst>
                <a:ext uri="{FF2B5EF4-FFF2-40B4-BE49-F238E27FC236}">
                  <a16:creationId xmlns:a16="http://schemas.microsoft.com/office/drawing/2014/main" id="{8D75FAFD-5426-4807-8EE9-1514EE91E9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98657" name="Oval 407">
                <a:extLst>
                  <a:ext uri="{FF2B5EF4-FFF2-40B4-BE49-F238E27FC236}">
                    <a16:creationId xmlns:a16="http://schemas.microsoft.com/office/drawing/2014/main" id="{FB5A02C2-B820-49DC-B792-FF3CA2C56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58" name="Rectangle 410">
                <a:extLst>
                  <a:ext uri="{FF2B5EF4-FFF2-40B4-BE49-F238E27FC236}">
                    <a16:creationId xmlns:a16="http://schemas.microsoft.com/office/drawing/2014/main" id="{837BAF6D-8568-4E39-8A58-9749BD2EF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59" name="Oval 411">
                <a:extLst>
                  <a:ext uri="{FF2B5EF4-FFF2-40B4-BE49-F238E27FC236}">
                    <a16:creationId xmlns:a16="http://schemas.microsoft.com/office/drawing/2014/main" id="{E6A95F5A-C925-44A2-B1AA-E8B58EDD0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60" name="Group 1138">
                <a:extLst>
                  <a:ext uri="{FF2B5EF4-FFF2-40B4-BE49-F238E27FC236}">
                    <a16:creationId xmlns:a16="http://schemas.microsoft.com/office/drawing/2014/main" id="{CF42C912-BE98-4B97-9374-A4B7E8C0CE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63" name="Freeform 1139">
                  <a:extLst>
                    <a:ext uri="{FF2B5EF4-FFF2-40B4-BE49-F238E27FC236}">
                      <a16:creationId xmlns:a16="http://schemas.microsoft.com/office/drawing/2014/main" id="{541E833F-77A3-4E7E-8D58-893A16A400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64" name="Freeform 1140">
                  <a:extLst>
                    <a:ext uri="{FF2B5EF4-FFF2-40B4-BE49-F238E27FC236}">
                      <a16:creationId xmlns:a16="http://schemas.microsoft.com/office/drawing/2014/main" id="{959F405D-E56B-4C77-8C19-61016A32B2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61" name="Line 1141">
                <a:extLst>
                  <a:ext uri="{FF2B5EF4-FFF2-40B4-BE49-F238E27FC236}">
                    <a16:creationId xmlns:a16="http://schemas.microsoft.com/office/drawing/2014/main" id="{80749CDA-3AE9-49EB-A667-BFFF61BF1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62" name="Line 1142">
                <a:extLst>
                  <a:ext uri="{FF2B5EF4-FFF2-40B4-BE49-F238E27FC236}">
                    <a16:creationId xmlns:a16="http://schemas.microsoft.com/office/drawing/2014/main" id="{96948CFC-23A1-493F-985C-04B90A0A1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1" name="Group 1143">
              <a:extLst>
                <a:ext uri="{FF2B5EF4-FFF2-40B4-BE49-F238E27FC236}">
                  <a16:creationId xmlns:a16="http://schemas.microsoft.com/office/drawing/2014/main" id="{39CC66DD-B7B2-4E64-A9FF-4D594F2DB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98649" name="Oval 407">
                <a:extLst>
                  <a:ext uri="{FF2B5EF4-FFF2-40B4-BE49-F238E27FC236}">
                    <a16:creationId xmlns:a16="http://schemas.microsoft.com/office/drawing/2014/main" id="{3C4DE59F-C6C1-416A-9C78-8E0BA04BF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50" name="Rectangle 410">
                <a:extLst>
                  <a:ext uri="{FF2B5EF4-FFF2-40B4-BE49-F238E27FC236}">
                    <a16:creationId xmlns:a16="http://schemas.microsoft.com/office/drawing/2014/main" id="{B97F139B-AFBE-43C0-B56A-63382A8F0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51" name="Oval 411">
                <a:extLst>
                  <a:ext uri="{FF2B5EF4-FFF2-40B4-BE49-F238E27FC236}">
                    <a16:creationId xmlns:a16="http://schemas.microsoft.com/office/drawing/2014/main" id="{BD87A058-BEF9-4A2F-95E6-07A01190B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52" name="Group 1147">
                <a:extLst>
                  <a:ext uri="{FF2B5EF4-FFF2-40B4-BE49-F238E27FC236}">
                    <a16:creationId xmlns:a16="http://schemas.microsoft.com/office/drawing/2014/main" id="{BDFBFFBF-6059-4474-B64B-B96087C429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55" name="Freeform 1148">
                  <a:extLst>
                    <a:ext uri="{FF2B5EF4-FFF2-40B4-BE49-F238E27FC236}">
                      <a16:creationId xmlns:a16="http://schemas.microsoft.com/office/drawing/2014/main" id="{E58DD673-D4DA-476B-9608-AC95EF96F6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56" name="Freeform 1149">
                  <a:extLst>
                    <a:ext uri="{FF2B5EF4-FFF2-40B4-BE49-F238E27FC236}">
                      <a16:creationId xmlns:a16="http://schemas.microsoft.com/office/drawing/2014/main" id="{E1FE4DE5-CFAE-4B9A-8EAF-2E74466CB2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53" name="Line 1150">
                <a:extLst>
                  <a:ext uri="{FF2B5EF4-FFF2-40B4-BE49-F238E27FC236}">
                    <a16:creationId xmlns:a16="http://schemas.microsoft.com/office/drawing/2014/main" id="{0AE91861-4C9D-4075-9563-25947E5034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54" name="Line 1151">
                <a:extLst>
                  <a:ext uri="{FF2B5EF4-FFF2-40B4-BE49-F238E27FC236}">
                    <a16:creationId xmlns:a16="http://schemas.microsoft.com/office/drawing/2014/main" id="{14BE29D8-C974-4DF8-8F04-9CB3FA3BE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98382" name="Line 1152">
              <a:extLst>
                <a:ext uri="{FF2B5EF4-FFF2-40B4-BE49-F238E27FC236}">
                  <a16:creationId xmlns:a16="http://schemas.microsoft.com/office/drawing/2014/main" id="{A296F65A-D6C4-45ED-83F7-04A571070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98383" name="Group 1153">
              <a:extLst>
                <a:ext uri="{FF2B5EF4-FFF2-40B4-BE49-F238E27FC236}">
                  <a16:creationId xmlns:a16="http://schemas.microsoft.com/office/drawing/2014/main" id="{678A944A-CEC3-485B-B7A1-76B6DA0B46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98641" name="Oval 407">
                <a:extLst>
                  <a:ext uri="{FF2B5EF4-FFF2-40B4-BE49-F238E27FC236}">
                    <a16:creationId xmlns:a16="http://schemas.microsoft.com/office/drawing/2014/main" id="{9CD48FF0-1891-4DBC-9A44-9C18570D0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42" name="Rectangle 410">
                <a:extLst>
                  <a:ext uri="{FF2B5EF4-FFF2-40B4-BE49-F238E27FC236}">
                    <a16:creationId xmlns:a16="http://schemas.microsoft.com/office/drawing/2014/main" id="{61689C9B-736A-4B34-A57D-25A119BA3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43" name="Oval 411">
                <a:extLst>
                  <a:ext uri="{FF2B5EF4-FFF2-40B4-BE49-F238E27FC236}">
                    <a16:creationId xmlns:a16="http://schemas.microsoft.com/office/drawing/2014/main" id="{1020A1FA-8277-44F6-ABD0-42DAA588D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44" name="Group 1157">
                <a:extLst>
                  <a:ext uri="{FF2B5EF4-FFF2-40B4-BE49-F238E27FC236}">
                    <a16:creationId xmlns:a16="http://schemas.microsoft.com/office/drawing/2014/main" id="{E2B1D476-8FA0-4053-B0F9-30D1A10E55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47" name="Freeform 1158">
                  <a:extLst>
                    <a:ext uri="{FF2B5EF4-FFF2-40B4-BE49-F238E27FC236}">
                      <a16:creationId xmlns:a16="http://schemas.microsoft.com/office/drawing/2014/main" id="{BB18246D-8A3F-4EF4-81D1-9C6660A7A4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48" name="Freeform 1159">
                  <a:extLst>
                    <a:ext uri="{FF2B5EF4-FFF2-40B4-BE49-F238E27FC236}">
                      <a16:creationId xmlns:a16="http://schemas.microsoft.com/office/drawing/2014/main" id="{74939909-1265-4224-B44D-C7FD6DEA15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45" name="Line 1160">
                <a:extLst>
                  <a:ext uri="{FF2B5EF4-FFF2-40B4-BE49-F238E27FC236}">
                    <a16:creationId xmlns:a16="http://schemas.microsoft.com/office/drawing/2014/main" id="{EDE99BC8-CE50-4338-8CCD-238710939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46" name="Line 1161">
                <a:extLst>
                  <a:ext uri="{FF2B5EF4-FFF2-40B4-BE49-F238E27FC236}">
                    <a16:creationId xmlns:a16="http://schemas.microsoft.com/office/drawing/2014/main" id="{4ACF6DEE-FF99-4E1B-91E2-4002C76B4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4" name="Group 1162">
              <a:extLst>
                <a:ext uri="{FF2B5EF4-FFF2-40B4-BE49-F238E27FC236}">
                  <a16:creationId xmlns:a16="http://schemas.microsoft.com/office/drawing/2014/main" id="{9C1E22A2-01AA-4C86-BDE8-4708C99EE6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98633" name="Oval 407">
                <a:extLst>
                  <a:ext uri="{FF2B5EF4-FFF2-40B4-BE49-F238E27FC236}">
                    <a16:creationId xmlns:a16="http://schemas.microsoft.com/office/drawing/2014/main" id="{E70F858A-5CE4-45EC-9F4F-0879E2A39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34" name="Rectangle 410">
                <a:extLst>
                  <a:ext uri="{FF2B5EF4-FFF2-40B4-BE49-F238E27FC236}">
                    <a16:creationId xmlns:a16="http://schemas.microsoft.com/office/drawing/2014/main" id="{78BAFBBB-F78F-4EE3-B92E-9AFE2F956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35" name="Oval 411">
                <a:extLst>
                  <a:ext uri="{FF2B5EF4-FFF2-40B4-BE49-F238E27FC236}">
                    <a16:creationId xmlns:a16="http://schemas.microsoft.com/office/drawing/2014/main" id="{CE43796A-E5F5-407E-ACA7-523EE713E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36" name="Group 1166">
                <a:extLst>
                  <a:ext uri="{FF2B5EF4-FFF2-40B4-BE49-F238E27FC236}">
                    <a16:creationId xmlns:a16="http://schemas.microsoft.com/office/drawing/2014/main" id="{F63EAB52-7EF1-4E1E-84D6-738A9A2166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39" name="Freeform 1167">
                  <a:extLst>
                    <a:ext uri="{FF2B5EF4-FFF2-40B4-BE49-F238E27FC236}">
                      <a16:creationId xmlns:a16="http://schemas.microsoft.com/office/drawing/2014/main" id="{65BC7586-CED0-43A2-A241-8B4A286342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40" name="Freeform 1168">
                  <a:extLst>
                    <a:ext uri="{FF2B5EF4-FFF2-40B4-BE49-F238E27FC236}">
                      <a16:creationId xmlns:a16="http://schemas.microsoft.com/office/drawing/2014/main" id="{941FE6F5-1EE4-4850-B139-CC4891CAF4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37" name="Line 1169">
                <a:extLst>
                  <a:ext uri="{FF2B5EF4-FFF2-40B4-BE49-F238E27FC236}">
                    <a16:creationId xmlns:a16="http://schemas.microsoft.com/office/drawing/2014/main" id="{51C1E844-92B1-4DAD-8FD7-926A0AFF5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38" name="Line 1170">
                <a:extLst>
                  <a:ext uri="{FF2B5EF4-FFF2-40B4-BE49-F238E27FC236}">
                    <a16:creationId xmlns:a16="http://schemas.microsoft.com/office/drawing/2014/main" id="{C56CC41B-75A8-41E4-B545-9D91539BF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5" name="Group 1171">
              <a:extLst>
                <a:ext uri="{FF2B5EF4-FFF2-40B4-BE49-F238E27FC236}">
                  <a16:creationId xmlns:a16="http://schemas.microsoft.com/office/drawing/2014/main" id="{7DE53BE8-88EC-4EEC-BCCE-A7F8B1C05A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98625" name="Oval 407">
                <a:extLst>
                  <a:ext uri="{FF2B5EF4-FFF2-40B4-BE49-F238E27FC236}">
                    <a16:creationId xmlns:a16="http://schemas.microsoft.com/office/drawing/2014/main" id="{55FA2FE5-89B1-4D78-BD94-D9F24B087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26" name="Rectangle 410">
                <a:extLst>
                  <a:ext uri="{FF2B5EF4-FFF2-40B4-BE49-F238E27FC236}">
                    <a16:creationId xmlns:a16="http://schemas.microsoft.com/office/drawing/2014/main" id="{DBB59767-8E81-4146-9D00-9C1A9D2C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27" name="Oval 411">
                <a:extLst>
                  <a:ext uri="{FF2B5EF4-FFF2-40B4-BE49-F238E27FC236}">
                    <a16:creationId xmlns:a16="http://schemas.microsoft.com/office/drawing/2014/main" id="{BDD13C06-F085-4A12-B5CB-ACE22635C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28" name="Group 1175">
                <a:extLst>
                  <a:ext uri="{FF2B5EF4-FFF2-40B4-BE49-F238E27FC236}">
                    <a16:creationId xmlns:a16="http://schemas.microsoft.com/office/drawing/2014/main" id="{D0F817EF-193C-47D5-BDC0-0BFCC75BC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31" name="Freeform 1176">
                  <a:extLst>
                    <a:ext uri="{FF2B5EF4-FFF2-40B4-BE49-F238E27FC236}">
                      <a16:creationId xmlns:a16="http://schemas.microsoft.com/office/drawing/2014/main" id="{7F9A6FE6-5083-4644-A640-9CF9F782A2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32" name="Freeform 1177">
                  <a:extLst>
                    <a:ext uri="{FF2B5EF4-FFF2-40B4-BE49-F238E27FC236}">
                      <a16:creationId xmlns:a16="http://schemas.microsoft.com/office/drawing/2014/main" id="{5DB40440-5538-4B54-BE1E-89C9F8319E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29" name="Line 1178">
                <a:extLst>
                  <a:ext uri="{FF2B5EF4-FFF2-40B4-BE49-F238E27FC236}">
                    <a16:creationId xmlns:a16="http://schemas.microsoft.com/office/drawing/2014/main" id="{DA760E3C-9E2C-4C23-AB38-759ADDF35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30" name="Line 1179">
                <a:extLst>
                  <a:ext uri="{FF2B5EF4-FFF2-40B4-BE49-F238E27FC236}">
                    <a16:creationId xmlns:a16="http://schemas.microsoft.com/office/drawing/2014/main" id="{7743E789-15CF-49A7-8E65-C64C40E44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6" name="Group 1180">
              <a:extLst>
                <a:ext uri="{FF2B5EF4-FFF2-40B4-BE49-F238E27FC236}">
                  <a16:creationId xmlns:a16="http://schemas.microsoft.com/office/drawing/2014/main" id="{61759A71-4D39-4110-9725-57E8FA70EC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98617" name="Oval 407">
                <a:extLst>
                  <a:ext uri="{FF2B5EF4-FFF2-40B4-BE49-F238E27FC236}">
                    <a16:creationId xmlns:a16="http://schemas.microsoft.com/office/drawing/2014/main" id="{104D2203-4F7A-4193-94B9-15E962E27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18" name="Rectangle 410">
                <a:extLst>
                  <a:ext uri="{FF2B5EF4-FFF2-40B4-BE49-F238E27FC236}">
                    <a16:creationId xmlns:a16="http://schemas.microsoft.com/office/drawing/2014/main" id="{46D3FF56-063F-4EE1-B12F-6B1385B1B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19" name="Oval 411">
                <a:extLst>
                  <a:ext uri="{FF2B5EF4-FFF2-40B4-BE49-F238E27FC236}">
                    <a16:creationId xmlns:a16="http://schemas.microsoft.com/office/drawing/2014/main" id="{E75B9733-70D1-4996-BA0C-8D3141E7E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20" name="Group 1184">
                <a:extLst>
                  <a:ext uri="{FF2B5EF4-FFF2-40B4-BE49-F238E27FC236}">
                    <a16:creationId xmlns:a16="http://schemas.microsoft.com/office/drawing/2014/main" id="{B6579DB6-8FA4-405F-8908-2B2F3D5E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23" name="Freeform 1185">
                  <a:extLst>
                    <a:ext uri="{FF2B5EF4-FFF2-40B4-BE49-F238E27FC236}">
                      <a16:creationId xmlns:a16="http://schemas.microsoft.com/office/drawing/2014/main" id="{E9C43808-0409-4CFB-B820-DF1D113288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24" name="Freeform 1186">
                  <a:extLst>
                    <a:ext uri="{FF2B5EF4-FFF2-40B4-BE49-F238E27FC236}">
                      <a16:creationId xmlns:a16="http://schemas.microsoft.com/office/drawing/2014/main" id="{72FF2B6B-AFEE-4F83-B928-1FBC3CB6C8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21" name="Line 1187">
                <a:extLst>
                  <a:ext uri="{FF2B5EF4-FFF2-40B4-BE49-F238E27FC236}">
                    <a16:creationId xmlns:a16="http://schemas.microsoft.com/office/drawing/2014/main" id="{E5A83355-F094-4E1B-82D5-EF8A5F866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22" name="Line 1188">
                <a:extLst>
                  <a:ext uri="{FF2B5EF4-FFF2-40B4-BE49-F238E27FC236}">
                    <a16:creationId xmlns:a16="http://schemas.microsoft.com/office/drawing/2014/main" id="{57A06A78-D727-40E1-A720-213A827E1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7" name="Group 1189">
              <a:extLst>
                <a:ext uri="{FF2B5EF4-FFF2-40B4-BE49-F238E27FC236}">
                  <a16:creationId xmlns:a16="http://schemas.microsoft.com/office/drawing/2014/main" id="{26005952-A6D5-437B-ACC8-79C62403D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98609" name="Oval 407">
                <a:extLst>
                  <a:ext uri="{FF2B5EF4-FFF2-40B4-BE49-F238E27FC236}">
                    <a16:creationId xmlns:a16="http://schemas.microsoft.com/office/drawing/2014/main" id="{227B0086-7149-4050-A9D3-750A0C5CD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10" name="Rectangle 410">
                <a:extLst>
                  <a:ext uri="{FF2B5EF4-FFF2-40B4-BE49-F238E27FC236}">
                    <a16:creationId xmlns:a16="http://schemas.microsoft.com/office/drawing/2014/main" id="{E3AB0B4E-3A24-4CC6-8C67-55443E6D5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11" name="Oval 411">
                <a:extLst>
                  <a:ext uri="{FF2B5EF4-FFF2-40B4-BE49-F238E27FC236}">
                    <a16:creationId xmlns:a16="http://schemas.microsoft.com/office/drawing/2014/main" id="{CDC47CDE-C9FE-452A-9DC3-0F0089678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12" name="Group 1193">
                <a:extLst>
                  <a:ext uri="{FF2B5EF4-FFF2-40B4-BE49-F238E27FC236}">
                    <a16:creationId xmlns:a16="http://schemas.microsoft.com/office/drawing/2014/main" id="{F8289139-1FA7-41B2-98E8-3552219126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15" name="Freeform 1194">
                  <a:extLst>
                    <a:ext uri="{FF2B5EF4-FFF2-40B4-BE49-F238E27FC236}">
                      <a16:creationId xmlns:a16="http://schemas.microsoft.com/office/drawing/2014/main" id="{885B0111-7B08-4E06-A3A9-A56B4E191D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16" name="Freeform 1195">
                  <a:extLst>
                    <a:ext uri="{FF2B5EF4-FFF2-40B4-BE49-F238E27FC236}">
                      <a16:creationId xmlns:a16="http://schemas.microsoft.com/office/drawing/2014/main" id="{6C5864CE-D02A-458D-BAA4-3774E32D8F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13" name="Line 1196">
                <a:extLst>
                  <a:ext uri="{FF2B5EF4-FFF2-40B4-BE49-F238E27FC236}">
                    <a16:creationId xmlns:a16="http://schemas.microsoft.com/office/drawing/2014/main" id="{1BE12EE6-F460-427C-8869-F52C55A24A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14" name="Line 1197">
                <a:extLst>
                  <a:ext uri="{FF2B5EF4-FFF2-40B4-BE49-F238E27FC236}">
                    <a16:creationId xmlns:a16="http://schemas.microsoft.com/office/drawing/2014/main" id="{04812290-A636-496C-8457-D0A0E2035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8" name="Group 1198">
              <a:extLst>
                <a:ext uri="{FF2B5EF4-FFF2-40B4-BE49-F238E27FC236}">
                  <a16:creationId xmlns:a16="http://schemas.microsoft.com/office/drawing/2014/main" id="{C809E9B8-65FE-4FAA-833A-CCB9A9C3C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98601" name="Oval 407">
                <a:extLst>
                  <a:ext uri="{FF2B5EF4-FFF2-40B4-BE49-F238E27FC236}">
                    <a16:creationId xmlns:a16="http://schemas.microsoft.com/office/drawing/2014/main" id="{42684D41-51CE-4AE5-90BE-860BF1A9E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02" name="Rectangle 410">
                <a:extLst>
                  <a:ext uri="{FF2B5EF4-FFF2-40B4-BE49-F238E27FC236}">
                    <a16:creationId xmlns:a16="http://schemas.microsoft.com/office/drawing/2014/main" id="{6DFB30BE-190C-45D6-BB92-5CAB3F1568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603" name="Oval 411">
                <a:extLst>
                  <a:ext uri="{FF2B5EF4-FFF2-40B4-BE49-F238E27FC236}">
                    <a16:creationId xmlns:a16="http://schemas.microsoft.com/office/drawing/2014/main" id="{41AABEF5-A4A9-4743-AA0B-BF4809AA3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8604" name="Group 1202">
                <a:extLst>
                  <a:ext uri="{FF2B5EF4-FFF2-40B4-BE49-F238E27FC236}">
                    <a16:creationId xmlns:a16="http://schemas.microsoft.com/office/drawing/2014/main" id="{4A2A1F6B-5C65-4E43-976A-05A69D3763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98607" name="Freeform 1203">
                  <a:extLst>
                    <a:ext uri="{FF2B5EF4-FFF2-40B4-BE49-F238E27FC236}">
                      <a16:creationId xmlns:a16="http://schemas.microsoft.com/office/drawing/2014/main" id="{40F4350E-3F0D-49C2-B774-5AD2BDCE9E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08" name="Freeform 1204">
                  <a:extLst>
                    <a:ext uri="{FF2B5EF4-FFF2-40B4-BE49-F238E27FC236}">
                      <a16:creationId xmlns:a16="http://schemas.microsoft.com/office/drawing/2014/main" id="{EA7BDF38-0D88-41F2-BFFA-0FA1F0AE6E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605" name="Line 1205">
                <a:extLst>
                  <a:ext uri="{FF2B5EF4-FFF2-40B4-BE49-F238E27FC236}">
                    <a16:creationId xmlns:a16="http://schemas.microsoft.com/office/drawing/2014/main" id="{42BDD731-67BA-4CEA-AF7C-E46D79B48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606" name="Line 1206">
                <a:extLst>
                  <a:ext uri="{FF2B5EF4-FFF2-40B4-BE49-F238E27FC236}">
                    <a16:creationId xmlns:a16="http://schemas.microsoft.com/office/drawing/2014/main" id="{CE264365-D5F8-4D75-A0D7-514B94EF82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389" name="Group 1207">
              <a:extLst>
                <a:ext uri="{FF2B5EF4-FFF2-40B4-BE49-F238E27FC236}">
                  <a16:creationId xmlns:a16="http://schemas.microsoft.com/office/drawing/2014/main" id="{9BA13523-E417-4491-A637-ECCEAA587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98587" name="Group 1208">
                <a:extLst>
                  <a:ext uri="{FF2B5EF4-FFF2-40B4-BE49-F238E27FC236}">
                    <a16:creationId xmlns:a16="http://schemas.microsoft.com/office/drawing/2014/main" id="{AD1603DA-8F6B-4324-BD91-DD1E6070D4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98589" name="Freeform 1209">
                  <a:extLst>
                    <a:ext uri="{FF2B5EF4-FFF2-40B4-BE49-F238E27FC236}">
                      <a16:creationId xmlns:a16="http://schemas.microsoft.com/office/drawing/2014/main" id="{1BA6A7BD-63EE-4373-804F-FA651F35FF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0" name="Freeform 1210">
                  <a:extLst>
                    <a:ext uri="{FF2B5EF4-FFF2-40B4-BE49-F238E27FC236}">
                      <a16:creationId xmlns:a16="http://schemas.microsoft.com/office/drawing/2014/main" id="{E864887A-9CAF-4167-ACA7-AE7299C110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1" name="Freeform 1211">
                  <a:extLst>
                    <a:ext uri="{FF2B5EF4-FFF2-40B4-BE49-F238E27FC236}">
                      <a16:creationId xmlns:a16="http://schemas.microsoft.com/office/drawing/2014/main" id="{C05CEE7F-48C3-4D39-A7C9-8C0545F8D8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2" name="Freeform 1212">
                  <a:extLst>
                    <a:ext uri="{FF2B5EF4-FFF2-40B4-BE49-F238E27FC236}">
                      <a16:creationId xmlns:a16="http://schemas.microsoft.com/office/drawing/2014/main" id="{EAA1B61D-F66D-48B4-AFA9-DC6D266943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3" name="Freeform 1213">
                  <a:extLst>
                    <a:ext uri="{FF2B5EF4-FFF2-40B4-BE49-F238E27FC236}">
                      <a16:creationId xmlns:a16="http://schemas.microsoft.com/office/drawing/2014/main" id="{6999BC39-66D4-4928-A228-F8D321C88A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4" name="Freeform 1214">
                  <a:extLst>
                    <a:ext uri="{FF2B5EF4-FFF2-40B4-BE49-F238E27FC236}">
                      <a16:creationId xmlns:a16="http://schemas.microsoft.com/office/drawing/2014/main" id="{7F291C36-2973-4F97-968D-11033C4B83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5" name="Freeform 1215">
                  <a:extLst>
                    <a:ext uri="{FF2B5EF4-FFF2-40B4-BE49-F238E27FC236}">
                      <a16:creationId xmlns:a16="http://schemas.microsoft.com/office/drawing/2014/main" id="{D1F7C64B-4D5D-470E-9878-97A9AF4A02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6" name="Freeform 1216">
                  <a:extLst>
                    <a:ext uri="{FF2B5EF4-FFF2-40B4-BE49-F238E27FC236}">
                      <a16:creationId xmlns:a16="http://schemas.microsoft.com/office/drawing/2014/main" id="{C124A2A4-E33F-446C-BED8-6A652A1A40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7" name="Freeform 1217">
                  <a:extLst>
                    <a:ext uri="{FF2B5EF4-FFF2-40B4-BE49-F238E27FC236}">
                      <a16:creationId xmlns:a16="http://schemas.microsoft.com/office/drawing/2014/main" id="{94ADAE72-FCCC-4420-A360-7EA93949E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8" name="Freeform 1218">
                  <a:extLst>
                    <a:ext uri="{FF2B5EF4-FFF2-40B4-BE49-F238E27FC236}">
                      <a16:creationId xmlns:a16="http://schemas.microsoft.com/office/drawing/2014/main" id="{9DD170C8-5493-4162-B8FC-B07A775691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99" name="Freeform 1219">
                  <a:extLst>
                    <a:ext uri="{FF2B5EF4-FFF2-40B4-BE49-F238E27FC236}">
                      <a16:creationId xmlns:a16="http://schemas.microsoft.com/office/drawing/2014/main" id="{33B98839-F3F6-46A9-AC5E-B56FDA156C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600" name="Freeform 1220">
                  <a:extLst>
                    <a:ext uri="{FF2B5EF4-FFF2-40B4-BE49-F238E27FC236}">
                      <a16:creationId xmlns:a16="http://schemas.microsoft.com/office/drawing/2014/main" id="{64EAEF75-910B-4E3E-BD39-216F364F6D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98588" name="Picture 1221" descr="access_point_stylized_gray_small">
                <a:extLst>
                  <a:ext uri="{FF2B5EF4-FFF2-40B4-BE49-F238E27FC236}">
                    <a16:creationId xmlns:a16="http://schemas.microsoft.com/office/drawing/2014/main" id="{B5F01B2C-CF3A-47A4-B887-7401B12DA4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8390" name="Group 1222">
              <a:extLst>
                <a:ext uri="{FF2B5EF4-FFF2-40B4-BE49-F238E27FC236}">
                  <a16:creationId xmlns:a16="http://schemas.microsoft.com/office/drawing/2014/main" id="{8571CDD2-111C-4795-9B97-F4EEE6B758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98573" name="Group 1223">
                <a:extLst>
                  <a:ext uri="{FF2B5EF4-FFF2-40B4-BE49-F238E27FC236}">
                    <a16:creationId xmlns:a16="http://schemas.microsoft.com/office/drawing/2014/main" id="{E7CB386C-AD04-4EC2-A015-2D0431685A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98575" name="Freeform 1224">
                  <a:extLst>
                    <a:ext uri="{FF2B5EF4-FFF2-40B4-BE49-F238E27FC236}">
                      <a16:creationId xmlns:a16="http://schemas.microsoft.com/office/drawing/2014/main" id="{3F1EF73E-45F2-4D80-BCDB-333B684FED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76" name="Freeform 1225">
                  <a:extLst>
                    <a:ext uri="{FF2B5EF4-FFF2-40B4-BE49-F238E27FC236}">
                      <a16:creationId xmlns:a16="http://schemas.microsoft.com/office/drawing/2014/main" id="{E1C59A19-8355-4265-99DC-2E3692326D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77" name="Freeform 1226">
                  <a:extLst>
                    <a:ext uri="{FF2B5EF4-FFF2-40B4-BE49-F238E27FC236}">
                      <a16:creationId xmlns:a16="http://schemas.microsoft.com/office/drawing/2014/main" id="{C90F8841-DFBA-424F-AEA4-BABCE3D26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78" name="Freeform 1227">
                  <a:extLst>
                    <a:ext uri="{FF2B5EF4-FFF2-40B4-BE49-F238E27FC236}">
                      <a16:creationId xmlns:a16="http://schemas.microsoft.com/office/drawing/2014/main" id="{0E6FEDCE-F76D-43CE-835B-B28312E8C8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79" name="Freeform 1228">
                  <a:extLst>
                    <a:ext uri="{FF2B5EF4-FFF2-40B4-BE49-F238E27FC236}">
                      <a16:creationId xmlns:a16="http://schemas.microsoft.com/office/drawing/2014/main" id="{E1A2CED8-9AD4-4EF3-B848-5B936A4585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80" name="Freeform 1229">
                  <a:extLst>
                    <a:ext uri="{FF2B5EF4-FFF2-40B4-BE49-F238E27FC236}">
                      <a16:creationId xmlns:a16="http://schemas.microsoft.com/office/drawing/2014/main" id="{61773AF3-0A56-498B-BDB0-81A7D9C8C6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81" name="Freeform 1230">
                  <a:extLst>
                    <a:ext uri="{FF2B5EF4-FFF2-40B4-BE49-F238E27FC236}">
                      <a16:creationId xmlns:a16="http://schemas.microsoft.com/office/drawing/2014/main" id="{0AD36A13-816A-4D39-BD2B-408476A3C2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82" name="Freeform 1231">
                  <a:extLst>
                    <a:ext uri="{FF2B5EF4-FFF2-40B4-BE49-F238E27FC236}">
                      <a16:creationId xmlns:a16="http://schemas.microsoft.com/office/drawing/2014/main" id="{27E68A5A-D9D8-4016-916E-4AA0546DA1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83" name="Freeform 1232">
                  <a:extLst>
                    <a:ext uri="{FF2B5EF4-FFF2-40B4-BE49-F238E27FC236}">
                      <a16:creationId xmlns:a16="http://schemas.microsoft.com/office/drawing/2014/main" id="{CDEFDFD4-671A-468C-9A60-69638F3DE0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84" name="Freeform 1233">
                  <a:extLst>
                    <a:ext uri="{FF2B5EF4-FFF2-40B4-BE49-F238E27FC236}">
                      <a16:creationId xmlns:a16="http://schemas.microsoft.com/office/drawing/2014/main" id="{236C3F56-E479-401F-A331-34B8AEDF6E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85" name="Freeform 1234">
                  <a:extLst>
                    <a:ext uri="{FF2B5EF4-FFF2-40B4-BE49-F238E27FC236}">
                      <a16:creationId xmlns:a16="http://schemas.microsoft.com/office/drawing/2014/main" id="{978CCA45-165F-4F16-9F3E-DDFB2EC69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586" name="Freeform 1235">
                  <a:extLst>
                    <a:ext uri="{FF2B5EF4-FFF2-40B4-BE49-F238E27FC236}">
                      <a16:creationId xmlns:a16="http://schemas.microsoft.com/office/drawing/2014/main" id="{BF5F4432-A2CD-4BFB-83BA-8C4EE886A0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98574" name="Picture 1236" descr="access_point_stylized_gray_small">
                <a:extLst>
                  <a:ext uri="{FF2B5EF4-FFF2-40B4-BE49-F238E27FC236}">
                    <a16:creationId xmlns:a16="http://schemas.microsoft.com/office/drawing/2014/main" id="{53B88D1D-A52A-4C12-ABA9-3D2EE5C7BC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8391" name="Line 1237">
              <a:extLst>
                <a:ext uri="{FF2B5EF4-FFF2-40B4-BE49-F238E27FC236}">
                  <a16:creationId xmlns:a16="http://schemas.microsoft.com/office/drawing/2014/main" id="{3016CE1E-A93C-434D-89B1-D617B63548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98392" name="Group 1238">
              <a:extLst>
                <a:ext uri="{FF2B5EF4-FFF2-40B4-BE49-F238E27FC236}">
                  <a16:creationId xmlns:a16="http://schemas.microsoft.com/office/drawing/2014/main" id="{1108D29C-DFD9-4D30-B4F8-992CC7926DA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98571" name="Picture 1239" descr="desktop_computer_stylized_medium">
                <a:extLst>
                  <a:ext uri="{FF2B5EF4-FFF2-40B4-BE49-F238E27FC236}">
                    <a16:creationId xmlns:a16="http://schemas.microsoft.com/office/drawing/2014/main" id="{0387180F-AB88-4F1A-90F5-5A20F39BD8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572" name="Freeform 1240">
                <a:extLst>
                  <a:ext uri="{FF2B5EF4-FFF2-40B4-BE49-F238E27FC236}">
                    <a16:creationId xmlns:a16="http://schemas.microsoft.com/office/drawing/2014/main" id="{778022CB-CD32-4371-A298-4A2926F28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98393" name="Group 1241">
              <a:extLst>
                <a:ext uri="{FF2B5EF4-FFF2-40B4-BE49-F238E27FC236}">
                  <a16:creationId xmlns:a16="http://schemas.microsoft.com/office/drawing/2014/main" id="{987B4283-2F00-4B55-9FBD-F245875248F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98569" name="Picture 1242" descr="desktop_computer_stylized_medium">
                <a:extLst>
                  <a:ext uri="{FF2B5EF4-FFF2-40B4-BE49-F238E27FC236}">
                    <a16:creationId xmlns:a16="http://schemas.microsoft.com/office/drawing/2014/main" id="{126F3BE7-71CC-491D-B66C-D5496C2D8C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570" name="Freeform 1243">
                <a:extLst>
                  <a:ext uri="{FF2B5EF4-FFF2-40B4-BE49-F238E27FC236}">
                    <a16:creationId xmlns:a16="http://schemas.microsoft.com/office/drawing/2014/main" id="{57771025-6FD8-4513-BC3A-32DACF266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98394" name="Group 1244">
              <a:extLst>
                <a:ext uri="{FF2B5EF4-FFF2-40B4-BE49-F238E27FC236}">
                  <a16:creationId xmlns:a16="http://schemas.microsoft.com/office/drawing/2014/main" id="{A5116B3D-45DC-432D-9B9F-C02AEF5F110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98567" name="Picture 1245" descr="desktop_computer_stylized_medium">
                <a:extLst>
                  <a:ext uri="{FF2B5EF4-FFF2-40B4-BE49-F238E27FC236}">
                    <a16:creationId xmlns:a16="http://schemas.microsoft.com/office/drawing/2014/main" id="{2075D74A-01E7-4B8C-B48D-1440DA2195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568" name="Freeform 1246">
                <a:extLst>
                  <a:ext uri="{FF2B5EF4-FFF2-40B4-BE49-F238E27FC236}">
                    <a16:creationId xmlns:a16="http://schemas.microsoft.com/office/drawing/2014/main" id="{BC36C528-25E6-4F9E-80E9-06C24A100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98395" name="Group 1247">
              <a:extLst>
                <a:ext uri="{FF2B5EF4-FFF2-40B4-BE49-F238E27FC236}">
                  <a16:creationId xmlns:a16="http://schemas.microsoft.com/office/drawing/2014/main" id="{B20D188A-88F3-442F-A2AF-40DF787D19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98565" name="Picture 1248" descr="desktop_computer_stylized_medium">
                <a:extLst>
                  <a:ext uri="{FF2B5EF4-FFF2-40B4-BE49-F238E27FC236}">
                    <a16:creationId xmlns:a16="http://schemas.microsoft.com/office/drawing/2014/main" id="{9DB80AD8-0B13-4D27-8000-B455234E25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566" name="Freeform 1249">
                <a:extLst>
                  <a:ext uri="{FF2B5EF4-FFF2-40B4-BE49-F238E27FC236}">
                    <a16:creationId xmlns:a16="http://schemas.microsoft.com/office/drawing/2014/main" id="{7AA65BE5-2566-401D-B117-9F7C83C68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98396" name="Picture 1250" descr="car_icon_small">
              <a:extLst>
                <a:ext uri="{FF2B5EF4-FFF2-40B4-BE49-F238E27FC236}">
                  <a16:creationId xmlns:a16="http://schemas.microsoft.com/office/drawing/2014/main" id="{13A6F653-B2AD-4AF3-AB0A-9EDDD7D2CE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8397" name="Group 1251">
              <a:extLst>
                <a:ext uri="{FF2B5EF4-FFF2-40B4-BE49-F238E27FC236}">
                  <a16:creationId xmlns:a16="http://schemas.microsoft.com/office/drawing/2014/main" id="{088010A8-E494-4377-AE98-1348EAE42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98563" name="Picture 1252" descr="iphone_stylized_small">
                <a:extLst>
                  <a:ext uri="{FF2B5EF4-FFF2-40B4-BE49-F238E27FC236}">
                    <a16:creationId xmlns:a16="http://schemas.microsoft.com/office/drawing/2014/main" id="{CD0D873B-2FA7-40DC-9902-79CF90CE73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564" name="Picture 1253" descr="antenna_radiation_stylized">
                <a:extLst>
                  <a:ext uri="{FF2B5EF4-FFF2-40B4-BE49-F238E27FC236}">
                    <a16:creationId xmlns:a16="http://schemas.microsoft.com/office/drawing/2014/main" id="{61C4350B-9E5A-450D-B322-378AE5BAEE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8398" name="Group 1254">
              <a:extLst>
                <a:ext uri="{FF2B5EF4-FFF2-40B4-BE49-F238E27FC236}">
                  <a16:creationId xmlns:a16="http://schemas.microsoft.com/office/drawing/2014/main" id="{F6E1C4AB-EB7A-42F0-8ADD-97B29368EB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98531" name="Freeform 1255">
                <a:extLst>
                  <a:ext uri="{FF2B5EF4-FFF2-40B4-BE49-F238E27FC236}">
                    <a16:creationId xmlns:a16="http://schemas.microsoft.com/office/drawing/2014/main" id="{3015402E-F51F-49AE-84E6-97A66714F5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32" name="Rectangle 1256">
                <a:extLst>
                  <a:ext uri="{FF2B5EF4-FFF2-40B4-BE49-F238E27FC236}">
                    <a16:creationId xmlns:a16="http://schemas.microsoft.com/office/drawing/2014/main" id="{13B4DF6C-3A3E-456E-9C8D-51BF58A06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33" name="Freeform 1257">
                <a:extLst>
                  <a:ext uri="{FF2B5EF4-FFF2-40B4-BE49-F238E27FC236}">
                    <a16:creationId xmlns:a16="http://schemas.microsoft.com/office/drawing/2014/main" id="{A29D0401-20C3-4D43-89CD-BFFF9E09B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34" name="Freeform 1258">
                <a:extLst>
                  <a:ext uri="{FF2B5EF4-FFF2-40B4-BE49-F238E27FC236}">
                    <a16:creationId xmlns:a16="http://schemas.microsoft.com/office/drawing/2014/main" id="{4DE3EA22-54AB-4A80-9745-906F7BE30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35" name="Rectangle 1259">
                <a:extLst>
                  <a:ext uri="{FF2B5EF4-FFF2-40B4-BE49-F238E27FC236}">
                    <a16:creationId xmlns:a16="http://schemas.microsoft.com/office/drawing/2014/main" id="{438F8563-FB97-4534-B8A0-C490B71928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98536" name="Group 1260">
                <a:extLst>
                  <a:ext uri="{FF2B5EF4-FFF2-40B4-BE49-F238E27FC236}">
                    <a16:creationId xmlns:a16="http://schemas.microsoft.com/office/drawing/2014/main" id="{58136988-0B80-4F76-AAA0-3651E48651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8561" name="AutoShape 1261">
                  <a:extLst>
                    <a:ext uri="{FF2B5EF4-FFF2-40B4-BE49-F238E27FC236}">
                      <a16:creationId xmlns:a16="http://schemas.microsoft.com/office/drawing/2014/main" id="{E9123B81-5956-4471-A684-7C7DF195E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62" name="AutoShape 1262">
                  <a:extLst>
                    <a:ext uri="{FF2B5EF4-FFF2-40B4-BE49-F238E27FC236}">
                      <a16:creationId xmlns:a16="http://schemas.microsoft.com/office/drawing/2014/main" id="{A286C005-F8A5-4232-9303-81D9A4E99D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37" name="Rectangle 1263">
                <a:extLst>
                  <a:ext uri="{FF2B5EF4-FFF2-40B4-BE49-F238E27FC236}">
                    <a16:creationId xmlns:a16="http://schemas.microsoft.com/office/drawing/2014/main" id="{C10482DC-1E18-4D2B-A204-5A9D3FE81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98538" name="Group 1264">
                <a:extLst>
                  <a:ext uri="{FF2B5EF4-FFF2-40B4-BE49-F238E27FC236}">
                    <a16:creationId xmlns:a16="http://schemas.microsoft.com/office/drawing/2014/main" id="{D0CA3B8D-4992-4FD0-97E9-D132BD9BA3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8559" name="AutoShape 1265">
                  <a:extLst>
                    <a:ext uri="{FF2B5EF4-FFF2-40B4-BE49-F238E27FC236}">
                      <a16:creationId xmlns:a16="http://schemas.microsoft.com/office/drawing/2014/main" id="{69A499D7-898E-41FD-A0CB-141B907B4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60" name="AutoShape 1266">
                  <a:extLst>
                    <a:ext uri="{FF2B5EF4-FFF2-40B4-BE49-F238E27FC236}">
                      <a16:creationId xmlns:a16="http://schemas.microsoft.com/office/drawing/2014/main" id="{B47C67C5-9283-48D3-AB24-4961E9C739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39" name="Rectangle 1267">
                <a:extLst>
                  <a:ext uri="{FF2B5EF4-FFF2-40B4-BE49-F238E27FC236}">
                    <a16:creationId xmlns:a16="http://schemas.microsoft.com/office/drawing/2014/main" id="{3C9BDB8A-FB06-40C4-845E-34C3A53A9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40" name="Rectangle 1268">
                <a:extLst>
                  <a:ext uri="{FF2B5EF4-FFF2-40B4-BE49-F238E27FC236}">
                    <a16:creationId xmlns:a16="http://schemas.microsoft.com/office/drawing/2014/main" id="{3A8A4369-3980-4FFC-89C1-D52E12301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98541" name="Group 1269">
                <a:extLst>
                  <a:ext uri="{FF2B5EF4-FFF2-40B4-BE49-F238E27FC236}">
                    <a16:creationId xmlns:a16="http://schemas.microsoft.com/office/drawing/2014/main" id="{6A2E12AB-6742-44D2-BBE9-B05EE8158C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8557" name="AutoShape 1270">
                  <a:extLst>
                    <a:ext uri="{FF2B5EF4-FFF2-40B4-BE49-F238E27FC236}">
                      <a16:creationId xmlns:a16="http://schemas.microsoft.com/office/drawing/2014/main" id="{4416701F-C936-4CC2-AF54-F5EC6BF8E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58" name="AutoShape 1271">
                  <a:extLst>
                    <a:ext uri="{FF2B5EF4-FFF2-40B4-BE49-F238E27FC236}">
                      <a16:creationId xmlns:a16="http://schemas.microsoft.com/office/drawing/2014/main" id="{7FA8E3FE-F679-47BF-81C2-3866D534AA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42" name="Freeform 1272">
                <a:extLst>
                  <a:ext uri="{FF2B5EF4-FFF2-40B4-BE49-F238E27FC236}">
                    <a16:creationId xmlns:a16="http://schemas.microsoft.com/office/drawing/2014/main" id="{1B40397F-4341-4804-9817-A02AFA253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98543" name="Group 1273">
                <a:extLst>
                  <a:ext uri="{FF2B5EF4-FFF2-40B4-BE49-F238E27FC236}">
                    <a16:creationId xmlns:a16="http://schemas.microsoft.com/office/drawing/2014/main" id="{6B44D921-4627-47BF-8B29-144561E0F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8555" name="AutoShape 1274">
                  <a:extLst>
                    <a:ext uri="{FF2B5EF4-FFF2-40B4-BE49-F238E27FC236}">
                      <a16:creationId xmlns:a16="http://schemas.microsoft.com/office/drawing/2014/main" id="{2403130D-57B9-4915-B0EE-E1BDEFE8F3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56" name="AutoShape 1275">
                  <a:extLst>
                    <a:ext uri="{FF2B5EF4-FFF2-40B4-BE49-F238E27FC236}">
                      <a16:creationId xmlns:a16="http://schemas.microsoft.com/office/drawing/2014/main" id="{FB186E18-DD28-478C-933A-9CA99B9B8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44" name="Rectangle 1276">
                <a:extLst>
                  <a:ext uri="{FF2B5EF4-FFF2-40B4-BE49-F238E27FC236}">
                    <a16:creationId xmlns:a16="http://schemas.microsoft.com/office/drawing/2014/main" id="{2061D15D-334E-4117-98D9-02E155BCA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45" name="Freeform 1277">
                <a:extLst>
                  <a:ext uri="{FF2B5EF4-FFF2-40B4-BE49-F238E27FC236}">
                    <a16:creationId xmlns:a16="http://schemas.microsoft.com/office/drawing/2014/main" id="{A1B18219-3E36-42B1-A0F8-277B90BB7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46" name="Freeform 1278">
                <a:extLst>
                  <a:ext uri="{FF2B5EF4-FFF2-40B4-BE49-F238E27FC236}">
                    <a16:creationId xmlns:a16="http://schemas.microsoft.com/office/drawing/2014/main" id="{F9F475E5-AA7D-49B0-A868-81690EA56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47" name="Oval 1279">
                <a:extLst>
                  <a:ext uri="{FF2B5EF4-FFF2-40B4-BE49-F238E27FC236}">
                    <a16:creationId xmlns:a16="http://schemas.microsoft.com/office/drawing/2014/main" id="{417BE2E2-E34D-463D-A3B4-18998F6B2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48" name="Freeform 1280">
                <a:extLst>
                  <a:ext uri="{FF2B5EF4-FFF2-40B4-BE49-F238E27FC236}">
                    <a16:creationId xmlns:a16="http://schemas.microsoft.com/office/drawing/2014/main" id="{F78C6358-2615-4AC4-A23C-DF43DDB6D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49" name="AutoShape 1281">
                <a:extLst>
                  <a:ext uri="{FF2B5EF4-FFF2-40B4-BE49-F238E27FC236}">
                    <a16:creationId xmlns:a16="http://schemas.microsoft.com/office/drawing/2014/main" id="{B9D80406-1A9F-4C39-8F52-33012EDD5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50" name="AutoShape 1282">
                <a:extLst>
                  <a:ext uri="{FF2B5EF4-FFF2-40B4-BE49-F238E27FC236}">
                    <a16:creationId xmlns:a16="http://schemas.microsoft.com/office/drawing/2014/main" id="{2D7A2565-782D-460C-84FB-5A2938CF3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51" name="Oval 1283">
                <a:extLst>
                  <a:ext uri="{FF2B5EF4-FFF2-40B4-BE49-F238E27FC236}">
                    <a16:creationId xmlns:a16="http://schemas.microsoft.com/office/drawing/2014/main" id="{6E2A0677-932E-4944-A1CE-FC6989F6C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52" name="Oval 1284">
                <a:extLst>
                  <a:ext uri="{FF2B5EF4-FFF2-40B4-BE49-F238E27FC236}">
                    <a16:creationId xmlns:a16="http://schemas.microsoft.com/office/drawing/2014/main" id="{691C9586-7B94-44AD-92F2-E51134581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553" name="Oval 1285">
                <a:extLst>
                  <a:ext uri="{FF2B5EF4-FFF2-40B4-BE49-F238E27FC236}">
                    <a16:creationId xmlns:a16="http://schemas.microsoft.com/office/drawing/2014/main" id="{78FBCA16-ACB3-4146-88B8-49B59C516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54" name="Rectangle 1286">
                <a:extLst>
                  <a:ext uri="{FF2B5EF4-FFF2-40B4-BE49-F238E27FC236}">
                    <a16:creationId xmlns:a16="http://schemas.microsoft.com/office/drawing/2014/main" id="{D40F8DEF-8754-496F-950B-AFEC8916F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8399" name="Group 1287">
              <a:extLst>
                <a:ext uri="{FF2B5EF4-FFF2-40B4-BE49-F238E27FC236}">
                  <a16:creationId xmlns:a16="http://schemas.microsoft.com/office/drawing/2014/main" id="{E09CF74A-57FB-4037-952E-36823E7A17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98499" name="Freeform 1288">
                <a:extLst>
                  <a:ext uri="{FF2B5EF4-FFF2-40B4-BE49-F238E27FC236}">
                    <a16:creationId xmlns:a16="http://schemas.microsoft.com/office/drawing/2014/main" id="{300197C3-080D-4E1D-9680-458174F4A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00" name="Rectangle 1289">
                <a:extLst>
                  <a:ext uri="{FF2B5EF4-FFF2-40B4-BE49-F238E27FC236}">
                    <a16:creationId xmlns:a16="http://schemas.microsoft.com/office/drawing/2014/main" id="{64773F6D-9F64-4BAC-9272-FD4DF5EF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01" name="Freeform 1290">
                <a:extLst>
                  <a:ext uri="{FF2B5EF4-FFF2-40B4-BE49-F238E27FC236}">
                    <a16:creationId xmlns:a16="http://schemas.microsoft.com/office/drawing/2014/main" id="{7DE287A9-0A32-4125-A872-C9D3C76E7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02" name="Freeform 1291">
                <a:extLst>
                  <a:ext uri="{FF2B5EF4-FFF2-40B4-BE49-F238E27FC236}">
                    <a16:creationId xmlns:a16="http://schemas.microsoft.com/office/drawing/2014/main" id="{6B903E3A-EBD5-48E5-A0BC-986C914CD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03" name="Rectangle 1292">
                <a:extLst>
                  <a:ext uri="{FF2B5EF4-FFF2-40B4-BE49-F238E27FC236}">
                    <a16:creationId xmlns:a16="http://schemas.microsoft.com/office/drawing/2014/main" id="{01429CF3-4E22-45B2-9F6E-3E0448926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98504" name="Group 1293">
                <a:extLst>
                  <a:ext uri="{FF2B5EF4-FFF2-40B4-BE49-F238E27FC236}">
                    <a16:creationId xmlns:a16="http://schemas.microsoft.com/office/drawing/2014/main" id="{ED9684C9-59C6-42ED-85B8-7058F6E6B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8529" name="AutoShape 1294">
                  <a:extLst>
                    <a:ext uri="{FF2B5EF4-FFF2-40B4-BE49-F238E27FC236}">
                      <a16:creationId xmlns:a16="http://schemas.microsoft.com/office/drawing/2014/main" id="{A715DA7E-B827-4B1A-A3FF-5F7EBF2CF1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30" name="AutoShape 1295">
                  <a:extLst>
                    <a:ext uri="{FF2B5EF4-FFF2-40B4-BE49-F238E27FC236}">
                      <a16:creationId xmlns:a16="http://schemas.microsoft.com/office/drawing/2014/main" id="{ED29754B-DB2A-4082-9A0C-EE182A6FCE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05" name="Rectangle 1296">
                <a:extLst>
                  <a:ext uri="{FF2B5EF4-FFF2-40B4-BE49-F238E27FC236}">
                    <a16:creationId xmlns:a16="http://schemas.microsoft.com/office/drawing/2014/main" id="{87512A3E-8CAE-4D6A-8006-A2B601BBA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98506" name="Group 1297">
                <a:extLst>
                  <a:ext uri="{FF2B5EF4-FFF2-40B4-BE49-F238E27FC236}">
                    <a16:creationId xmlns:a16="http://schemas.microsoft.com/office/drawing/2014/main" id="{A37B3B0F-12FA-4F1B-8586-6D8BF2AFA8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8527" name="AutoShape 1298">
                  <a:extLst>
                    <a:ext uri="{FF2B5EF4-FFF2-40B4-BE49-F238E27FC236}">
                      <a16:creationId xmlns:a16="http://schemas.microsoft.com/office/drawing/2014/main" id="{2931BBE0-15EA-4FF9-B6F7-882DA645E7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28" name="AutoShape 1299">
                  <a:extLst>
                    <a:ext uri="{FF2B5EF4-FFF2-40B4-BE49-F238E27FC236}">
                      <a16:creationId xmlns:a16="http://schemas.microsoft.com/office/drawing/2014/main" id="{01CE09F5-1590-4001-BFA3-A643E24315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07" name="Rectangle 1300">
                <a:extLst>
                  <a:ext uri="{FF2B5EF4-FFF2-40B4-BE49-F238E27FC236}">
                    <a16:creationId xmlns:a16="http://schemas.microsoft.com/office/drawing/2014/main" id="{183EE931-3F43-4B39-8F46-E9EC608B8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08" name="Rectangle 1301">
                <a:extLst>
                  <a:ext uri="{FF2B5EF4-FFF2-40B4-BE49-F238E27FC236}">
                    <a16:creationId xmlns:a16="http://schemas.microsoft.com/office/drawing/2014/main" id="{878E88F0-710A-4496-AF95-362A76775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98509" name="Group 1302">
                <a:extLst>
                  <a:ext uri="{FF2B5EF4-FFF2-40B4-BE49-F238E27FC236}">
                    <a16:creationId xmlns:a16="http://schemas.microsoft.com/office/drawing/2014/main" id="{66B1CD7B-7DAF-4171-A047-00EACEFAF8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8525" name="AutoShape 1303">
                  <a:extLst>
                    <a:ext uri="{FF2B5EF4-FFF2-40B4-BE49-F238E27FC236}">
                      <a16:creationId xmlns:a16="http://schemas.microsoft.com/office/drawing/2014/main" id="{18A65BEE-9C43-40E6-9D71-A6FA950BD1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26" name="AutoShape 1304">
                  <a:extLst>
                    <a:ext uri="{FF2B5EF4-FFF2-40B4-BE49-F238E27FC236}">
                      <a16:creationId xmlns:a16="http://schemas.microsoft.com/office/drawing/2014/main" id="{B98EBCDA-5183-45E8-9A15-F02535A409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10" name="Freeform 1305">
                <a:extLst>
                  <a:ext uri="{FF2B5EF4-FFF2-40B4-BE49-F238E27FC236}">
                    <a16:creationId xmlns:a16="http://schemas.microsoft.com/office/drawing/2014/main" id="{635826BB-3B37-462F-AA17-D1BDAB6F6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98511" name="Group 1306">
                <a:extLst>
                  <a:ext uri="{FF2B5EF4-FFF2-40B4-BE49-F238E27FC236}">
                    <a16:creationId xmlns:a16="http://schemas.microsoft.com/office/drawing/2014/main" id="{88309AF5-3973-4397-A45E-200A31A605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8523" name="AutoShape 1307">
                  <a:extLst>
                    <a:ext uri="{FF2B5EF4-FFF2-40B4-BE49-F238E27FC236}">
                      <a16:creationId xmlns:a16="http://schemas.microsoft.com/office/drawing/2014/main" id="{EDAE27A2-9C06-4536-9E34-BC4746CCCB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524" name="AutoShape 1308">
                  <a:extLst>
                    <a:ext uri="{FF2B5EF4-FFF2-40B4-BE49-F238E27FC236}">
                      <a16:creationId xmlns:a16="http://schemas.microsoft.com/office/drawing/2014/main" id="{CF581CD8-4804-4FA8-A365-BE7C9B3830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8512" name="Rectangle 1309">
                <a:extLst>
                  <a:ext uri="{FF2B5EF4-FFF2-40B4-BE49-F238E27FC236}">
                    <a16:creationId xmlns:a16="http://schemas.microsoft.com/office/drawing/2014/main" id="{CADB0A1A-A364-420E-9E0A-FCBA4E2B2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13" name="Freeform 1310">
                <a:extLst>
                  <a:ext uri="{FF2B5EF4-FFF2-40B4-BE49-F238E27FC236}">
                    <a16:creationId xmlns:a16="http://schemas.microsoft.com/office/drawing/2014/main" id="{EFA1A6E6-C859-4535-A9FC-127072F1C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14" name="Freeform 1311">
                <a:extLst>
                  <a:ext uri="{FF2B5EF4-FFF2-40B4-BE49-F238E27FC236}">
                    <a16:creationId xmlns:a16="http://schemas.microsoft.com/office/drawing/2014/main" id="{858D58DA-B780-43C6-AC99-5150BE57A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15" name="Oval 1312">
                <a:extLst>
                  <a:ext uri="{FF2B5EF4-FFF2-40B4-BE49-F238E27FC236}">
                    <a16:creationId xmlns:a16="http://schemas.microsoft.com/office/drawing/2014/main" id="{F76A6685-4DA7-4DE7-BB97-177B7AD9A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16" name="Freeform 1313">
                <a:extLst>
                  <a:ext uri="{FF2B5EF4-FFF2-40B4-BE49-F238E27FC236}">
                    <a16:creationId xmlns:a16="http://schemas.microsoft.com/office/drawing/2014/main" id="{13FC9348-3B19-463D-9210-6E2E257DB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517" name="AutoShape 1314">
                <a:extLst>
                  <a:ext uri="{FF2B5EF4-FFF2-40B4-BE49-F238E27FC236}">
                    <a16:creationId xmlns:a16="http://schemas.microsoft.com/office/drawing/2014/main" id="{CB9C4990-8139-405E-953D-6D4DA1D02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18" name="AutoShape 1315">
                <a:extLst>
                  <a:ext uri="{FF2B5EF4-FFF2-40B4-BE49-F238E27FC236}">
                    <a16:creationId xmlns:a16="http://schemas.microsoft.com/office/drawing/2014/main" id="{4D200972-E019-4B02-AEBF-151A354D5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19" name="Oval 1316">
                <a:extLst>
                  <a:ext uri="{FF2B5EF4-FFF2-40B4-BE49-F238E27FC236}">
                    <a16:creationId xmlns:a16="http://schemas.microsoft.com/office/drawing/2014/main" id="{B116235F-2736-4A2C-A0B0-E51B942BC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20" name="Oval 1317">
                <a:extLst>
                  <a:ext uri="{FF2B5EF4-FFF2-40B4-BE49-F238E27FC236}">
                    <a16:creationId xmlns:a16="http://schemas.microsoft.com/office/drawing/2014/main" id="{28795DE2-83BD-4757-80F1-A6256FBB2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521" name="Oval 1318">
                <a:extLst>
                  <a:ext uri="{FF2B5EF4-FFF2-40B4-BE49-F238E27FC236}">
                    <a16:creationId xmlns:a16="http://schemas.microsoft.com/office/drawing/2014/main" id="{60CE289D-2DB4-45E9-B9AA-D0870AE82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98522" name="Rectangle 1319">
                <a:extLst>
                  <a:ext uri="{FF2B5EF4-FFF2-40B4-BE49-F238E27FC236}">
                    <a16:creationId xmlns:a16="http://schemas.microsoft.com/office/drawing/2014/main" id="{094A2ED4-0586-4614-8F81-55DC3E2A0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8400" name="Group 1320">
              <a:extLst>
                <a:ext uri="{FF2B5EF4-FFF2-40B4-BE49-F238E27FC236}">
                  <a16:creationId xmlns:a16="http://schemas.microsoft.com/office/drawing/2014/main" id="{0A73A5C0-2609-44E0-8897-151C35AADC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98476" name="Picture 1321" descr="antenna_stylized">
                <a:extLst>
                  <a:ext uri="{FF2B5EF4-FFF2-40B4-BE49-F238E27FC236}">
                    <a16:creationId xmlns:a16="http://schemas.microsoft.com/office/drawing/2014/main" id="{4FEA23FF-AF55-466A-ADFE-83C6B95020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477" name="Picture 1322" descr="laptop_keyboard">
                <a:extLst>
                  <a:ext uri="{FF2B5EF4-FFF2-40B4-BE49-F238E27FC236}">
                    <a16:creationId xmlns:a16="http://schemas.microsoft.com/office/drawing/2014/main" id="{91CB441B-A803-489D-9423-AEE79FF379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78" name="Freeform 1323">
                <a:extLst>
                  <a:ext uri="{FF2B5EF4-FFF2-40B4-BE49-F238E27FC236}">
                    <a16:creationId xmlns:a16="http://schemas.microsoft.com/office/drawing/2014/main" id="{4E3B26B1-AC39-45DE-9198-573ECA9C58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98479" name="Picture 1324" descr="screen">
                <a:extLst>
                  <a:ext uri="{FF2B5EF4-FFF2-40B4-BE49-F238E27FC236}">
                    <a16:creationId xmlns:a16="http://schemas.microsoft.com/office/drawing/2014/main" id="{60F96FB2-4FA5-4E05-B5DA-72AEF4B22A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80" name="Freeform 1325">
                <a:extLst>
                  <a:ext uri="{FF2B5EF4-FFF2-40B4-BE49-F238E27FC236}">
                    <a16:creationId xmlns:a16="http://schemas.microsoft.com/office/drawing/2014/main" id="{750810FD-A3DC-488F-9B76-065140AD8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81" name="Freeform 1326">
                <a:extLst>
                  <a:ext uri="{FF2B5EF4-FFF2-40B4-BE49-F238E27FC236}">
                    <a16:creationId xmlns:a16="http://schemas.microsoft.com/office/drawing/2014/main" id="{328EEB60-DAC0-4B28-8653-F32D0F885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82" name="Freeform 1327">
                <a:extLst>
                  <a:ext uri="{FF2B5EF4-FFF2-40B4-BE49-F238E27FC236}">
                    <a16:creationId xmlns:a16="http://schemas.microsoft.com/office/drawing/2014/main" id="{DDF476FE-7C55-4A03-8B24-084E9F7FD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83" name="Freeform 1328">
                <a:extLst>
                  <a:ext uri="{FF2B5EF4-FFF2-40B4-BE49-F238E27FC236}">
                    <a16:creationId xmlns:a16="http://schemas.microsoft.com/office/drawing/2014/main" id="{223D7967-9EE7-472D-8394-87E6C8A22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84" name="Freeform 1329">
                <a:extLst>
                  <a:ext uri="{FF2B5EF4-FFF2-40B4-BE49-F238E27FC236}">
                    <a16:creationId xmlns:a16="http://schemas.microsoft.com/office/drawing/2014/main" id="{0572FAB5-7434-482D-BE9B-51F2F2F0F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85" name="Freeform 1330">
                <a:extLst>
                  <a:ext uri="{FF2B5EF4-FFF2-40B4-BE49-F238E27FC236}">
                    <a16:creationId xmlns:a16="http://schemas.microsoft.com/office/drawing/2014/main" id="{FB2F2D41-C173-48EB-AC67-AB5245C77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98486" name="Group 1331">
                <a:extLst>
                  <a:ext uri="{FF2B5EF4-FFF2-40B4-BE49-F238E27FC236}">
                    <a16:creationId xmlns:a16="http://schemas.microsoft.com/office/drawing/2014/main" id="{96040BB6-F9CD-4C60-B1A9-4C911CE776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8493" name="Freeform 1332">
                  <a:extLst>
                    <a:ext uri="{FF2B5EF4-FFF2-40B4-BE49-F238E27FC236}">
                      <a16:creationId xmlns:a16="http://schemas.microsoft.com/office/drawing/2014/main" id="{93D0A5EF-5AA2-477E-866A-DF3822A65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94" name="Freeform 1333">
                  <a:extLst>
                    <a:ext uri="{FF2B5EF4-FFF2-40B4-BE49-F238E27FC236}">
                      <a16:creationId xmlns:a16="http://schemas.microsoft.com/office/drawing/2014/main" id="{01D0ED7A-3863-4C90-BD32-5D9EF64DAB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95" name="Freeform 1334">
                  <a:extLst>
                    <a:ext uri="{FF2B5EF4-FFF2-40B4-BE49-F238E27FC236}">
                      <a16:creationId xmlns:a16="http://schemas.microsoft.com/office/drawing/2014/main" id="{672F5778-B086-4F2D-8CE9-F1F7488552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96" name="Freeform 1335">
                  <a:extLst>
                    <a:ext uri="{FF2B5EF4-FFF2-40B4-BE49-F238E27FC236}">
                      <a16:creationId xmlns:a16="http://schemas.microsoft.com/office/drawing/2014/main" id="{2D5B7863-6DD1-4C36-A49B-90887E165A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97" name="Freeform 1336">
                  <a:extLst>
                    <a:ext uri="{FF2B5EF4-FFF2-40B4-BE49-F238E27FC236}">
                      <a16:creationId xmlns:a16="http://schemas.microsoft.com/office/drawing/2014/main" id="{28E557BA-7325-4B9D-84BB-CF59F1B3C9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98" name="Freeform 1337">
                  <a:extLst>
                    <a:ext uri="{FF2B5EF4-FFF2-40B4-BE49-F238E27FC236}">
                      <a16:creationId xmlns:a16="http://schemas.microsoft.com/office/drawing/2014/main" id="{3D077332-62A5-463A-87BA-6CE7921926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487" name="Freeform 1338">
                <a:extLst>
                  <a:ext uri="{FF2B5EF4-FFF2-40B4-BE49-F238E27FC236}">
                    <a16:creationId xmlns:a16="http://schemas.microsoft.com/office/drawing/2014/main" id="{5030BA94-4EAE-4EE8-A901-B80C078DD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88" name="Freeform 1339">
                <a:extLst>
                  <a:ext uri="{FF2B5EF4-FFF2-40B4-BE49-F238E27FC236}">
                    <a16:creationId xmlns:a16="http://schemas.microsoft.com/office/drawing/2014/main" id="{B13B61BA-3A01-46BA-B79D-48452E825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89" name="Freeform 1340">
                <a:extLst>
                  <a:ext uri="{FF2B5EF4-FFF2-40B4-BE49-F238E27FC236}">
                    <a16:creationId xmlns:a16="http://schemas.microsoft.com/office/drawing/2014/main" id="{AEA8F9F4-3AF1-4C32-A6C7-8B90DAB82F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90" name="Freeform 1341">
                <a:extLst>
                  <a:ext uri="{FF2B5EF4-FFF2-40B4-BE49-F238E27FC236}">
                    <a16:creationId xmlns:a16="http://schemas.microsoft.com/office/drawing/2014/main" id="{CC3D245C-BF17-4163-BAE3-A7C5F065CA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91" name="Freeform 1342">
                <a:extLst>
                  <a:ext uri="{FF2B5EF4-FFF2-40B4-BE49-F238E27FC236}">
                    <a16:creationId xmlns:a16="http://schemas.microsoft.com/office/drawing/2014/main" id="{9E140126-7C78-4BC6-89E0-402FB873F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92" name="Freeform 1343">
                <a:extLst>
                  <a:ext uri="{FF2B5EF4-FFF2-40B4-BE49-F238E27FC236}">
                    <a16:creationId xmlns:a16="http://schemas.microsoft.com/office/drawing/2014/main" id="{90ECE694-85F0-4B6D-9759-B2C962CF360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401" name="Group 1344">
              <a:extLst>
                <a:ext uri="{FF2B5EF4-FFF2-40B4-BE49-F238E27FC236}">
                  <a16:creationId xmlns:a16="http://schemas.microsoft.com/office/drawing/2014/main" id="{A1343319-8732-4017-A99E-DFCE6FB2A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98453" name="Picture 1345" descr="antenna_stylized">
                <a:extLst>
                  <a:ext uri="{FF2B5EF4-FFF2-40B4-BE49-F238E27FC236}">
                    <a16:creationId xmlns:a16="http://schemas.microsoft.com/office/drawing/2014/main" id="{F1D00704-7390-4F87-9292-C2327FCE64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454" name="Picture 1346" descr="laptop_keyboard">
                <a:extLst>
                  <a:ext uri="{FF2B5EF4-FFF2-40B4-BE49-F238E27FC236}">
                    <a16:creationId xmlns:a16="http://schemas.microsoft.com/office/drawing/2014/main" id="{E00E0049-F008-4A8F-A045-F628D916FB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55" name="Freeform 1347">
                <a:extLst>
                  <a:ext uri="{FF2B5EF4-FFF2-40B4-BE49-F238E27FC236}">
                    <a16:creationId xmlns:a16="http://schemas.microsoft.com/office/drawing/2014/main" id="{C0CB9EB6-49B9-4872-954B-8FC19907F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98456" name="Picture 1348" descr="screen">
                <a:extLst>
                  <a:ext uri="{FF2B5EF4-FFF2-40B4-BE49-F238E27FC236}">
                    <a16:creationId xmlns:a16="http://schemas.microsoft.com/office/drawing/2014/main" id="{90AD50F3-3688-44DD-BDD2-B42150AB01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57" name="Freeform 1349">
                <a:extLst>
                  <a:ext uri="{FF2B5EF4-FFF2-40B4-BE49-F238E27FC236}">
                    <a16:creationId xmlns:a16="http://schemas.microsoft.com/office/drawing/2014/main" id="{45B83763-62CF-40B6-AB5A-B3F387372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58" name="Freeform 1350">
                <a:extLst>
                  <a:ext uri="{FF2B5EF4-FFF2-40B4-BE49-F238E27FC236}">
                    <a16:creationId xmlns:a16="http://schemas.microsoft.com/office/drawing/2014/main" id="{EAA3288F-EA80-408D-8CC2-5DC2A2056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59" name="Freeform 1351">
                <a:extLst>
                  <a:ext uri="{FF2B5EF4-FFF2-40B4-BE49-F238E27FC236}">
                    <a16:creationId xmlns:a16="http://schemas.microsoft.com/office/drawing/2014/main" id="{2CDA621B-B3BA-4968-9B1B-763404DA8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0" name="Freeform 1352">
                <a:extLst>
                  <a:ext uri="{FF2B5EF4-FFF2-40B4-BE49-F238E27FC236}">
                    <a16:creationId xmlns:a16="http://schemas.microsoft.com/office/drawing/2014/main" id="{ECA11570-BFED-4E01-ADF1-78B2A0C42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1" name="Freeform 1353">
                <a:extLst>
                  <a:ext uri="{FF2B5EF4-FFF2-40B4-BE49-F238E27FC236}">
                    <a16:creationId xmlns:a16="http://schemas.microsoft.com/office/drawing/2014/main" id="{3365A614-84CB-4C4C-A3EB-7FC014A84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2" name="Freeform 1354">
                <a:extLst>
                  <a:ext uri="{FF2B5EF4-FFF2-40B4-BE49-F238E27FC236}">
                    <a16:creationId xmlns:a16="http://schemas.microsoft.com/office/drawing/2014/main" id="{69D842FF-0FDC-4F0F-9A8A-D207117A8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98463" name="Group 1355">
                <a:extLst>
                  <a:ext uri="{FF2B5EF4-FFF2-40B4-BE49-F238E27FC236}">
                    <a16:creationId xmlns:a16="http://schemas.microsoft.com/office/drawing/2014/main" id="{9CAED092-DABA-42DC-9411-DD82BE0020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8470" name="Freeform 1356">
                  <a:extLst>
                    <a:ext uri="{FF2B5EF4-FFF2-40B4-BE49-F238E27FC236}">
                      <a16:creationId xmlns:a16="http://schemas.microsoft.com/office/drawing/2014/main" id="{A81D2AC0-E40B-4E4D-A136-C7DDA45967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71" name="Freeform 1357">
                  <a:extLst>
                    <a:ext uri="{FF2B5EF4-FFF2-40B4-BE49-F238E27FC236}">
                      <a16:creationId xmlns:a16="http://schemas.microsoft.com/office/drawing/2014/main" id="{B0CC33B5-C6CA-415E-BB3B-FBEAA5FE6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72" name="Freeform 1358">
                  <a:extLst>
                    <a:ext uri="{FF2B5EF4-FFF2-40B4-BE49-F238E27FC236}">
                      <a16:creationId xmlns:a16="http://schemas.microsoft.com/office/drawing/2014/main" id="{43C7B42E-7147-4C40-BDC8-B877154477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73" name="Freeform 1359">
                  <a:extLst>
                    <a:ext uri="{FF2B5EF4-FFF2-40B4-BE49-F238E27FC236}">
                      <a16:creationId xmlns:a16="http://schemas.microsoft.com/office/drawing/2014/main" id="{A6DA3CAB-54E3-4205-8A69-F1DC34D404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74" name="Freeform 1360">
                  <a:extLst>
                    <a:ext uri="{FF2B5EF4-FFF2-40B4-BE49-F238E27FC236}">
                      <a16:creationId xmlns:a16="http://schemas.microsoft.com/office/drawing/2014/main" id="{2CF8E06D-32FE-47C1-B6B6-E5147D773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75" name="Freeform 1361">
                  <a:extLst>
                    <a:ext uri="{FF2B5EF4-FFF2-40B4-BE49-F238E27FC236}">
                      <a16:creationId xmlns:a16="http://schemas.microsoft.com/office/drawing/2014/main" id="{F1A6E5A3-DD96-4249-B52D-2A71D5253B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464" name="Freeform 1362">
                <a:extLst>
                  <a:ext uri="{FF2B5EF4-FFF2-40B4-BE49-F238E27FC236}">
                    <a16:creationId xmlns:a16="http://schemas.microsoft.com/office/drawing/2014/main" id="{045656E9-A638-4526-B713-1719E62ED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5" name="Freeform 1363">
                <a:extLst>
                  <a:ext uri="{FF2B5EF4-FFF2-40B4-BE49-F238E27FC236}">
                    <a16:creationId xmlns:a16="http://schemas.microsoft.com/office/drawing/2014/main" id="{EDC9AAAD-AE72-4B06-8C8F-19C97F61A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6" name="Freeform 1364">
                <a:extLst>
                  <a:ext uri="{FF2B5EF4-FFF2-40B4-BE49-F238E27FC236}">
                    <a16:creationId xmlns:a16="http://schemas.microsoft.com/office/drawing/2014/main" id="{61467D23-E3F8-4F1B-9603-52AA837D0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7" name="Freeform 1365">
                <a:extLst>
                  <a:ext uri="{FF2B5EF4-FFF2-40B4-BE49-F238E27FC236}">
                    <a16:creationId xmlns:a16="http://schemas.microsoft.com/office/drawing/2014/main" id="{9649668A-4F9E-430F-A91D-EFEDC39D3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8" name="Freeform 1366">
                <a:extLst>
                  <a:ext uri="{FF2B5EF4-FFF2-40B4-BE49-F238E27FC236}">
                    <a16:creationId xmlns:a16="http://schemas.microsoft.com/office/drawing/2014/main" id="{A88DD02F-BACD-4F0D-A2BA-D643C3939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69" name="Freeform 1367">
                <a:extLst>
                  <a:ext uri="{FF2B5EF4-FFF2-40B4-BE49-F238E27FC236}">
                    <a16:creationId xmlns:a16="http://schemas.microsoft.com/office/drawing/2014/main" id="{6A4AC403-68A7-4A28-88A3-6E7C74BFEB4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402" name="Group 1368">
              <a:extLst>
                <a:ext uri="{FF2B5EF4-FFF2-40B4-BE49-F238E27FC236}">
                  <a16:creationId xmlns:a16="http://schemas.microsoft.com/office/drawing/2014/main" id="{689C9796-F06D-4E6B-BB08-3D069A0D9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98430" name="Picture 1369" descr="antenna_stylized">
                <a:extLst>
                  <a:ext uri="{FF2B5EF4-FFF2-40B4-BE49-F238E27FC236}">
                    <a16:creationId xmlns:a16="http://schemas.microsoft.com/office/drawing/2014/main" id="{FF67C12A-E4E8-4D55-B599-69B0D07A46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431" name="Picture 1370" descr="laptop_keyboard">
                <a:extLst>
                  <a:ext uri="{FF2B5EF4-FFF2-40B4-BE49-F238E27FC236}">
                    <a16:creationId xmlns:a16="http://schemas.microsoft.com/office/drawing/2014/main" id="{2E6795DD-A712-446D-8284-BE7035D7C6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32" name="Freeform 1371">
                <a:extLst>
                  <a:ext uri="{FF2B5EF4-FFF2-40B4-BE49-F238E27FC236}">
                    <a16:creationId xmlns:a16="http://schemas.microsoft.com/office/drawing/2014/main" id="{5977B213-DAE5-46FE-B558-B9129EE9C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98433" name="Picture 1372" descr="screen">
                <a:extLst>
                  <a:ext uri="{FF2B5EF4-FFF2-40B4-BE49-F238E27FC236}">
                    <a16:creationId xmlns:a16="http://schemas.microsoft.com/office/drawing/2014/main" id="{656213DA-52FC-40CC-BA69-2DAFA3B1C2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34" name="Freeform 1373">
                <a:extLst>
                  <a:ext uri="{FF2B5EF4-FFF2-40B4-BE49-F238E27FC236}">
                    <a16:creationId xmlns:a16="http://schemas.microsoft.com/office/drawing/2014/main" id="{E3385180-261B-4E3F-BCB3-EE79D16D8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35" name="Freeform 1374">
                <a:extLst>
                  <a:ext uri="{FF2B5EF4-FFF2-40B4-BE49-F238E27FC236}">
                    <a16:creationId xmlns:a16="http://schemas.microsoft.com/office/drawing/2014/main" id="{A3D6C509-38B0-4DD4-B5E7-A80637835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36" name="Freeform 1375">
                <a:extLst>
                  <a:ext uri="{FF2B5EF4-FFF2-40B4-BE49-F238E27FC236}">
                    <a16:creationId xmlns:a16="http://schemas.microsoft.com/office/drawing/2014/main" id="{099D68D0-9517-4D73-B420-E7D062D0F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37" name="Freeform 1376">
                <a:extLst>
                  <a:ext uri="{FF2B5EF4-FFF2-40B4-BE49-F238E27FC236}">
                    <a16:creationId xmlns:a16="http://schemas.microsoft.com/office/drawing/2014/main" id="{FB8F2960-7CBB-4F66-BEBE-72C7C8A13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38" name="Freeform 1377">
                <a:extLst>
                  <a:ext uri="{FF2B5EF4-FFF2-40B4-BE49-F238E27FC236}">
                    <a16:creationId xmlns:a16="http://schemas.microsoft.com/office/drawing/2014/main" id="{30ED4B9B-8DBF-4E86-898F-87360FA54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39" name="Freeform 1378">
                <a:extLst>
                  <a:ext uri="{FF2B5EF4-FFF2-40B4-BE49-F238E27FC236}">
                    <a16:creationId xmlns:a16="http://schemas.microsoft.com/office/drawing/2014/main" id="{8E5D378C-3247-43EA-A922-E2FBCC045B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98440" name="Group 1379">
                <a:extLst>
                  <a:ext uri="{FF2B5EF4-FFF2-40B4-BE49-F238E27FC236}">
                    <a16:creationId xmlns:a16="http://schemas.microsoft.com/office/drawing/2014/main" id="{74F4F6E9-342E-401A-BED1-9F8370339A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8447" name="Freeform 1380">
                  <a:extLst>
                    <a:ext uri="{FF2B5EF4-FFF2-40B4-BE49-F238E27FC236}">
                      <a16:creationId xmlns:a16="http://schemas.microsoft.com/office/drawing/2014/main" id="{0D3645F7-157E-47F3-9EC5-8B666AE115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48" name="Freeform 1381">
                  <a:extLst>
                    <a:ext uri="{FF2B5EF4-FFF2-40B4-BE49-F238E27FC236}">
                      <a16:creationId xmlns:a16="http://schemas.microsoft.com/office/drawing/2014/main" id="{6387AB44-82E8-4A01-9DBF-528D3B0CDD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49" name="Freeform 1382">
                  <a:extLst>
                    <a:ext uri="{FF2B5EF4-FFF2-40B4-BE49-F238E27FC236}">
                      <a16:creationId xmlns:a16="http://schemas.microsoft.com/office/drawing/2014/main" id="{9ED65FB7-19D9-4FB6-B755-FC25A80FFB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50" name="Freeform 1383">
                  <a:extLst>
                    <a:ext uri="{FF2B5EF4-FFF2-40B4-BE49-F238E27FC236}">
                      <a16:creationId xmlns:a16="http://schemas.microsoft.com/office/drawing/2014/main" id="{5C4B9E8D-349E-403E-ADCC-F2242CD92D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51" name="Freeform 1384">
                  <a:extLst>
                    <a:ext uri="{FF2B5EF4-FFF2-40B4-BE49-F238E27FC236}">
                      <a16:creationId xmlns:a16="http://schemas.microsoft.com/office/drawing/2014/main" id="{49AA0625-21CD-4DA3-88DF-C3D292AE3E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52" name="Freeform 1385">
                  <a:extLst>
                    <a:ext uri="{FF2B5EF4-FFF2-40B4-BE49-F238E27FC236}">
                      <a16:creationId xmlns:a16="http://schemas.microsoft.com/office/drawing/2014/main" id="{5CA69BA1-4395-425D-A2B6-C1DA9E2EB2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441" name="Freeform 1386">
                <a:extLst>
                  <a:ext uri="{FF2B5EF4-FFF2-40B4-BE49-F238E27FC236}">
                    <a16:creationId xmlns:a16="http://schemas.microsoft.com/office/drawing/2014/main" id="{7018D9A8-1A8E-4C80-8922-8497F4492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42" name="Freeform 1387">
                <a:extLst>
                  <a:ext uri="{FF2B5EF4-FFF2-40B4-BE49-F238E27FC236}">
                    <a16:creationId xmlns:a16="http://schemas.microsoft.com/office/drawing/2014/main" id="{5A6D0B7A-D4D3-40AB-8BCB-21422A7B6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43" name="Freeform 1388">
                <a:extLst>
                  <a:ext uri="{FF2B5EF4-FFF2-40B4-BE49-F238E27FC236}">
                    <a16:creationId xmlns:a16="http://schemas.microsoft.com/office/drawing/2014/main" id="{3EDA3497-53FA-498B-98E5-5197182E7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44" name="Freeform 1389">
                <a:extLst>
                  <a:ext uri="{FF2B5EF4-FFF2-40B4-BE49-F238E27FC236}">
                    <a16:creationId xmlns:a16="http://schemas.microsoft.com/office/drawing/2014/main" id="{7468CB4E-BE7F-48FA-92C9-19D0773FA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45" name="Freeform 1390">
                <a:extLst>
                  <a:ext uri="{FF2B5EF4-FFF2-40B4-BE49-F238E27FC236}">
                    <a16:creationId xmlns:a16="http://schemas.microsoft.com/office/drawing/2014/main" id="{FB0F78D5-942A-40FB-BC78-004E723E0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46" name="Freeform 1391">
                <a:extLst>
                  <a:ext uri="{FF2B5EF4-FFF2-40B4-BE49-F238E27FC236}">
                    <a16:creationId xmlns:a16="http://schemas.microsoft.com/office/drawing/2014/main" id="{8B2913AC-0353-4A6F-8338-FBA40DC05CE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98403" name="Group 1392">
              <a:extLst>
                <a:ext uri="{FF2B5EF4-FFF2-40B4-BE49-F238E27FC236}">
                  <a16:creationId xmlns:a16="http://schemas.microsoft.com/office/drawing/2014/main" id="{0EEEE9CD-39A3-4C8B-BCA7-F3D571DB0F9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98428" name="Picture 1393" descr="desktop_computer_stylized_medium">
                <a:extLst>
                  <a:ext uri="{FF2B5EF4-FFF2-40B4-BE49-F238E27FC236}">
                    <a16:creationId xmlns:a16="http://schemas.microsoft.com/office/drawing/2014/main" id="{C5BAFF5F-1E1C-42B5-8CD9-63B6D184FF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29" name="Freeform 1394">
                <a:extLst>
                  <a:ext uri="{FF2B5EF4-FFF2-40B4-BE49-F238E27FC236}">
                    <a16:creationId xmlns:a16="http://schemas.microsoft.com/office/drawing/2014/main" id="{E2DA1A3A-45DD-421A-AE91-70CC5C62C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98404" name="Group 1395">
              <a:extLst>
                <a:ext uri="{FF2B5EF4-FFF2-40B4-BE49-F238E27FC236}">
                  <a16:creationId xmlns:a16="http://schemas.microsoft.com/office/drawing/2014/main" id="{B5B3DDA7-1EDF-4064-8F40-BE0351B86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98405" name="Picture 1396" descr="antenna_stylized">
                <a:extLst>
                  <a:ext uri="{FF2B5EF4-FFF2-40B4-BE49-F238E27FC236}">
                    <a16:creationId xmlns:a16="http://schemas.microsoft.com/office/drawing/2014/main" id="{C405F656-6A6A-4A25-8C00-4FC58F516B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406" name="Picture 1397" descr="laptop_keyboard">
                <a:extLst>
                  <a:ext uri="{FF2B5EF4-FFF2-40B4-BE49-F238E27FC236}">
                    <a16:creationId xmlns:a16="http://schemas.microsoft.com/office/drawing/2014/main" id="{69471CF4-3DEE-4897-A35C-95E11DB6DB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07" name="Freeform 1398">
                <a:extLst>
                  <a:ext uri="{FF2B5EF4-FFF2-40B4-BE49-F238E27FC236}">
                    <a16:creationId xmlns:a16="http://schemas.microsoft.com/office/drawing/2014/main" id="{D59B09AA-2BCC-4154-AD06-E0BAB3988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98408" name="Picture 1399" descr="screen">
                <a:extLst>
                  <a:ext uri="{FF2B5EF4-FFF2-40B4-BE49-F238E27FC236}">
                    <a16:creationId xmlns:a16="http://schemas.microsoft.com/office/drawing/2014/main" id="{87A284D4-9E77-40AE-8CC4-480B58487E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8409" name="Freeform 1400">
                <a:extLst>
                  <a:ext uri="{FF2B5EF4-FFF2-40B4-BE49-F238E27FC236}">
                    <a16:creationId xmlns:a16="http://schemas.microsoft.com/office/drawing/2014/main" id="{E22588AC-B736-4138-A345-5955CB5B2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0" name="Freeform 1401">
                <a:extLst>
                  <a:ext uri="{FF2B5EF4-FFF2-40B4-BE49-F238E27FC236}">
                    <a16:creationId xmlns:a16="http://schemas.microsoft.com/office/drawing/2014/main" id="{CCEF7099-8852-45FC-8639-145B6C8488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1" name="Freeform 1402">
                <a:extLst>
                  <a:ext uri="{FF2B5EF4-FFF2-40B4-BE49-F238E27FC236}">
                    <a16:creationId xmlns:a16="http://schemas.microsoft.com/office/drawing/2014/main" id="{84E06859-C071-4F75-A3CB-674B6D240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2" name="Freeform 1403">
                <a:extLst>
                  <a:ext uri="{FF2B5EF4-FFF2-40B4-BE49-F238E27FC236}">
                    <a16:creationId xmlns:a16="http://schemas.microsoft.com/office/drawing/2014/main" id="{974713E2-09E3-4350-A924-475A878B8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3" name="Freeform 1404">
                <a:extLst>
                  <a:ext uri="{FF2B5EF4-FFF2-40B4-BE49-F238E27FC236}">
                    <a16:creationId xmlns:a16="http://schemas.microsoft.com/office/drawing/2014/main" id="{EC87F830-E4D1-4FB0-81E3-18D0F0E9C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4" name="Freeform 1405">
                <a:extLst>
                  <a:ext uri="{FF2B5EF4-FFF2-40B4-BE49-F238E27FC236}">
                    <a16:creationId xmlns:a16="http://schemas.microsoft.com/office/drawing/2014/main" id="{A87AA6BF-C7A4-470F-9518-B683D3212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98415" name="Group 1406">
                <a:extLst>
                  <a:ext uri="{FF2B5EF4-FFF2-40B4-BE49-F238E27FC236}">
                    <a16:creationId xmlns:a16="http://schemas.microsoft.com/office/drawing/2014/main" id="{7060C42D-17E6-4917-AED5-DAF6847E5B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8422" name="Freeform 1407">
                  <a:extLst>
                    <a:ext uri="{FF2B5EF4-FFF2-40B4-BE49-F238E27FC236}">
                      <a16:creationId xmlns:a16="http://schemas.microsoft.com/office/drawing/2014/main" id="{7DB95446-4B14-49F2-9AEA-05D4868721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23" name="Freeform 1408">
                  <a:extLst>
                    <a:ext uri="{FF2B5EF4-FFF2-40B4-BE49-F238E27FC236}">
                      <a16:creationId xmlns:a16="http://schemas.microsoft.com/office/drawing/2014/main" id="{CB5A58C0-851B-4DA9-BB4A-D8EF6A18E1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24" name="Freeform 1409">
                  <a:extLst>
                    <a:ext uri="{FF2B5EF4-FFF2-40B4-BE49-F238E27FC236}">
                      <a16:creationId xmlns:a16="http://schemas.microsoft.com/office/drawing/2014/main" id="{1A7D4A37-E3F1-4AFF-8AF2-F83BCFCC76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25" name="Freeform 1410">
                  <a:extLst>
                    <a:ext uri="{FF2B5EF4-FFF2-40B4-BE49-F238E27FC236}">
                      <a16:creationId xmlns:a16="http://schemas.microsoft.com/office/drawing/2014/main" id="{A0E76A8F-D1BB-424B-A529-E215BF3E61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26" name="Freeform 1411">
                  <a:extLst>
                    <a:ext uri="{FF2B5EF4-FFF2-40B4-BE49-F238E27FC236}">
                      <a16:creationId xmlns:a16="http://schemas.microsoft.com/office/drawing/2014/main" id="{D20407A9-EFA7-44CD-9951-10E1AE1336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98427" name="Freeform 1412">
                  <a:extLst>
                    <a:ext uri="{FF2B5EF4-FFF2-40B4-BE49-F238E27FC236}">
                      <a16:creationId xmlns:a16="http://schemas.microsoft.com/office/drawing/2014/main" id="{B44D539A-4149-4191-9A91-34A3889DA8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98416" name="Freeform 1413">
                <a:extLst>
                  <a:ext uri="{FF2B5EF4-FFF2-40B4-BE49-F238E27FC236}">
                    <a16:creationId xmlns:a16="http://schemas.microsoft.com/office/drawing/2014/main" id="{4FF5517E-7A26-4694-888B-EDBDCE931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7" name="Freeform 1414">
                <a:extLst>
                  <a:ext uri="{FF2B5EF4-FFF2-40B4-BE49-F238E27FC236}">
                    <a16:creationId xmlns:a16="http://schemas.microsoft.com/office/drawing/2014/main" id="{201FF22B-810E-4AF3-94D5-775FC8492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8" name="Freeform 1415">
                <a:extLst>
                  <a:ext uri="{FF2B5EF4-FFF2-40B4-BE49-F238E27FC236}">
                    <a16:creationId xmlns:a16="http://schemas.microsoft.com/office/drawing/2014/main" id="{7A7D4A80-C0D5-41FC-8912-9FDDCDC64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19" name="Freeform 1416">
                <a:extLst>
                  <a:ext uri="{FF2B5EF4-FFF2-40B4-BE49-F238E27FC236}">
                    <a16:creationId xmlns:a16="http://schemas.microsoft.com/office/drawing/2014/main" id="{B5A265A7-7058-403F-8D92-7A91BBEB4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20" name="Freeform 1417">
                <a:extLst>
                  <a:ext uri="{FF2B5EF4-FFF2-40B4-BE49-F238E27FC236}">
                    <a16:creationId xmlns:a16="http://schemas.microsoft.com/office/drawing/2014/main" id="{938BE1AA-CFB7-41E1-A495-7F2191FF9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98421" name="Freeform 1418">
                <a:extLst>
                  <a:ext uri="{FF2B5EF4-FFF2-40B4-BE49-F238E27FC236}">
                    <a16:creationId xmlns:a16="http://schemas.microsoft.com/office/drawing/2014/main" id="{04B86853-87BE-44A3-9477-E611375ADA0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sp>
        <p:nvSpPr>
          <p:cNvPr id="35729" name="Line 913">
            <a:extLst>
              <a:ext uri="{FF2B5EF4-FFF2-40B4-BE49-F238E27FC236}">
                <a16:creationId xmlns:a16="http://schemas.microsoft.com/office/drawing/2014/main" id="{B091370A-45AB-490D-A508-F522140F50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0063" y="3786188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98310" name="Picture 616" descr="underline_base">
            <a:extLst>
              <a:ext uri="{FF2B5EF4-FFF2-40B4-BE49-F238E27FC236}">
                <a16:creationId xmlns:a16="http://schemas.microsoft.com/office/drawing/2014/main" id="{44FEFD38-7D69-4F6C-96B3-40A91D756C0B}"/>
              </a:ext>
            </a:extLst>
          </p:cNvPr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85090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727" name="Line 911">
            <a:extLst>
              <a:ext uri="{FF2B5EF4-FFF2-40B4-BE49-F238E27FC236}">
                <a16:creationId xmlns:a16="http://schemas.microsoft.com/office/drawing/2014/main" id="{F953ECB3-6731-4CC4-B4B1-8812869FA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5313" y="660400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8312" name="Rectangle 2">
            <a:extLst>
              <a:ext uri="{FF2B5EF4-FFF2-40B4-BE49-F238E27FC236}">
                <a16:creationId xmlns:a16="http://schemas.microsoft.com/office/drawing/2014/main" id="{56F2D30F-2535-4EDF-8E8C-3A1FA8C5AC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5275" y="0"/>
            <a:ext cx="8382000" cy="104140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Creating a network app</a:t>
            </a:r>
          </a:p>
        </p:txBody>
      </p:sp>
      <p:sp>
        <p:nvSpPr>
          <p:cNvPr id="98313" name="Rectangle 3">
            <a:extLst>
              <a:ext uri="{FF2B5EF4-FFF2-40B4-BE49-F238E27FC236}">
                <a16:creationId xmlns:a16="http://schemas.microsoft.com/office/drawing/2014/main" id="{F761D8A4-E384-40FB-BE80-FBC6EC325DE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3875" y="1116013"/>
            <a:ext cx="4191000" cy="51149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write programs that: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run on (different) </a:t>
            </a:r>
            <a:r>
              <a:rPr lang="en-US" altLang="zh-TW" sz="2400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end systems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communicate over network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e.g., web server software communicates with browser software</a:t>
            </a:r>
          </a:p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no need to write software for network-core devices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network-core devices do not run user applications 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applications on end systems  allows for rapid app development, propagation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87129" name="Group 618">
            <a:extLst>
              <a:ext uri="{FF2B5EF4-FFF2-40B4-BE49-F238E27FC236}">
                <a16:creationId xmlns:a16="http://schemas.microsoft.com/office/drawing/2014/main" id="{1FB99A52-E42B-43F7-9814-E50466B9F352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503238"/>
            <a:ext cx="1044575" cy="965200"/>
            <a:chOff x="4047" y="420"/>
            <a:chExt cx="658" cy="608"/>
          </a:xfrm>
        </p:grpSpPr>
        <p:sp>
          <p:nvSpPr>
            <p:cNvPr id="98333" name="Rectangle 227">
              <a:extLst>
                <a:ext uri="{FF2B5EF4-FFF2-40B4-BE49-F238E27FC236}">
                  <a16:creationId xmlns:a16="http://schemas.microsoft.com/office/drawing/2014/main" id="{A7F5BC8A-B842-4F10-9FBA-8C9FA5F01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34" name="Rectangle 228">
              <a:extLst>
                <a:ext uri="{FF2B5EF4-FFF2-40B4-BE49-F238E27FC236}">
                  <a16:creationId xmlns:a16="http://schemas.microsoft.com/office/drawing/2014/main" id="{1940D641-956D-4C6A-B054-D8E21187B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35" name="Rectangle 229">
              <a:extLst>
                <a:ext uri="{FF2B5EF4-FFF2-40B4-BE49-F238E27FC236}">
                  <a16:creationId xmlns:a16="http://schemas.microsoft.com/office/drawing/2014/main" id="{38437ECA-1BEB-435A-862C-1499B67D6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36" name="Text Box 230">
              <a:extLst>
                <a:ext uri="{FF2B5EF4-FFF2-40B4-BE49-F238E27FC236}">
                  <a16:creationId xmlns:a16="http://schemas.microsoft.com/office/drawing/2014/main" id="{29A77C29-EFD4-4E1D-8969-FC08683B4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solidFill>
                    <a:schemeClr val="bg1"/>
                  </a:solidFill>
                  <a:latin typeface="Arial" panose="020B0604020202020204" pitchFamily="34" charset="0"/>
                </a:rPr>
                <a:t>application</a:t>
              </a:r>
              <a:endParaRPr lang="en-US" altLang="zh-TW" sz="10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transport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physical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37" name="Line 231">
              <a:extLst>
                <a:ext uri="{FF2B5EF4-FFF2-40B4-BE49-F238E27FC236}">
                  <a16:creationId xmlns:a16="http://schemas.microsoft.com/office/drawing/2014/main" id="{9F157A7E-BA8B-4357-9A8E-618616CFE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38" name="Line 232">
              <a:extLst>
                <a:ext uri="{FF2B5EF4-FFF2-40B4-BE49-F238E27FC236}">
                  <a16:creationId xmlns:a16="http://schemas.microsoft.com/office/drawing/2014/main" id="{E31C915C-BF15-4817-A660-FEE2D9B40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39" name="Line 233">
              <a:extLst>
                <a:ext uri="{FF2B5EF4-FFF2-40B4-BE49-F238E27FC236}">
                  <a16:creationId xmlns:a16="http://schemas.microsoft.com/office/drawing/2014/main" id="{78A0604A-8611-421D-8D3D-3A80D44B0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40" name="Freeform 917">
              <a:extLst>
                <a:ext uri="{FF2B5EF4-FFF2-40B4-BE49-F238E27FC236}">
                  <a16:creationId xmlns:a16="http://schemas.microsoft.com/office/drawing/2014/main" id="{3CA8CEA8-BCFD-4965-9351-51DFB2555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87130" name="Group 619">
            <a:extLst>
              <a:ext uri="{FF2B5EF4-FFF2-40B4-BE49-F238E27FC236}">
                <a16:creationId xmlns:a16="http://schemas.microsoft.com/office/drawing/2014/main" id="{0CD00359-D9DB-44BC-A72A-1A4CA5B64861}"/>
              </a:ext>
            </a:extLst>
          </p:cNvPr>
          <p:cNvGrpSpPr>
            <a:grpSpLocks/>
          </p:cNvGrpSpPr>
          <p:nvPr/>
        </p:nvGrpSpPr>
        <p:grpSpPr bwMode="auto">
          <a:xfrm>
            <a:off x="7956550" y="4087813"/>
            <a:ext cx="1044575" cy="965200"/>
            <a:chOff x="4047" y="420"/>
            <a:chExt cx="658" cy="608"/>
          </a:xfrm>
        </p:grpSpPr>
        <p:sp>
          <p:nvSpPr>
            <p:cNvPr id="98325" name="Rectangle 227">
              <a:extLst>
                <a:ext uri="{FF2B5EF4-FFF2-40B4-BE49-F238E27FC236}">
                  <a16:creationId xmlns:a16="http://schemas.microsoft.com/office/drawing/2014/main" id="{390328ED-9C48-4373-801C-C0C298C7E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26" name="Rectangle 228">
              <a:extLst>
                <a:ext uri="{FF2B5EF4-FFF2-40B4-BE49-F238E27FC236}">
                  <a16:creationId xmlns:a16="http://schemas.microsoft.com/office/drawing/2014/main" id="{D196EE50-FE67-4A17-B0D0-1EFB06C59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27" name="Rectangle 229">
              <a:extLst>
                <a:ext uri="{FF2B5EF4-FFF2-40B4-BE49-F238E27FC236}">
                  <a16:creationId xmlns:a16="http://schemas.microsoft.com/office/drawing/2014/main" id="{1E59E36A-8D7A-43B9-902D-E98C7ACDC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28" name="Text Box 230">
              <a:extLst>
                <a:ext uri="{FF2B5EF4-FFF2-40B4-BE49-F238E27FC236}">
                  <a16:creationId xmlns:a16="http://schemas.microsoft.com/office/drawing/2014/main" id="{C77D048E-C757-42C2-AD82-7C20DE199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solidFill>
                    <a:schemeClr val="bg1"/>
                  </a:solidFill>
                  <a:latin typeface="Arial" panose="020B0604020202020204" pitchFamily="34" charset="0"/>
                </a:rPr>
                <a:t>application</a:t>
              </a:r>
              <a:endParaRPr lang="en-US" altLang="zh-TW" sz="10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transport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physical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29" name="Line 231">
              <a:extLst>
                <a:ext uri="{FF2B5EF4-FFF2-40B4-BE49-F238E27FC236}">
                  <a16:creationId xmlns:a16="http://schemas.microsoft.com/office/drawing/2014/main" id="{1FC8C135-7350-4030-96DE-A4FF5941E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30" name="Line 232">
              <a:extLst>
                <a:ext uri="{FF2B5EF4-FFF2-40B4-BE49-F238E27FC236}">
                  <a16:creationId xmlns:a16="http://schemas.microsoft.com/office/drawing/2014/main" id="{80120060-04AF-4B1E-A1AE-AC3B6467F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31" name="Line 233">
              <a:extLst>
                <a:ext uri="{FF2B5EF4-FFF2-40B4-BE49-F238E27FC236}">
                  <a16:creationId xmlns:a16="http://schemas.microsoft.com/office/drawing/2014/main" id="{9129420B-6286-4FF5-A8A8-AF68DAB4C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32" name="Freeform 917">
              <a:extLst>
                <a:ext uri="{FF2B5EF4-FFF2-40B4-BE49-F238E27FC236}">
                  <a16:creationId xmlns:a16="http://schemas.microsoft.com/office/drawing/2014/main" id="{64367CBE-27CB-4E31-9490-B852F79DC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87131" name="Group 628">
            <a:extLst>
              <a:ext uri="{FF2B5EF4-FFF2-40B4-BE49-F238E27FC236}">
                <a16:creationId xmlns:a16="http://schemas.microsoft.com/office/drawing/2014/main" id="{6521514E-84D9-423C-B17F-9CA2B0901C27}"/>
              </a:ext>
            </a:extLst>
          </p:cNvPr>
          <p:cNvGrpSpPr>
            <a:grpSpLocks/>
          </p:cNvGrpSpPr>
          <p:nvPr/>
        </p:nvGrpSpPr>
        <p:grpSpPr bwMode="auto">
          <a:xfrm>
            <a:off x="5815013" y="3651250"/>
            <a:ext cx="1044575" cy="965200"/>
            <a:chOff x="4047" y="420"/>
            <a:chExt cx="658" cy="608"/>
          </a:xfrm>
        </p:grpSpPr>
        <p:sp>
          <p:nvSpPr>
            <p:cNvPr id="98317" name="Rectangle 227">
              <a:extLst>
                <a:ext uri="{FF2B5EF4-FFF2-40B4-BE49-F238E27FC236}">
                  <a16:creationId xmlns:a16="http://schemas.microsoft.com/office/drawing/2014/main" id="{0ECAD652-E5EF-49A8-97C8-DD354E112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18" name="Rectangle 228">
              <a:extLst>
                <a:ext uri="{FF2B5EF4-FFF2-40B4-BE49-F238E27FC236}">
                  <a16:creationId xmlns:a16="http://schemas.microsoft.com/office/drawing/2014/main" id="{3302DA8E-323F-478C-939B-7D201B6E1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19" name="Rectangle 229">
              <a:extLst>
                <a:ext uri="{FF2B5EF4-FFF2-40B4-BE49-F238E27FC236}">
                  <a16:creationId xmlns:a16="http://schemas.microsoft.com/office/drawing/2014/main" id="{D38491B5-6BAC-452C-B45C-65DBA091A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20" name="Text Box 230">
              <a:extLst>
                <a:ext uri="{FF2B5EF4-FFF2-40B4-BE49-F238E27FC236}">
                  <a16:creationId xmlns:a16="http://schemas.microsoft.com/office/drawing/2014/main" id="{5F902FC4-299E-418B-A741-6996B8A16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solidFill>
                    <a:schemeClr val="bg1"/>
                  </a:solidFill>
                  <a:latin typeface="Arial" panose="020B0604020202020204" pitchFamily="34" charset="0"/>
                </a:rPr>
                <a:t>application</a:t>
              </a:r>
              <a:endParaRPr lang="en-US" altLang="zh-TW" sz="10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transport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Arial" panose="020B0604020202020204" pitchFamily="34" charset="0"/>
                </a:rPr>
                <a:t>physical</a:t>
              </a:r>
              <a:endParaRPr lang="en-US" altLang="zh-TW" sz="2400">
                <a:latin typeface="Arial" panose="020B0604020202020204" pitchFamily="34" charset="0"/>
              </a:endParaRPr>
            </a:p>
          </p:txBody>
        </p:sp>
        <p:sp>
          <p:nvSpPr>
            <p:cNvPr id="98321" name="Line 231">
              <a:extLst>
                <a:ext uri="{FF2B5EF4-FFF2-40B4-BE49-F238E27FC236}">
                  <a16:creationId xmlns:a16="http://schemas.microsoft.com/office/drawing/2014/main" id="{2E434C18-66F8-4CCB-80C9-8DE31C0A0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22" name="Line 232">
              <a:extLst>
                <a:ext uri="{FF2B5EF4-FFF2-40B4-BE49-F238E27FC236}">
                  <a16:creationId xmlns:a16="http://schemas.microsoft.com/office/drawing/2014/main" id="{8B04C259-536B-4D5B-877E-2CBB19323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23" name="Line 233">
              <a:extLst>
                <a:ext uri="{FF2B5EF4-FFF2-40B4-BE49-F238E27FC236}">
                  <a16:creationId xmlns:a16="http://schemas.microsoft.com/office/drawing/2014/main" id="{4E24F54C-713C-49CE-8085-340790833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98324" name="Freeform 917">
              <a:extLst>
                <a:ext uri="{FF2B5EF4-FFF2-40B4-BE49-F238E27FC236}">
                  <a16:creationId xmlns:a16="http://schemas.microsoft.com/office/drawing/2014/main" id="{54348896-7194-4DE3-A094-ECF06481B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8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8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5F1BF998-BB7D-4CA2-B2B4-24E6ECB9FD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00355" name="Rectangle 8">
            <a:extLst>
              <a:ext uri="{FF2B5EF4-FFF2-40B4-BE49-F238E27FC236}">
                <a16:creationId xmlns:a16="http://schemas.microsoft.com/office/drawing/2014/main" id="{6740EB83-B874-4EF7-9CA7-C4A7193609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A1725A42-0AF9-4D68-9820-517D6A3FFD7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00356" name="Picture 9" descr="underline_base">
            <a:extLst>
              <a:ext uri="{FF2B5EF4-FFF2-40B4-BE49-F238E27FC236}">
                <a16:creationId xmlns:a16="http://schemas.microsoft.com/office/drawing/2014/main" id="{36F50E08-17D8-4EEE-B0BB-8F8F8B06703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960438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7" name="Rectangle 2">
            <a:extLst>
              <a:ext uri="{FF2B5EF4-FFF2-40B4-BE49-F238E27FC236}">
                <a16:creationId xmlns:a16="http://schemas.microsoft.com/office/drawing/2014/main" id="{2FA503A9-7374-45B7-AC6F-7992FF7B3F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7963"/>
            <a:ext cx="7772400" cy="1030287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Application architectures</a:t>
            </a:r>
          </a:p>
        </p:txBody>
      </p:sp>
      <p:sp>
        <p:nvSpPr>
          <p:cNvPr id="100358" name="Rectangle 3">
            <a:extLst>
              <a:ext uri="{FF2B5EF4-FFF2-40B4-BE49-F238E27FC236}">
                <a16:creationId xmlns:a16="http://schemas.microsoft.com/office/drawing/2014/main" id="{00FFBD8C-7B0D-49E4-8F8B-AEEAC529E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0099"/>
                </a:solidFill>
                <a:ea typeface="ＭＳ Ｐゴシック" panose="020B0600070205080204" pitchFamily="34" charset="-128"/>
              </a:rPr>
              <a:t>possible structure of applications: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client-server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peer-to-peer (P2P)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66C730D2-0A2C-4FC7-AC89-0E6AEFFE8E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02403" name="Rectangle 8">
            <a:extLst>
              <a:ext uri="{FF2B5EF4-FFF2-40B4-BE49-F238E27FC236}">
                <a16:creationId xmlns:a16="http://schemas.microsoft.com/office/drawing/2014/main" id="{86D20776-E0FA-4CCB-BCBC-3C2D50927F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DC0CDAA-22F4-4AA7-86CD-6680EBB49BA0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102404" name="Group 582">
            <a:extLst>
              <a:ext uri="{FF2B5EF4-FFF2-40B4-BE49-F238E27FC236}">
                <a16:creationId xmlns:a16="http://schemas.microsoft.com/office/drawing/2014/main" id="{07E20C8C-1EF5-4AC6-B9D4-ECF4B5F4A84B}"/>
              </a:ext>
            </a:extLst>
          </p:cNvPr>
          <p:cNvGrpSpPr>
            <a:grpSpLocks/>
          </p:cNvGrpSpPr>
          <p:nvPr/>
        </p:nvGrpSpPr>
        <p:grpSpPr bwMode="auto">
          <a:xfrm>
            <a:off x="542925" y="1492250"/>
            <a:ext cx="3540125" cy="4545013"/>
            <a:chOff x="3277" y="974"/>
            <a:chExt cx="2230" cy="2863"/>
          </a:xfrm>
        </p:grpSpPr>
        <p:sp>
          <p:nvSpPr>
            <p:cNvPr id="102411" name="Freeform 583">
              <a:extLst>
                <a:ext uri="{FF2B5EF4-FFF2-40B4-BE49-F238E27FC236}">
                  <a16:creationId xmlns:a16="http://schemas.microsoft.com/office/drawing/2014/main" id="{98B549F6-E7A8-4765-9494-D05AF58A0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4863 w 1036"/>
                <a:gd name="T1" fmla="*/ 11 h 675"/>
                <a:gd name="T2" fmla="*/ 2926 w 1036"/>
                <a:gd name="T3" fmla="*/ 53 h 675"/>
                <a:gd name="T4" fmla="*/ 1548 w 1036"/>
                <a:gd name="T5" fmla="*/ 129 h 675"/>
                <a:gd name="T6" fmla="*/ 1145 w 1036"/>
                <a:gd name="T7" fmla="*/ 229 h 675"/>
                <a:gd name="T8" fmla="*/ 159 w 1036"/>
                <a:gd name="T9" fmla="*/ 297 h 675"/>
                <a:gd name="T10" fmla="*/ 128 w 1036"/>
                <a:gd name="T11" fmla="*/ 459 h 675"/>
                <a:gd name="T12" fmla="*/ 993 w 1036"/>
                <a:gd name="T13" fmla="*/ 489 h 675"/>
                <a:gd name="T14" fmla="*/ 3444 w 1036"/>
                <a:gd name="T15" fmla="*/ 489 h 675"/>
                <a:gd name="T16" fmla="*/ 4484 w 1036"/>
                <a:gd name="T17" fmla="*/ 555 h 675"/>
                <a:gd name="T18" fmla="*/ 5636 w 1036"/>
                <a:gd name="T19" fmla="*/ 657 h 675"/>
                <a:gd name="T20" fmla="*/ 6527 w 1036"/>
                <a:gd name="T21" fmla="*/ 661 h 675"/>
                <a:gd name="T22" fmla="*/ 7134 w 1036"/>
                <a:gd name="T23" fmla="*/ 603 h 675"/>
                <a:gd name="T24" fmla="*/ 7446 w 1036"/>
                <a:gd name="T25" fmla="*/ 445 h 675"/>
                <a:gd name="T26" fmla="*/ 7638 w 1036"/>
                <a:gd name="T27" fmla="*/ 291 h 675"/>
                <a:gd name="T28" fmla="*/ 7661 w 1036"/>
                <a:gd name="T29" fmla="*/ 107 h 675"/>
                <a:gd name="T30" fmla="*/ 7002 w 1036"/>
                <a:gd name="T31" fmla="*/ 17 h 675"/>
                <a:gd name="T32" fmla="*/ 5817 w 1036"/>
                <a:gd name="T33" fmla="*/ 3 h 675"/>
                <a:gd name="T34" fmla="*/ 4863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2412" name="Group 584">
              <a:extLst>
                <a:ext uri="{FF2B5EF4-FFF2-40B4-BE49-F238E27FC236}">
                  <a16:creationId xmlns:a16="http://schemas.microsoft.com/office/drawing/2014/main" id="{3B8806C8-0F3D-4521-B3EE-B2ABCB88F2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102786" name="Rectangle 585">
                <a:extLst>
                  <a:ext uri="{FF2B5EF4-FFF2-40B4-BE49-F238E27FC236}">
                    <a16:creationId xmlns:a16="http://schemas.microsoft.com/office/drawing/2014/main" id="{BD624322-F273-4606-B730-AA3B2A2BD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787" name="AutoShape 586">
                <a:extLst>
                  <a:ext uri="{FF2B5EF4-FFF2-40B4-BE49-F238E27FC236}">
                    <a16:creationId xmlns:a16="http://schemas.microsoft.com/office/drawing/2014/main" id="{420C6B76-F4E0-48A6-9485-06C5EBD62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2413" name="Freeform 587">
              <a:extLst>
                <a:ext uri="{FF2B5EF4-FFF2-40B4-BE49-F238E27FC236}">
                  <a16:creationId xmlns:a16="http://schemas.microsoft.com/office/drawing/2014/main" id="{53E2BFA5-7218-4360-AF68-E83AA6C2D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14" name="Line 588">
              <a:extLst>
                <a:ext uri="{FF2B5EF4-FFF2-40B4-BE49-F238E27FC236}">
                  <a16:creationId xmlns:a16="http://schemas.microsoft.com/office/drawing/2014/main" id="{D617923D-39EE-4712-B371-4E49BA0341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915" y="3313"/>
              <a:ext cx="285" cy="11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2415" name="Line 589">
              <a:extLst>
                <a:ext uri="{FF2B5EF4-FFF2-40B4-BE49-F238E27FC236}">
                  <a16:creationId xmlns:a16="http://schemas.microsoft.com/office/drawing/2014/main" id="{97525CD3-79BB-4335-BD00-D4189A77E9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2416" name="Line 590">
              <a:extLst>
                <a:ext uri="{FF2B5EF4-FFF2-40B4-BE49-F238E27FC236}">
                  <a16:creationId xmlns:a16="http://schemas.microsoft.com/office/drawing/2014/main" id="{E03985AD-403D-4B8D-9D83-57E805EA63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116" y="3190"/>
              <a:ext cx="96" cy="4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2417" name="Line 592">
              <a:extLst>
                <a:ext uri="{FF2B5EF4-FFF2-40B4-BE49-F238E27FC236}">
                  <a16:creationId xmlns:a16="http://schemas.microsoft.com/office/drawing/2014/main" id="{20400B3A-A3B4-4592-9175-C2A99A3BF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09"/>
              <a:ext cx="94" cy="10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18" name="Line 593">
              <a:extLst>
                <a:ext uri="{FF2B5EF4-FFF2-40B4-BE49-F238E27FC236}">
                  <a16:creationId xmlns:a16="http://schemas.microsoft.com/office/drawing/2014/main" id="{99714495-5D25-44AA-A22B-FB2D93D590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3150"/>
              <a:ext cx="261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19" name="Line 596">
              <a:extLst>
                <a:ext uri="{FF2B5EF4-FFF2-40B4-BE49-F238E27FC236}">
                  <a16:creationId xmlns:a16="http://schemas.microsoft.com/office/drawing/2014/main" id="{A1FA955F-AAB7-476B-AFBD-7BCE70E901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" y="3209"/>
              <a:ext cx="98" cy="1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0" name="Line 597">
              <a:extLst>
                <a:ext uri="{FF2B5EF4-FFF2-40B4-BE49-F238E27FC236}">
                  <a16:creationId xmlns:a16="http://schemas.microsoft.com/office/drawing/2014/main" id="{8CD9CAB8-25F6-43DA-AD6C-96BB37C521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32" y="3213"/>
              <a:ext cx="65" cy="10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1" name="Line 598">
              <a:extLst>
                <a:ext uri="{FF2B5EF4-FFF2-40B4-BE49-F238E27FC236}">
                  <a16:creationId xmlns:a16="http://schemas.microsoft.com/office/drawing/2014/main" id="{F3A1BE4C-A6DF-4AE3-BDF6-1F8505EDC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2" name="Line 600">
              <a:extLst>
                <a:ext uri="{FF2B5EF4-FFF2-40B4-BE49-F238E27FC236}">
                  <a16:creationId xmlns:a16="http://schemas.microsoft.com/office/drawing/2014/main" id="{D1EBE4F6-2965-4168-8AEF-4B4FEF97F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3" name="Line 601">
              <a:extLst>
                <a:ext uri="{FF2B5EF4-FFF2-40B4-BE49-F238E27FC236}">
                  <a16:creationId xmlns:a16="http://schemas.microsoft.com/office/drawing/2014/main" id="{7471AADD-2458-4068-9E10-86777B081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2424" name="Group 602">
              <a:extLst>
                <a:ext uri="{FF2B5EF4-FFF2-40B4-BE49-F238E27FC236}">
                  <a16:creationId xmlns:a16="http://schemas.microsoft.com/office/drawing/2014/main" id="{710E6DB1-1154-4BF9-B03F-BE4A555C4F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102784" name="Picture 603" descr="access_point_stylized_small">
                <a:extLst>
                  <a:ext uri="{FF2B5EF4-FFF2-40B4-BE49-F238E27FC236}">
                    <a16:creationId xmlns:a16="http://schemas.microsoft.com/office/drawing/2014/main" id="{370F34F7-5CFC-45A9-BC10-570477ABDC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785" name="Picture 604" descr="antenna_radiation_stylized">
                <a:extLst>
                  <a:ext uri="{FF2B5EF4-FFF2-40B4-BE49-F238E27FC236}">
                    <a16:creationId xmlns:a16="http://schemas.microsoft.com/office/drawing/2014/main" id="{92C022D4-5400-44F0-9971-432FB3B24C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2425" name="Freeform 605">
              <a:extLst>
                <a:ext uri="{FF2B5EF4-FFF2-40B4-BE49-F238E27FC236}">
                  <a16:creationId xmlns:a16="http://schemas.microsoft.com/office/drawing/2014/main" id="{027D699E-1E28-4908-A31C-8CC383E73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6" name="Freeform 606">
              <a:extLst>
                <a:ext uri="{FF2B5EF4-FFF2-40B4-BE49-F238E27FC236}">
                  <a16:creationId xmlns:a16="http://schemas.microsoft.com/office/drawing/2014/main" id="{51F23229-92C2-4136-9D70-C0BE4D33E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207402493 w 765"/>
                <a:gd name="T1" fmla="*/ 95765015 h 459"/>
                <a:gd name="T2" fmla="*/ 140549145 w 765"/>
                <a:gd name="T3" fmla="*/ 680005382 h 459"/>
                <a:gd name="T4" fmla="*/ 47018431 w 765"/>
                <a:gd name="T5" fmla="*/ 967812540 h 459"/>
                <a:gd name="T6" fmla="*/ 6718573 w 765"/>
                <a:gd name="T7" fmla="*/ 2147483646 h 459"/>
                <a:gd name="T8" fmla="*/ 87941052 w 765"/>
                <a:gd name="T9" fmla="*/ 2147483646 h 459"/>
                <a:gd name="T10" fmla="*/ 169050136 w 765"/>
                <a:gd name="T11" fmla="*/ 2147483646 h 459"/>
                <a:gd name="T12" fmla="*/ 285337134 w 765"/>
                <a:gd name="T13" fmla="*/ 2147483646 h 459"/>
                <a:gd name="T14" fmla="*/ 341448798 w 765"/>
                <a:gd name="T15" fmla="*/ 2147483646 h 459"/>
                <a:gd name="T16" fmla="*/ 367538880 w 765"/>
                <a:gd name="T17" fmla="*/ 2147483646 h 459"/>
                <a:gd name="T18" fmla="*/ 366893090 w 765"/>
                <a:gd name="T19" fmla="*/ 1532876763 h 459"/>
                <a:gd name="T20" fmla="*/ 323800920 w 765"/>
                <a:gd name="T21" fmla="*/ 334380861 h 459"/>
                <a:gd name="T22" fmla="*/ 207402493 w 765"/>
                <a:gd name="T23" fmla="*/ 95765015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7" name="Line 607">
              <a:extLst>
                <a:ext uri="{FF2B5EF4-FFF2-40B4-BE49-F238E27FC236}">
                  <a16:creationId xmlns:a16="http://schemas.microsoft.com/office/drawing/2014/main" id="{898EAD69-9E17-4577-865F-0FBD8FB0C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8" name="Line 608">
              <a:extLst>
                <a:ext uri="{FF2B5EF4-FFF2-40B4-BE49-F238E27FC236}">
                  <a16:creationId xmlns:a16="http://schemas.microsoft.com/office/drawing/2014/main" id="{D155C61F-EB7F-41A0-9B2B-5169BF85C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29" name="Line 609">
              <a:extLst>
                <a:ext uri="{FF2B5EF4-FFF2-40B4-BE49-F238E27FC236}">
                  <a16:creationId xmlns:a16="http://schemas.microsoft.com/office/drawing/2014/main" id="{8CFE26E1-EA37-45CD-B375-404080FA9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0" name="Line 610">
              <a:extLst>
                <a:ext uri="{FF2B5EF4-FFF2-40B4-BE49-F238E27FC236}">
                  <a16:creationId xmlns:a16="http://schemas.microsoft.com/office/drawing/2014/main" id="{BBA70962-0AE2-43F9-9B5E-3D2056DC6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1" name="Line 611">
              <a:extLst>
                <a:ext uri="{FF2B5EF4-FFF2-40B4-BE49-F238E27FC236}">
                  <a16:creationId xmlns:a16="http://schemas.microsoft.com/office/drawing/2014/main" id="{25D10A43-E5F5-400B-A5C6-BE3F929CD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2" name="Line 612">
              <a:extLst>
                <a:ext uri="{FF2B5EF4-FFF2-40B4-BE49-F238E27FC236}">
                  <a16:creationId xmlns:a16="http://schemas.microsoft.com/office/drawing/2014/main" id="{4E21A168-BC6A-4270-99D9-A791E8F7B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3" name="Line 613">
              <a:extLst>
                <a:ext uri="{FF2B5EF4-FFF2-40B4-BE49-F238E27FC236}">
                  <a16:creationId xmlns:a16="http://schemas.microsoft.com/office/drawing/2014/main" id="{00292AF9-7BA3-452D-9CE9-3B41D7D4E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4" name="Line 614">
              <a:extLst>
                <a:ext uri="{FF2B5EF4-FFF2-40B4-BE49-F238E27FC236}">
                  <a16:creationId xmlns:a16="http://schemas.microsoft.com/office/drawing/2014/main" id="{A14BD552-B6BE-4C8A-84FB-B5D957DE1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5" name="Line 615">
              <a:extLst>
                <a:ext uri="{FF2B5EF4-FFF2-40B4-BE49-F238E27FC236}">
                  <a16:creationId xmlns:a16="http://schemas.microsoft.com/office/drawing/2014/main" id="{50F449E2-5D98-4ED0-8092-691C6E1E6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6" name="Line 616">
              <a:extLst>
                <a:ext uri="{FF2B5EF4-FFF2-40B4-BE49-F238E27FC236}">
                  <a16:creationId xmlns:a16="http://schemas.microsoft.com/office/drawing/2014/main" id="{F787BFE1-70CD-4600-B537-83AF1FC4B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7" name="Line 617">
              <a:extLst>
                <a:ext uri="{FF2B5EF4-FFF2-40B4-BE49-F238E27FC236}">
                  <a16:creationId xmlns:a16="http://schemas.microsoft.com/office/drawing/2014/main" id="{348370B7-5B1F-4747-A5B8-3C797BA5F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8" name="Line 618">
              <a:extLst>
                <a:ext uri="{FF2B5EF4-FFF2-40B4-BE49-F238E27FC236}">
                  <a16:creationId xmlns:a16="http://schemas.microsoft.com/office/drawing/2014/main" id="{5A432E76-36CC-47DF-97E8-2EB2699A1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39" name="Line 619">
              <a:extLst>
                <a:ext uri="{FF2B5EF4-FFF2-40B4-BE49-F238E27FC236}">
                  <a16:creationId xmlns:a16="http://schemas.microsoft.com/office/drawing/2014/main" id="{845C9984-DC59-43B9-845E-285641C22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40" name="Line 620">
              <a:extLst>
                <a:ext uri="{FF2B5EF4-FFF2-40B4-BE49-F238E27FC236}">
                  <a16:creationId xmlns:a16="http://schemas.microsoft.com/office/drawing/2014/main" id="{5F1D4562-8210-43C5-995C-D487F0BEA4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41" name="Line 621">
              <a:extLst>
                <a:ext uri="{FF2B5EF4-FFF2-40B4-BE49-F238E27FC236}">
                  <a16:creationId xmlns:a16="http://schemas.microsoft.com/office/drawing/2014/main" id="{6AA5140F-C67F-4F71-A3C9-D841DADFC9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42" name="Line 622">
              <a:extLst>
                <a:ext uri="{FF2B5EF4-FFF2-40B4-BE49-F238E27FC236}">
                  <a16:creationId xmlns:a16="http://schemas.microsoft.com/office/drawing/2014/main" id="{CE410AED-7673-4B16-9839-6550657D2F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2443" name="Line 623">
              <a:extLst>
                <a:ext uri="{FF2B5EF4-FFF2-40B4-BE49-F238E27FC236}">
                  <a16:creationId xmlns:a16="http://schemas.microsoft.com/office/drawing/2014/main" id="{162F2224-4545-4D1E-9EAE-1066B4A03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2444" name="Group 624">
              <a:extLst>
                <a:ext uri="{FF2B5EF4-FFF2-40B4-BE49-F238E27FC236}">
                  <a16:creationId xmlns:a16="http://schemas.microsoft.com/office/drawing/2014/main" id="{98EB2086-6FB9-4ACA-B515-44A88F9253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102767" name="Line 270">
                <a:extLst>
                  <a:ext uri="{FF2B5EF4-FFF2-40B4-BE49-F238E27FC236}">
                    <a16:creationId xmlns:a16="http://schemas.microsoft.com/office/drawing/2014/main" id="{FC8656BD-F805-4E22-8F8E-B4620DB7C0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68" name="Line 271">
                <a:extLst>
                  <a:ext uri="{FF2B5EF4-FFF2-40B4-BE49-F238E27FC236}">
                    <a16:creationId xmlns:a16="http://schemas.microsoft.com/office/drawing/2014/main" id="{8CB27048-88E8-4313-8112-8EE139790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69" name="Line 272">
                <a:extLst>
                  <a:ext uri="{FF2B5EF4-FFF2-40B4-BE49-F238E27FC236}">
                    <a16:creationId xmlns:a16="http://schemas.microsoft.com/office/drawing/2014/main" id="{D44D1A2B-6BB5-4E7D-BDBC-B011917C6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0" name="Line 273">
                <a:extLst>
                  <a:ext uri="{FF2B5EF4-FFF2-40B4-BE49-F238E27FC236}">
                    <a16:creationId xmlns:a16="http://schemas.microsoft.com/office/drawing/2014/main" id="{B5BBA213-0629-462A-B726-49480E70C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1" name="Line 274">
                <a:extLst>
                  <a:ext uri="{FF2B5EF4-FFF2-40B4-BE49-F238E27FC236}">
                    <a16:creationId xmlns:a16="http://schemas.microsoft.com/office/drawing/2014/main" id="{7A1BBB64-4AA4-4A46-B488-6FB38A16F6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2" name="Line 275">
                <a:extLst>
                  <a:ext uri="{FF2B5EF4-FFF2-40B4-BE49-F238E27FC236}">
                    <a16:creationId xmlns:a16="http://schemas.microsoft.com/office/drawing/2014/main" id="{148E8D49-E5A3-41FF-A332-9D178E6DA3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3" name="Line 276">
                <a:extLst>
                  <a:ext uri="{FF2B5EF4-FFF2-40B4-BE49-F238E27FC236}">
                    <a16:creationId xmlns:a16="http://schemas.microsoft.com/office/drawing/2014/main" id="{A067FAC7-644B-4CD1-A7E3-FFE0A242F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4" name="Line 277">
                <a:extLst>
                  <a:ext uri="{FF2B5EF4-FFF2-40B4-BE49-F238E27FC236}">
                    <a16:creationId xmlns:a16="http://schemas.microsoft.com/office/drawing/2014/main" id="{FC15DCFA-874C-40BA-86B5-820D71E48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5" name="Line 278">
                <a:extLst>
                  <a:ext uri="{FF2B5EF4-FFF2-40B4-BE49-F238E27FC236}">
                    <a16:creationId xmlns:a16="http://schemas.microsoft.com/office/drawing/2014/main" id="{8C1798AF-42B0-4744-833B-9868D5AF05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6" name="Line 279">
                <a:extLst>
                  <a:ext uri="{FF2B5EF4-FFF2-40B4-BE49-F238E27FC236}">
                    <a16:creationId xmlns:a16="http://schemas.microsoft.com/office/drawing/2014/main" id="{A16FB371-0CBD-4675-83D6-7FEC98E39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7" name="Line 280">
                <a:extLst>
                  <a:ext uri="{FF2B5EF4-FFF2-40B4-BE49-F238E27FC236}">
                    <a16:creationId xmlns:a16="http://schemas.microsoft.com/office/drawing/2014/main" id="{6F617FDE-A7A6-4087-937A-7854518E5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8" name="Line 281">
                <a:extLst>
                  <a:ext uri="{FF2B5EF4-FFF2-40B4-BE49-F238E27FC236}">
                    <a16:creationId xmlns:a16="http://schemas.microsoft.com/office/drawing/2014/main" id="{C069C5DB-0822-4B39-99D3-88D390983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79" name="Line 282">
                <a:extLst>
                  <a:ext uri="{FF2B5EF4-FFF2-40B4-BE49-F238E27FC236}">
                    <a16:creationId xmlns:a16="http://schemas.microsoft.com/office/drawing/2014/main" id="{405EA0B5-0B9B-419F-82B7-4856BA9DD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80" name="Line 283">
                <a:extLst>
                  <a:ext uri="{FF2B5EF4-FFF2-40B4-BE49-F238E27FC236}">
                    <a16:creationId xmlns:a16="http://schemas.microsoft.com/office/drawing/2014/main" id="{467E3A18-BEAE-447C-B9AE-46358A432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81" name="Line 284">
                <a:extLst>
                  <a:ext uri="{FF2B5EF4-FFF2-40B4-BE49-F238E27FC236}">
                    <a16:creationId xmlns:a16="http://schemas.microsoft.com/office/drawing/2014/main" id="{14B3FD3A-384F-4C9B-A405-ECF08F6F7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2782" name="Oval 640">
                <a:extLst>
                  <a:ext uri="{FF2B5EF4-FFF2-40B4-BE49-F238E27FC236}">
                    <a16:creationId xmlns:a16="http://schemas.microsoft.com/office/drawing/2014/main" id="{FA986672-C383-4B28-8712-1FCD03795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pic>
            <p:nvPicPr>
              <p:cNvPr id="102783" name="Picture 641" descr="cell_tower_radiation_gray">
                <a:extLst>
                  <a:ext uri="{FF2B5EF4-FFF2-40B4-BE49-F238E27FC236}">
                    <a16:creationId xmlns:a16="http://schemas.microsoft.com/office/drawing/2014/main" id="{B47E058E-076C-44F0-8C16-7F6A457139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2445" name="Group 642">
              <a:extLst>
                <a:ext uri="{FF2B5EF4-FFF2-40B4-BE49-F238E27FC236}">
                  <a16:creationId xmlns:a16="http://schemas.microsoft.com/office/drawing/2014/main" id="{DC8825B8-9099-49CC-B3F6-3D0CCC56A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102758" name="Line 643">
                <a:extLst>
                  <a:ext uri="{FF2B5EF4-FFF2-40B4-BE49-F238E27FC236}">
                    <a16:creationId xmlns:a16="http://schemas.microsoft.com/office/drawing/2014/main" id="{91D08250-9387-43F7-B9E3-84F8FC312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59" name="Oval 407">
                <a:extLst>
                  <a:ext uri="{FF2B5EF4-FFF2-40B4-BE49-F238E27FC236}">
                    <a16:creationId xmlns:a16="http://schemas.microsoft.com/office/drawing/2014/main" id="{37740BDD-6095-44CF-98E9-2FEE933B86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60" name="Rectangle 410">
                <a:extLst>
                  <a:ext uri="{FF2B5EF4-FFF2-40B4-BE49-F238E27FC236}">
                    <a16:creationId xmlns:a16="http://schemas.microsoft.com/office/drawing/2014/main" id="{ABB9B4E2-7980-456D-821F-1E981789E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61" name="Oval 411">
                <a:extLst>
                  <a:ext uri="{FF2B5EF4-FFF2-40B4-BE49-F238E27FC236}">
                    <a16:creationId xmlns:a16="http://schemas.microsoft.com/office/drawing/2014/main" id="{0D1AA31B-29A2-4D62-BD91-23DA68805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62" name="Group 647">
                <a:extLst>
                  <a:ext uri="{FF2B5EF4-FFF2-40B4-BE49-F238E27FC236}">
                    <a16:creationId xmlns:a16="http://schemas.microsoft.com/office/drawing/2014/main" id="{21F8D756-C362-4CFD-BFF0-29DFD16CDF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102765" name="Freeform 648">
                  <a:extLst>
                    <a:ext uri="{FF2B5EF4-FFF2-40B4-BE49-F238E27FC236}">
                      <a16:creationId xmlns:a16="http://schemas.microsoft.com/office/drawing/2014/main" id="{1A6D0607-AFA0-412A-9D3E-158761D34D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66" name="Freeform 649">
                  <a:extLst>
                    <a:ext uri="{FF2B5EF4-FFF2-40B4-BE49-F238E27FC236}">
                      <a16:creationId xmlns:a16="http://schemas.microsoft.com/office/drawing/2014/main" id="{0D36A249-C9C6-448B-B8F3-BE2891F830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63" name="Line 650">
                <a:extLst>
                  <a:ext uri="{FF2B5EF4-FFF2-40B4-BE49-F238E27FC236}">
                    <a16:creationId xmlns:a16="http://schemas.microsoft.com/office/drawing/2014/main" id="{E5F5776E-898D-41A5-A6BF-296C29AC9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64" name="Line 651">
                <a:extLst>
                  <a:ext uri="{FF2B5EF4-FFF2-40B4-BE49-F238E27FC236}">
                    <a16:creationId xmlns:a16="http://schemas.microsoft.com/office/drawing/2014/main" id="{82990A6C-E2B0-4945-9779-F2F8213DB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46" name="Group 652">
              <a:extLst>
                <a:ext uri="{FF2B5EF4-FFF2-40B4-BE49-F238E27FC236}">
                  <a16:creationId xmlns:a16="http://schemas.microsoft.com/office/drawing/2014/main" id="{161C3B12-6E83-403D-B53D-D18F4A3712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102750" name="Oval 407">
                <a:extLst>
                  <a:ext uri="{FF2B5EF4-FFF2-40B4-BE49-F238E27FC236}">
                    <a16:creationId xmlns:a16="http://schemas.microsoft.com/office/drawing/2014/main" id="{0F68F4C8-65D4-498B-962D-B9285EA53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51" name="Rectangle 410">
                <a:extLst>
                  <a:ext uri="{FF2B5EF4-FFF2-40B4-BE49-F238E27FC236}">
                    <a16:creationId xmlns:a16="http://schemas.microsoft.com/office/drawing/2014/main" id="{4B55F82C-7A21-44FE-986A-F1E36B346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52" name="Oval 411">
                <a:extLst>
                  <a:ext uri="{FF2B5EF4-FFF2-40B4-BE49-F238E27FC236}">
                    <a16:creationId xmlns:a16="http://schemas.microsoft.com/office/drawing/2014/main" id="{F9AE67CE-652C-4055-881D-A03D787FB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53" name="Group 656">
                <a:extLst>
                  <a:ext uri="{FF2B5EF4-FFF2-40B4-BE49-F238E27FC236}">
                    <a16:creationId xmlns:a16="http://schemas.microsoft.com/office/drawing/2014/main" id="{CBCE22C5-F40C-4A74-8498-293E920B43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56" name="Freeform 657">
                  <a:extLst>
                    <a:ext uri="{FF2B5EF4-FFF2-40B4-BE49-F238E27FC236}">
                      <a16:creationId xmlns:a16="http://schemas.microsoft.com/office/drawing/2014/main" id="{7025F150-21A9-4534-85B7-80E4C1310D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57" name="Freeform 658">
                  <a:extLst>
                    <a:ext uri="{FF2B5EF4-FFF2-40B4-BE49-F238E27FC236}">
                      <a16:creationId xmlns:a16="http://schemas.microsoft.com/office/drawing/2014/main" id="{36C83DFC-BC08-4A26-BE3E-0D4A55AD6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54" name="Line 659">
                <a:extLst>
                  <a:ext uri="{FF2B5EF4-FFF2-40B4-BE49-F238E27FC236}">
                    <a16:creationId xmlns:a16="http://schemas.microsoft.com/office/drawing/2014/main" id="{E70F0D4A-3CD1-49E3-896B-FDEBF7CF1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55" name="Line 660">
                <a:extLst>
                  <a:ext uri="{FF2B5EF4-FFF2-40B4-BE49-F238E27FC236}">
                    <a16:creationId xmlns:a16="http://schemas.microsoft.com/office/drawing/2014/main" id="{544D44C5-7C85-4629-8718-259B55E1D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47" name="Group 661">
              <a:extLst>
                <a:ext uri="{FF2B5EF4-FFF2-40B4-BE49-F238E27FC236}">
                  <a16:creationId xmlns:a16="http://schemas.microsoft.com/office/drawing/2014/main" id="{4B2230E9-B9A2-4DC2-87DC-675BF8C4EC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102742" name="Oval 407">
                <a:extLst>
                  <a:ext uri="{FF2B5EF4-FFF2-40B4-BE49-F238E27FC236}">
                    <a16:creationId xmlns:a16="http://schemas.microsoft.com/office/drawing/2014/main" id="{74D09FAE-B61B-4A93-BF4C-5D513C611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43" name="Rectangle 410">
                <a:extLst>
                  <a:ext uri="{FF2B5EF4-FFF2-40B4-BE49-F238E27FC236}">
                    <a16:creationId xmlns:a16="http://schemas.microsoft.com/office/drawing/2014/main" id="{0A5D34CF-D0B7-4D1A-8ED0-149D78E12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44" name="Oval 411">
                <a:extLst>
                  <a:ext uri="{FF2B5EF4-FFF2-40B4-BE49-F238E27FC236}">
                    <a16:creationId xmlns:a16="http://schemas.microsoft.com/office/drawing/2014/main" id="{91D8F248-BC1B-4775-A50D-633AEBC66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45" name="Group 665">
                <a:extLst>
                  <a:ext uri="{FF2B5EF4-FFF2-40B4-BE49-F238E27FC236}">
                    <a16:creationId xmlns:a16="http://schemas.microsoft.com/office/drawing/2014/main" id="{D0F95DA1-1229-4463-96AD-38F1D118C4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48" name="Freeform 666">
                  <a:extLst>
                    <a:ext uri="{FF2B5EF4-FFF2-40B4-BE49-F238E27FC236}">
                      <a16:creationId xmlns:a16="http://schemas.microsoft.com/office/drawing/2014/main" id="{12730D63-AA59-4914-AFF3-82FBD242C3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49" name="Freeform 667">
                  <a:extLst>
                    <a:ext uri="{FF2B5EF4-FFF2-40B4-BE49-F238E27FC236}">
                      <a16:creationId xmlns:a16="http://schemas.microsoft.com/office/drawing/2014/main" id="{3DF923FE-9A13-4401-B10E-A36699D3FD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46" name="Line 668">
                <a:extLst>
                  <a:ext uri="{FF2B5EF4-FFF2-40B4-BE49-F238E27FC236}">
                    <a16:creationId xmlns:a16="http://schemas.microsoft.com/office/drawing/2014/main" id="{9A8429C2-3F51-4699-9C5E-ABCC7245E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47" name="Line 669">
                <a:extLst>
                  <a:ext uri="{FF2B5EF4-FFF2-40B4-BE49-F238E27FC236}">
                    <a16:creationId xmlns:a16="http://schemas.microsoft.com/office/drawing/2014/main" id="{41F99228-A808-4C3F-B128-3210999827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48" name="Group 670">
              <a:extLst>
                <a:ext uri="{FF2B5EF4-FFF2-40B4-BE49-F238E27FC236}">
                  <a16:creationId xmlns:a16="http://schemas.microsoft.com/office/drawing/2014/main" id="{BFF7415C-5BD0-4D78-BA33-BCFE44D963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102734" name="Oval 407">
                <a:extLst>
                  <a:ext uri="{FF2B5EF4-FFF2-40B4-BE49-F238E27FC236}">
                    <a16:creationId xmlns:a16="http://schemas.microsoft.com/office/drawing/2014/main" id="{DA711666-DD32-47D8-BBE1-065B7B045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35" name="Rectangle 410">
                <a:extLst>
                  <a:ext uri="{FF2B5EF4-FFF2-40B4-BE49-F238E27FC236}">
                    <a16:creationId xmlns:a16="http://schemas.microsoft.com/office/drawing/2014/main" id="{A3845421-11DF-440B-8DDC-11ACA88B5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36" name="Oval 411">
                <a:extLst>
                  <a:ext uri="{FF2B5EF4-FFF2-40B4-BE49-F238E27FC236}">
                    <a16:creationId xmlns:a16="http://schemas.microsoft.com/office/drawing/2014/main" id="{3F0D28B9-43AA-45B7-B98D-B2BAB3DE0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37" name="Group 674">
                <a:extLst>
                  <a:ext uri="{FF2B5EF4-FFF2-40B4-BE49-F238E27FC236}">
                    <a16:creationId xmlns:a16="http://schemas.microsoft.com/office/drawing/2014/main" id="{756ED6B5-49BC-4F9A-ADE0-D6B22F127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40" name="Freeform 675">
                  <a:extLst>
                    <a:ext uri="{FF2B5EF4-FFF2-40B4-BE49-F238E27FC236}">
                      <a16:creationId xmlns:a16="http://schemas.microsoft.com/office/drawing/2014/main" id="{B4C9472B-6642-4A86-9EE1-56EA675BAA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41" name="Freeform 676">
                  <a:extLst>
                    <a:ext uri="{FF2B5EF4-FFF2-40B4-BE49-F238E27FC236}">
                      <a16:creationId xmlns:a16="http://schemas.microsoft.com/office/drawing/2014/main" id="{2CDBCEB7-650F-4559-B715-E58E60C2A9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38" name="Line 677">
                <a:extLst>
                  <a:ext uri="{FF2B5EF4-FFF2-40B4-BE49-F238E27FC236}">
                    <a16:creationId xmlns:a16="http://schemas.microsoft.com/office/drawing/2014/main" id="{323A1D63-CCC0-42CA-AC43-9313E09F3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39" name="Line 678">
                <a:extLst>
                  <a:ext uri="{FF2B5EF4-FFF2-40B4-BE49-F238E27FC236}">
                    <a16:creationId xmlns:a16="http://schemas.microsoft.com/office/drawing/2014/main" id="{BC844AEF-9354-409D-8449-87E5E3DAA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49" name="Group 679">
              <a:extLst>
                <a:ext uri="{FF2B5EF4-FFF2-40B4-BE49-F238E27FC236}">
                  <a16:creationId xmlns:a16="http://schemas.microsoft.com/office/drawing/2014/main" id="{F648A6DA-522B-4F86-A440-6936F43B61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102726" name="Oval 407">
                <a:extLst>
                  <a:ext uri="{FF2B5EF4-FFF2-40B4-BE49-F238E27FC236}">
                    <a16:creationId xmlns:a16="http://schemas.microsoft.com/office/drawing/2014/main" id="{31B51609-DB6D-4F95-A562-6FD516093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27" name="Rectangle 410">
                <a:extLst>
                  <a:ext uri="{FF2B5EF4-FFF2-40B4-BE49-F238E27FC236}">
                    <a16:creationId xmlns:a16="http://schemas.microsoft.com/office/drawing/2014/main" id="{A75B293B-03FF-4CD5-9C88-E63319E70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28" name="Oval 411">
                <a:extLst>
                  <a:ext uri="{FF2B5EF4-FFF2-40B4-BE49-F238E27FC236}">
                    <a16:creationId xmlns:a16="http://schemas.microsoft.com/office/drawing/2014/main" id="{505BFB08-778E-4168-B1ED-025A404E1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29" name="Group 683">
                <a:extLst>
                  <a:ext uri="{FF2B5EF4-FFF2-40B4-BE49-F238E27FC236}">
                    <a16:creationId xmlns:a16="http://schemas.microsoft.com/office/drawing/2014/main" id="{F7D38546-CBA8-488E-A7DC-D2FFC98F63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32" name="Freeform 684">
                  <a:extLst>
                    <a:ext uri="{FF2B5EF4-FFF2-40B4-BE49-F238E27FC236}">
                      <a16:creationId xmlns:a16="http://schemas.microsoft.com/office/drawing/2014/main" id="{C26BBC98-E9F6-443F-8924-3337316C7F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33" name="Freeform 685">
                  <a:extLst>
                    <a:ext uri="{FF2B5EF4-FFF2-40B4-BE49-F238E27FC236}">
                      <a16:creationId xmlns:a16="http://schemas.microsoft.com/office/drawing/2014/main" id="{F2C3A3CF-9E8E-493E-B361-3DB0835C9B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30" name="Line 686">
                <a:extLst>
                  <a:ext uri="{FF2B5EF4-FFF2-40B4-BE49-F238E27FC236}">
                    <a16:creationId xmlns:a16="http://schemas.microsoft.com/office/drawing/2014/main" id="{E88164A2-F96D-4224-A361-67D09C9130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31" name="Line 687">
                <a:extLst>
                  <a:ext uri="{FF2B5EF4-FFF2-40B4-BE49-F238E27FC236}">
                    <a16:creationId xmlns:a16="http://schemas.microsoft.com/office/drawing/2014/main" id="{9FA96D27-20EF-4F7D-83C8-21117E06A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50" name="Group 688">
              <a:extLst>
                <a:ext uri="{FF2B5EF4-FFF2-40B4-BE49-F238E27FC236}">
                  <a16:creationId xmlns:a16="http://schemas.microsoft.com/office/drawing/2014/main" id="{F1115DFD-E9B2-4B94-9B27-55B3DB9D80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102718" name="Oval 407">
                <a:extLst>
                  <a:ext uri="{FF2B5EF4-FFF2-40B4-BE49-F238E27FC236}">
                    <a16:creationId xmlns:a16="http://schemas.microsoft.com/office/drawing/2014/main" id="{970893DD-2797-4357-AB14-4F7C586AC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19" name="Rectangle 410">
                <a:extLst>
                  <a:ext uri="{FF2B5EF4-FFF2-40B4-BE49-F238E27FC236}">
                    <a16:creationId xmlns:a16="http://schemas.microsoft.com/office/drawing/2014/main" id="{5623209D-012E-4350-868F-843E899BA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20" name="Oval 411">
                <a:extLst>
                  <a:ext uri="{FF2B5EF4-FFF2-40B4-BE49-F238E27FC236}">
                    <a16:creationId xmlns:a16="http://schemas.microsoft.com/office/drawing/2014/main" id="{5F0A76AA-791A-479E-8A27-9B86DA053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21" name="Group 692">
                <a:extLst>
                  <a:ext uri="{FF2B5EF4-FFF2-40B4-BE49-F238E27FC236}">
                    <a16:creationId xmlns:a16="http://schemas.microsoft.com/office/drawing/2014/main" id="{484A37EC-C2C7-4E08-811D-D5F227438C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24" name="Freeform 693">
                  <a:extLst>
                    <a:ext uri="{FF2B5EF4-FFF2-40B4-BE49-F238E27FC236}">
                      <a16:creationId xmlns:a16="http://schemas.microsoft.com/office/drawing/2014/main" id="{AC2B12D1-223F-43B2-B641-856BDAB349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25" name="Freeform 694">
                  <a:extLst>
                    <a:ext uri="{FF2B5EF4-FFF2-40B4-BE49-F238E27FC236}">
                      <a16:creationId xmlns:a16="http://schemas.microsoft.com/office/drawing/2014/main" id="{8DE8AE92-6884-442D-B573-CF47FB68B0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22" name="Line 695">
                <a:extLst>
                  <a:ext uri="{FF2B5EF4-FFF2-40B4-BE49-F238E27FC236}">
                    <a16:creationId xmlns:a16="http://schemas.microsoft.com/office/drawing/2014/main" id="{5ED12ED0-2A8E-4A12-AC8C-D0608857D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23" name="Line 696">
                <a:extLst>
                  <a:ext uri="{FF2B5EF4-FFF2-40B4-BE49-F238E27FC236}">
                    <a16:creationId xmlns:a16="http://schemas.microsoft.com/office/drawing/2014/main" id="{29E13923-0E76-4869-B503-5E6582F5A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02451" name="Line 697">
              <a:extLst>
                <a:ext uri="{FF2B5EF4-FFF2-40B4-BE49-F238E27FC236}">
                  <a16:creationId xmlns:a16="http://schemas.microsoft.com/office/drawing/2014/main" id="{9B0BCE1C-6F97-4058-9902-1DC1C39B1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2452" name="Group 698">
              <a:extLst>
                <a:ext uri="{FF2B5EF4-FFF2-40B4-BE49-F238E27FC236}">
                  <a16:creationId xmlns:a16="http://schemas.microsoft.com/office/drawing/2014/main" id="{4F6E4326-20E5-4DCA-843D-4817E08415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102710" name="Oval 407">
                <a:extLst>
                  <a:ext uri="{FF2B5EF4-FFF2-40B4-BE49-F238E27FC236}">
                    <a16:creationId xmlns:a16="http://schemas.microsoft.com/office/drawing/2014/main" id="{44EFA4E4-8534-437E-B814-E6DE354F3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11" name="Rectangle 410">
                <a:extLst>
                  <a:ext uri="{FF2B5EF4-FFF2-40B4-BE49-F238E27FC236}">
                    <a16:creationId xmlns:a16="http://schemas.microsoft.com/office/drawing/2014/main" id="{78991E1F-1638-45A9-8FB8-B541FFA04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12" name="Oval 411">
                <a:extLst>
                  <a:ext uri="{FF2B5EF4-FFF2-40B4-BE49-F238E27FC236}">
                    <a16:creationId xmlns:a16="http://schemas.microsoft.com/office/drawing/2014/main" id="{57B03EA4-20C1-410A-8787-A806F3706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13" name="Group 702">
                <a:extLst>
                  <a:ext uri="{FF2B5EF4-FFF2-40B4-BE49-F238E27FC236}">
                    <a16:creationId xmlns:a16="http://schemas.microsoft.com/office/drawing/2014/main" id="{7109F231-7EFD-4FA8-B8B9-B3158F64B5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16" name="Freeform 703">
                  <a:extLst>
                    <a:ext uri="{FF2B5EF4-FFF2-40B4-BE49-F238E27FC236}">
                      <a16:creationId xmlns:a16="http://schemas.microsoft.com/office/drawing/2014/main" id="{C9D73369-A33A-453C-81C0-56D4D8FB83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17" name="Freeform 704">
                  <a:extLst>
                    <a:ext uri="{FF2B5EF4-FFF2-40B4-BE49-F238E27FC236}">
                      <a16:creationId xmlns:a16="http://schemas.microsoft.com/office/drawing/2014/main" id="{580140F7-329A-41DA-984F-AF53551C0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14" name="Line 705">
                <a:extLst>
                  <a:ext uri="{FF2B5EF4-FFF2-40B4-BE49-F238E27FC236}">
                    <a16:creationId xmlns:a16="http://schemas.microsoft.com/office/drawing/2014/main" id="{4E2860B0-8031-4127-9A45-D66DB7DF6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15" name="Line 706">
                <a:extLst>
                  <a:ext uri="{FF2B5EF4-FFF2-40B4-BE49-F238E27FC236}">
                    <a16:creationId xmlns:a16="http://schemas.microsoft.com/office/drawing/2014/main" id="{D32324D7-5BCD-4926-833F-94BA993AC2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53" name="Group 707">
              <a:extLst>
                <a:ext uri="{FF2B5EF4-FFF2-40B4-BE49-F238E27FC236}">
                  <a16:creationId xmlns:a16="http://schemas.microsoft.com/office/drawing/2014/main" id="{5BEB0390-6C1F-4C22-BCC8-4038D074FC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102702" name="Oval 407">
                <a:extLst>
                  <a:ext uri="{FF2B5EF4-FFF2-40B4-BE49-F238E27FC236}">
                    <a16:creationId xmlns:a16="http://schemas.microsoft.com/office/drawing/2014/main" id="{05EF7B38-661A-4E7C-BFDF-56010A648E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03" name="Rectangle 410">
                <a:extLst>
                  <a:ext uri="{FF2B5EF4-FFF2-40B4-BE49-F238E27FC236}">
                    <a16:creationId xmlns:a16="http://schemas.microsoft.com/office/drawing/2014/main" id="{586DDEFA-6B62-4717-BCE9-839101C48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704" name="Oval 411">
                <a:extLst>
                  <a:ext uri="{FF2B5EF4-FFF2-40B4-BE49-F238E27FC236}">
                    <a16:creationId xmlns:a16="http://schemas.microsoft.com/office/drawing/2014/main" id="{4909EFBB-0670-47AD-B7C3-7F61BED39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705" name="Group 711">
                <a:extLst>
                  <a:ext uri="{FF2B5EF4-FFF2-40B4-BE49-F238E27FC236}">
                    <a16:creationId xmlns:a16="http://schemas.microsoft.com/office/drawing/2014/main" id="{B6691382-F3F1-4023-9A03-F486D78273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08" name="Freeform 712">
                  <a:extLst>
                    <a:ext uri="{FF2B5EF4-FFF2-40B4-BE49-F238E27FC236}">
                      <a16:creationId xmlns:a16="http://schemas.microsoft.com/office/drawing/2014/main" id="{B827EF28-4A88-4368-9733-1113E7DDEA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09" name="Freeform 713">
                  <a:extLst>
                    <a:ext uri="{FF2B5EF4-FFF2-40B4-BE49-F238E27FC236}">
                      <a16:creationId xmlns:a16="http://schemas.microsoft.com/office/drawing/2014/main" id="{5E174D64-1A4B-4925-A469-495EE34700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706" name="Line 714">
                <a:extLst>
                  <a:ext uri="{FF2B5EF4-FFF2-40B4-BE49-F238E27FC236}">
                    <a16:creationId xmlns:a16="http://schemas.microsoft.com/office/drawing/2014/main" id="{D3B29A61-5760-43E7-9078-F26ED684E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707" name="Line 715">
                <a:extLst>
                  <a:ext uri="{FF2B5EF4-FFF2-40B4-BE49-F238E27FC236}">
                    <a16:creationId xmlns:a16="http://schemas.microsoft.com/office/drawing/2014/main" id="{3AE77C2A-0BE1-4EF7-8E6C-9A52800D0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54" name="Group 716">
              <a:extLst>
                <a:ext uri="{FF2B5EF4-FFF2-40B4-BE49-F238E27FC236}">
                  <a16:creationId xmlns:a16="http://schemas.microsoft.com/office/drawing/2014/main" id="{8D7812C8-5B8A-4517-99C7-0587494054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102694" name="Oval 407">
                <a:extLst>
                  <a:ext uri="{FF2B5EF4-FFF2-40B4-BE49-F238E27FC236}">
                    <a16:creationId xmlns:a16="http://schemas.microsoft.com/office/drawing/2014/main" id="{2837DB85-6D88-426E-99DA-5E37183B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95" name="Rectangle 410">
                <a:extLst>
                  <a:ext uri="{FF2B5EF4-FFF2-40B4-BE49-F238E27FC236}">
                    <a16:creationId xmlns:a16="http://schemas.microsoft.com/office/drawing/2014/main" id="{61C508D3-7849-495F-BCEC-AEAC5AEF8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96" name="Oval 411">
                <a:extLst>
                  <a:ext uri="{FF2B5EF4-FFF2-40B4-BE49-F238E27FC236}">
                    <a16:creationId xmlns:a16="http://schemas.microsoft.com/office/drawing/2014/main" id="{58E66AB7-3206-4733-854F-1C5C935FA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697" name="Group 720">
                <a:extLst>
                  <a:ext uri="{FF2B5EF4-FFF2-40B4-BE49-F238E27FC236}">
                    <a16:creationId xmlns:a16="http://schemas.microsoft.com/office/drawing/2014/main" id="{BDFA5216-2AD9-4F56-B1F1-1584E16D8D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700" name="Freeform 721">
                  <a:extLst>
                    <a:ext uri="{FF2B5EF4-FFF2-40B4-BE49-F238E27FC236}">
                      <a16:creationId xmlns:a16="http://schemas.microsoft.com/office/drawing/2014/main" id="{5022078B-C64A-4C8E-A496-65196841C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701" name="Freeform 722">
                  <a:extLst>
                    <a:ext uri="{FF2B5EF4-FFF2-40B4-BE49-F238E27FC236}">
                      <a16:creationId xmlns:a16="http://schemas.microsoft.com/office/drawing/2014/main" id="{56615E4C-B86E-4AD1-8167-AB9AC5BA6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698" name="Line 723">
                <a:extLst>
                  <a:ext uri="{FF2B5EF4-FFF2-40B4-BE49-F238E27FC236}">
                    <a16:creationId xmlns:a16="http://schemas.microsoft.com/office/drawing/2014/main" id="{CC450F87-4843-49B6-AA6A-655071A05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99" name="Line 724">
                <a:extLst>
                  <a:ext uri="{FF2B5EF4-FFF2-40B4-BE49-F238E27FC236}">
                    <a16:creationId xmlns:a16="http://schemas.microsoft.com/office/drawing/2014/main" id="{04D4C0E8-91A1-4DB7-99D2-1A5CAB4E6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55" name="Group 725">
              <a:extLst>
                <a:ext uri="{FF2B5EF4-FFF2-40B4-BE49-F238E27FC236}">
                  <a16:creationId xmlns:a16="http://schemas.microsoft.com/office/drawing/2014/main" id="{C57DC6F2-99FF-4FF4-B87F-36A7466D2F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102686" name="Oval 407">
                <a:extLst>
                  <a:ext uri="{FF2B5EF4-FFF2-40B4-BE49-F238E27FC236}">
                    <a16:creationId xmlns:a16="http://schemas.microsoft.com/office/drawing/2014/main" id="{5A6717D3-AB2C-4617-9E96-038B4AE15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87" name="Rectangle 410">
                <a:extLst>
                  <a:ext uri="{FF2B5EF4-FFF2-40B4-BE49-F238E27FC236}">
                    <a16:creationId xmlns:a16="http://schemas.microsoft.com/office/drawing/2014/main" id="{D9F5E4A9-211C-435F-A3C9-58ACF6D76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88" name="Oval 411">
                <a:extLst>
                  <a:ext uri="{FF2B5EF4-FFF2-40B4-BE49-F238E27FC236}">
                    <a16:creationId xmlns:a16="http://schemas.microsoft.com/office/drawing/2014/main" id="{020B1F3D-0346-44B2-9533-785601949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689" name="Group 729">
                <a:extLst>
                  <a:ext uri="{FF2B5EF4-FFF2-40B4-BE49-F238E27FC236}">
                    <a16:creationId xmlns:a16="http://schemas.microsoft.com/office/drawing/2014/main" id="{28D45122-FD6B-4670-A7AA-B3C69D1676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692" name="Freeform 730">
                  <a:extLst>
                    <a:ext uri="{FF2B5EF4-FFF2-40B4-BE49-F238E27FC236}">
                      <a16:creationId xmlns:a16="http://schemas.microsoft.com/office/drawing/2014/main" id="{7A54A92A-772C-4BCB-AFBD-49CD2F9E40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93" name="Freeform 731">
                  <a:extLst>
                    <a:ext uri="{FF2B5EF4-FFF2-40B4-BE49-F238E27FC236}">
                      <a16:creationId xmlns:a16="http://schemas.microsoft.com/office/drawing/2014/main" id="{83EC3F90-F445-41D2-9F33-088F6EECDF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690" name="Line 732">
                <a:extLst>
                  <a:ext uri="{FF2B5EF4-FFF2-40B4-BE49-F238E27FC236}">
                    <a16:creationId xmlns:a16="http://schemas.microsoft.com/office/drawing/2014/main" id="{A1BDCB0F-7357-47B0-83D5-5B7A942F3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91" name="Line 733">
                <a:extLst>
                  <a:ext uri="{FF2B5EF4-FFF2-40B4-BE49-F238E27FC236}">
                    <a16:creationId xmlns:a16="http://schemas.microsoft.com/office/drawing/2014/main" id="{12B98197-7A17-4B29-A331-F76575D6C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56" name="Group 734">
              <a:extLst>
                <a:ext uri="{FF2B5EF4-FFF2-40B4-BE49-F238E27FC236}">
                  <a16:creationId xmlns:a16="http://schemas.microsoft.com/office/drawing/2014/main" id="{28037684-2CE6-4D4C-853D-1AE2064895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102678" name="Oval 407">
                <a:extLst>
                  <a:ext uri="{FF2B5EF4-FFF2-40B4-BE49-F238E27FC236}">
                    <a16:creationId xmlns:a16="http://schemas.microsoft.com/office/drawing/2014/main" id="{2497D9AD-4324-4AF8-BF69-062755BE8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79" name="Rectangle 410">
                <a:extLst>
                  <a:ext uri="{FF2B5EF4-FFF2-40B4-BE49-F238E27FC236}">
                    <a16:creationId xmlns:a16="http://schemas.microsoft.com/office/drawing/2014/main" id="{E6182418-0808-4917-A74F-7CC709C6D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80" name="Oval 411">
                <a:extLst>
                  <a:ext uri="{FF2B5EF4-FFF2-40B4-BE49-F238E27FC236}">
                    <a16:creationId xmlns:a16="http://schemas.microsoft.com/office/drawing/2014/main" id="{BA8D40D5-808D-4DD9-8087-37FA61942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681" name="Group 738">
                <a:extLst>
                  <a:ext uri="{FF2B5EF4-FFF2-40B4-BE49-F238E27FC236}">
                    <a16:creationId xmlns:a16="http://schemas.microsoft.com/office/drawing/2014/main" id="{AB9DDDD8-D6EF-4347-A94A-E4A1081B4A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684" name="Freeform 739">
                  <a:extLst>
                    <a:ext uri="{FF2B5EF4-FFF2-40B4-BE49-F238E27FC236}">
                      <a16:creationId xmlns:a16="http://schemas.microsoft.com/office/drawing/2014/main" id="{530AA362-9457-4523-9FFF-624B1B442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85" name="Freeform 740">
                  <a:extLst>
                    <a:ext uri="{FF2B5EF4-FFF2-40B4-BE49-F238E27FC236}">
                      <a16:creationId xmlns:a16="http://schemas.microsoft.com/office/drawing/2014/main" id="{7D847971-7E54-4B47-B834-6F4FB52D07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682" name="Line 741">
                <a:extLst>
                  <a:ext uri="{FF2B5EF4-FFF2-40B4-BE49-F238E27FC236}">
                    <a16:creationId xmlns:a16="http://schemas.microsoft.com/office/drawing/2014/main" id="{887CD171-CEC1-426A-A0B3-ACD10059B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83" name="Line 742">
                <a:extLst>
                  <a:ext uri="{FF2B5EF4-FFF2-40B4-BE49-F238E27FC236}">
                    <a16:creationId xmlns:a16="http://schemas.microsoft.com/office/drawing/2014/main" id="{CFE850C3-A559-4D22-8162-770369F96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57" name="Group 743">
              <a:extLst>
                <a:ext uri="{FF2B5EF4-FFF2-40B4-BE49-F238E27FC236}">
                  <a16:creationId xmlns:a16="http://schemas.microsoft.com/office/drawing/2014/main" id="{A2135658-AD3B-488E-878A-03E25C02CF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102670" name="Oval 407">
                <a:extLst>
                  <a:ext uri="{FF2B5EF4-FFF2-40B4-BE49-F238E27FC236}">
                    <a16:creationId xmlns:a16="http://schemas.microsoft.com/office/drawing/2014/main" id="{E62008EF-A59F-4FD0-B710-EF95AEC65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71" name="Rectangle 410">
                <a:extLst>
                  <a:ext uri="{FF2B5EF4-FFF2-40B4-BE49-F238E27FC236}">
                    <a16:creationId xmlns:a16="http://schemas.microsoft.com/office/drawing/2014/main" id="{12A93E1A-EFA2-433F-BF1B-41C8D072F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72" name="Oval 411">
                <a:extLst>
                  <a:ext uri="{FF2B5EF4-FFF2-40B4-BE49-F238E27FC236}">
                    <a16:creationId xmlns:a16="http://schemas.microsoft.com/office/drawing/2014/main" id="{E3E926DF-B49C-4A89-83CF-AC70B5B01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673" name="Group 747">
                <a:extLst>
                  <a:ext uri="{FF2B5EF4-FFF2-40B4-BE49-F238E27FC236}">
                    <a16:creationId xmlns:a16="http://schemas.microsoft.com/office/drawing/2014/main" id="{6DFE981D-32B3-4463-B141-596B514F6C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2676" name="Freeform 748">
                  <a:extLst>
                    <a:ext uri="{FF2B5EF4-FFF2-40B4-BE49-F238E27FC236}">
                      <a16:creationId xmlns:a16="http://schemas.microsoft.com/office/drawing/2014/main" id="{73FB9F5B-A316-4FBF-8796-F29F8C8F2B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77" name="Freeform 749">
                  <a:extLst>
                    <a:ext uri="{FF2B5EF4-FFF2-40B4-BE49-F238E27FC236}">
                      <a16:creationId xmlns:a16="http://schemas.microsoft.com/office/drawing/2014/main" id="{EE9F5391-4A31-486D-90DF-A84F4C2549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674" name="Line 750">
                <a:extLst>
                  <a:ext uri="{FF2B5EF4-FFF2-40B4-BE49-F238E27FC236}">
                    <a16:creationId xmlns:a16="http://schemas.microsoft.com/office/drawing/2014/main" id="{3491F06C-4230-4D2A-801D-0FB08BEE6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75" name="Line 751">
                <a:extLst>
                  <a:ext uri="{FF2B5EF4-FFF2-40B4-BE49-F238E27FC236}">
                    <a16:creationId xmlns:a16="http://schemas.microsoft.com/office/drawing/2014/main" id="{77245BE4-059E-4A9D-90A9-B81E49FF2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58" name="Group 752">
              <a:extLst>
                <a:ext uri="{FF2B5EF4-FFF2-40B4-BE49-F238E27FC236}">
                  <a16:creationId xmlns:a16="http://schemas.microsoft.com/office/drawing/2014/main" id="{23C05395-2C10-4C6A-ABD9-EC128B0896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102656" name="Group 753">
                <a:extLst>
                  <a:ext uri="{FF2B5EF4-FFF2-40B4-BE49-F238E27FC236}">
                    <a16:creationId xmlns:a16="http://schemas.microsoft.com/office/drawing/2014/main" id="{765EFC15-4E4D-4A73-8409-9A57F9FD75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02658" name="Freeform 754">
                  <a:extLst>
                    <a:ext uri="{FF2B5EF4-FFF2-40B4-BE49-F238E27FC236}">
                      <a16:creationId xmlns:a16="http://schemas.microsoft.com/office/drawing/2014/main" id="{7602F047-CC4B-4DCE-8E52-2D8450CEE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59" name="Freeform 755">
                  <a:extLst>
                    <a:ext uri="{FF2B5EF4-FFF2-40B4-BE49-F238E27FC236}">
                      <a16:creationId xmlns:a16="http://schemas.microsoft.com/office/drawing/2014/main" id="{2B6B4E7A-8051-451E-8A50-C2B25C9EDF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0" name="Freeform 756">
                  <a:extLst>
                    <a:ext uri="{FF2B5EF4-FFF2-40B4-BE49-F238E27FC236}">
                      <a16:creationId xmlns:a16="http://schemas.microsoft.com/office/drawing/2014/main" id="{0EB718DA-C84C-4C66-82F5-4F782DDD4F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1" name="Freeform 757">
                  <a:extLst>
                    <a:ext uri="{FF2B5EF4-FFF2-40B4-BE49-F238E27FC236}">
                      <a16:creationId xmlns:a16="http://schemas.microsoft.com/office/drawing/2014/main" id="{CB614A8D-2AFA-42C3-AFF2-441BC5FF53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2" name="Freeform 758">
                  <a:extLst>
                    <a:ext uri="{FF2B5EF4-FFF2-40B4-BE49-F238E27FC236}">
                      <a16:creationId xmlns:a16="http://schemas.microsoft.com/office/drawing/2014/main" id="{365779D2-8294-4D26-A951-9A92A07DCF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3" name="Freeform 759">
                  <a:extLst>
                    <a:ext uri="{FF2B5EF4-FFF2-40B4-BE49-F238E27FC236}">
                      <a16:creationId xmlns:a16="http://schemas.microsoft.com/office/drawing/2014/main" id="{43D8C5D8-72ED-49DB-8BE2-B204C11328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4" name="Freeform 760">
                  <a:extLst>
                    <a:ext uri="{FF2B5EF4-FFF2-40B4-BE49-F238E27FC236}">
                      <a16:creationId xmlns:a16="http://schemas.microsoft.com/office/drawing/2014/main" id="{8428F5CB-A0A8-406A-8FD4-CCC386B5FF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5" name="Freeform 761">
                  <a:extLst>
                    <a:ext uri="{FF2B5EF4-FFF2-40B4-BE49-F238E27FC236}">
                      <a16:creationId xmlns:a16="http://schemas.microsoft.com/office/drawing/2014/main" id="{6C22855C-B40D-4DCB-8792-FCA1B5670E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6" name="Freeform 762">
                  <a:extLst>
                    <a:ext uri="{FF2B5EF4-FFF2-40B4-BE49-F238E27FC236}">
                      <a16:creationId xmlns:a16="http://schemas.microsoft.com/office/drawing/2014/main" id="{57A865B2-082F-4003-BEA7-1B5F086F88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7" name="Freeform 763">
                  <a:extLst>
                    <a:ext uri="{FF2B5EF4-FFF2-40B4-BE49-F238E27FC236}">
                      <a16:creationId xmlns:a16="http://schemas.microsoft.com/office/drawing/2014/main" id="{118426FF-2301-4900-BC44-06676FFB71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8" name="Freeform 764">
                  <a:extLst>
                    <a:ext uri="{FF2B5EF4-FFF2-40B4-BE49-F238E27FC236}">
                      <a16:creationId xmlns:a16="http://schemas.microsoft.com/office/drawing/2014/main" id="{03F080D0-2E0B-47C7-A3F1-1E6B6FCFBC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69" name="Freeform 765">
                  <a:extLst>
                    <a:ext uri="{FF2B5EF4-FFF2-40B4-BE49-F238E27FC236}">
                      <a16:creationId xmlns:a16="http://schemas.microsoft.com/office/drawing/2014/main" id="{10F52CEE-2237-4203-B071-F2936338C2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102657" name="Picture 766" descr="access_point_stylized_gray_small">
                <a:extLst>
                  <a:ext uri="{FF2B5EF4-FFF2-40B4-BE49-F238E27FC236}">
                    <a16:creationId xmlns:a16="http://schemas.microsoft.com/office/drawing/2014/main" id="{0C0465B2-E1C5-439A-BA49-77E651B493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2459" name="Group 767">
              <a:extLst>
                <a:ext uri="{FF2B5EF4-FFF2-40B4-BE49-F238E27FC236}">
                  <a16:creationId xmlns:a16="http://schemas.microsoft.com/office/drawing/2014/main" id="{E7B9411F-180E-4F88-AE81-980C3FE94B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102642" name="Group 768">
                <a:extLst>
                  <a:ext uri="{FF2B5EF4-FFF2-40B4-BE49-F238E27FC236}">
                    <a16:creationId xmlns:a16="http://schemas.microsoft.com/office/drawing/2014/main" id="{139FFF75-7FED-4B0E-B36C-2441E18430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02644" name="Freeform 769">
                  <a:extLst>
                    <a:ext uri="{FF2B5EF4-FFF2-40B4-BE49-F238E27FC236}">
                      <a16:creationId xmlns:a16="http://schemas.microsoft.com/office/drawing/2014/main" id="{45D71B28-E8F2-432D-93D0-E1792ADB13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45" name="Freeform 770">
                  <a:extLst>
                    <a:ext uri="{FF2B5EF4-FFF2-40B4-BE49-F238E27FC236}">
                      <a16:creationId xmlns:a16="http://schemas.microsoft.com/office/drawing/2014/main" id="{35E30187-92AF-466E-91B7-2766F258C5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46" name="Freeform 771">
                  <a:extLst>
                    <a:ext uri="{FF2B5EF4-FFF2-40B4-BE49-F238E27FC236}">
                      <a16:creationId xmlns:a16="http://schemas.microsoft.com/office/drawing/2014/main" id="{22E2E1DE-C779-4287-8BB8-F4007B05C7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47" name="Freeform 772">
                  <a:extLst>
                    <a:ext uri="{FF2B5EF4-FFF2-40B4-BE49-F238E27FC236}">
                      <a16:creationId xmlns:a16="http://schemas.microsoft.com/office/drawing/2014/main" id="{6353EAD7-7372-4159-BAAE-B69949F1AF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48" name="Freeform 773">
                  <a:extLst>
                    <a:ext uri="{FF2B5EF4-FFF2-40B4-BE49-F238E27FC236}">
                      <a16:creationId xmlns:a16="http://schemas.microsoft.com/office/drawing/2014/main" id="{CE49DD55-1E22-4C4E-9B88-C65635987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49" name="Freeform 774">
                  <a:extLst>
                    <a:ext uri="{FF2B5EF4-FFF2-40B4-BE49-F238E27FC236}">
                      <a16:creationId xmlns:a16="http://schemas.microsoft.com/office/drawing/2014/main" id="{9BF837D2-2850-4950-9578-5F3A1AE217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50" name="Freeform 775">
                  <a:extLst>
                    <a:ext uri="{FF2B5EF4-FFF2-40B4-BE49-F238E27FC236}">
                      <a16:creationId xmlns:a16="http://schemas.microsoft.com/office/drawing/2014/main" id="{F35A2426-7C72-4E10-B3A1-EF6DA77999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51" name="Freeform 776">
                  <a:extLst>
                    <a:ext uri="{FF2B5EF4-FFF2-40B4-BE49-F238E27FC236}">
                      <a16:creationId xmlns:a16="http://schemas.microsoft.com/office/drawing/2014/main" id="{2632C543-5D29-4963-BA90-F273B16C8A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52" name="Freeform 777">
                  <a:extLst>
                    <a:ext uri="{FF2B5EF4-FFF2-40B4-BE49-F238E27FC236}">
                      <a16:creationId xmlns:a16="http://schemas.microsoft.com/office/drawing/2014/main" id="{5DCA379D-BB53-44DC-B829-CCDAD9AE9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53" name="Freeform 778">
                  <a:extLst>
                    <a:ext uri="{FF2B5EF4-FFF2-40B4-BE49-F238E27FC236}">
                      <a16:creationId xmlns:a16="http://schemas.microsoft.com/office/drawing/2014/main" id="{B73383A7-C9FB-47C8-BAC3-D5B128692D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54" name="Freeform 779">
                  <a:extLst>
                    <a:ext uri="{FF2B5EF4-FFF2-40B4-BE49-F238E27FC236}">
                      <a16:creationId xmlns:a16="http://schemas.microsoft.com/office/drawing/2014/main" id="{51C8E1D2-9F37-4CE9-80DC-046EFE5E35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655" name="Freeform 780">
                  <a:extLst>
                    <a:ext uri="{FF2B5EF4-FFF2-40B4-BE49-F238E27FC236}">
                      <a16:creationId xmlns:a16="http://schemas.microsoft.com/office/drawing/2014/main" id="{14BEF73F-434F-4236-B29C-5EB53AF3C7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102643" name="Picture 781" descr="access_point_stylized_gray_small">
                <a:extLst>
                  <a:ext uri="{FF2B5EF4-FFF2-40B4-BE49-F238E27FC236}">
                    <a16:creationId xmlns:a16="http://schemas.microsoft.com/office/drawing/2014/main" id="{B134FE66-1B89-42E9-B4AA-DB1926D54E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2460" name="Line 782">
              <a:extLst>
                <a:ext uri="{FF2B5EF4-FFF2-40B4-BE49-F238E27FC236}">
                  <a16:creationId xmlns:a16="http://schemas.microsoft.com/office/drawing/2014/main" id="{16F99599-BA57-41C9-9326-64553C5D15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102461" name="Group 783">
              <a:extLst>
                <a:ext uri="{FF2B5EF4-FFF2-40B4-BE49-F238E27FC236}">
                  <a16:creationId xmlns:a16="http://schemas.microsoft.com/office/drawing/2014/main" id="{5684B7FF-6045-4EEA-AAE4-05F9C64C092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102640" name="Picture 784" descr="desktop_computer_stylized_medium">
                <a:extLst>
                  <a:ext uri="{FF2B5EF4-FFF2-40B4-BE49-F238E27FC236}">
                    <a16:creationId xmlns:a16="http://schemas.microsoft.com/office/drawing/2014/main" id="{B4102A1C-14B4-41E8-BF61-193913C4F6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641" name="Freeform 785">
                <a:extLst>
                  <a:ext uri="{FF2B5EF4-FFF2-40B4-BE49-F238E27FC236}">
                    <a16:creationId xmlns:a16="http://schemas.microsoft.com/office/drawing/2014/main" id="{2D93E854-ABA3-40ED-9931-A4E592BB9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2462" name="Group 786">
              <a:extLst>
                <a:ext uri="{FF2B5EF4-FFF2-40B4-BE49-F238E27FC236}">
                  <a16:creationId xmlns:a16="http://schemas.microsoft.com/office/drawing/2014/main" id="{5743D5A4-98BF-4B20-A518-2ABEBFD4C7F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102638" name="Picture 787" descr="desktop_computer_stylized_medium">
                <a:extLst>
                  <a:ext uri="{FF2B5EF4-FFF2-40B4-BE49-F238E27FC236}">
                    <a16:creationId xmlns:a16="http://schemas.microsoft.com/office/drawing/2014/main" id="{30A66DDF-2DD4-459B-BD4E-603E3BBF14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639" name="Freeform 788">
                <a:extLst>
                  <a:ext uri="{FF2B5EF4-FFF2-40B4-BE49-F238E27FC236}">
                    <a16:creationId xmlns:a16="http://schemas.microsoft.com/office/drawing/2014/main" id="{18BE5A18-7679-40C5-8F80-AE8A6AAB9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2463" name="Group 789">
              <a:extLst>
                <a:ext uri="{FF2B5EF4-FFF2-40B4-BE49-F238E27FC236}">
                  <a16:creationId xmlns:a16="http://schemas.microsoft.com/office/drawing/2014/main" id="{D4E00518-7031-4068-91C5-7EA3C27B518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102636" name="Picture 790" descr="desktop_computer_stylized_medium">
                <a:extLst>
                  <a:ext uri="{FF2B5EF4-FFF2-40B4-BE49-F238E27FC236}">
                    <a16:creationId xmlns:a16="http://schemas.microsoft.com/office/drawing/2014/main" id="{5BECD29D-1953-4D48-8EF8-7923AB3D2F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637" name="Freeform 791">
                <a:extLst>
                  <a:ext uri="{FF2B5EF4-FFF2-40B4-BE49-F238E27FC236}">
                    <a16:creationId xmlns:a16="http://schemas.microsoft.com/office/drawing/2014/main" id="{E083B992-9F15-4501-B826-003F53D8D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2464" name="Group 792">
              <a:extLst>
                <a:ext uri="{FF2B5EF4-FFF2-40B4-BE49-F238E27FC236}">
                  <a16:creationId xmlns:a16="http://schemas.microsoft.com/office/drawing/2014/main" id="{0A49C8FF-64A2-4A07-9952-AC7E4EE802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102634" name="Picture 793" descr="desktop_computer_stylized_medium">
                <a:extLst>
                  <a:ext uri="{FF2B5EF4-FFF2-40B4-BE49-F238E27FC236}">
                    <a16:creationId xmlns:a16="http://schemas.microsoft.com/office/drawing/2014/main" id="{990D229A-12D2-4C4A-B3D8-F267923709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635" name="Freeform 794">
                <a:extLst>
                  <a:ext uri="{FF2B5EF4-FFF2-40B4-BE49-F238E27FC236}">
                    <a16:creationId xmlns:a16="http://schemas.microsoft.com/office/drawing/2014/main" id="{9C54C38C-B2F5-43D8-BB64-3EE8F3E1E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102465" name="Picture 795" descr="car_icon_small">
              <a:extLst>
                <a:ext uri="{FF2B5EF4-FFF2-40B4-BE49-F238E27FC236}">
                  <a16:creationId xmlns:a16="http://schemas.microsoft.com/office/drawing/2014/main" id="{81D76D0E-BCA9-4605-9935-B72D3AA82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2466" name="Group 796">
              <a:extLst>
                <a:ext uri="{FF2B5EF4-FFF2-40B4-BE49-F238E27FC236}">
                  <a16:creationId xmlns:a16="http://schemas.microsoft.com/office/drawing/2014/main" id="{3109EAE3-25EE-4CD7-BD1A-17E54C57A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102632" name="Picture 797" descr="iphone_stylized_small">
                <a:extLst>
                  <a:ext uri="{FF2B5EF4-FFF2-40B4-BE49-F238E27FC236}">
                    <a16:creationId xmlns:a16="http://schemas.microsoft.com/office/drawing/2014/main" id="{86C23416-8272-4A61-A094-47399199E4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633" name="Picture 798" descr="antenna_radiation_stylized">
                <a:extLst>
                  <a:ext uri="{FF2B5EF4-FFF2-40B4-BE49-F238E27FC236}">
                    <a16:creationId xmlns:a16="http://schemas.microsoft.com/office/drawing/2014/main" id="{B2E7EB42-C8B7-4DB2-AE76-9B3D9F3F08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2467" name="Group 799">
              <a:extLst>
                <a:ext uri="{FF2B5EF4-FFF2-40B4-BE49-F238E27FC236}">
                  <a16:creationId xmlns:a16="http://schemas.microsoft.com/office/drawing/2014/main" id="{81C2FFF5-11E6-4AB1-9801-8C073239BE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102600" name="Freeform 800">
                <a:extLst>
                  <a:ext uri="{FF2B5EF4-FFF2-40B4-BE49-F238E27FC236}">
                    <a16:creationId xmlns:a16="http://schemas.microsoft.com/office/drawing/2014/main" id="{99F9518F-7656-4B4E-B50A-D985DD98B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01" name="Rectangle 801">
                <a:extLst>
                  <a:ext uri="{FF2B5EF4-FFF2-40B4-BE49-F238E27FC236}">
                    <a16:creationId xmlns:a16="http://schemas.microsoft.com/office/drawing/2014/main" id="{2CB1F39A-75AD-4379-9559-0D6BB2838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02" name="Freeform 802">
                <a:extLst>
                  <a:ext uri="{FF2B5EF4-FFF2-40B4-BE49-F238E27FC236}">
                    <a16:creationId xmlns:a16="http://schemas.microsoft.com/office/drawing/2014/main" id="{31F831D0-426A-4142-9FEC-877D446F3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03" name="Freeform 803">
                <a:extLst>
                  <a:ext uri="{FF2B5EF4-FFF2-40B4-BE49-F238E27FC236}">
                    <a16:creationId xmlns:a16="http://schemas.microsoft.com/office/drawing/2014/main" id="{F71E9EDD-5F6C-47E9-95E8-EA0E3E67E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04" name="Rectangle 804">
                <a:extLst>
                  <a:ext uri="{FF2B5EF4-FFF2-40B4-BE49-F238E27FC236}">
                    <a16:creationId xmlns:a16="http://schemas.microsoft.com/office/drawing/2014/main" id="{B06CFD20-501D-422F-BE0F-F9A8D9700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2605" name="Group 805">
                <a:extLst>
                  <a:ext uri="{FF2B5EF4-FFF2-40B4-BE49-F238E27FC236}">
                    <a16:creationId xmlns:a16="http://schemas.microsoft.com/office/drawing/2014/main" id="{56EFEFE7-C0B5-451F-A660-885EA14E7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2630" name="AutoShape 806">
                  <a:extLst>
                    <a:ext uri="{FF2B5EF4-FFF2-40B4-BE49-F238E27FC236}">
                      <a16:creationId xmlns:a16="http://schemas.microsoft.com/office/drawing/2014/main" id="{3F993C47-73A0-490A-8DF4-43C21A73CB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631" name="AutoShape 807">
                  <a:extLst>
                    <a:ext uri="{FF2B5EF4-FFF2-40B4-BE49-F238E27FC236}">
                      <a16:creationId xmlns:a16="http://schemas.microsoft.com/office/drawing/2014/main" id="{5072AFBA-8A40-4703-A82C-0CC8B1342F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606" name="Rectangle 808">
                <a:extLst>
                  <a:ext uri="{FF2B5EF4-FFF2-40B4-BE49-F238E27FC236}">
                    <a16:creationId xmlns:a16="http://schemas.microsoft.com/office/drawing/2014/main" id="{31A0E4D7-DB9C-4CFD-8D40-065A6F7AF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2607" name="Group 809">
                <a:extLst>
                  <a:ext uri="{FF2B5EF4-FFF2-40B4-BE49-F238E27FC236}">
                    <a16:creationId xmlns:a16="http://schemas.microsoft.com/office/drawing/2014/main" id="{362DB0C0-1658-4827-BA2A-DE615F6A83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2628" name="AutoShape 810">
                  <a:extLst>
                    <a:ext uri="{FF2B5EF4-FFF2-40B4-BE49-F238E27FC236}">
                      <a16:creationId xmlns:a16="http://schemas.microsoft.com/office/drawing/2014/main" id="{F06971F3-0A29-406B-8E8D-6FF78B9F59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629" name="AutoShape 811">
                  <a:extLst>
                    <a:ext uri="{FF2B5EF4-FFF2-40B4-BE49-F238E27FC236}">
                      <a16:creationId xmlns:a16="http://schemas.microsoft.com/office/drawing/2014/main" id="{221331A6-16CE-4F35-B252-59EF30B5F3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608" name="Rectangle 812">
                <a:extLst>
                  <a:ext uri="{FF2B5EF4-FFF2-40B4-BE49-F238E27FC236}">
                    <a16:creationId xmlns:a16="http://schemas.microsoft.com/office/drawing/2014/main" id="{5D5736EE-1EDB-4136-BCDC-39C28ADC7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09" name="Rectangle 813">
                <a:extLst>
                  <a:ext uri="{FF2B5EF4-FFF2-40B4-BE49-F238E27FC236}">
                    <a16:creationId xmlns:a16="http://schemas.microsoft.com/office/drawing/2014/main" id="{9A0B7CFB-1F22-4231-912D-0B303C67B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2610" name="Group 814">
                <a:extLst>
                  <a:ext uri="{FF2B5EF4-FFF2-40B4-BE49-F238E27FC236}">
                    <a16:creationId xmlns:a16="http://schemas.microsoft.com/office/drawing/2014/main" id="{0597C18C-051B-499F-9F94-AEB2EBDFE8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2626" name="AutoShape 815">
                  <a:extLst>
                    <a:ext uri="{FF2B5EF4-FFF2-40B4-BE49-F238E27FC236}">
                      <a16:creationId xmlns:a16="http://schemas.microsoft.com/office/drawing/2014/main" id="{3C82E4B2-518A-45A6-95B3-0464D5B6D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627" name="AutoShape 816">
                  <a:extLst>
                    <a:ext uri="{FF2B5EF4-FFF2-40B4-BE49-F238E27FC236}">
                      <a16:creationId xmlns:a16="http://schemas.microsoft.com/office/drawing/2014/main" id="{F7FCC185-1AAA-4F71-9E07-3DE401D86F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611" name="Freeform 817">
                <a:extLst>
                  <a:ext uri="{FF2B5EF4-FFF2-40B4-BE49-F238E27FC236}">
                    <a16:creationId xmlns:a16="http://schemas.microsoft.com/office/drawing/2014/main" id="{D3BF70B4-2E9C-464A-9946-C1FBCC35F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2612" name="Group 818">
                <a:extLst>
                  <a:ext uri="{FF2B5EF4-FFF2-40B4-BE49-F238E27FC236}">
                    <a16:creationId xmlns:a16="http://schemas.microsoft.com/office/drawing/2014/main" id="{A72D08BA-CB97-41A3-BFE8-BDD0B729A0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2624" name="AutoShape 819">
                  <a:extLst>
                    <a:ext uri="{FF2B5EF4-FFF2-40B4-BE49-F238E27FC236}">
                      <a16:creationId xmlns:a16="http://schemas.microsoft.com/office/drawing/2014/main" id="{8316CEC2-C0D5-4D27-9FD9-3F897D293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625" name="AutoShape 820">
                  <a:extLst>
                    <a:ext uri="{FF2B5EF4-FFF2-40B4-BE49-F238E27FC236}">
                      <a16:creationId xmlns:a16="http://schemas.microsoft.com/office/drawing/2014/main" id="{DEAFBD06-DF30-4399-A90A-7E5736298E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613" name="Rectangle 821">
                <a:extLst>
                  <a:ext uri="{FF2B5EF4-FFF2-40B4-BE49-F238E27FC236}">
                    <a16:creationId xmlns:a16="http://schemas.microsoft.com/office/drawing/2014/main" id="{D3854FC0-376E-4F87-829E-E49C493F7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14" name="Freeform 822">
                <a:extLst>
                  <a:ext uri="{FF2B5EF4-FFF2-40B4-BE49-F238E27FC236}">
                    <a16:creationId xmlns:a16="http://schemas.microsoft.com/office/drawing/2014/main" id="{05C66E0D-4B52-4F83-8303-2BBCFE6DE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15" name="Freeform 823">
                <a:extLst>
                  <a:ext uri="{FF2B5EF4-FFF2-40B4-BE49-F238E27FC236}">
                    <a16:creationId xmlns:a16="http://schemas.microsoft.com/office/drawing/2014/main" id="{36FB567B-3395-45F7-80BA-59DA64C6E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16" name="Oval 824">
                <a:extLst>
                  <a:ext uri="{FF2B5EF4-FFF2-40B4-BE49-F238E27FC236}">
                    <a16:creationId xmlns:a16="http://schemas.microsoft.com/office/drawing/2014/main" id="{A4010EEE-109A-4587-8458-F4FB52328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17" name="Freeform 825">
                <a:extLst>
                  <a:ext uri="{FF2B5EF4-FFF2-40B4-BE49-F238E27FC236}">
                    <a16:creationId xmlns:a16="http://schemas.microsoft.com/office/drawing/2014/main" id="{9B4F4FE3-2FEF-4255-B2DF-FDE812064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618" name="AutoShape 826">
                <a:extLst>
                  <a:ext uri="{FF2B5EF4-FFF2-40B4-BE49-F238E27FC236}">
                    <a16:creationId xmlns:a16="http://schemas.microsoft.com/office/drawing/2014/main" id="{1E13BAD5-C9AE-4172-8F64-EA8961519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19" name="AutoShape 827">
                <a:extLst>
                  <a:ext uri="{FF2B5EF4-FFF2-40B4-BE49-F238E27FC236}">
                    <a16:creationId xmlns:a16="http://schemas.microsoft.com/office/drawing/2014/main" id="{C842EA79-FF91-4391-813C-43F8591A8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20" name="Oval 828">
                <a:extLst>
                  <a:ext uri="{FF2B5EF4-FFF2-40B4-BE49-F238E27FC236}">
                    <a16:creationId xmlns:a16="http://schemas.microsoft.com/office/drawing/2014/main" id="{17428B82-7B71-4172-9B4C-92BD86B66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21" name="Oval 829">
                <a:extLst>
                  <a:ext uri="{FF2B5EF4-FFF2-40B4-BE49-F238E27FC236}">
                    <a16:creationId xmlns:a16="http://schemas.microsoft.com/office/drawing/2014/main" id="{9F541E6B-E75D-467E-95E2-7605F1E33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622" name="Oval 830">
                <a:extLst>
                  <a:ext uri="{FF2B5EF4-FFF2-40B4-BE49-F238E27FC236}">
                    <a16:creationId xmlns:a16="http://schemas.microsoft.com/office/drawing/2014/main" id="{9992B3DF-C563-4BCA-B7DD-0CD03A6F8A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623" name="Rectangle 831">
                <a:extLst>
                  <a:ext uri="{FF2B5EF4-FFF2-40B4-BE49-F238E27FC236}">
                    <a16:creationId xmlns:a16="http://schemas.microsoft.com/office/drawing/2014/main" id="{DE08D7D5-1C0C-453F-A6C6-304F64041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2468" name="Group 832">
              <a:extLst>
                <a:ext uri="{FF2B5EF4-FFF2-40B4-BE49-F238E27FC236}">
                  <a16:creationId xmlns:a16="http://schemas.microsoft.com/office/drawing/2014/main" id="{2AC31498-DBDA-4C61-94C9-40AB1022BA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102568" name="Freeform 833">
                <a:extLst>
                  <a:ext uri="{FF2B5EF4-FFF2-40B4-BE49-F238E27FC236}">
                    <a16:creationId xmlns:a16="http://schemas.microsoft.com/office/drawing/2014/main" id="{05F5F0FA-0C4B-4CD9-BD50-1EF20499C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69" name="Rectangle 834">
                <a:extLst>
                  <a:ext uri="{FF2B5EF4-FFF2-40B4-BE49-F238E27FC236}">
                    <a16:creationId xmlns:a16="http://schemas.microsoft.com/office/drawing/2014/main" id="{8DD9F1BF-D5A8-443A-9E96-1B94BAD4E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70" name="Freeform 835">
                <a:extLst>
                  <a:ext uri="{FF2B5EF4-FFF2-40B4-BE49-F238E27FC236}">
                    <a16:creationId xmlns:a16="http://schemas.microsoft.com/office/drawing/2014/main" id="{A53F1810-FE08-4E58-816E-2B3BD34E3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71" name="Freeform 836">
                <a:extLst>
                  <a:ext uri="{FF2B5EF4-FFF2-40B4-BE49-F238E27FC236}">
                    <a16:creationId xmlns:a16="http://schemas.microsoft.com/office/drawing/2014/main" id="{E7A970C1-296A-4D15-9147-AA096475E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72" name="Rectangle 837">
                <a:extLst>
                  <a:ext uri="{FF2B5EF4-FFF2-40B4-BE49-F238E27FC236}">
                    <a16:creationId xmlns:a16="http://schemas.microsoft.com/office/drawing/2014/main" id="{E389CB4D-1CCC-40D0-8C06-AA3A78A0C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2573" name="Group 838">
                <a:extLst>
                  <a:ext uri="{FF2B5EF4-FFF2-40B4-BE49-F238E27FC236}">
                    <a16:creationId xmlns:a16="http://schemas.microsoft.com/office/drawing/2014/main" id="{A7406F17-5488-45CC-A177-A5B8527971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2598" name="AutoShape 839">
                  <a:extLst>
                    <a:ext uri="{FF2B5EF4-FFF2-40B4-BE49-F238E27FC236}">
                      <a16:creationId xmlns:a16="http://schemas.microsoft.com/office/drawing/2014/main" id="{42A4D8A7-5407-41A4-9DD8-2317D2620B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599" name="AutoShape 840">
                  <a:extLst>
                    <a:ext uri="{FF2B5EF4-FFF2-40B4-BE49-F238E27FC236}">
                      <a16:creationId xmlns:a16="http://schemas.microsoft.com/office/drawing/2014/main" id="{3F8B73B8-781A-4430-9344-4ED4AB1416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574" name="Rectangle 841">
                <a:extLst>
                  <a:ext uri="{FF2B5EF4-FFF2-40B4-BE49-F238E27FC236}">
                    <a16:creationId xmlns:a16="http://schemas.microsoft.com/office/drawing/2014/main" id="{BF35148A-DE89-49BA-8628-C78B5E74D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2575" name="Group 842">
                <a:extLst>
                  <a:ext uri="{FF2B5EF4-FFF2-40B4-BE49-F238E27FC236}">
                    <a16:creationId xmlns:a16="http://schemas.microsoft.com/office/drawing/2014/main" id="{6B35EF78-9F3A-4924-8ECB-B0CB94699A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2596" name="AutoShape 843">
                  <a:extLst>
                    <a:ext uri="{FF2B5EF4-FFF2-40B4-BE49-F238E27FC236}">
                      <a16:creationId xmlns:a16="http://schemas.microsoft.com/office/drawing/2014/main" id="{22356F34-2412-4806-959A-66F2ACCA8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597" name="AutoShape 844">
                  <a:extLst>
                    <a:ext uri="{FF2B5EF4-FFF2-40B4-BE49-F238E27FC236}">
                      <a16:creationId xmlns:a16="http://schemas.microsoft.com/office/drawing/2014/main" id="{36CD4A16-A44A-44EA-8130-D48995BC4A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576" name="Rectangle 845">
                <a:extLst>
                  <a:ext uri="{FF2B5EF4-FFF2-40B4-BE49-F238E27FC236}">
                    <a16:creationId xmlns:a16="http://schemas.microsoft.com/office/drawing/2014/main" id="{DB914B40-3ABD-4300-B8B0-310B2E511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77" name="Rectangle 846">
                <a:extLst>
                  <a:ext uri="{FF2B5EF4-FFF2-40B4-BE49-F238E27FC236}">
                    <a16:creationId xmlns:a16="http://schemas.microsoft.com/office/drawing/2014/main" id="{8E7B1FD2-D5B4-4D10-8348-794ABBE76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2578" name="Group 847">
                <a:extLst>
                  <a:ext uri="{FF2B5EF4-FFF2-40B4-BE49-F238E27FC236}">
                    <a16:creationId xmlns:a16="http://schemas.microsoft.com/office/drawing/2014/main" id="{D156DC56-71C6-4C2F-B3D9-39B8798EAE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2594" name="AutoShape 848">
                  <a:extLst>
                    <a:ext uri="{FF2B5EF4-FFF2-40B4-BE49-F238E27FC236}">
                      <a16:creationId xmlns:a16="http://schemas.microsoft.com/office/drawing/2014/main" id="{26C94D9A-E641-4CF6-9613-560BDC7F5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595" name="AutoShape 849">
                  <a:extLst>
                    <a:ext uri="{FF2B5EF4-FFF2-40B4-BE49-F238E27FC236}">
                      <a16:creationId xmlns:a16="http://schemas.microsoft.com/office/drawing/2014/main" id="{314656EF-56E5-4DA9-BE5A-33817B0E5A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579" name="Freeform 850">
                <a:extLst>
                  <a:ext uri="{FF2B5EF4-FFF2-40B4-BE49-F238E27FC236}">
                    <a16:creationId xmlns:a16="http://schemas.microsoft.com/office/drawing/2014/main" id="{28847A0B-E09B-4EEC-96C5-B8A0A38B7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2580" name="Group 851">
                <a:extLst>
                  <a:ext uri="{FF2B5EF4-FFF2-40B4-BE49-F238E27FC236}">
                    <a16:creationId xmlns:a16="http://schemas.microsoft.com/office/drawing/2014/main" id="{4412532F-4FED-4FA4-93D4-BD02E9B65B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2592" name="AutoShape 852">
                  <a:extLst>
                    <a:ext uri="{FF2B5EF4-FFF2-40B4-BE49-F238E27FC236}">
                      <a16:creationId xmlns:a16="http://schemas.microsoft.com/office/drawing/2014/main" id="{4F4B1577-BE5D-4E4E-A80E-3E16A39B60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593" name="AutoShape 853">
                  <a:extLst>
                    <a:ext uri="{FF2B5EF4-FFF2-40B4-BE49-F238E27FC236}">
                      <a16:creationId xmlns:a16="http://schemas.microsoft.com/office/drawing/2014/main" id="{0403B277-E302-4574-8B1A-5B8CD57F2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2581" name="Rectangle 854">
                <a:extLst>
                  <a:ext uri="{FF2B5EF4-FFF2-40B4-BE49-F238E27FC236}">
                    <a16:creationId xmlns:a16="http://schemas.microsoft.com/office/drawing/2014/main" id="{4EA3CFE4-BDB6-4C89-BF10-181DCF7FC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82" name="Freeform 855">
                <a:extLst>
                  <a:ext uri="{FF2B5EF4-FFF2-40B4-BE49-F238E27FC236}">
                    <a16:creationId xmlns:a16="http://schemas.microsoft.com/office/drawing/2014/main" id="{8063D415-6218-435B-AB08-2CC4DF6FB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83" name="Freeform 856">
                <a:extLst>
                  <a:ext uri="{FF2B5EF4-FFF2-40B4-BE49-F238E27FC236}">
                    <a16:creationId xmlns:a16="http://schemas.microsoft.com/office/drawing/2014/main" id="{599A0BC2-5CFD-4E49-9B23-EF51199FD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84" name="Oval 857">
                <a:extLst>
                  <a:ext uri="{FF2B5EF4-FFF2-40B4-BE49-F238E27FC236}">
                    <a16:creationId xmlns:a16="http://schemas.microsoft.com/office/drawing/2014/main" id="{DBC5617B-D102-46C0-BA53-2BD43D584A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85" name="Freeform 858">
                <a:extLst>
                  <a:ext uri="{FF2B5EF4-FFF2-40B4-BE49-F238E27FC236}">
                    <a16:creationId xmlns:a16="http://schemas.microsoft.com/office/drawing/2014/main" id="{4FBBC33B-7FBD-4FAE-AB9B-D345BCE98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86" name="AutoShape 859">
                <a:extLst>
                  <a:ext uri="{FF2B5EF4-FFF2-40B4-BE49-F238E27FC236}">
                    <a16:creationId xmlns:a16="http://schemas.microsoft.com/office/drawing/2014/main" id="{EAE1FF91-2FF1-4553-B3AB-DC8D167AE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87" name="AutoShape 860">
                <a:extLst>
                  <a:ext uri="{FF2B5EF4-FFF2-40B4-BE49-F238E27FC236}">
                    <a16:creationId xmlns:a16="http://schemas.microsoft.com/office/drawing/2014/main" id="{683146A3-D34D-431D-9848-E349D5048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88" name="Oval 861">
                <a:extLst>
                  <a:ext uri="{FF2B5EF4-FFF2-40B4-BE49-F238E27FC236}">
                    <a16:creationId xmlns:a16="http://schemas.microsoft.com/office/drawing/2014/main" id="{D2007945-7047-412E-81C8-D23738206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89" name="Oval 862">
                <a:extLst>
                  <a:ext uri="{FF2B5EF4-FFF2-40B4-BE49-F238E27FC236}">
                    <a16:creationId xmlns:a16="http://schemas.microsoft.com/office/drawing/2014/main" id="{9BEB9945-DC1F-43E3-941D-E772E7742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590" name="Oval 863">
                <a:extLst>
                  <a:ext uri="{FF2B5EF4-FFF2-40B4-BE49-F238E27FC236}">
                    <a16:creationId xmlns:a16="http://schemas.microsoft.com/office/drawing/2014/main" id="{D23EC288-0C44-41E9-8105-4F9888CAA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2591" name="Rectangle 864">
                <a:extLst>
                  <a:ext uri="{FF2B5EF4-FFF2-40B4-BE49-F238E27FC236}">
                    <a16:creationId xmlns:a16="http://schemas.microsoft.com/office/drawing/2014/main" id="{673D94C4-E417-465D-BC18-30F47323C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2469" name="Group 865">
              <a:extLst>
                <a:ext uri="{FF2B5EF4-FFF2-40B4-BE49-F238E27FC236}">
                  <a16:creationId xmlns:a16="http://schemas.microsoft.com/office/drawing/2014/main" id="{CAAF9376-5509-4487-A1B5-FBF40929A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102545" name="Picture 866" descr="antenna_stylized">
                <a:extLst>
                  <a:ext uri="{FF2B5EF4-FFF2-40B4-BE49-F238E27FC236}">
                    <a16:creationId xmlns:a16="http://schemas.microsoft.com/office/drawing/2014/main" id="{8EB7911B-2C98-45BE-8B7C-5600F673B9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546" name="Picture 867" descr="laptop_keyboard">
                <a:extLst>
                  <a:ext uri="{FF2B5EF4-FFF2-40B4-BE49-F238E27FC236}">
                    <a16:creationId xmlns:a16="http://schemas.microsoft.com/office/drawing/2014/main" id="{04785F12-D923-45DA-B56C-FC5A7ECF21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547" name="Freeform 868">
                <a:extLst>
                  <a:ext uri="{FF2B5EF4-FFF2-40B4-BE49-F238E27FC236}">
                    <a16:creationId xmlns:a16="http://schemas.microsoft.com/office/drawing/2014/main" id="{9D5E826A-DF33-4932-8931-EDD4E6DCB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2548" name="Picture 869" descr="screen">
                <a:extLst>
                  <a:ext uri="{FF2B5EF4-FFF2-40B4-BE49-F238E27FC236}">
                    <a16:creationId xmlns:a16="http://schemas.microsoft.com/office/drawing/2014/main" id="{E83180BD-55DD-440D-AD03-EE1F759690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549" name="Freeform 870">
                <a:extLst>
                  <a:ext uri="{FF2B5EF4-FFF2-40B4-BE49-F238E27FC236}">
                    <a16:creationId xmlns:a16="http://schemas.microsoft.com/office/drawing/2014/main" id="{6ECFE105-1F88-4311-9A97-437DF40F2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0" name="Freeform 871">
                <a:extLst>
                  <a:ext uri="{FF2B5EF4-FFF2-40B4-BE49-F238E27FC236}">
                    <a16:creationId xmlns:a16="http://schemas.microsoft.com/office/drawing/2014/main" id="{2B8EA875-6FB3-4201-AEAA-A06731878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1" name="Freeform 872">
                <a:extLst>
                  <a:ext uri="{FF2B5EF4-FFF2-40B4-BE49-F238E27FC236}">
                    <a16:creationId xmlns:a16="http://schemas.microsoft.com/office/drawing/2014/main" id="{5C465DB5-032D-4A21-ABFB-32938A8C2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2" name="Freeform 873">
                <a:extLst>
                  <a:ext uri="{FF2B5EF4-FFF2-40B4-BE49-F238E27FC236}">
                    <a16:creationId xmlns:a16="http://schemas.microsoft.com/office/drawing/2014/main" id="{BBE79434-C620-4C71-8E00-D0C848120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3" name="Freeform 874">
                <a:extLst>
                  <a:ext uri="{FF2B5EF4-FFF2-40B4-BE49-F238E27FC236}">
                    <a16:creationId xmlns:a16="http://schemas.microsoft.com/office/drawing/2014/main" id="{ED32A893-DF32-410C-B38C-6A81F13EE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4" name="Freeform 875">
                <a:extLst>
                  <a:ext uri="{FF2B5EF4-FFF2-40B4-BE49-F238E27FC236}">
                    <a16:creationId xmlns:a16="http://schemas.microsoft.com/office/drawing/2014/main" id="{C308662E-C13C-4BA6-9233-D902958E8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2555" name="Group 876">
                <a:extLst>
                  <a:ext uri="{FF2B5EF4-FFF2-40B4-BE49-F238E27FC236}">
                    <a16:creationId xmlns:a16="http://schemas.microsoft.com/office/drawing/2014/main" id="{2D2EA6A5-F322-4ACB-B8BA-EB94490FB0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2562" name="Freeform 877">
                  <a:extLst>
                    <a:ext uri="{FF2B5EF4-FFF2-40B4-BE49-F238E27FC236}">
                      <a16:creationId xmlns:a16="http://schemas.microsoft.com/office/drawing/2014/main" id="{0211E2D2-E63C-4261-813A-98E746838B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63" name="Freeform 878">
                  <a:extLst>
                    <a:ext uri="{FF2B5EF4-FFF2-40B4-BE49-F238E27FC236}">
                      <a16:creationId xmlns:a16="http://schemas.microsoft.com/office/drawing/2014/main" id="{CA5F1D74-84B1-438A-BCFC-81A8E55CB6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64" name="Freeform 879">
                  <a:extLst>
                    <a:ext uri="{FF2B5EF4-FFF2-40B4-BE49-F238E27FC236}">
                      <a16:creationId xmlns:a16="http://schemas.microsoft.com/office/drawing/2014/main" id="{DF647342-0A1C-4B14-8EF2-4214769942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65" name="Freeform 880">
                  <a:extLst>
                    <a:ext uri="{FF2B5EF4-FFF2-40B4-BE49-F238E27FC236}">
                      <a16:creationId xmlns:a16="http://schemas.microsoft.com/office/drawing/2014/main" id="{5ECC4093-FF8F-48EE-8454-3CEDE7BC71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66" name="Freeform 881">
                  <a:extLst>
                    <a:ext uri="{FF2B5EF4-FFF2-40B4-BE49-F238E27FC236}">
                      <a16:creationId xmlns:a16="http://schemas.microsoft.com/office/drawing/2014/main" id="{E86C66C1-F6E5-41EC-B1D1-52B06B982B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67" name="Freeform 882">
                  <a:extLst>
                    <a:ext uri="{FF2B5EF4-FFF2-40B4-BE49-F238E27FC236}">
                      <a16:creationId xmlns:a16="http://schemas.microsoft.com/office/drawing/2014/main" id="{5344E479-D1A5-45C0-A315-F5B45771C8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556" name="Freeform 883">
                <a:extLst>
                  <a:ext uri="{FF2B5EF4-FFF2-40B4-BE49-F238E27FC236}">
                    <a16:creationId xmlns:a16="http://schemas.microsoft.com/office/drawing/2014/main" id="{A1E3D7EC-64D2-4228-A428-3E0430068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7" name="Freeform 884">
                <a:extLst>
                  <a:ext uri="{FF2B5EF4-FFF2-40B4-BE49-F238E27FC236}">
                    <a16:creationId xmlns:a16="http://schemas.microsoft.com/office/drawing/2014/main" id="{EC5E17B0-D1B6-4A4D-84B7-221182DF76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8" name="Freeform 885">
                <a:extLst>
                  <a:ext uri="{FF2B5EF4-FFF2-40B4-BE49-F238E27FC236}">
                    <a16:creationId xmlns:a16="http://schemas.microsoft.com/office/drawing/2014/main" id="{3D77C96D-69F6-4CAB-A4ED-6115E992F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59" name="Freeform 886">
                <a:extLst>
                  <a:ext uri="{FF2B5EF4-FFF2-40B4-BE49-F238E27FC236}">
                    <a16:creationId xmlns:a16="http://schemas.microsoft.com/office/drawing/2014/main" id="{BD47DCD4-00BD-4EA3-ADDB-F8B9733FD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60" name="Freeform 887">
                <a:extLst>
                  <a:ext uri="{FF2B5EF4-FFF2-40B4-BE49-F238E27FC236}">
                    <a16:creationId xmlns:a16="http://schemas.microsoft.com/office/drawing/2014/main" id="{63931D95-7D34-4C27-B900-CD1766319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61" name="Freeform 888">
                <a:extLst>
                  <a:ext uri="{FF2B5EF4-FFF2-40B4-BE49-F238E27FC236}">
                    <a16:creationId xmlns:a16="http://schemas.microsoft.com/office/drawing/2014/main" id="{7FAB6800-8A67-4B94-9507-A1E7849935A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70" name="Group 889">
              <a:extLst>
                <a:ext uri="{FF2B5EF4-FFF2-40B4-BE49-F238E27FC236}">
                  <a16:creationId xmlns:a16="http://schemas.microsoft.com/office/drawing/2014/main" id="{85E72629-FE5F-4EF1-9141-4F282A57AD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102522" name="Picture 890" descr="antenna_stylized">
                <a:extLst>
                  <a:ext uri="{FF2B5EF4-FFF2-40B4-BE49-F238E27FC236}">
                    <a16:creationId xmlns:a16="http://schemas.microsoft.com/office/drawing/2014/main" id="{B305EE34-8877-44F7-9586-CE4D073171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523" name="Picture 891" descr="laptop_keyboard">
                <a:extLst>
                  <a:ext uri="{FF2B5EF4-FFF2-40B4-BE49-F238E27FC236}">
                    <a16:creationId xmlns:a16="http://schemas.microsoft.com/office/drawing/2014/main" id="{3413B816-CB18-4AC1-86E2-3138C3840E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524" name="Freeform 892">
                <a:extLst>
                  <a:ext uri="{FF2B5EF4-FFF2-40B4-BE49-F238E27FC236}">
                    <a16:creationId xmlns:a16="http://schemas.microsoft.com/office/drawing/2014/main" id="{279D8D72-C912-415E-8887-B6899DC22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2525" name="Picture 893" descr="screen">
                <a:extLst>
                  <a:ext uri="{FF2B5EF4-FFF2-40B4-BE49-F238E27FC236}">
                    <a16:creationId xmlns:a16="http://schemas.microsoft.com/office/drawing/2014/main" id="{0FDC096B-0004-4916-AD11-1D2FBE7BB5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526" name="Freeform 894">
                <a:extLst>
                  <a:ext uri="{FF2B5EF4-FFF2-40B4-BE49-F238E27FC236}">
                    <a16:creationId xmlns:a16="http://schemas.microsoft.com/office/drawing/2014/main" id="{D5B9A37C-44AC-45DD-9605-974E8A5B3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27" name="Freeform 895">
                <a:extLst>
                  <a:ext uri="{FF2B5EF4-FFF2-40B4-BE49-F238E27FC236}">
                    <a16:creationId xmlns:a16="http://schemas.microsoft.com/office/drawing/2014/main" id="{9EF43248-55BE-47B5-B121-8159EB8E5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28" name="Freeform 896">
                <a:extLst>
                  <a:ext uri="{FF2B5EF4-FFF2-40B4-BE49-F238E27FC236}">
                    <a16:creationId xmlns:a16="http://schemas.microsoft.com/office/drawing/2014/main" id="{6BDCAA60-EC65-4226-A45D-FB817FA4B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29" name="Freeform 897">
                <a:extLst>
                  <a:ext uri="{FF2B5EF4-FFF2-40B4-BE49-F238E27FC236}">
                    <a16:creationId xmlns:a16="http://schemas.microsoft.com/office/drawing/2014/main" id="{2C875F6A-74E9-4330-9F62-3E9113ACA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30" name="Freeform 898">
                <a:extLst>
                  <a:ext uri="{FF2B5EF4-FFF2-40B4-BE49-F238E27FC236}">
                    <a16:creationId xmlns:a16="http://schemas.microsoft.com/office/drawing/2014/main" id="{62C8249D-DB36-4FF1-AF4D-643EBCB83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31" name="Freeform 899">
                <a:extLst>
                  <a:ext uri="{FF2B5EF4-FFF2-40B4-BE49-F238E27FC236}">
                    <a16:creationId xmlns:a16="http://schemas.microsoft.com/office/drawing/2014/main" id="{3536514F-6C1D-4DB6-8140-E774714D2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2532" name="Group 900">
                <a:extLst>
                  <a:ext uri="{FF2B5EF4-FFF2-40B4-BE49-F238E27FC236}">
                    <a16:creationId xmlns:a16="http://schemas.microsoft.com/office/drawing/2014/main" id="{DD34E9E5-9ADB-4A10-8BC7-BF13BEFE1B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2539" name="Freeform 901">
                  <a:extLst>
                    <a:ext uri="{FF2B5EF4-FFF2-40B4-BE49-F238E27FC236}">
                      <a16:creationId xmlns:a16="http://schemas.microsoft.com/office/drawing/2014/main" id="{378D6B80-B80B-4E74-AB00-C46F4EB402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40" name="Freeform 902">
                  <a:extLst>
                    <a:ext uri="{FF2B5EF4-FFF2-40B4-BE49-F238E27FC236}">
                      <a16:creationId xmlns:a16="http://schemas.microsoft.com/office/drawing/2014/main" id="{69120784-8CEC-4528-B859-60452775D4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41" name="Freeform 903">
                  <a:extLst>
                    <a:ext uri="{FF2B5EF4-FFF2-40B4-BE49-F238E27FC236}">
                      <a16:creationId xmlns:a16="http://schemas.microsoft.com/office/drawing/2014/main" id="{2F464B3A-659C-4E96-BB1B-2253BE9F08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42" name="Freeform 904">
                  <a:extLst>
                    <a:ext uri="{FF2B5EF4-FFF2-40B4-BE49-F238E27FC236}">
                      <a16:creationId xmlns:a16="http://schemas.microsoft.com/office/drawing/2014/main" id="{86D7F7D0-B760-43F6-B53A-A3429B2F8E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43" name="Freeform 905">
                  <a:extLst>
                    <a:ext uri="{FF2B5EF4-FFF2-40B4-BE49-F238E27FC236}">
                      <a16:creationId xmlns:a16="http://schemas.microsoft.com/office/drawing/2014/main" id="{53ED73A4-86D9-4EEE-A559-C08D4CDC28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44" name="Freeform 906">
                  <a:extLst>
                    <a:ext uri="{FF2B5EF4-FFF2-40B4-BE49-F238E27FC236}">
                      <a16:creationId xmlns:a16="http://schemas.microsoft.com/office/drawing/2014/main" id="{FDC8D9CD-4C2A-4531-A96C-707518B4C1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533" name="Freeform 907">
                <a:extLst>
                  <a:ext uri="{FF2B5EF4-FFF2-40B4-BE49-F238E27FC236}">
                    <a16:creationId xmlns:a16="http://schemas.microsoft.com/office/drawing/2014/main" id="{AD598622-3662-415C-906C-54F1CD7AE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34" name="Freeform 908">
                <a:extLst>
                  <a:ext uri="{FF2B5EF4-FFF2-40B4-BE49-F238E27FC236}">
                    <a16:creationId xmlns:a16="http://schemas.microsoft.com/office/drawing/2014/main" id="{4FAE945C-6132-42E2-AD11-AE02454F4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35" name="Freeform 909">
                <a:extLst>
                  <a:ext uri="{FF2B5EF4-FFF2-40B4-BE49-F238E27FC236}">
                    <a16:creationId xmlns:a16="http://schemas.microsoft.com/office/drawing/2014/main" id="{DB3265DF-EA88-4397-A2FA-CD4865326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36" name="Freeform 910">
                <a:extLst>
                  <a:ext uri="{FF2B5EF4-FFF2-40B4-BE49-F238E27FC236}">
                    <a16:creationId xmlns:a16="http://schemas.microsoft.com/office/drawing/2014/main" id="{F78A4500-76E9-467F-B402-0B807C9BF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37" name="Freeform 911">
                <a:extLst>
                  <a:ext uri="{FF2B5EF4-FFF2-40B4-BE49-F238E27FC236}">
                    <a16:creationId xmlns:a16="http://schemas.microsoft.com/office/drawing/2014/main" id="{CA6D5045-7E42-4AB0-A851-578F6A093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38" name="Freeform 912">
                <a:extLst>
                  <a:ext uri="{FF2B5EF4-FFF2-40B4-BE49-F238E27FC236}">
                    <a16:creationId xmlns:a16="http://schemas.microsoft.com/office/drawing/2014/main" id="{13289EE2-75DF-46BE-B1EF-342F3692FBA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71" name="Group 913">
              <a:extLst>
                <a:ext uri="{FF2B5EF4-FFF2-40B4-BE49-F238E27FC236}">
                  <a16:creationId xmlns:a16="http://schemas.microsoft.com/office/drawing/2014/main" id="{C566EB2E-3411-46B4-8CEC-3705D17220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102499" name="Picture 914" descr="antenna_stylized">
                <a:extLst>
                  <a:ext uri="{FF2B5EF4-FFF2-40B4-BE49-F238E27FC236}">
                    <a16:creationId xmlns:a16="http://schemas.microsoft.com/office/drawing/2014/main" id="{853A1D95-3BF8-4A26-98D1-403200BB69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500" name="Picture 915" descr="laptop_keyboard">
                <a:extLst>
                  <a:ext uri="{FF2B5EF4-FFF2-40B4-BE49-F238E27FC236}">
                    <a16:creationId xmlns:a16="http://schemas.microsoft.com/office/drawing/2014/main" id="{DDE7E5AB-1B4A-49CE-8BA4-2E4A6010D4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501" name="Freeform 916">
                <a:extLst>
                  <a:ext uri="{FF2B5EF4-FFF2-40B4-BE49-F238E27FC236}">
                    <a16:creationId xmlns:a16="http://schemas.microsoft.com/office/drawing/2014/main" id="{51C6F323-3A14-474D-8DED-25A3B9C09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2502" name="Picture 917" descr="screen">
                <a:extLst>
                  <a:ext uri="{FF2B5EF4-FFF2-40B4-BE49-F238E27FC236}">
                    <a16:creationId xmlns:a16="http://schemas.microsoft.com/office/drawing/2014/main" id="{8E82566A-1C07-42E4-9607-3EC426AD22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503" name="Freeform 918">
                <a:extLst>
                  <a:ext uri="{FF2B5EF4-FFF2-40B4-BE49-F238E27FC236}">
                    <a16:creationId xmlns:a16="http://schemas.microsoft.com/office/drawing/2014/main" id="{2074CB43-9C2F-4CD5-8A35-EB1599BC2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04" name="Freeform 919">
                <a:extLst>
                  <a:ext uri="{FF2B5EF4-FFF2-40B4-BE49-F238E27FC236}">
                    <a16:creationId xmlns:a16="http://schemas.microsoft.com/office/drawing/2014/main" id="{EF802242-6FFA-49F7-93A2-38475B3EB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05" name="Freeform 920">
                <a:extLst>
                  <a:ext uri="{FF2B5EF4-FFF2-40B4-BE49-F238E27FC236}">
                    <a16:creationId xmlns:a16="http://schemas.microsoft.com/office/drawing/2014/main" id="{8A0E97E2-3FA3-4A7B-8D42-76B3E43A9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06" name="Freeform 921">
                <a:extLst>
                  <a:ext uri="{FF2B5EF4-FFF2-40B4-BE49-F238E27FC236}">
                    <a16:creationId xmlns:a16="http://schemas.microsoft.com/office/drawing/2014/main" id="{89A87C12-1E56-484E-BDEA-037FFB7FF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07" name="Freeform 922">
                <a:extLst>
                  <a:ext uri="{FF2B5EF4-FFF2-40B4-BE49-F238E27FC236}">
                    <a16:creationId xmlns:a16="http://schemas.microsoft.com/office/drawing/2014/main" id="{AA431AB1-4CDB-43E9-AEC0-7A4EDE551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08" name="Freeform 923">
                <a:extLst>
                  <a:ext uri="{FF2B5EF4-FFF2-40B4-BE49-F238E27FC236}">
                    <a16:creationId xmlns:a16="http://schemas.microsoft.com/office/drawing/2014/main" id="{86D34886-F0C2-4D80-8359-31DC5656B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2509" name="Group 924">
                <a:extLst>
                  <a:ext uri="{FF2B5EF4-FFF2-40B4-BE49-F238E27FC236}">
                    <a16:creationId xmlns:a16="http://schemas.microsoft.com/office/drawing/2014/main" id="{2527CD1C-CF91-4A53-B7FF-7C605F0FB7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2516" name="Freeform 925">
                  <a:extLst>
                    <a:ext uri="{FF2B5EF4-FFF2-40B4-BE49-F238E27FC236}">
                      <a16:creationId xmlns:a16="http://schemas.microsoft.com/office/drawing/2014/main" id="{C9003415-6CC5-4D39-B421-32F3844A28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17" name="Freeform 926">
                  <a:extLst>
                    <a:ext uri="{FF2B5EF4-FFF2-40B4-BE49-F238E27FC236}">
                      <a16:creationId xmlns:a16="http://schemas.microsoft.com/office/drawing/2014/main" id="{4EE3255E-1185-4A90-846D-C2446F7997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18" name="Freeform 927">
                  <a:extLst>
                    <a:ext uri="{FF2B5EF4-FFF2-40B4-BE49-F238E27FC236}">
                      <a16:creationId xmlns:a16="http://schemas.microsoft.com/office/drawing/2014/main" id="{BE70EE8C-0251-466A-AC3B-8100F00F45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19" name="Freeform 928">
                  <a:extLst>
                    <a:ext uri="{FF2B5EF4-FFF2-40B4-BE49-F238E27FC236}">
                      <a16:creationId xmlns:a16="http://schemas.microsoft.com/office/drawing/2014/main" id="{90CBB95C-6C55-4AD9-ACF2-DB9DC25168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20" name="Freeform 929">
                  <a:extLst>
                    <a:ext uri="{FF2B5EF4-FFF2-40B4-BE49-F238E27FC236}">
                      <a16:creationId xmlns:a16="http://schemas.microsoft.com/office/drawing/2014/main" id="{1FF98210-E57A-4410-B5D7-2146F74C30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521" name="Freeform 930">
                  <a:extLst>
                    <a:ext uri="{FF2B5EF4-FFF2-40B4-BE49-F238E27FC236}">
                      <a16:creationId xmlns:a16="http://schemas.microsoft.com/office/drawing/2014/main" id="{3A8D70C3-1630-452A-B783-701BA6FDCE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510" name="Freeform 931">
                <a:extLst>
                  <a:ext uri="{FF2B5EF4-FFF2-40B4-BE49-F238E27FC236}">
                    <a16:creationId xmlns:a16="http://schemas.microsoft.com/office/drawing/2014/main" id="{D002F677-C07D-429A-99A8-2F4E992D2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11" name="Freeform 932">
                <a:extLst>
                  <a:ext uri="{FF2B5EF4-FFF2-40B4-BE49-F238E27FC236}">
                    <a16:creationId xmlns:a16="http://schemas.microsoft.com/office/drawing/2014/main" id="{8A1766A6-AAFD-430A-ABC4-1E1D98EEC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12" name="Freeform 933">
                <a:extLst>
                  <a:ext uri="{FF2B5EF4-FFF2-40B4-BE49-F238E27FC236}">
                    <a16:creationId xmlns:a16="http://schemas.microsoft.com/office/drawing/2014/main" id="{7D5BD338-5A20-4131-B909-B0E148FF6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13" name="Freeform 934">
                <a:extLst>
                  <a:ext uri="{FF2B5EF4-FFF2-40B4-BE49-F238E27FC236}">
                    <a16:creationId xmlns:a16="http://schemas.microsoft.com/office/drawing/2014/main" id="{652D36E8-94BF-4BE2-B167-E632FEFD9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14" name="Freeform 935">
                <a:extLst>
                  <a:ext uri="{FF2B5EF4-FFF2-40B4-BE49-F238E27FC236}">
                    <a16:creationId xmlns:a16="http://schemas.microsoft.com/office/drawing/2014/main" id="{241DC467-ECFD-4844-B7D1-56F140BFB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515" name="Freeform 936">
                <a:extLst>
                  <a:ext uri="{FF2B5EF4-FFF2-40B4-BE49-F238E27FC236}">
                    <a16:creationId xmlns:a16="http://schemas.microsoft.com/office/drawing/2014/main" id="{28AB4499-84A7-4BB2-8CE4-56538FBC59D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2472" name="Group 937">
              <a:extLst>
                <a:ext uri="{FF2B5EF4-FFF2-40B4-BE49-F238E27FC236}">
                  <a16:creationId xmlns:a16="http://schemas.microsoft.com/office/drawing/2014/main" id="{39DEDA46-CCFC-4D82-A075-F9DDF931246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102497" name="Picture 938" descr="desktop_computer_stylized_medium">
                <a:extLst>
                  <a:ext uri="{FF2B5EF4-FFF2-40B4-BE49-F238E27FC236}">
                    <a16:creationId xmlns:a16="http://schemas.microsoft.com/office/drawing/2014/main" id="{CED56802-C309-4C65-8FFC-CC296AB479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498" name="Freeform 939">
                <a:extLst>
                  <a:ext uri="{FF2B5EF4-FFF2-40B4-BE49-F238E27FC236}">
                    <a16:creationId xmlns:a16="http://schemas.microsoft.com/office/drawing/2014/main" id="{2520462E-AFC2-4E9B-BBF0-525F2BCD0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2473" name="Group 940">
              <a:extLst>
                <a:ext uri="{FF2B5EF4-FFF2-40B4-BE49-F238E27FC236}">
                  <a16:creationId xmlns:a16="http://schemas.microsoft.com/office/drawing/2014/main" id="{75853561-2294-4BA7-AC11-8F23283F0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102474" name="Picture 941" descr="antenna_stylized">
                <a:extLst>
                  <a:ext uri="{FF2B5EF4-FFF2-40B4-BE49-F238E27FC236}">
                    <a16:creationId xmlns:a16="http://schemas.microsoft.com/office/drawing/2014/main" id="{6C8385E7-6D0C-4AE5-8F2D-CB2A264DA2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475" name="Picture 942" descr="laptop_keyboard">
                <a:extLst>
                  <a:ext uri="{FF2B5EF4-FFF2-40B4-BE49-F238E27FC236}">
                    <a16:creationId xmlns:a16="http://schemas.microsoft.com/office/drawing/2014/main" id="{2AD94FBD-AC5A-40F0-BF4B-43884A245B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476" name="Freeform 943">
                <a:extLst>
                  <a:ext uri="{FF2B5EF4-FFF2-40B4-BE49-F238E27FC236}">
                    <a16:creationId xmlns:a16="http://schemas.microsoft.com/office/drawing/2014/main" id="{7A33F5D7-E811-425E-88A3-097418275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2477" name="Picture 944" descr="screen">
                <a:extLst>
                  <a:ext uri="{FF2B5EF4-FFF2-40B4-BE49-F238E27FC236}">
                    <a16:creationId xmlns:a16="http://schemas.microsoft.com/office/drawing/2014/main" id="{A6B5D82E-09A5-41DB-B896-A23A26FD4F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478" name="Freeform 945">
                <a:extLst>
                  <a:ext uri="{FF2B5EF4-FFF2-40B4-BE49-F238E27FC236}">
                    <a16:creationId xmlns:a16="http://schemas.microsoft.com/office/drawing/2014/main" id="{93D625A2-F6E5-410B-BF64-A37D08999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79" name="Freeform 946">
                <a:extLst>
                  <a:ext uri="{FF2B5EF4-FFF2-40B4-BE49-F238E27FC236}">
                    <a16:creationId xmlns:a16="http://schemas.microsoft.com/office/drawing/2014/main" id="{6E851DCC-4BDB-448F-9565-B6A8AB250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0" name="Freeform 947">
                <a:extLst>
                  <a:ext uri="{FF2B5EF4-FFF2-40B4-BE49-F238E27FC236}">
                    <a16:creationId xmlns:a16="http://schemas.microsoft.com/office/drawing/2014/main" id="{978D41D6-420B-415B-A9C8-2BA49BBAD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1" name="Freeform 948">
                <a:extLst>
                  <a:ext uri="{FF2B5EF4-FFF2-40B4-BE49-F238E27FC236}">
                    <a16:creationId xmlns:a16="http://schemas.microsoft.com/office/drawing/2014/main" id="{7EFD090E-663B-4777-972D-9FD040758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2" name="Freeform 949">
                <a:extLst>
                  <a:ext uri="{FF2B5EF4-FFF2-40B4-BE49-F238E27FC236}">
                    <a16:creationId xmlns:a16="http://schemas.microsoft.com/office/drawing/2014/main" id="{96A09439-A17A-481D-8EF2-F8959A316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3" name="Freeform 950">
                <a:extLst>
                  <a:ext uri="{FF2B5EF4-FFF2-40B4-BE49-F238E27FC236}">
                    <a16:creationId xmlns:a16="http://schemas.microsoft.com/office/drawing/2014/main" id="{11084F45-6E26-4789-81BD-C5FC2E867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2484" name="Group 951">
                <a:extLst>
                  <a:ext uri="{FF2B5EF4-FFF2-40B4-BE49-F238E27FC236}">
                    <a16:creationId xmlns:a16="http://schemas.microsoft.com/office/drawing/2014/main" id="{79068787-DB8C-4620-9423-9C4B84AE5B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2491" name="Freeform 952">
                  <a:extLst>
                    <a:ext uri="{FF2B5EF4-FFF2-40B4-BE49-F238E27FC236}">
                      <a16:creationId xmlns:a16="http://schemas.microsoft.com/office/drawing/2014/main" id="{8C1C352D-2EF7-413F-8997-BCC46A085C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492" name="Freeform 953">
                  <a:extLst>
                    <a:ext uri="{FF2B5EF4-FFF2-40B4-BE49-F238E27FC236}">
                      <a16:creationId xmlns:a16="http://schemas.microsoft.com/office/drawing/2014/main" id="{08CB3F6C-A335-41E0-8379-B518069B7E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493" name="Freeform 954">
                  <a:extLst>
                    <a:ext uri="{FF2B5EF4-FFF2-40B4-BE49-F238E27FC236}">
                      <a16:creationId xmlns:a16="http://schemas.microsoft.com/office/drawing/2014/main" id="{447D163E-86FE-4FAC-8DB3-C9198D398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494" name="Freeform 955">
                  <a:extLst>
                    <a:ext uri="{FF2B5EF4-FFF2-40B4-BE49-F238E27FC236}">
                      <a16:creationId xmlns:a16="http://schemas.microsoft.com/office/drawing/2014/main" id="{620DDCF8-2FFF-4334-BD4B-39F6EF696E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495" name="Freeform 956">
                  <a:extLst>
                    <a:ext uri="{FF2B5EF4-FFF2-40B4-BE49-F238E27FC236}">
                      <a16:creationId xmlns:a16="http://schemas.microsoft.com/office/drawing/2014/main" id="{9C288731-86B2-47B0-8D25-7108FD58B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2496" name="Freeform 957">
                  <a:extLst>
                    <a:ext uri="{FF2B5EF4-FFF2-40B4-BE49-F238E27FC236}">
                      <a16:creationId xmlns:a16="http://schemas.microsoft.com/office/drawing/2014/main" id="{F92D697E-26D9-4485-A8EA-C4FCF738DA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2485" name="Freeform 958">
                <a:extLst>
                  <a:ext uri="{FF2B5EF4-FFF2-40B4-BE49-F238E27FC236}">
                    <a16:creationId xmlns:a16="http://schemas.microsoft.com/office/drawing/2014/main" id="{AFD1BFA3-7448-4E9E-AAD3-9C932FCA0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6" name="Freeform 959">
                <a:extLst>
                  <a:ext uri="{FF2B5EF4-FFF2-40B4-BE49-F238E27FC236}">
                    <a16:creationId xmlns:a16="http://schemas.microsoft.com/office/drawing/2014/main" id="{ED7BF0CC-90F4-46CA-9AEE-C8297E451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7" name="Freeform 960">
                <a:extLst>
                  <a:ext uri="{FF2B5EF4-FFF2-40B4-BE49-F238E27FC236}">
                    <a16:creationId xmlns:a16="http://schemas.microsoft.com/office/drawing/2014/main" id="{6D70834B-EC02-4B27-90E2-C62A8ACA9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8" name="Freeform 961">
                <a:extLst>
                  <a:ext uri="{FF2B5EF4-FFF2-40B4-BE49-F238E27FC236}">
                    <a16:creationId xmlns:a16="http://schemas.microsoft.com/office/drawing/2014/main" id="{4AA0BB92-8236-45CD-BD9F-2B69732D2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89" name="Freeform 962">
                <a:extLst>
                  <a:ext uri="{FF2B5EF4-FFF2-40B4-BE49-F238E27FC236}">
                    <a16:creationId xmlns:a16="http://schemas.microsoft.com/office/drawing/2014/main" id="{1F1B510B-BD82-4309-B477-B6BFEC22B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2490" name="Freeform 963">
                <a:extLst>
                  <a:ext uri="{FF2B5EF4-FFF2-40B4-BE49-F238E27FC236}">
                    <a16:creationId xmlns:a16="http://schemas.microsoft.com/office/drawing/2014/main" id="{BB16B0E3-F224-4834-86FD-30C49EEE024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sp>
        <p:nvSpPr>
          <p:cNvPr id="102405" name="Rectangle 4">
            <a:extLst>
              <a:ext uri="{FF2B5EF4-FFF2-40B4-BE49-F238E27FC236}">
                <a16:creationId xmlns:a16="http://schemas.microsoft.com/office/drawing/2014/main" id="{E82C6423-E652-4BC0-8101-8ECFEF0F6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6713" y="184150"/>
            <a:ext cx="7772400" cy="852488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Client-server architecture</a:t>
            </a:r>
          </a:p>
        </p:txBody>
      </p:sp>
      <p:sp>
        <p:nvSpPr>
          <p:cNvPr id="102406" name="Rectangle 460">
            <a:extLst>
              <a:ext uri="{FF2B5EF4-FFF2-40B4-BE49-F238E27FC236}">
                <a16:creationId xmlns:a16="http://schemas.microsoft.com/office/drawing/2014/main" id="{27216726-83D2-4C48-AB05-774C7506EE1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52975" y="1416050"/>
            <a:ext cx="414337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server: 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always-on host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permanent IP address</a:t>
            </a:r>
          </a:p>
          <a:p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data centers </a:t>
            </a:r>
            <a:r>
              <a:rPr lang="en-US" altLang="zh-TW" sz="2400" dirty="0">
                <a:ea typeface="ＭＳ Ｐゴシック" panose="020B0600070205080204" pitchFamily="34" charset="-128"/>
              </a:rPr>
              <a:t>for scaling</a:t>
            </a:r>
          </a:p>
          <a:p>
            <a:pPr>
              <a:spcBef>
                <a:spcPct val="75000"/>
              </a:spcBef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clients: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communicate with server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may be intermittently connected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may have dynamic IP addresses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do not communicate directly with each other</a:t>
            </a:r>
          </a:p>
        </p:txBody>
      </p:sp>
      <p:pic>
        <p:nvPicPr>
          <p:cNvPr id="102407" name="Picture 351" descr="underline_base">
            <a:extLst>
              <a:ext uri="{FF2B5EF4-FFF2-40B4-BE49-F238E27FC236}">
                <a16:creationId xmlns:a16="http://schemas.microsoft.com/office/drawing/2014/main" id="{81281137-0F38-41F8-9430-968E730342FA}"/>
              </a:ext>
            </a:extLst>
          </p:cNvPr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84296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8" name="Line 913">
            <a:extLst>
              <a:ext uri="{FF2B5EF4-FFF2-40B4-BE49-F238E27FC236}">
                <a16:creationId xmlns:a16="http://schemas.microsoft.com/office/drawing/2014/main" id="{B5EDE898-6BD4-474D-BF26-BC79ECD06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9363" y="3235325"/>
            <a:ext cx="2006600" cy="197802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2409" name="Line 800">
            <a:extLst>
              <a:ext uri="{FF2B5EF4-FFF2-40B4-BE49-F238E27FC236}">
                <a16:creationId xmlns:a16="http://schemas.microsoft.com/office/drawing/2014/main" id="{6956C648-BDED-4E6D-8796-632632B82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1388" y="1844675"/>
            <a:ext cx="1481137" cy="3109913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2410" name="Text Box 803">
            <a:extLst>
              <a:ext uri="{FF2B5EF4-FFF2-40B4-BE49-F238E27FC236}">
                <a16:creationId xmlns:a16="http://schemas.microsoft.com/office/drawing/2014/main" id="{7B6FBDE6-A9AB-444C-9BBC-20171E5ED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4067175"/>
            <a:ext cx="155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CC0000"/>
                </a:solidFill>
                <a:latin typeface="Arial" panose="020B0604020202020204" pitchFamily="34" charset="0"/>
              </a:rPr>
              <a:t>client/server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2A069E37-AD8A-4CEA-916C-3AFCA43F3E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04451" name="Rectangle 8">
            <a:extLst>
              <a:ext uri="{FF2B5EF4-FFF2-40B4-BE49-F238E27FC236}">
                <a16:creationId xmlns:a16="http://schemas.microsoft.com/office/drawing/2014/main" id="{BB8945E5-95FE-4F4E-B9F9-FF7A5498EB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8EF56CF-C19A-4009-9EDD-351B7B24C37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104452" name="Group 566">
            <a:extLst>
              <a:ext uri="{FF2B5EF4-FFF2-40B4-BE49-F238E27FC236}">
                <a16:creationId xmlns:a16="http://schemas.microsoft.com/office/drawing/2014/main" id="{22865EF8-DBBA-4C0F-A041-F446F79B3AF9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546225"/>
            <a:ext cx="3540125" cy="4545013"/>
            <a:chOff x="3277" y="974"/>
            <a:chExt cx="2230" cy="2863"/>
          </a:xfrm>
        </p:grpSpPr>
        <p:sp>
          <p:nvSpPr>
            <p:cNvPr id="104460" name="Freeform 567">
              <a:extLst>
                <a:ext uri="{FF2B5EF4-FFF2-40B4-BE49-F238E27FC236}">
                  <a16:creationId xmlns:a16="http://schemas.microsoft.com/office/drawing/2014/main" id="{CEACE20A-5FDE-49D5-949E-C51AA666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4863 w 1036"/>
                <a:gd name="T1" fmla="*/ 11 h 675"/>
                <a:gd name="T2" fmla="*/ 2926 w 1036"/>
                <a:gd name="T3" fmla="*/ 53 h 675"/>
                <a:gd name="T4" fmla="*/ 1548 w 1036"/>
                <a:gd name="T5" fmla="*/ 129 h 675"/>
                <a:gd name="T6" fmla="*/ 1145 w 1036"/>
                <a:gd name="T7" fmla="*/ 229 h 675"/>
                <a:gd name="T8" fmla="*/ 159 w 1036"/>
                <a:gd name="T9" fmla="*/ 297 h 675"/>
                <a:gd name="T10" fmla="*/ 128 w 1036"/>
                <a:gd name="T11" fmla="*/ 459 h 675"/>
                <a:gd name="T12" fmla="*/ 993 w 1036"/>
                <a:gd name="T13" fmla="*/ 489 h 675"/>
                <a:gd name="T14" fmla="*/ 3444 w 1036"/>
                <a:gd name="T15" fmla="*/ 489 h 675"/>
                <a:gd name="T16" fmla="*/ 4484 w 1036"/>
                <a:gd name="T17" fmla="*/ 555 h 675"/>
                <a:gd name="T18" fmla="*/ 5636 w 1036"/>
                <a:gd name="T19" fmla="*/ 657 h 675"/>
                <a:gd name="T20" fmla="*/ 6527 w 1036"/>
                <a:gd name="T21" fmla="*/ 661 h 675"/>
                <a:gd name="T22" fmla="*/ 7134 w 1036"/>
                <a:gd name="T23" fmla="*/ 603 h 675"/>
                <a:gd name="T24" fmla="*/ 7446 w 1036"/>
                <a:gd name="T25" fmla="*/ 445 h 675"/>
                <a:gd name="T26" fmla="*/ 7638 w 1036"/>
                <a:gd name="T27" fmla="*/ 291 h 675"/>
                <a:gd name="T28" fmla="*/ 7661 w 1036"/>
                <a:gd name="T29" fmla="*/ 107 h 675"/>
                <a:gd name="T30" fmla="*/ 7002 w 1036"/>
                <a:gd name="T31" fmla="*/ 17 h 675"/>
                <a:gd name="T32" fmla="*/ 5817 w 1036"/>
                <a:gd name="T33" fmla="*/ 3 h 675"/>
                <a:gd name="T34" fmla="*/ 4863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4461" name="Group 568">
              <a:extLst>
                <a:ext uri="{FF2B5EF4-FFF2-40B4-BE49-F238E27FC236}">
                  <a16:creationId xmlns:a16="http://schemas.microsoft.com/office/drawing/2014/main" id="{A6D2BE2A-7E53-4112-B7F8-ECE37ACFF1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104835" name="Rectangle 569">
                <a:extLst>
                  <a:ext uri="{FF2B5EF4-FFF2-40B4-BE49-F238E27FC236}">
                    <a16:creationId xmlns:a16="http://schemas.microsoft.com/office/drawing/2014/main" id="{078B1476-4347-47F8-9970-873CFD8A6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836" name="AutoShape 570">
                <a:extLst>
                  <a:ext uri="{FF2B5EF4-FFF2-40B4-BE49-F238E27FC236}">
                    <a16:creationId xmlns:a16="http://schemas.microsoft.com/office/drawing/2014/main" id="{BD0EF0D9-2E23-4E18-A342-03AC05B16F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4462" name="Freeform 571">
              <a:extLst>
                <a:ext uri="{FF2B5EF4-FFF2-40B4-BE49-F238E27FC236}">
                  <a16:creationId xmlns:a16="http://schemas.microsoft.com/office/drawing/2014/main" id="{CEC167E6-1A6E-4963-81EE-0AC740203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63" name="Line 572">
              <a:extLst>
                <a:ext uri="{FF2B5EF4-FFF2-40B4-BE49-F238E27FC236}">
                  <a16:creationId xmlns:a16="http://schemas.microsoft.com/office/drawing/2014/main" id="{2F50140C-FB0A-496E-87BB-8D98825323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24" y="3316"/>
              <a:ext cx="284" cy="7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4464" name="Line 573">
              <a:extLst>
                <a:ext uri="{FF2B5EF4-FFF2-40B4-BE49-F238E27FC236}">
                  <a16:creationId xmlns:a16="http://schemas.microsoft.com/office/drawing/2014/main" id="{1F6314B1-43E2-4BB0-848D-7ADAA5339B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4465" name="Line 574">
              <a:extLst>
                <a:ext uri="{FF2B5EF4-FFF2-40B4-BE49-F238E27FC236}">
                  <a16:creationId xmlns:a16="http://schemas.microsoft.com/office/drawing/2014/main" id="{766B6E6A-DAD4-4291-BB1E-4AC5406C82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113" y="3192"/>
              <a:ext cx="90" cy="51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04466" name="Line 576">
              <a:extLst>
                <a:ext uri="{FF2B5EF4-FFF2-40B4-BE49-F238E27FC236}">
                  <a16:creationId xmlns:a16="http://schemas.microsoft.com/office/drawing/2014/main" id="{BC3EACDD-DB05-4D79-8EEB-47200E82A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09"/>
              <a:ext cx="99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67" name="Line 577">
              <a:extLst>
                <a:ext uri="{FF2B5EF4-FFF2-40B4-BE49-F238E27FC236}">
                  <a16:creationId xmlns:a16="http://schemas.microsoft.com/office/drawing/2014/main" id="{E40C32FD-521C-4ABA-999E-C88558C82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3159"/>
              <a:ext cx="256" cy="6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68" name="Line 580">
              <a:extLst>
                <a:ext uri="{FF2B5EF4-FFF2-40B4-BE49-F238E27FC236}">
                  <a16:creationId xmlns:a16="http://schemas.microsoft.com/office/drawing/2014/main" id="{66A0B156-56B3-493A-AA26-2A72B476B9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" y="3204"/>
              <a:ext cx="90" cy="11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69" name="Line 581">
              <a:extLst>
                <a:ext uri="{FF2B5EF4-FFF2-40B4-BE49-F238E27FC236}">
                  <a16:creationId xmlns:a16="http://schemas.microsoft.com/office/drawing/2014/main" id="{070D1B38-269A-4733-8814-7F7F35EA2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6" y="3213"/>
              <a:ext cx="51" cy="10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0" name="Line 582">
              <a:extLst>
                <a:ext uri="{FF2B5EF4-FFF2-40B4-BE49-F238E27FC236}">
                  <a16:creationId xmlns:a16="http://schemas.microsoft.com/office/drawing/2014/main" id="{CE88EB94-FAA8-47F7-9E28-D32CD7275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1" name="Line 584">
              <a:extLst>
                <a:ext uri="{FF2B5EF4-FFF2-40B4-BE49-F238E27FC236}">
                  <a16:creationId xmlns:a16="http://schemas.microsoft.com/office/drawing/2014/main" id="{7BE771F1-685D-452C-826A-9A7CC7F73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2" name="Line 585">
              <a:extLst>
                <a:ext uri="{FF2B5EF4-FFF2-40B4-BE49-F238E27FC236}">
                  <a16:creationId xmlns:a16="http://schemas.microsoft.com/office/drawing/2014/main" id="{F3DC8C2E-2408-4799-9C08-527C458E78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4473" name="Group 586">
              <a:extLst>
                <a:ext uri="{FF2B5EF4-FFF2-40B4-BE49-F238E27FC236}">
                  <a16:creationId xmlns:a16="http://schemas.microsoft.com/office/drawing/2014/main" id="{244468E8-59A9-4D79-BE86-B428C57204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104833" name="Picture 587" descr="access_point_stylized_small">
                <a:extLst>
                  <a:ext uri="{FF2B5EF4-FFF2-40B4-BE49-F238E27FC236}">
                    <a16:creationId xmlns:a16="http://schemas.microsoft.com/office/drawing/2014/main" id="{2F3CB57F-8902-4544-BE5A-B3E038CEAB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834" name="Picture 588" descr="antenna_radiation_stylized">
                <a:extLst>
                  <a:ext uri="{FF2B5EF4-FFF2-40B4-BE49-F238E27FC236}">
                    <a16:creationId xmlns:a16="http://schemas.microsoft.com/office/drawing/2014/main" id="{A181E9AD-0E91-4D60-9949-C93BB69B64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4474" name="Freeform 589">
              <a:extLst>
                <a:ext uri="{FF2B5EF4-FFF2-40B4-BE49-F238E27FC236}">
                  <a16:creationId xmlns:a16="http://schemas.microsoft.com/office/drawing/2014/main" id="{0581B4BE-9C97-4716-9FCB-072650457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5" name="Freeform 590">
              <a:extLst>
                <a:ext uri="{FF2B5EF4-FFF2-40B4-BE49-F238E27FC236}">
                  <a16:creationId xmlns:a16="http://schemas.microsoft.com/office/drawing/2014/main" id="{01600EFE-F641-496D-A919-5074C17CB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207402493 w 765"/>
                <a:gd name="T1" fmla="*/ 95765015 h 459"/>
                <a:gd name="T2" fmla="*/ 140549145 w 765"/>
                <a:gd name="T3" fmla="*/ 680005382 h 459"/>
                <a:gd name="T4" fmla="*/ 47018431 w 765"/>
                <a:gd name="T5" fmla="*/ 967812540 h 459"/>
                <a:gd name="T6" fmla="*/ 6718573 w 765"/>
                <a:gd name="T7" fmla="*/ 2147483646 h 459"/>
                <a:gd name="T8" fmla="*/ 87941052 w 765"/>
                <a:gd name="T9" fmla="*/ 2147483646 h 459"/>
                <a:gd name="T10" fmla="*/ 169050136 w 765"/>
                <a:gd name="T11" fmla="*/ 2147483646 h 459"/>
                <a:gd name="T12" fmla="*/ 285337134 w 765"/>
                <a:gd name="T13" fmla="*/ 2147483646 h 459"/>
                <a:gd name="T14" fmla="*/ 341448798 w 765"/>
                <a:gd name="T15" fmla="*/ 2147483646 h 459"/>
                <a:gd name="T16" fmla="*/ 367538880 w 765"/>
                <a:gd name="T17" fmla="*/ 2147483646 h 459"/>
                <a:gd name="T18" fmla="*/ 366893090 w 765"/>
                <a:gd name="T19" fmla="*/ 1532876763 h 459"/>
                <a:gd name="T20" fmla="*/ 323800920 w 765"/>
                <a:gd name="T21" fmla="*/ 334380861 h 459"/>
                <a:gd name="T22" fmla="*/ 207402493 w 765"/>
                <a:gd name="T23" fmla="*/ 95765015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6" name="Line 591">
              <a:extLst>
                <a:ext uri="{FF2B5EF4-FFF2-40B4-BE49-F238E27FC236}">
                  <a16:creationId xmlns:a16="http://schemas.microsoft.com/office/drawing/2014/main" id="{B68825B5-0977-4273-9FCB-B2F777D3D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7" name="Line 592">
              <a:extLst>
                <a:ext uri="{FF2B5EF4-FFF2-40B4-BE49-F238E27FC236}">
                  <a16:creationId xmlns:a16="http://schemas.microsoft.com/office/drawing/2014/main" id="{95FAB8A9-6DC2-424B-AD66-876811EE7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8" name="Line 593">
              <a:extLst>
                <a:ext uri="{FF2B5EF4-FFF2-40B4-BE49-F238E27FC236}">
                  <a16:creationId xmlns:a16="http://schemas.microsoft.com/office/drawing/2014/main" id="{CBCAA71F-FBA4-4969-A6C3-11E436012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79" name="Line 594">
              <a:extLst>
                <a:ext uri="{FF2B5EF4-FFF2-40B4-BE49-F238E27FC236}">
                  <a16:creationId xmlns:a16="http://schemas.microsoft.com/office/drawing/2014/main" id="{42BE2F18-CC24-4005-8ADF-FDB72A5B9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0" name="Line 595">
              <a:extLst>
                <a:ext uri="{FF2B5EF4-FFF2-40B4-BE49-F238E27FC236}">
                  <a16:creationId xmlns:a16="http://schemas.microsoft.com/office/drawing/2014/main" id="{CAE879A8-AB6B-446D-9C31-773023C51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1" name="Line 596">
              <a:extLst>
                <a:ext uri="{FF2B5EF4-FFF2-40B4-BE49-F238E27FC236}">
                  <a16:creationId xmlns:a16="http://schemas.microsoft.com/office/drawing/2014/main" id="{1891E64A-9B27-4BBF-A71C-A49C0884D4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2" name="Line 597">
              <a:extLst>
                <a:ext uri="{FF2B5EF4-FFF2-40B4-BE49-F238E27FC236}">
                  <a16:creationId xmlns:a16="http://schemas.microsoft.com/office/drawing/2014/main" id="{32BE4F48-4A98-437A-B2E4-738118D962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3" name="Line 598">
              <a:extLst>
                <a:ext uri="{FF2B5EF4-FFF2-40B4-BE49-F238E27FC236}">
                  <a16:creationId xmlns:a16="http://schemas.microsoft.com/office/drawing/2014/main" id="{7F6F6513-B42B-4A33-BE26-5BD9E9EA5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4" name="Line 599">
              <a:extLst>
                <a:ext uri="{FF2B5EF4-FFF2-40B4-BE49-F238E27FC236}">
                  <a16:creationId xmlns:a16="http://schemas.microsoft.com/office/drawing/2014/main" id="{A3EA37B6-92AA-469E-B3E2-A8EE9B92A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5" name="Line 600">
              <a:extLst>
                <a:ext uri="{FF2B5EF4-FFF2-40B4-BE49-F238E27FC236}">
                  <a16:creationId xmlns:a16="http://schemas.microsoft.com/office/drawing/2014/main" id="{5206DD3F-245F-466E-B9C7-A95C0261B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6" name="Line 601">
              <a:extLst>
                <a:ext uri="{FF2B5EF4-FFF2-40B4-BE49-F238E27FC236}">
                  <a16:creationId xmlns:a16="http://schemas.microsoft.com/office/drawing/2014/main" id="{E5D075EE-1D69-42BB-A23A-12F5E7B7D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7" name="Line 602">
              <a:extLst>
                <a:ext uri="{FF2B5EF4-FFF2-40B4-BE49-F238E27FC236}">
                  <a16:creationId xmlns:a16="http://schemas.microsoft.com/office/drawing/2014/main" id="{2F02E4C5-B4E5-4980-B748-99DEFD2E7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8" name="Line 603">
              <a:extLst>
                <a:ext uri="{FF2B5EF4-FFF2-40B4-BE49-F238E27FC236}">
                  <a16:creationId xmlns:a16="http://schemas.microsoft.com/office/drawing/2014/main" id="{1983622A-36C2-4CA3-986B-2B9E7D27B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89" name="Line 604">
              <a:extLst>
                <a:ext uri="{FF2B5EF4-FFF2-40B4-BE49-F238E27FC236}">
                  <a16:creationId xmlns:a16="http://schemas.microsoft.com/office/drawing/2014/main" id="{8AF9F3C6-E423-4D7B-9DB7-9CDCD7D4B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90" name="Line 605">
              <a:extLst>
                <a:ext uri="{FF2B5EF4-FFF2-40B4-BE49-F238E27FC236}">
                  <a16:creationId xmlns:a16="http://schemas.microsoft.com/office/drawing/2014/main" id="{59D58439-58C3-4CDF-81CB-B10122315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91" name="Line 606">
              <a:extLst>
                <a:ext uri="{FF2B5EF4-FFF2-40B4-BE49-F238E27FC236}">
                  <a16:creationId xmlns:a16="http://schemas.microsoft.com/office/drawing/2014/main" id="{F007D323-0B35-44BD-A303-077ECAA99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4492" name="Line 607">
              <a:extLst>
                <a:ext uri="{FF2B5EF4-FFF2-40B4-BE49-F238E27FC236}">
                  <a16:creationId xmlns:a16="http://schemas.microsoft.com/office/drawing/2014/main" id="{7DD4BB1E-AB6D-4069-897F-E425DF106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4493" name="Group 608">
              <a:extLst>
                <a:ext uri="{FF2B5EF4-FFF2-40B4-BE49-F238E27FC236}">
                  <a16:creationId xmlns:a16="http://schemas.microsoft.com/office/drawing/2014/main" id="{97383002-49F6-4242-B213-E88ADFFA66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104816" name="Line 270">
                <a:extLst>
                  <a:ext uri="{FF2B5EF4-FFF2-40B4-BE49-F238E27FC236}">
                    <a16:creationId xmlns:a16="http://schemas.microsoft.com/office/drawing/2014/main" id="{C220649F-2BD7-4750-BB21-A6A3C472F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17" name="Line 271">
                <a:extLst>
                  <a:ext uri="{FF2B5EF4-FFF2-40B4-BE49-F238E27FC236}">
                    <a16:creationId xmlns:a16="http://schemas.microsoft.com/office/drawing/2014/main" id="{774D4950-2697-428E-9F15-54C90534D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18" name="Line 272">
                <a:extLst>
                  <a:ext uri="{FF2B5EF4-FFF2-40B4-BE49-F238E27FC236}">
                    <a16:creationId xmlns:a16="http://schemas.microsoft.com/office/drawing/2014/main" id="{8768DF59-25E4-4261-8CE5-F3F4AC032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19" name="Line 273">
                <a:extLst>
                  <a:ext uri="{FF2B5EF4-FFF2-40B4-BE49-F238E27FC236}">
                    <a16:creationId xmlns:a16="http://schemas.microsoft.com/office/drawing/2014/main" id="{85803925-AFFF-4338-B2E6-945287629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0" name="Line 274">
                <a:extLst>
                  <a:ext uri="{FF2B5EF4-FFF2-40B4-BE49-F238E27FC236}">
                    <a16:creationId xmlns:a16="http://schemas.microsoft.com/office/drawing/2014/main" id="{BC342A0D-A788-4E17-AB8C-24F74B4B2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1" name="Line 275">
                <a:extLst>
                  <a:ext uri="{FF2B5EF4-FFF2-40B4-BE49-F238E27FC236}">
                    <a16:creationId xmlns:a16="http://schemas.microsoft.com/office/drawing/2014/main" id="{978BA1FB-238D-4541-BC51-8CE8DFCC4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2" name="Line 276">
                <a:extLst>
                  <a:ext uri="{FF2B5EF4-FFF2-40B4-BE49-F238E27FC236}">
                    <a16:creationId xmlns:a16="http://schemas.microsoft.com/office/drawing/2014/main" id="{160ADA12-5B72-41EA-88C0-644AFC65F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3" name="Line 277">
                <a:extLst>
                  <a:ext uri="{FF2B5EF4-FFF2-40B4-BE49-F238E27FC236}">
                    <a16:creationId xmlns:a16="http://schemas.microsoft.com/office/drawing/2014/main" id="{67DD7C2B-78A5-49D4-9755-AE3D496D2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4" name="Line 278">
                <a:extLst>
                  <a:ext uri="{FF2B5EF4-FFF2-40B4-BE49-F238E27FC236}">
                    <a16:creationId xmlns:a16="http://schemas.microsoft.com/office/drawing/2014/main" id="{64F37D7A-E661-461D-9FD9-FAFB340C5D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5" name="Line 279">
                <a:extLst>
                  <a:ext uri="{FF2B5EF4-FFF2-40B4-BE49-F238E27FC236}">
                    <a16:creationId xmlns:a16="http://schemas.microsoft.com/office/drawing/2014/main" id="{E151E658-6D64-4ABB-936A-E7E4BE696F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6" name="Line 280">
                <a:extLst>
                  <a:ext uri="{FF2B5EF4-FFF2-40B4-BE49-F238E27FC236}">
                    <a16:creationId xmlns:a16="http://schemas.microsoft.com/office/drawing/2014/main" id="{81064241-45AE-4DCF-9EC9-ADF2C9653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7" name="Line 281">
                <a:extLst>
                  <a:ext uri="{FF2B5EF4-FFF2-40B4-BE49-F238E27FC236}">
                    <a16:creationId xmlns:a16="http://schemas.microsoft.com/office/drawing/2014/main" id="{19AD8775-4362-49D1-A028-314FAC664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8" name="Line 282">
                <a:extLst>
                  <a:ext uri="{FF2B5EF4-FFF2-40B4-BE49-F238E27FC236}">
                    <a16:creationId xmlns:a16="http://schemas.microsoft.com/office/drawing/2014/main" id="{6F4A402A-020C-4BC6-BE88-D0DA6E0BF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29" name="Line 283">
                <a:extLst>
                  <a:ext uri="{FF2B5EF4-FFF2-40B4-BE49-F238E27FC236}">
                    <a16:creationId xmlns:a16="http://schemas.microsoft.com/office/drawing/2014/main" id="{959B570E-8A99-404E-A30C-C2CFEACC6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30" name="Line 284">
                <a:extLst>
                  <a:ext uri="{FF2B5EF4-FFF2-40B4-BE49-F238E27FC236}">
                    <a16:creationId xmlns:a16="http://schemas.microsoft.com/office/drawing/2014/main" id="{54346170-8403-4FEE-98FF-739C529A0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104831" name="Oval 624">
                <a:extLst>
                  <a:ext uri="{FF2B5EF4-FFF2-40B4-BE49-F238E27FC236}">
                    <a16:creationId xmlns:a16="http://schemas.microsoft.com/office/drawing/2014/main" id="{C67BEB2E-95EB-40A7-ACE9-5A3477DCC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pic>
            <p:nvPicPr>
              <p:cNvPr id="104832" name="Picture 625" descr="cell_tower_radiation_gray">
                <a:extLst>
                  <a:ext uri="{FF2B5EF4-FFF2-40B4-BE49-F238E27FC236}">
                    <a16:creationId xmlns:a16="http://schemas.microsoft.com/office/drawing/2014/main" id="{421F14B6-FE22-4961-B695-C8E92EE149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4494" name="Group 626">
              <a:extLst>
                <a:ext uri="{FF2B5EF4-FFF2-40B4-BE49-F238E27FC236}">
                  <a16:creationId xmlns:a16="http://schemas.microsoft.com/office/drawing/2014/main" id="{F7E606D8-31C2-419C-99E2-5D18B8610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104807" name="Line 627">
                <a:extLst>
                  <a:ext uri="{FF2B5EF4-FFF2-40B4-BE49-F238E27FC236}">
                    <a16:creationId xmlns:a16="http://schemas.microsoft.com/office/drawing/2014/main" id="{F21CB2A2-EFB9-44FC-BED8-05C164F9C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808" name="Oval 407">
                <a:extLst>
                  <a:ext uri="{FF2B5EF4-FFF2-40B4-BE49-F238E27FC236}">
                    <a16:creationId xmlns:a16="http://schemas.microsoft.com/office/drawing/2014/main" id="{3B334E37-9FCD-4BB9-80F1-4E6E025D8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809" name="Rectangle 410">
                <a:extLst>
                  <a:ext uri="{FF2B5EF4-FFF2-40B4-BE49-F238E27FC236}">
                    <a16:creationId xmlns:a16="http://schemas.microsoft.com/office/drawing/2014/main" id="{26310950-000D-4B0F-84A7-86D838C8D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810" name="Oval 411">
                <a:extLst>
                  <a:ext uri="{FF2B5EF4-FFF2-40B4-BE49-F238E27FC236}">
                    <a16:creationId xmlns:a16="http://schemas.microsoft.com/office/drawing/2014/main" id="{FF3B01BC-C130-44DB-A002-7817572D8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811" name="Group 631">
                <a:extLst>
                  <a:ext uri="{FF2B5EF4-FFF2-40B4-BE49-F238E27FC236}">
                    <a16:creationId xmlns:a16="http://schemas.microsoft.com/office/drawing/2014/main" id="{A7ADA172-E226-487E-AFDF-12EEC824E6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104814" name="Freeform 632">
                  <a:extLst>
                    <a:ext uri="{FF2B5EF4-FFF2-40B4-BE49-F238E27FC236}">
                      <a16:creationId xmlns:a16="http://schemas.microsoft.com/office/drawing/2014/main" id="{2121DB4B-3274-4350-ABBB-955486D9A8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815" name="Freeform 633">
                  <a:extLst>
                    <a:ext uri="{FF2B5EF4-FFF2-40B4-BE49-F238E27FC236}">
                      <a16:creationId xmlns:a16="http://schemas.microsoft.com/office/drawing/2014/main" id="{DA614364-5928-462F-B720-ACBE404D0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812" name="Line 634">
                <a:extLst>
                  <a:ext uri="{FF2B5EF4-FFF2-40B4-BE49-F238E27FC236}">
                    <a16:creationId xmlns:a16="http://schemas.microsoft.com/office/drawing/2014/main" id="{134B351A-2B4B-4E93-AACB-1BD70A285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813" name="Line 635">
                <a:extLst>
                  <a:ext uri="{FF2B5EF4-FFF2-40B4-BE49-F238E27FC236}">
                    <a16:creationId xmlns:a16="http://schemas.microsoft.com/office/drawing/2014/main" id="{FC32622E-2098-4DC3-B6FC-AD0E6F952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495" name="Group 636">
              <a:extLst>
                <a:ext uri="{FF2B5EF4-FFF2-40B4-BE49-F238E27FC236}">
                  <a16:creationId xmlns:a16="http://schemas.microsoft.com/office/drawing/2014/main" id="{376DFB17-6E45-46F6-BEF3-0EFE8C310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104799" name="Oval 407">
                <a:extLst>
                  <a:ext uri="{FF2B5EF4-FFF2-40B4-BE49-F238E27FC236}">
                    <a16:creationId xmlns:a16="http://schemas.microsoft.com/office/drawing/2014/main" id="{5DEB72EE-EABC-4BA3-B484-251375805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800" name="Rectangle 410">
                <a:extLst>
                  <a:ext uri="{FF2B5EF4-FFF2-40B4-BE49-F238E27FC236}">
                    <a16:creationId xmlns:a16="http://schemas.microsoft.com/office/drawing/2014/main" id="{072F1524-75C5-460A-A156-500F088F36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801" name="Oval 411">
                <a:extLst>
                  <a:ext uri="{FF2B5EF4-FFF2-40B4-BE49-F238E27FC236}">
                    <a16:creationId xmlns:a16="http://schemas.microsoft.com/office/drawing/2014/main" id="{00F57CF2-9486-40B9-9060-90CE12A9F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802" name="Group 640">
                <a:extLst>
                  <a:ext uri="{FF2B5EF4-FFF2-40B4-BE49-F238E27FC236}">
                    <a16:creationId xmlns:a16="http://schemas.microsoft.com/office/drawing/2014/main" id="{80731182-F583-494F-A3EA-5B4C9F79B2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805" name="Freeform 641">
                  <a:extLst>
                    <a:ext uri="{FF2B5EF4-FFF2-40B4-BE49-F238E27FC236}">
                      <a16:creationId xmlns:a16="http://schemas.microsoft.com/office/drawing/2014/main" id="{03C11B70-0D5A-4590-9A5D-6900414059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806" name="Freeform 642">
                  <a:extLst>
                    <a:ext uri="{FF2B5EF4-FFF2-40B4-BE49-F238E27FC236}">
                      <a16:creationId xmlns:a16="http://schemas.microsoft.com/office/drawing/2014/main" id="{D5E239AC-79BE-4051-8E81-41694CD9C6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803" name="Line 643">
                <a:extLst>
                  <a:ext uri="{FF2B5EF4-FFF2-40B4-BE49-F238E27FC236}">
                    <a16:creationId xmlns:a16="http://schemas.microsoft.com/office/drawing/2014/main" id="{0F7B354E-FD60-4A66-811B-A723E633C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804" name="Line 644">
                <a:extLst>
                  <a:ext uri="{FF2B5EF4-FFF2-40B4-BE49-F238E27FC236}">
                    <a16:creationId xmlns:a16="http://schemas.microsoft.com/office/drawing/2014/main" id="{4035BAD9-471B-483E-9B48-2A53D7163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496" name="Group 645">
              <a:extLst>
                <a:ext uri="{FF2B5EF4-FFF2-40B4-BE49-F238E27FC236}">
                  <a16:creationId xmlns:a16="http://schemas.microsoft.com/office/drawing/2014/main" id="{E011B697-9A79-4CCD-8CDC-B88D0A10C8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104791" name="Oval 407">
                <a:extLst>
                  <a:ext uri="{FF2B5EF4-FFF2-40B4-BE49-F238E27FC236}">
                    <a16:creationId xmlns:a16="http://schemas.microsoft.com/office/drawing/2014/main" id="{D842649F-6A9E-4A7B-B619-B6BA6E684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92" name="Rectangle 410">
                <a:extLst>
                  <a:ext uri="{FF2B5EF4-FFF2-40B4-BE49-F238E27FC236}">
                    <a16:creationId xmlns:a16="http://schemas.microsoft.com/office/drawing/2014/main" id="{5E915990-621E-4A6F-89F3-0C49F7340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93" name="Oval 411">
                <a:extLst>
                  <a:ext uri="{FF2B5EF4-FFF2-40B4-BE49-F238E27FC236}">
                    <a16:creationId xmlns:a16="http://schemas.microsoft.com/office/drawing/2014/main" id="{8B2E671B-E27D-4380-BDDA-1E1AF4A09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94" name="Group 649">
                <a:extLst>
                  <a:ext uri="{FF2B5EF4-FFF2-40B4-BE49-F238E27FC236}">
                    <a16:creationId xmlns:a16="http://schemas.microsoft.com/office/drawing/2014/main" id="{CAD4CDAA-1B4F-4AC4-9922-2FC8734ADB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97" name="Freeform 650">
                  <a:extLst>
                    <a:ext uri="{FF2B5EF4-FFF2-40B4-BE49-F238E27FC236}">
                      <a16:creationId xmlns:a16="http://schemas.microsoft.com/office/drawing/2014/main" id="{F51E5E44-4584-46CF-B0D4-79C59C9898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98" name="Freeform 651">
                  <a:extLst>
                    <a:ext uri="{FF2B5EF4-FFF2-40B4-BE49-F238E27FC236}">
                      <a16:creationId xmlns:a16="http://schemas.microsoft.com/office/drawing/2014/main" id="{AE872654-8C9E-43C8-88B0-CA820DEFDE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95" name="Line 652">
                <a:extLst>
                  <a:ext uri="{FF2B5EF4-FFF2-40B4-BE49-F238E27FC236}">
                    <a16:creationId xmlns:a16="http://schemas.microsoft.com/office/drawing/2014/main" id="{7355A50F-EB0B-4B2F-AD88-531EA8C3E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96" name="Line 653">
                <a:extLst>
                  <a:ext uri="{FF2B5EF4-FFF2-40B4-BE49-F238E27FC236}">
                    <a16:creationId xmlns:a16="http://schemas.microsoft.com/office/drawing/2014/main" id="{EBD1BA1E-F5DC-4DD5-9A94-BBA23B7BE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497" name="Group 654">
              <a:extLst>
                <a:ext uri="{FF2B5EF4-FFF2-40B4-BE49-F238E27FC236}">
                  <a16:creationId xmlns:a16="http://schemas.microsoft.com/office/drawing/2014/main" id="{862B6C48-E804-47D9-8A30-CA696A38BB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104783" name="Oval 407">
                <a:extLst>
                  <a:ext uri="{FF2B5EF4-FFF2-40B4-BE49-F238E27FC236}">
                    <a16:creationId xmlns:a16="http://schemas.microsoft.com/office/drawing/2014/main" id="{716C5150-BB37-4199-888E-6F25301A2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84" name="Rectangle 410">
                <a:extLst>
                  <a:ext uri="{FF2B5EF4-FFF2-40B4-BE49-F238E27FC236}">
                    <a16:creationId xmlns:a16="http://schemas.microsoft.com/office/drawing/2014/main" id="{524D6A8B-FDB1-4CE7-A98E-A97696927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85" name="Oval 411">
                <a:extLst>
                  <a:ext uri="{FF2B5EF4-FFF2-40B4-BE49-F238E27FC236}">
                    <a16:creationId xmlns:a16="http://schemas.microsoft.com/office/drawing/2014/main" id="{583B9EBE-77C6-4D8C-870C-9CD63BBDA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86" name="Group 658">
                <a:extLst>
                  <a:ext uri="{FF2B5EF4-FFF2-40B4-BE49-F238E27FC236}">
                    <a16:creationId xmlns:a16="http://schemas.microsoft.com/office/drawing/2014/main" id="{B3725D97-4490-4A6E-8D4E-A09843BB5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89" name="Freeform 659">
                  <a:extLst>
                    <a:ext uri="{FF2B5EF4-FFF2-40B4-BE49-F238E27FC236}">
                      <a16:creationId xmlns:a16="http://schemas.microsoft.com/office/drawing/2014/main" id="{5AA7ADB6-387C-473F-94B7-8E5AD5C1FF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90" name="Freeform 660">
                  <a:extLst>
                    <a:ext uri="{FF2B5EF4-FFF2-40B4-BE49-F238E27FC236}">
                      <a16:creationId xmlns:a16="http://schemas.microsoft.com/office/drawing/2014/main" id="{B4D83A83-7110-4357-9AE9-6EBC639F02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87" name="Line 661">
                <a:extLst>
                  <a:ext uri="{FF2B5EF4-FFF2-40B4-BE49-F238E27FC236}">
                    <a16:creationId xmlns:a16="http://schemas.microsoft.com/office/drawing/2014/main" id="{23E94121-1D41-42C7-8AB6-3D58919C7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88" name="Line 662">
                <a:extLst>
                  <a:ext uri="{FF2B5EF4-FFF2-40B4-BE49-F238E27FC236}">
                    <a16:creationId xmlns:a16="http://schemas.microsoft.com/office/drawing/2014/main" id="{5BEB301C-714E-4531-96CF-EC822A960B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498" name="Group 663">
              <a:extLst>
                <a:ext uri="{FF2B5EF4-FFF2-40B4-BE49-F238E27FC236}">
                  <a16:creationId xmlns:a16="http://schemas.microsoft.com/office/drawing/2014/main" id="{001018D6-6AA9-4731-A87A-929E5F9E6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104775" name="Oval 407">
                <a:extLst>
                  <a:ext uri="{FF2B5EF4-FFF2-40B4-BE49-F238E27FC236}">
                    <a16:creationId xmlns:a16="http://schemas.microsoft.com/office/drawing/2014/main" id="{1BED1C5D-6EE9-4712-9EA9-B06877B5C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76" name="Rectangle 410">
                <a:extLst>
                  <a:ext uri="{FF2B5EF4-FFF2-40B4-BE49-F238E27FC236}">
                    <a16:creationId xmlns:a16="http://schemas.microsoft.com/office/drawing/2014/main" id="{DB562517-4546-4759-A945-E0EE63C54B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77" name="Oval 411">
                <a:extLst>
                  <a:ext uri="{FF2B5EF4-FFF2-40B4-BE49-F238E27FC236}">
                    <a16:creationId xmlns:a16="http://schemas.microsoft.com/office/drawing/2014/main" id="{832F5AA0-0753-4AD0-A007-FE3607A0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78" name="Group 667">
                <a:extLst>
                  <a:ext uri="{FF2B5EF4-FFF2-40B4-BE49-F238E27FC236}">
                    <a16:creationId xmlns:a16="http://schemas.microsoft.com/office/drawing/2014/main" id="{4019A5CC-B5BC-4E17-B524-203F1912A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81" name="Freeform 668">
                  <a:extLst>
                    <a:ext uri="{FF2B5EF4-FFF2-40B4-BE49-F238E27FC236}">
                      <a16:creationId xmlns:a16="http://schemas.microsoft.com/office/drawing/2014/main" id="{0F535FC4-7F90-40AD-8C9B-71DDB1273B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82" name="Freeform 669">
                  <a:extLst>
                    <a:ext uri="{FF2B5EF4-FFF2-40B4-BE49-F238E27FC236}">
                      <a16:creationId xmlns:a16="http://schemas.microsoft.com/office/drawing/2014/main" id="{7F30C1D7-AF51-4C84-BF18-E12D839C1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79" name="Line 670">
                <a:extLst>
                  <a:ext uri="{FF2B5EF4-FFF2-40B4-BE49-F238E27FC236}">
                    <a16:creationId xmlns:a16="http://schemas.microsoft.com/office/drawing/2014/main" id="{4A171B72-7DF0-410C-8C71-E6B2D4FBA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80" name="Line 671">
                <a:extLst>
                  <a:ext uri="{FF2B5EF4-FFF2-40B4-BE49-F238E27FC236}">
                    <a16:creationId xmlns:a16="http://schemas.microsoft.com/office/drawing/2014/main" id="{D98C40DF-1ACB-40E8-BB28-28FC25E14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499" name="Group 672">
              <a:extLst>
                <a:ext uri="{FF2B5EF4-FFF2-40B4-BE49-F238E27FC236}">
                  <a16:creationId xmlns:a16="http://schemas.microsoft.com/office/drawing/2014/main" id="{D9F433B3-F537-4202-8DEA-E342456939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104767" name="Oval 407">
                <a:extLst>
                  <a:ext uri="{FF2B5EF4-FFF2-40B4-BE49-F238E27FC236}">
                    <a16:creationId xmlns:a16="http://schemas.microsoft.com/office/drawing/2014/main" id="{5AC79A0B-6651-4A8E-954E-A9801C122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68" name="Rectangle 410">
                <a:extLst>
                  <a:ext uri="{FF2B5EF4-FFF2-40B4-BE49-F238E27FC236}">
                    <a16:creationId xmlns:a16="http://schemas.microsoft.com/office/drawing/2014/main" id="{5CBF2C20-5ACF-43E1-8E40-6246E04E3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69" name="Oval 411">
                <a:extLst>
                  <a:ext uri="{FF2B5EF4-FFF2-40B4-BE49-F238E27FC236}">
                    <a16:creationId xmlns:a16="http://schemas.microsoft.com/office/drawing/2014/main" id="{4E5AE47A-C70A-45E6-836B-440AAF2E8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70" name="Group 676">
                <a:extLst>
                  <a:ext uri="{FF2B5EF4-FFF2-40B4-BE49-F238E27FC236}">
                    <a16:creationId xmlns:a16="http://schemas.microsoft.com/office/drawing/2014/main" id="{EC80F520-90AC-458F-8105-E588292720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73" name="Freeform 677">
                  <a:extLst>
                    <a:ext uri="{FF2B5EF4-FFF2-40B4-BE49-F238E27FC236}">
                      <a16:creationId xmlns:a16="http://schemas.microsoft.com/office/drawing/2014/main" id="{BBA5F24D-ECB1-4831-8241-F0E03D2713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74" name="Freeform 678">
                  <a:extLst>
                    <a:ext uri="{FF2B5EF4-FFF2-40B4-BE49-F238E27FC236}">
                      <a16:creationId xmlns:a16="http://schemas.microsoft.com/office/drawing/2014/main" id="{1C9D47E5-33E7-45D1-BF56-191DC1D3F6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71" name="Line 679">
                <a:extLst>
                  <a:ext uri="{FF2B5EF4-FFF2-40B4-BE49-F238E27FC236}">
                    <a16:creationId xmlns:a16="http://schemas.microsoft.com/office/drawing/2014/main" id="{203AA6FB-CF69-4135-B975-CE83BD582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72" name="Line 680">
                <a:extLst>
                  <a:ext uri="{FF2B5EF4-FFF2-40B4-BE49-F238E27FC236}">
                    <a16:creationId xmlns:a16="http://schemas.microsoft.com/office/drawing/2014/main" id="{6130938A-8CF8-44F5-9281-D554088901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104500" name="Line 681">
              <a:extLst>
                <a:ext uri="{FF2B5EF4-FFF2-40B4-BE49-F238E27FC236}">
                  <a16:creationId xmlns:a16="http://schemas.microsoft.com/office/drawing/2014/main" id="{182C135A-E9FB-4314-B0E9-4DEF5D830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04501" name="Group 682">
              <a:extLst>
                <a:ext uri="{FF2B5EF4-FFF2-40B4-BE49-F238E27FC236}">
                  <a16:creationId xmlns:a16="http://schemas.microsoft.com/office/drawing/2014/main" id="{CDE2FEA6-21E3-47AD-80C7-23CC7D23BE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104759" name="Oval 407">
                <a:extLst>
                  <a:ext uri="{FF2B5EF4-FFF2-40B4-BE49-F238E27FC236}">
                    <a16:creationId xmlns:a16="http://schemas.microsoft.com/office/drawing/2014/main" id="{7ADF8EF3-D9F8-4509-9662-BE9BB49DD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60" name="Rectangle 410">
                <a:extLst>
                  <a:ext uri="{FF2B5EF4-FFF2-40B4-BE49-F238E27FC236}">
                    <a16:creationId xmlns:a16="http://schemas.microsoft.com/office/drawing/2014/main" id="{7DBF1F7D-06E9-496F-8C96-BC980F828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61" name="Oval 411">
                <a:extLst>
                  <a:ext uri="{FF2B5EF4-FFF2-40B4-BE49-F238E27FC236}">
                    <a16:creationId xmlns:a16="http://schemas.microsoft.com/office/drawing/2014/main" id="{FACEF1EA-1BB0-45B8-8B7F-447F1B004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62" name="Group 686">
                <a:extLst>
                  <a:ext uri="{FF2B5EF4-FFF2-40B4-BE49-F238E27FC236}">
                    <a16:creationId xmlns:a16="http://schemas.microsoft.com/office/drawing/2014/main" id="{CB588ECD-37A8-4CC9-97D8-2A65581AAF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65" name="Freeform 687">
                  <a:extLst>
                    <a:ext uri="{FF2B5EF4-FFF2-40B4-BE49-F238E27FC236}">
                      <a16:creationId xmlns:a16="http://schemas.microsoft.com/office/drawing/2014/main" id="{B86FB09B-BD5B-40F7-BE4F-3B012DC3E5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66" name="Freeform 688">
                  <a:extLst>
                    <a:ext uri="{FF2B5EF4-FFF2-40B4-BE49-F238E27FC236}">
                      <a16:creationId xmlns:a16="http://schemas.microsoft.com/office/drawing/2014/main" id="{6FFC2436-513B-46AA-A7B9-E8B1D26D99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63" name="Line 689">
                <a:extLst>
                  <a:ext uri="{FF2B5EF4-FFF2-40B4-BE49-F238E27FC236}">
                    <a16:creationId xmlns:a16="http://schemas.microsoft.com/office/drawing/2014/main" id="{6D0654C1-1388-4D1F-8EBA-EC2F7520C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64" name="Line 690">
                <a:extLst>
                  <a:ext uri="{FF2B5EF4-FFF2-40B4-BE49-F238E27FC236}">
                    <a16:creationId xmlns:a16="http://schemas.microsoft.com/office/drawing/2014/main" id="{F4CCA14C-327C-4DE0-90EF-7EFBB9CBB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02" name="Group 691">
              <a:extLst>
                <a:ext uri="{FF2B5EF4-FFF2-40B4-BE49-F238E27FC236}">
                  <a16:creationId xmlns:a16="http://schemas.microsoft.com/office/drawing/2014/main" id="{FE236575-C686-4961-9CC7-2B3A527A13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104751" name="Oval 407">
                <a:extLst>
                  <a:ext uri="{FF2B5EF4-FFF2-40B4-BE49-F238E27FC236}">
                    <a16:creationId xmlns:a16="http://schemas.microsoft.com/office/drawing/2014/main" id="{91711012-F733-4CC9-B4AF-8914B886B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52" name="Rectangle 410">
                <a:extLst>
                  <a:ext uri="{FF2B5EF4-FFF2-40B4-BE49-F238E27FC236}">
                    <a16:creationId xmlns:a16="http://schemas.microsoft.com/office/drawing/2014/main" id="{52350282-71C4-40DA-B27A-280399CE7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53" name="Oval 411">
                <a:extLst>
                  <a:ext uri="{FF2B5EF4-FFF2-40B4-BE49-F238E27FC236}">
                    <a16:creationId xmlns:a16="http://schemas.microsoft.com/office/drawing/2014/main" id="{0399285F-8C14-4AA0-89BC-7ACFA28AF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54" name="Group 695">
                <a:extLst>
                  <a:ext uri="{FF2B5EF4-FFF2-40B4-BE49-F238E27FC236}">
                    <a16:creationId xmlns:a16="http://schemas.microsoft.com/office/drawing/2014/main" id="{93D94360-FD89-4B43-BB41-406DAC67E7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57" name="Freeform 696">
                  <a:extLst>
                    <a:ext uri="{FF2B5EF4-FFF2-40B4-BE49-F238E27FC236}">
                      <a16:creationId xmlns:a16="http://schemas.microsoft.com/office/drawing/2014/main" id="{E4D33303-83D6-4856-93E8-76C939CD28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58" name="Freeform 697">
                  <a:extLst>
                    <a:ext uri="{FF2B5EF4-FFF2-40B4-BE49-F238E27FC236}">
                      <a16:creationId xmlns:a16="http://schemas.microsoft.com/office/drawing/2014/main" id="{2605ABA2-0204-4E30-AA9E-4B593EEC44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55" name="Line 698">
                <a:extLst>
                  <a:ext uri="{FF2B5EF4-FFF2-40B4-BE49-F238E27FC236}">
                    <a16:creationId xmlns:a16="http://schemas.microsoft.com/office/drawing/2014/main" id="{CA39D2A4-ACE3-4DA4-950E-783704ABF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56" name="Line 699">
                <a:extLst>
                  <a:ext uri="{FF2B5EF4-FFF2-40B4-BE49-F238E27FC236}">
                    <a16:creationId xmlns:a16="http://schemas.microsoft.com/office/drawing/2014/main" id="{A9068F2C-1917-45B3-BF4C-139F87B18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03" name="Group 700">
              <a:extLst>
                <a:ext uri="{FF2B5EF4-FFF2-40B4-BE49-F238E27FC236}">
                  <a16:creationId xmlns:a16="http://schemas.microsoft.com/office/drawing/2014/main" id="{0E97FBF7-8240-4229-8377-1B5EE66F0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104743" name="Oval 407">
                <a:extLst>
                  <a:ext uri="{FF2B5EF4-FFF2-40B4-BE49-F238E27FC236}">
                    <a16:creationId xmlns:a16="http://schemas.microsoft.com/office/drawing/2014/main" id="{160D4155-B9E9-429C-89E4-C27E648EC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44" name="Rectangle 410">
                <a:extLst>
                  <a:ext uri="{FF2B5EF4-FFF2-40B4-BE49-F238E27FC236}">
                    <a16:creationId xmlns:a16="http://schemas.microsoft.com/office/drawing/2014/main" id="{1ED7174A-82A1-4650-996E-995C21A0A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45" name="Oval 411">
                <a:extLst>
                  <a:ext uri="{FF2B5EF4-FFF2-40B4-BE49-F238E27FC236}">
                    <a16:creationId xmlns:a16="http://schemas.microsoft.com/office/drawing/2014/main" id="{D161AFFA-B3D3-42B5-9193-AD62B238D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46" name="Group 704">
                <a:extLst>
                  <a:ext uri="{FF2B5EF4-FFF2-40B4-BE49-F238E27FC236}">
                    <a16:creationId xmlns:a16="http://schemas.microsoft.com/office/drawing/2014/main" id="{FB453D57-3325-4416-B73B-529DDB0509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49" name="Freeform 705">
                  <a:extLst>
                    <a:ext uri="{FF2B5EF4-FFF2-40B4-BE49-F238E27FC236}">
                      <a16:creationId xmlns:a16="http://schemas.microsoft.com/office/drawing/2014/main" id="{D99E3828-E1C3-4960-A762-DE0D8FBCFC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50" name="Freeform 706">
                  <a:extLst>
                    <a:ext uri="{FF2B5EF4-FFF2-40B4-BE49-F238E27FC236}">
                      <a16:creationId xmlns:a16="http://schemas.microsoft.com/office/drawing/2014/main" id="{32ADC25D-07E4-4616-B147-E499C5190F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47" name="Line 707">
                <a:extLst>
                  <a:ext uri="{FF2B5EF4-FFF2-40B4-BE49-F238E27FC236}">
                    <a16:creationId xmlns:a16="http://schemas.microsoft.com/office/drawing/2014/main" id="{50E547F2-C729-4FB0-9A76-9930D04484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48" name="Line 708">
                <a:extLst>
                  <a:ext uri="{FF2B5EF4-FFF2-40B4-BE49-F238E27FC236}">
                    <a16:creationId xmlns:a16="http://schemas.microsoft.com/office/drawing/2014/main" id="{2A2228B8-8DB0-40F4-8E00-49E65F53C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04" name="Group 709">
              <a:extLst>
                <a:ext uri="{FF2B5EF4-FFF2-40B4-BE49-F238E27FC236}">
                  <a16:creationId xmlns:a16="http://schemas.microsoft.com/office/drawing/2014/main" id="{3CFB55BE-9CE3-43C4-85A9-3F9409BA60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104735" name="Oval 407">
                <a:extLst>
                  <a:ext uri="{FF2B5EF4-FFF2-40B4-BE49-F238E27FC236}">
                    <a16:creationId xmlns:a16="http://schemas.microsoft.com/office/drawing/2014/main" id="{3C4A1E65-412B-44EE-ACB7-578CC668C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36" name="Rectangle 410">
                <a:extLst>
                  <a:ext uri="{FF2B5EF4-FFF2-40B4-BE49-F238E27FC236}">
                    <a16:creationId xmlns:a16="http://schemas.microsoft.com/office/drawing/2014/main" id="{7844BCE0-4E91-46F8-B527-2D9C687D1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37" name="Oval 411">
                <a:extLst>
                  <a:ext uri="{FF2B5EF4-FFF2-40B4-BE49-F238E27FC236}">
                    <a16:creationId xmlns:a16="http://schemas.microsoft.com/office/drawing/2014/main" id="{255FEF0B-0E47-452A-A692-DAA71EFFF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38" name="Group 713">
                <a:extLst>
                  <a:ext uri="{FF2B5EF4-FFF2-40B4-BE49-F238E27FC236}">
                    <a16:creationId xmlns:a16="http://schemas.microsoft.com/office/drawing/2014/main" id="{DCC8FDCE-5A41-46DD-AB6A-55D60E64C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41" name="Freeform 714">
                  <a:extLst>
                    <a:ext uri="{FF2B5EF4-FFF2-40B4-BE49-F238E27FC236}">
                      <a16:creationId xmlns:a16="http://schemas.microsoft.com/office/drawing/2014/main" id="{F1B44D6A-7159-4DBC-9D6C-A0B3785450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42" name="Freeform 715">
                  <a:extLst>
                    <a:ext uri="{FF2B5EF4-FFF2-40B4-BE49-F238E27FC236}">
                      <a16:creationId xmlns:a16="http://schemas.microsoft.com/office/drawing/2014/main" id="{B8F29236-9090-4C86-B1CD-25C96FEA61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39" name="Line 716">
                <a:extLst>
                  <a:ext uri="{FF2B5EF4-FFF2-40B4-BE49-F238E27FC236}">
                    <a16:creationId xmlns:a16="http://schemas.microsoft.com/office/drawing/2014/main" id="{D8F52188-783F-4AFB-B0FA-9C87F7ADE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40" name="Line 717">
                <a:extLst>
                  <a:ext uri="{FF2B5EF4-FFF2-40B4-BE49-F238E27FC236}">
                    <a16:creationId xmlns:a16="http://schemas.microsoft.com/office/drawing/2014/main" id="{AEB5B9B4-A028-474A-ADAD-87D9E70A6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05" name="Group 718">
              <a:extLst>
                <a:ext uri="{FF2B5EF4-FFF2-40B4-BE49-F238E27FC236}">
                  <a16:creationId xmlns:a16="http://schemas.microsoft.com/office/drawing/2014/main" id="{895F3837-8902-4EE2-9200-B68CDF30F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104727" name="Oval 407">
                <a:extLst>
                  <a:ext uri="{FF2B5EF4-FFF2-40B4-BE49-F238E27FC236}">
                    <a16:creationId xmlns:a16="http://schemas.microsoft.com/office/drawing/2014/main" id="{C35F4AF3-5C8B-49D3-86D5-D27239333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28" name="Rectangle 410">
                <a:extLst>
                  <a:ext uri="{FF2B5EF4-FFF2-40B4-BE49-F238E27FC236}">
                    <a16:creationId xmlns:a16="http://schemas.microsoft.com/office/drawing/2014/main" id="{A98358FE-EAF6-41C9-B2E6-88D994BB0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29" name="Oval 411">
                <a:extLst>
                  <a:ext uri="{FF2B5EF4-FFF2-40B4-BE49-F238E27FC236}">
                    <a16:creationId xmlns:a16="http://schemas.microsoft.com/office/drawing/2014/main" id="{CEA4CB6F-BDBB-4534-8A4D-D3EFFDC7D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30" name="Group 722">
                <a:extLst>
                  <a:ext uri="{FF2B5EF4-FFF2-40B4-BE49-F238E27FC236}">
                    <a16:creationId xmlns:a16="http://schemas.microsoft.com/office/drawing/2014/main" id="{81C83E6E-130A-440D-9370-64B7C2FBFC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33" name="Freeform 723">
                  <a:extLst>
                    <a:ext uri="{FF2B5EF4-FFF2-40B4-BE49-F238E27FC236}">
                      <a16:creationId xmlns:a16="http://schemas.microsoft.com/office/drawing/2014/main" id="{C2D0AE33-9E4E-4763-8055-60A3E2DA3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34" name="Freeform 724">
                  <a:extLst>
                    <a:ext uri="{FF2B5EF4-FFF2-40B4-BE49-F238E27FC236}">
                      <a16:creationId xmlns:a16="http://schemas.microsoft.com/office/drawing/2014/main" id="{50691540-D3D9-49B5-AF9D-7A3CA236C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31" name="Line 725">
                <a:extLst>
                  <a:ext uri="{FF2B5EF4-FFF2-40B4-BE49-F238E27FC236}">
                    <a16:creationId xmlns:a16="http://schemas.microsoft.com/office/drawing/2014/main" id="{EBAF9B78-0DAA-4180-8293-C12B24EC8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32" name="Line 726">
                <a:extLst>
                  <a:ext uri="{FF2B5EF4-FFF2-40B4-BE49-F238E27FC236}">
                    <a16:creationId xmlns:a16="http://schemas.microsoft.com/office/drawing/2014/main" id="{2DD4C205-3202-4EC1-B045-B6367A0515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06" name="Group 727">
              <a:extLst>
                <a:ext uri="{FF2B5EF4-FFF2-40B4-BE49-F238E27FC236}">
                  <a16:creationId xmlns:a16="http://schemas.microsoft.com/office/drawing/2014/main" id="{6D26C539-6C65-41EE-9794-68B9EE0B3C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104719" name="Oval 407">
                <a:extLst>
                  <a:ext uri="{FF2B5EF4-FFF2-40B4-BE49-F238E27FC236}">
                    <a16:creationId xmlns:a16="http://schemas.microsoft.com/office/drawing/2014/main" id="{8C73A078-7050-433D-9F4E-AF9B2E39E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20" name="Rectangle 410">
                <a:extLst>
                  <a:ext uri="{FF2B5EF4-FFF2-40B4-BE49-F238E27FC236}">
                    <a16:creationId xmlns:a16="http://schemas.microsoft.com/office/drawing/2014/main" id="{FCE85452-E437-497E-AF3D-AC297F57F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21" name="Oval 411">
                <a:extLst>
                  <a:ext uri="{FF2B5EF4-FFF2-40B4-BE49-F238E27FC236}">
                    <a16:creationId xmlns:a16="http://schemas.microsoft.com/office/drawing/2014/main" id="{D6E1E60B-24A5-42B5-967A-FC96AA2C2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722" name="Group 731">
                <a:extLst>
                  <a:ext uri="{FF2B5EF4-FFF2-40B4-BE49-F238E27FC236}">
                    <a16:creationId xmlns:a16="http://schemas.microsoft.com/office/drawing/2014/main" id="{F6F883A9-9A78-40B3-B328-D47433A3B9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04725" name="Freeform 732">
                  <a:extLst>
                    <a:ext uri="{FF2B5EF4-FFF2-40B4-BE49-F238E27FC236}">
                      <a16:creationId xmlns:a16="http://schemas.microsoft.com/office/drawing/2014/main" id="{4AACBBC2-B87B-4E26-A33F-36C0DF7132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26" name="Freeform 733">
                  <a:extLst>
                    <a:ext uri="{FF2B5EF4-FFF2-40B4-BE49-F238E27FC236}">
                      <a16:creationId xmlns:a16="http://schemas.microsoft.com/office/drawing/2014/main" id="{3DDC988A-427C-492F-81AF-281712DB6A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723" name="Line 734">
                <a:extLst>
                  <a:ext uri="{FF2B5EF4-FFF2-40B4-BE49-F238E27FC236}">
                    <a16:creationId xmlns:a16="http://schemas.microsoft.com/office/drawing/2014/main" id="{F954D1EE-A2AB-4823-B0E1-63886C7002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724" name="Line 735">
                <a:extLst>
                  <a:ext uri="{FF2B5EF4-FFF2-40B4-BE49-F238E27FC236}">
                    <a16:creationId xmlns:a16="http://schemas.microsoft.com/office/drawing/2014/main" id="{9BA39421-AD04-4743-9A30-10CBB668A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07" name="Group 736">
              <a:extLst>
                <a:ext uri="{FF2B5EF4-FFF2-40B4-BE49-F238E27FC236}">
                  <a16:creationId xmlns:a16="http://schemas.microsoft.com/office/drawing/2014/main" id="{64AB3318-05A1-4B83-9F92-0E8382AFB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104705" name="Group 737">
                <a:extLst>
                  <a:ext uri="{FF2B5EF4-FFF2-40B4-BE49-F238E27FC236}">
                    <a16:creationId xmlns:a16="http://schemas.microsoft.com/office/drawing/2014/main" id="{DC4AA93E-AE75-40AA-9BB7-6EC31B1E4D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04707" name="Freeform 738">
                  <a:extLst>
                    <a:ext uri="{FF2B5EF4-FFF2-40B4-BE49-F238E27FC236}">
                      <a16:creationId xmlns:a16="http://schemas.microsoft.com/office/drawing/2014/main" id="{152519C7-D45D-4F58-8393-373EF8E0FA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08" name="Freeform 739">
                  <a:extLst>
                    <a:ext uri="{FF2B5EF4-FFF2-40B4-BE49-F238E27FC236}">
                      <a16:creationId xmlns:a16="http://schemas.microsoft.com/office/drawing/2014/main" id="{47FF088F-CAA5-4F13-8C7D-EDF145885B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09" name="Freeform 740">
                  <a:extLst>
                    <a:ext uri="{FF2B5EF4-FFF2-40B4-BE49-F238E27FC236}">
                      <a16:creationId xmlns:a16="http://schemas.microsoft.com/office/drawing/2014/main" id="{352C876E-5208-497C-B2F7-B50E8A30F6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0" name="Freeform 741">
                  <a:extLst>
                    <a:ext uri="{FF2B5EF4-FFF2-40B4-BE49-F238E27FC236}">
                      <a16:creationId xmlns:a16="http://schemas.microsoft.com/office/drawing/2014/main" id="{5743E85E-D551-4120-8643-52C942DA1A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1" name="Freeform 742">
                  <a:extLst>
                    <a:ext uri="{FF2B5EF4-FFF2-40B4-BE49-F238E27FC236}">
                      <a16:creationId xmlns:a16="http://schemas.microsoft.com/office/drawing/2014/main" id="{A6B13D02-A978-49BB-98CA-D5D7630BDF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2" name="Freeform 743">
                  <a:extLst>
                    <a:ext uri="{FF2B5EF4-FFF2-40B4-BE49-F238E27FC236}">
                      <a16:creationId xmlns:a16="http://schemas.microsoft.com/office/drawing/2014/main" id="{BE5F5276-52E7-464B-BD8B-5665CE81F4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3" name="Freeform 744">
                  <a:extLst>
                    <a:ext uri="{FF2B5EF4-FFF2-40B4-BE49-F238E27FC236}">
                      <a16:creationId xmlns:a16="http://schemas.microsoft.com/office/drawing/2014/main" id="{21BAB276-7A52-4A22-B67E-D692F8075E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4" name="Freeform 745">
                  <a:extLst>
                    <a:ext uri="{FF2B5EF4-FFF2-40B4-BE49-F238E27FC236}">
                      <a16:creationId xmlns:a16="http://schemas.microsoft.com/office/drawing/2014/main" id="{8AEC2513-07F5-4BC6-990F-452A5D946E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5" name="Freeform 746">
                  <a:extLst>
                    <a:ext uri="{FF2B5EF4-FFF2-40B4-BE49-F238E27FC236}">
                      <a16:creationId xmlns:a16="http://schemas.microsoft.com/office/drawing/2014/main" id="{177B2DDB-20DC-41C4-AB26-B56726B78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6" name="Freeform 747">
                  <a:extLst>
                    <a:ext uri="{FF2B5EF4-FFF2-40B4-BE49-F238E27FC236}">
                      <a16:creationId xmlns:a16="http://schemas.microsoft.com/office/drawing/2014/main" id="{F2099A0F-6689-4361-968A-EB20A72F9E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7" name="Freeform 748">
                  <a:extLst>
                    <a:ext uri="{FF2B5EF4-FFF2-40B4-BE49-F238E27FC236}">
                      <a16:creationId xmlns:a16="http://schemas.microsoft.com/office/drawing/2014/main" id="{B4A01D4A-D575-403F-ACA6-FA6C004333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18" name="Freeform 749">
                  <a:extLst>
                    <a:ext uri="{FF2B5EF4-FFF2-40B4-BE49-F238E27FC236}">
                      <a16:creationId xmlns:a16="http://schemas.microsoft.com/office/drawing/2014/main" id="{193CF627-A766-41C3-9CDC-7CE35E7886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104706" name="Picture 750" descr="access_point_stylized_gray_small">
                <a:extLst>
                  <a:ext uri="{FF2B5EF4-FFF2-40B4-BE49-F238E27FC236}">
                    <a16:creationId xmlns:a16="http://schemas.microsoft.com/office/drawing/2014/main" id="{2FE205D3-3842-4171-BFA9-77C5B7582F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4508" name="Group 751">
              <a:extLst>
                <a:ext uri="{FF2B5EF4-FFF2-40B4-BE49-F238E27FC236}">
                  <a16:creationId xmlns:a16="http://schemas.microsoft.com/office/drawing/2014/main" id="{EC61811A-C476-48AC-A1BB-C6BBF34EB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104691" name="Group 752">
                <a:extLst>
                  <a:ext uri="{FF2B5EF4-FFF2-40B4-BE49-F238E27FC236}">
                    <a16:creationId xmlns:a16="http://schemas.microsoft.com/office/drawing/2014/main" id="{49ADF34A-9812-4F4A-9BA3-2F21A3ECCE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04693" name="Freeform 753">
                  <a:extLst>
                    <a:ext uri="{FF2B5EF4-FFF2-40B4-BE49-F238E27FC236}">
                      <a16:creationId xmlns:a16="http://schemas.microsoft.com/office/drawing/2014/main" id="{14932219-97C3-4E82-B89F-F35C8681E9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94" name="Freeform 754">
                  <a:extLst>
                    <a:ext uri="{FF2B5EF4-FFF2-40B4-BE49-F238E27FC236}">
                      <a16:creationId xmlns:a16="http://schemas.microsoft.com/office/drawing/2014/main" id="{23D0062A-DA8B-4D17-9988-0CF576CE6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95" name="Freeform 755">
                  <a:extLst>
                    <a:ext uri="{FF2B5EF4-FFF2-40B4-BE49-F238E27FC236}">
                      <a16:creationId xmlns:a16="http://schemas.microsoft.com/office/drawing/2014/main" id="{40DE55A9-7B3F-4575-9C80-551FCD950D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96" name="Freeform 756">
                  <a:extLst>
                    <a:ext uri="{FF2B5EF4-FFF2-40B4-BE49-F238E27FC236}">
                      <a16:creationId xmlns:a16="http://schemas.microsoft.com/office/drawing/2014/main" id="{5B036694-2756-47A0-A4CA-763407847C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97" name="Freeform 757">
                  <a:extLst>
                    <a:ext uri="{FF2B5EF4-FFF2-40B4-BE49-F238E27FC236}">
                      <a16:creationId xmlns:a16="http://schemas.microsoft.com/office/drawing/2014/main" id="{FB412C09-891D-444E-BFEF-D908C4FD83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98" name="Freeform 758">
                  <a:extLst>
                    <a:ext uri="{FF2B5EF4-FFF2-40B4-BE49-F238E27FC236}">
                      <a16:creationId xmlns:a16="http://schemas.microsoft.com/office/drawing/2014/main" id="{59C408E5-B006-48A1-AF6F-B19EABA4B5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99" name="Freeform 759">
                  <a:extLst>
                    <a:ext uri="{FF2B5EF4-FFF2-40B4-BE49-F238E27FC236}">
                      <a16:creationId xmlns:a16="http://schemas.microsoft.com/office/drawing/2014/main" id="{47D7C41C-34B5-481F-9194-383BA8DC38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00" name="Freeform 760">
                  <a:extLst>
                    <a:ext uri="{FF2B5EF4-FFF2-40B4-BE49-F238E27FC236}">
                      <a16:creationId xmlns:a16="http://schemas.microsoft.com/office/drawing/2014/main" id="{E66D24A2-9345-45C7-9C06-9B7F0DF91A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01" name="Freeform 761">
                  <a:extLst>
                    <a:ext uri="{FF2B5EF4-FFF2-40B4-BE49-F238E27FC236}">
                      <a16:creationId xmlns:a16="http://schemas.microsoft.com/office/drawing/2014/main" id="{58C3592E-1F0B-4B7D-86C3-7906AB9F2D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02" name="Freeform 762">
                  <a:extLst>
                    <a:ext uri="{FF2B5EF4-FFF2-40B4-BE49-F238E27FC236}">
                      <a16:creationId xmlns:a16="http://schemas.microsoft.com/office/drawing/2014/main" id="{3F39E845-F687-4C78-BF73-65EA7C154E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03" name="Freeform 763">
                  <a:extLst>
                    <a:ext uri="{FF2B5EF4-FFF2-40B4-BE49-F238E27FC236}">
                      <a16:creationId xmlns:a16="http://schemas.microsoft.com/office/drawing/2014/main" id="{64C37ECD-4F11-4A65-AA4C-0136827A34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704" name="Freeform 764">
                  <a:extLst>
                    <a:ext uri="{FF2B5EF4-FFF2-40B4-BE49-F238E27FC236}">
                      <a16:creationId xmlns:a16="http://schemas.microsoft.com/office/drawing/2014/main" id="{01D508A3-9CC8-497E-8986-24D8E06105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104692" name="Picture 765" descr="access_point_stylized_gray_small">
                <a:extLst>
                  <a:ext uri="{FF2B5EF4-FFF2-40B4-BE49-F238E27FC236}">
                    <a16:creationId xmlns:a16="http://schemas.microsoft.com/office/drawing/2014/main" id="{4EE78A23-D053-46CD-895B-84CACE4635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4509" name="Line 766">
              <a:extLst>
                <a:ext uri="{FF2B5EF4-FFF2-40B4-BE49-F238E27FC236}">
                  <a16:creationId xmlns:a16="http://schemas.microsoft.com/office/drawing/2014/main" id="{1A9B38D6-B623-4038-ACB4-515C46B8B7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104510" name="Group 767">
              <a:extLst>
                <a:ext uri="{FF2B5EF4-FFF2-40B4-BE49-F238E27FC236}">
                  <a16:creationId xmlns:a16="http://schemas.microsoft.com/office/drawing/2014/main" id="{573AA9EF-8FF9-4484-8451-7E08FC0B5A0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104689" name="Picture 768" descr="desktop_computer_stylized_medium">
                <a:extLst>
                  <a:ext uri="{FF2B5EF4-FFF2-40B4-BE49-F238E27FC236}">
                    <a16:creationId xmlns:a16="http://schemas.microsoft.com/office/drawing/2014/main" id="{3B62A9AA-4FFC-4C69-91FA-23F1E81780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690" name="Freeform 769">
                <a:extLst>
                  <a:ext uri="{FF2B5EF4-FFF2-40B4-BE49-F238E27FC236}">
                    <a16:creationId xmlns:a16="http://schemas.microsoft.com/office/drawing/2014/main" id="{31FE7124-949A-43D8-9188-9A136F505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4511" name="Group 770">
              <a:extLst>
                <a:ext uri="{FF2B5EF4-FFF2-40B4-BE49-F238E27FC236}">
                  <a16:creationId xmlns:a16="http://schemas.microsoft.com/office/drawing/2014/main" id="{40BE87C1-BE68-44AE-A27C-F31CD3D34C9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104687" name="Picture 771" descr="desktop_computer_stylized_medium">
                <a:extLst>
                  <a:ext uri="{FF2B5EF4-FFF2-40B4-BE49-F238E27FC236}">
                    <a16:creationId xmlns:a16="http://schemas.microsoft.com/office/drawing/2014/main" id="{7AB20F4C-3F1F-4515-923F-B75EB15F39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688" name="Freeform 772">
                <a:extLst>
                  <a:ext uri="{FF2B5EF4-FFF2-40B4-BE49-F238E27FC236}">
                    <a16:creationId xmlns:a16="http://schemas.microsoft.com/office/drawing/2014/main" id="{AF14E822-C229-4EF1-AB2C-364D20A16B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4512" name="Group 773">
              <a:extLst>
                <a:ext uri="{FF2B5EF4-FFF2-40B4-BE49-F238E27FC236}">
                  <a16:creationId xmlns:a16="http://schemas.microsoft.com/office/drawing/2014/main" id="{84B89D66-4B04-49AB-90AA-062816117C7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104685" name="Picture 774" descr="desktop_computer_stylized_medium">
                <a:extLst>
                  <a:ext uri="{FF2B5EF4-FFF2-40B4-BE49-F238E27FC236}">
                    <a16:creationId xmlns:a16="http://schemas.microsoft.com/office/drawing/2014/main" id="{E1BCFA74-3E66-4242-9CE2-2D76A7C7D0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686" name="Freeform 775">
                <a:extLst>
                  <a:ext uri="{FF2B5EF4-FFF2-40B4-BE49-F238E27FC236}">
                    <a16:creationId xmlns:a16="http://schemas.microsoft.com/office/drawing/2014/main" id="{766BA711-8A22-4C7F-87D7-8F1E149A7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4513" name="Group 776">
              <a:extLst>
                <a:ext uri="{FF2B5EF4-FFF2-40B4-BE49-F238E27FC236}">
                  <a16:creationId xmlns:a16="http://schemas.microsoft.com/office/drawing/2014/main" id="{339811CC-45B9-4608-ABAD-2716925982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104683" name="Picture 777" descr="desktop_computer_stylized_medium">
                <a:extLst>
                  <a:ext uri="{FF2B5EF4-FFF2-40B4-BE49-F238E27FC236}">
                    <a16:creationId xmlns:a16="http://schemas.microsoft.com/office/drawing/2014/main" id="{FAF2E6B0-B2B9-4C02-8225-3F172767CD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684" name="Freeform 778">
                <a:extLst>
                  <a:ext uri="{FF2B5EF4-FFF2-40B4-BE49-F238E27FC236}">
                    <a16:creationId xmlns:a16="http://schemas.microsoft.com/office/drawing/2014/main" id="{8BDAD178-70D7-4EA3-B161-655D226DB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104514" name="Picture 779" descr="car_icon_small">
              <a:extLst>
                <a:ext uri="{FF2B5EF4-FFF2-40B4-BE49-F238E27FC236}">
                  <a16:creationId xmlns:a16="http://schemas.microsoft.com/office/drawing/2014/main" id="{A8227A92-5303-4D07-8519-3EAA40DE04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4515" name="Group 780">
              <a:extLst>
                <a:ext uri="{FF2B5EF4-FFF2-40B4-BE49-F238E27FC236}">
                  <a16:creationId xmlns:a16="http://schemas.microsoft.com/office/drawing/2014/main" id="{D0DF8BE8-6CCF-4BFD-A7BD-5A5C75F282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104681" name="Picture 781" descr="iphone_stylized_small">
                <a:extLst>
                  <a:ext uri="{FF2B5EF4-FFF2-40B4-BE49-F238E27FC236}">
                    <a16:creationId xmlns:a16="http://schemas.microsoft.com/office/drawing/2014/main" id="{BAB699CC-16C7-4DB9-898F-020F01A7F3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682" name="Picture 782" descr="antenna_radiation_stylized">
                <a:extLst>
                  <a:ext uri="{FF2B5EF4-FFF2-40B4-BE49-F238E27FC236}">
                    <a16:creationId xmlns:a16="http://schemas.microsoft.com/office/drawing/2014/main" id="{D199F82A-80B9-482B-AE43-D8E0F86811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4516" name="Group 783">
              <a:extLst>
                <a:ext uri="{FF2B5EF4-FFF2-40B4-BE49-F238E27FC236}">
                  <a16:creationId xmlns:a16="http://schemas.microsoft.com/office/drawing/2014/main" id="{57F06F97-5833-4E8A-85C6-5B9B8EA69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104649" name="Freeform 784">
                <a:extLst>
                  <a:ext uri="{FF2B5EF4-FFF2-40B4-BE49-F238E27FC236}">
                    <a16:creationId xmlns:a16="http://schemas.microsoft.com/office/drawing/2014/main" id="{2E92B53D-A917-47B6-A2E0-F82AA300F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50" name="Rectangle 785">
                <a:extLst>
                  <a:ext uri="{FF2B5EF4-FFF2-40B4-BE49-F238E27FC236}">
                    <a16:creationId xmlns:a16="http://schemas.microsoft.com/office/drawing/2014/main" id="{D20115F3-604F-43CB-87A3-4166A2B889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51" name="Freeform 786">
                <a:extLst>
                  <a:ext uri="{FF2B5EF4-FFF2-40B4-BE49-F238E27FC236}">
                    <a16:creationId xmlns:a16="http://schemas.microsoft.com/office/drawing/2014/main" id="{BAB60BAF-70DC-4028-9A7A-E6639DF25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52" name="Freeform 787">
                <a:extLst>
                  <a:ext uri="{FF2B5EF4-FFF2-40B4-BE49-F238E27FC236}">
                    <a16:creationId xmlns:a16="http://schemas.microsoft.com/office/drawing/2014/main" id="{68398CDF-E84D-4DE1-90BD-FC7D965E37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53" name="Rectangle 788">
                <a:extLst>
                  <a:ext uri="{FF2B5EF4-FFF2-40B4-BE49-F238E27FC236}">
                    <a16:creationId xmlns:a16="http://schemas.microsoft.com/office/drawing/2014/main" id="{CD0D5D88-6071-490D-A190-FBFDD71F87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4654" name="Group 789">
                <a:extLst>
                  <a:ext uri="{FF2B5EF4-FFF2-40B4-BE49-F238E27FC236}">
                    <a16:creationId xmlns:a16="http://schemas.microsoft.com/office/drawing/2014/main" id="{1CA99906-B297-4314-A380-8BB6C09E35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4679" name="AutoShape 790">
                  <a:extLst>
                    <a:ext uri="{FF2B5EF4-FFF2-40B4-BE49-F238E27FC236}">
                      <a16:creationId xmlns:a16="http://schemas.microsoft.com/office/drawing/2014/main" id="{1EEE9330-4CC5-4421-9D04-E67E02FAB4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80" name="AutoShape 791">
                  <a:extLst>
                    <a:ext uri="{FF2B5EF4-FFF2-40B4-BE49-F238E27FC236}">
                      <a16:creationId xmlns:a16="http://schemas.microsoft.com/office/drawing/2014/main" id="{F5A5B635-6513-4DAD-8249-193F8460A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55" name="Rectangle 792">
                <a:extLst>
                  <a:ext uri="{FF2B5EF4-FFF2-40B4-BE49-F238E27FC236}">
                    <a16:creationId xmlns:a16="http://schemas.microsoft.com/office/drawing/2014/main" id="{11939AED-17D7-4B93-91CC-15524C7F9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4656" name="Group 793">
                <a:extLst>
                  <a:ext uri="{FF2B5EF4-FFF2-40B4-BE49-F238E27FC236}">
                    <a16:creationId xmlns:a16="http://schemas.microsoft.com/office/drawing/2014/main" id="{7669ACF6-12C7-46B2-9517-5DCEF596E8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4677" name="AutoShape 794">
                  <a:extLst>
                    <a:ext uri="{FF2B5EF4-FFF2-40B4-BE49-F238E27FC236}">
                      <a16:creationId xmlns:a16="http://schemas.microsoft.com/office/drawing/2014/main" id="{6A2799B7-46FF-4E78-91E2-7D7626490F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78" name="AutoShape 795">
                  <a:extLst>
                    <a:ext uri="{FF2B5EF4-FFF2-40B4-BE49-F238E27FC236}">
                      <a16:creationId xmlns:a16="http://schemas.microsoft.com/office/drawing/2014/main" id="{778C109A-F25E-4BDB-9D9C-769AFA78C6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57" name="Rectangle 796">
                <a:extLst>
                  <a:ext uri="{FF2B5EF4-FFF2-40B4-BE49-F238E27FC236}">
                    <a16:creationId xmlns:a16="http://schemas.microsoft.com/office/drawing/2014/main" id="{CA50F01A-B926-4D52-8D9A-9CF766332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58" name="Rectangle 797">
                <a:extLst>
                  <a:ext uri="{FF2B5EF4-FFF2-40B4-BE49-F238E27FC236}">
                    <a16:creationId xmlns:a16="http://schemas.microsoft.com/office/drawing/2014/main" id="{A6172945-21F6-482C-A4C0-F9D140B09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4659" name="Group 798">
                <a:extLst>
                  <a:ext uri="{FF2B5EF4-FFF2-40B4-BE49-F238E27FC236}">
                    <a16:creationId xmlns:a16="http://schemas.microsoft.com/office/drawing/2014/main" id="{C3B6EA6B-A3FE-42E5-BA15-7B2F7D10C0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4675" name="AutoShape 799">
                  <a:extLst>
                    <a:ext uri="{FF2B5EF4-FFF2-40B4-BE49-F238E27FC236}">
                      <a16:creationId xmlns:a16="http://schemas.microsoft.com/office/drawing/2014/main" id="{5288FC02-5D18-4424-BC8C-F067C3AE28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76" name="AutoShape 800">
                  <a:extLst>
                    <a:ext uri="{FF2B5EF4-FFF2-40B4-BE49-F238E27FC236}">
                      <a16:creationId xmlns:a16="http://schemas.microsoft.com/office/drawing/2014/main" id="{514B8D03-4A5E-47FF-8C36-636CDC6B3C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60" name="Freeform 801">
                <a:extLst>
                  <a:ext uri="{FF2B5EF4-FFF2-40B4-BE49-F238E27FC236}">
                    <a16:creationId xmlns:a16="http://schemas.microsoft.com/office/drawing/2014/main" id="{419A2C03-DC35-49D5-9D8C-29A96D589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4661" name="Group 802">
                <a:extLst>
                  <a:ext uri="{FF2B5EF4-FFF2-40B4-BE49-F238E27FC236}">
                    <a16:creationId xmlns:a16="http://schemas.microsoft.com/office/drawing/2014/main" id="{273935E2-A19D-4066-88EE-A480A9541A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4673" name="AutoShape 803">
                  <a:extLst>
                    <a:ext uri="{FF2B5EF4-FFF2-40B4-BE49-F238E27FC236}">
                      <a16:creationId xmlns:a16="http://schemas.microsoft.com/office/drawing/2014/main" id="{CA56D1A2-4A33-43A2-A7F3-FDAA64C88F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74" name="AutoShape 804">
                  <a:extLst>
                    <a:ext uri="{FF2B5EF4-FFF2-40B4-BE49-F238E27FC236}">
                      <a16:creationId xmlns:a16="http://schemas.microsoft.com/office/drawing/2014/main" id="{2BEDB165-58D2-4C29-8144-F477E7203A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62" name="Rectangle 805">
                <a:extLst>
                  <a:ext uri="{FF2B5EF4-FFF2-40B4-BE49-F238E27FC236}">
                    <a16:creationId xmlns:a16="http://schemas.microsoft.com/office/drawing/2014/main" id="{4D2EF8C8-A1F6-4151-B915-DC5BC84C2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63" name="Freeform 806">
                <a:extLst>
                  <a:ext uri="{FF2B5EF4-FFF2-40B4-BE49-F238E27FC236}">
                    <a16:creationId xmlns:a16="http://schemas.microsoft.com/office/drawing/2014/main" id="{CBF9F58B-9790-4613-954B-B2F623664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64" name="Freeform 807">
                <a:extLst>
                  <a:ext uri="{FF2B5EF4-FFF2-40B4-BE49-F238E27FC236}">
                    <a16:creationId xmlns:a16="http://schemas.microsoft.com/office/drawing/2014/main" id="{635BF79F-61B9-45CF-BBD8-03AF43165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65" name="Oval 808">
                <a:extLst>
                  <a:ext uri="{FF2B5EF4-FFF2-40B4-BE49-F238E27FC236}">
                    <a16:creationId xmlns:a16="http://schemas.microsoft.com/office/drawing/2014/main" id="{35E56CD6-4C57-43CA-A46C-6CE6C1B29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66" name="Freeform 809">
                <a:extLst>
                  <a:ext uri="{FF2B5EF4-FFF2-40B4-BE49-F238E27FC236}">
                    <a16:creationId xmlns:a16="http://schemas.microsoft.com/office/drawing/2014/main" id="{2BAC7535-DEB5-4EFE-878E-F5658098B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67" name="AutoShape 810">
                <a:extLst>
                  <a:ext uri="{FF2B5EF4-FFF2-40B4-BE49-F238E27FC236}">
                    <a16:creationId xmlns:a16="http://schemas.microsoft.com/office/drawing/2014/main" id="{818E9519-E5D8-4572-827C-1D0B927B3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68" name="AutoShape 811">
                <a:extLst>
                  <a:ext uri="{FF2B5EF4-FFF2-40B4-BE49-F238E27FC236}">
                    <a16:creationId xmlns:a16="http://schemas.microsoft.com/office/drawing/2014/main" id="{B23EEACA-1C1C-4303-9E17-A163A85EA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69" name="Oval 812">
                <a:extLst>
                  <a:ext uri="{FF2B5EF4-FFF2-40B4-BE49-F238E27FC236}">
                    <a16:creationId xmlns:a16="http://schemas.microsoft.com/office/drawing/2014/main" id="{659B8CF4-FC70-4FD0-9459-F39807535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70" name="Oval 813">
                <a:extLst>
                  <a:ext uri="{FF2B5EF4-FFF2-40B4-BE49-F238E27FC236}">
                    <a16:creationId xmlns:a16="http://schemas.microsoft.com/office/drawing/2014/main" id="{FCAC0DFC-DBD6-409E-8132-ADE9D2853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671" name="Oval 814">
                <a:extLst>
                  <a:ext uri="{FF2B5EF4-FFF2-40B4-BE49-F238E27FC236}">
                    <a16:creationId xmlns:a16="http://schemas.microsoft.com/office/drawing/2014/main" id="{3556BF35-6ED6-4689-BC6A-F087EA7A7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72" name="Rectangle 815">
                <a:extLst>
                  <a:ext uri="{FF2B5EF4-FFF2-40B4-BE49-F238E27FC236}">
                    <a16:creationId xmlns:a16="http://schemas.microsoft.com/office/drawing/2014/main" id="{7BF8EA75-F808-4AA8-AF6D-D80CA0A01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4517" name="Group 816">
              <a:extLst>
                <a:ext uri="{FF2B5EF4-FFF2-40B4-BE49-F238E27FC236}">
                  <a16:creationId xmlns:a16="http://schemas.microsoft.com/office/drawing/2014/main" id="{DA0B2600-F721-4BC0-A70E-2139BFFFA4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104617" name="Freeform 817">
                <a:extLst>
                  <a:ext uri="{FF2B5EF4-FFF2-40B4-BE49-F238E27FC236}">
                    <a16:creationId xmlns:a16="http://schemas.microsoft.com/office/drawing/2014/main" id="{8DA062F8-F7B6-49C9-B057-6214CEED0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18" name="Rectangle 818">
                <a:extLst>
                  <a:ext uri="{FF2B5EF4-FFF2-40B4-BE49-F238E27FC236}">
                    <a16:creationId xmlns:a16="http://schemas.microsoft.com/office/drawing/2014/main" id="{60B092CE-7D50-4B27-B702-A3526F154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19" name="Freeform 819">
                <a:extLst>
                  <a:ext uri="{FF2B5EF4-FFF2-40B4-BE49-F238E27FC236}">
                    <a16:creationId xmlns:a16="http://schemas.microsoft.com/office/drawing/2014/main" id="{7AEF5D0A-FE88-4ADA-A3D2-1281A149C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20" name="Freeform 820">
                <a:extLst>
                  <a:ext uri="{FF2B5EF4-FFF2-40B4-BE49-F238E27FC236}">
                    <a16:creationId xmlns:a16="http://schemas.microsoft.com/office/drawing/2014/main" id="{BC2577A2-A8E2-4120-8B3F-7C62E8636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21" name="Rectangle 821">
                <a:extLst>
                  <a:ext uri="{FF2B5EF4-FFF2-40B4-BE49-F238E27FC236}">
                    <a16:creationId xmlns:a16="http://schemas.microsoft.com/office/drawing/2014/main" id="{8D5C6FA8-F7DC-4CA3-91EC-9B71B28A8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4622" name="Group 822">
                <a:extLst>
                  <a:ext uri="{FF2B5EF4-FFF2-40B4-BE49-F238E27FC236}">
                    <a16:creationId xmlns:a16="http://schemas.microsoft.com/office/drawing/2014/main" id="{E3C5A022-1AB8-40E7-9417-DBFC79479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4647" name="AutoShape 823">
                  <a:extLst>
                    <a:ext uri="{FF2B5EF4-FFF2-40B4-BE49-F238E27FC236}">
                      <a16:creationId xmlns:a16="http://schemas.microsoft.com/office/drawing/2014/main" id="{DEA9BFBE-1AF9-4129-AAA9-4FA7C038A2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48" name="AutoShape 824">
                  <a:extLst>
                    <a:ext uri="{FF2B5EF4-FFF2-40B4-BE49-F238E27FC236}">
                      <a16:creationId xmlns:a16="http://schemas.microsoft.com/office/drawing/2014/main" id="{30F20628-D50C-48D7-97FE-3FC64044C1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23" name="Rectangle 825">
                <a:extLst>
                  <a:ext uri="{FF2B5EF4-FFF2-40B4-BE49-F238E27FC236}">
                    <a16:creationId xmlns:a16="http://schemas.microsoft.com/office/drawing/2014/main" id="{0CAD8DF2-ABF2-4D9F-83E9-FA14F15D4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4624" name="Group 826">
                <a:extLst>
                  <a:ext uri="{FF2B5EF4-FFF2-40B4-BE49-F238E27FC236}">
                    <a16:creationId xmlns:a16="http://schemas.microsoft.com/office/drawing/2014/main" id="{66B5F87F-711B-4E76-BD84-8E52225FF2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4645" name="AutoShape 827">
                  <a:extLst>
                    <a:ext uri="{FF2B5EF4-FFF2-40B4-BE49-F238E27FC236}">
                      <a16:creationId xmlns:a16="http://schemas.microsoft.com/office/drawing/2014/main" id="{78D737DC-0D51-4469-9533-84EB7BC777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46" name="AutoShape 828">
                  <a:extLst>
                    <a:ext uri="{FF2B5EF4-FFF2-40B4-BE49-F238E27FC236}">
                      <a16:creationId xmlns:a16="http://schemas.microsoft.com/office/drawing/2014/main" id="{781A4304-3F67-4F05-8982-ED48928B8A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25" name="Rectangle 829">
                <a:extLst>
                  <a:ext uri="{FF2B5EF4-FFF2-40B4-BE49-F238E27FC236}">
                    <a16:creationId xmlns:a16="http://schemas.microsoft.com/office/drawing/2014/main" id="{88B673E2-49F9-4F23-819B-C7C79A916C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26" name="Rectangle 830">
                <a:extLst>
                  <a:ext uri="{FF2B5EF4-FFF2-40B4-BE49-F238E27FC236}">
                    <a16:creationId xmlns:a16="http://schemas.microsoft.com/office/drawing/2014/main" id="{189018F8-4D45-43B3-A12C-C3D34450F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104627" name="Group 831">
                <a:extLst>
                  <a:ext uri="{FF2B5EF4-FFF2-40B4-BE49-F238E27FC236}">
                    <a16:creationId xmlns:a16="http://schemas.microsoft.com/office/drawing/2014/main" id="{23796A13-5774-46C6-BCE8-DE40FAD1CC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4643" name="AutoShape 832">
                  <a:extLst>
                    <a:ext uri="{FF2B5EF4-FFF2-40B4-BE49-F238E27FC236}">
                      <a16:creationId xmlns:a16="http://schemas.microsoft.com/office/drawing/2014/main" id="{C6F814FF-66F3-40E9-B2A0-9C96155257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44" name="AutoShape 833">
                  <a:extLst>
                    <a:ext uri="{FF2B5EF4-FFF2-40B4-BE49-F238E27FC236}">
                      <a16:creationId xmlns:a16="http://schemas.microsoft.com/office/drawing/2014/main" id="{65B30D93-8D5B-448B-A016-7C1C129A38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28" name="Freeform 834">
                <a:extLst>
                  <a:ext uri="{FF2B5EF4-FFF2-40B4-BE49-F238E27FC236}">
                    <a16:creationId xmlns:a16="http://schemas.microsoft.com/office/drawing/2014/main" id="{D9BB6C0F-37FD-4897-ACC3-979E6D37FA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4629" name="Group 835">
                <a:extLst>
                  <a:ext uri="{FF2B5EF4-FFF2-40B4-BE49-F238E27FC236}">
                    <a16:creationId xmlns:a16="http://schemas.microsoft.com/office/drawing/2014/main" id="{CB0D33DF-E30F-4FDA-8F62-1A36478252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4641" name="AutoShape 836">
                  <a:extLst>
                    <a:ext uri="{FF2B5EF4-FFF2-40B4-BE49-F238E27FC236}">
                      <a16:creationId xmlns:a16="http://schemas.microsoft.com/office/drawing/2014/main" id="{0F4D50CD-C50E-4831-B94E-98BADC3A2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642" name="AutoShape 837">
                  <a:extLst>
                    <a:ext uri="{FF2B5EF4-FFF2-40B4-BE49-F238E27FC236}">
                      <a16:creationId xmlns:a16="http://schemas.microsoft.com/office/drawing/2014/main" id="{0E572B49-2E7E-4726-8DFF-49C20235C1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04630" name="Rectangle 838">
                <a:extLst>
                  <a:ext uri="{FF2B5EF4-FFF2-40B4-BE49-F238E27FC236}">
                    <a16:creationId xmlns:a16="http://schemas.microsoft.com/office/drawing/2014/main" id="{C344106E-4B86-4CAB-9A40-9D7E795E7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31" name="Freeform 839">
                <a:extLst>
                  <a:ext uri="{FF2B5EF4-FFF2-40B4-BE49-F238E27FC236}">
                    <a16:creationId xmlns:a16="http://schemas.microsoft.com/office/drawing/2014/main" id="{17AF59C8-45EC-4842-B24A-C6E647825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32" name="Freeform 840">
                <a:extLst>
                  <a:ext uri="{FF2B5EF4-FFF2-40B4-BE49-F238E27FC236}">
                    <a16:creationId xmlns:a16="http://schemas.microsoft.com/office/drawing/2014/main" id="{8150CC72-A8CC-410A-8AD4-1EB73F526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33" name="Oval 841">
                <a:extLst>
                  <a:ext uri="{FF2B5EF4-FFF2-40B4-BE49-F238E27FC236}">
                    <a16:creationId xmlns:a16="http://schemas.microsoft.com/office/drawing/2014/main" id="{86F350D6-D164-478F-8A92-25AE08F46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34" name="Freeform 842">
                <a:extLst>
                  <a:ext uri="{FF2B5EF4-FFF2-40B4-BE49-F238E27FC236}">
                    <a16:creationId xmlns:a16="http://schemas.microsoft.com/office/drawing/2014/main" id="{E385149A-1B5E-45AF-8059-8B0569E05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35" name="AutoShape 843">
                <a:extLst>
                  <a:ext uri="{FF2B5EF4-FFF2-40B4-BE49-F238E27FC236}">
                    <a16:creationId xmlns:a16="http://schemas.microsoft.com/office/drawing/2014/main" id="{385BE198-E360-4FDA-8205-EF15BA5EF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36" name="AutoShape 844">
                <a:extLst>
                  <a:ext uri="{FF2B5EF4-FFF2-40B4-BE49-F238E27FC236}">
                    <a16:creationId xmlns:a16="http://schemas.microsoft.com/office/drawing/2014/main" id="{BF98A2E0-14F3-4600-87A0-C1C212353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37" name="Oval 845">
                <a:extLst>
                  <a:ext uri="{FF2B5EF4-FFF2-40B4-BE49-F238E27FC236}">
                    <a16:creationId xmlns:a16="http://schemas.microsoft.com/office/drawing/2014/main" id="{6BE54EC5-B76D-4ECB-8555-B57FB94E7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38" name="Oval 846">
                <a:extLst>
                  <a:ext uri="{FF2B5EF4-FFF2-40B4-BE49-F238E27FC236}">
                    <a16:creationId xmlns:a16="http://schemas.microsoft.com/office/drawing/2014/main" id="{EEA68555-05B2-4654-948D-F9F548720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639" name="Oval 847">
                <a:extLst>
                  <a:ext uri="{FF2B5EF4-FFF2-40B4-BE49-F238E27FC236}">
                    <a16:creationId xmlns:a16="http://schemas.microsoft.com/office/drawing/2014/main" id="{2FC046BC-F2D3-4E6C-988B-5EC82CD3E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04640" name="Rectangle 848">
                <a:extLst>
                  <a:ext uri="{FF2B5EF4-FFF2-40B4-BE49-F238E27FC236}">
                    <a16:creationId xmlns:a16="http://schemas.microsoft.com/office/drawing/2014/main" id="{DAF67640-BD0B-4124-ACB8-4656CC7FD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4518" name="Group 849">
              <a:extLst>
                <a:ext uri="{FF2B5EF4-FFF2-40B4-BE49-F238E27FC236}">
                  <a16:creationId xmlns:a16="http://schemas.microsoft.com/office/drawing/2014/main" id="{46EF130A-B2BD-4DEC-9020-7D5EC736A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104594" name="Picture 850" descr="antenna_stylized">
                <a:extLst>
                  <a:ext uri="{FF2B5EF4-FFF2-40B4-BE49-F238E27FC236}">
                    <a16:creationId xmlns:a16="http://schemas.microsoft.com/office/drawing/2014/main" id="{734EF312-690D-4CB6-90FB-AFC8F7FC60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595" name="Picture 851" descr="laptop_keyboard">
                <a:extLst>
                  <a:ext uri="{FF2B5EF4-FFF2-40B4-BE49-F238E27FC236}">
                    <a16:creationId xmlns:a16="http://schemas.microsoft.com/office/drawing/2014/main" id="{6FBE344B-CF2E-4337-BDC5-5BFB53455B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96" name="Freeform 852">
                <a:extLst>
                  <a:ext uri="{FF2B5EF4-FFF2-40B4-BE49-F238E27FC236}">
                    <a16:creationId xmlns:a16="http://schemas.microsoft.com/office/drawing/2014/main" id="{993A0962-CEE3-4DE0-84AB-9653DB66E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4597" name="Picture 853" descr="screen">
                <a:extLst>
                  <a:ext uri="{FF2B5EF4-FFF2-40B4-BE49-F238E27FC236}">
                    <a16:creationId xmlns:a16="http://schemas.microsoft.com/office/drawing/2014/main" id="{663DB7A8-5BBE-41EB-BA15-53E1FEC43B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98" name="Freeform 854">
                <a:extLst>
                  <a:ext uri="{FF2B5EF4-FFF2-40B4-BE49-F238E27FC236}">
                    <a16:creationId xmlns:a16="http://schemas.microsoft.com/office/drawing/2014/main" id="{929B7D10-D95F-4319-875C-657498456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99" name="Freeform 855">
                <a:extLst>
                  <a:ext uri="{FF2B5EF4-FFF2-40B4-BE49-F238E27FC236}">
                    <a16:creationId xmlns:a16="http://schemas.microsoft.com/office/drawing/2014/main" id="{E1621FEF-34EF-4446-9A83-FF955E9FE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0" name="Freeform 856">
                <a:extLst>
                  <a:ext uri="{FF2B5EF4-FFF2-40B4-BE49-F238E27FC236}">
                    <a16:creationId xmlns:a16="http://schemas.microsoft.com/office/drawing/2014/main" id="{7C0ADD9B-7440-49EE-B028-0C1314F58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1" name="Freeform 857">
                <a:extLst>
                  <a:ext uri="{FF2B5EF4-FFF2-40B4-BE49-F238E27FC236}">
                    <a16:creationId xmlns:a16="http://schemas.microsoft.com/office/drawing/2014/main" id="{77E02BDC-72A5-4046-B2EE-05A7FF3E27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2" name="Freeform 858">
                <a:extLst>
                  <a:ext uri="{FF2B5EF4-FFF2-40B4-BE49-F238E27FC236}">
                    <a16:creationId xmlns:a16="http://schemas.microsoft.com/office/drawing/2014/main" id="{AC4DD484-55CD-4345-AFA4-C8BEACE3A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3" name="Freeform 859">
                <a:extLst>
                  <a:ext uri="{FF2B5EF4-FFF2-40B4-BE49-F238E27FC236}">
                    <a16:creationId xmlns:a16="http://schemas.microsoft.com/office/drawing/2014/main" id="{943E0B51-3AB6-4AA9-BECC-7ECBF6ADB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4604" name="Group 860">
                <a:extLst>
                  <a:ext uri="{FF2B5EF4-FFF2-40B4-BE49-F238E27FC236}">
                    <a16:creationId xmlns:a16="http://schemas.microsoft.com/office/drawing/2014/main" id="{68DC8BB9-C214-48A1-8181-14A18F07B1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4611" name="Freeform 861">
                  <a:extLst>
                    <a:ext uri="{FF2B5EF4-FFF2-40B4-BE49-F238E27FC236}">
                      <a16:creationId xmlns:a16="http://schemas.microsoft.com/office/drawing/2014/main" id="{402ED217-5E88-4AF4-82B9-698669EEB4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12" name="Freeform 862">
                  <a:extLst>
                    <a:ext uri="{FF2B5EF4-FFF2-40B4-BE49-F238E27FC236}">
                      <a16:creationId xmlns:a16="http://schemas.microsoft.com/office/drawing/2014/main" id="{56602438-D1E6-400A-8B61-12D0DC635B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13" name="Freeform 863">
                  <a:extLst>
                    <a:ext uri="{FF2B5EF4-FFF2-40B4-BE49-F238E27FC236}">
                      <a16:creationId xmlns:a16="http://schemas.microsoft.com/office/drawing/2014/main" id="{347ACC1C-58D0-43F2-9C28-A856D4BC63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14" name="Freeform 864">
                  <a:extLst>
                    <a:ext uri="{FF2B5EF4-FFF2-40B4-BE49-F238E27FC236}">
                      <a16:creationId xmlns:a16="http://schemas.microsoft.com/office/drawing/2014/main" id="{0F668E63-CD73-4CE8-A0FB-8C5854FE60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15" name="Freeform 865">
                  <a:extLst>
                    <a:ext uri="{FF2B5EF4-FFF2-40B4-BE49-F238E27FC236}">
                      <a16:creationId xmlns:a16="http://schemas.microsoft.com/office/drawing/2014/main" id="{A23380BD-2586-4377-8FC2-24AB61F3AC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616" name="Freeform 866">
                  <a:extLst>
                    <a:ext uri="{FF2B5EF4-FFF2-40B4-BE49-F238E27FC236}">
                      <a16:creationId xmlns:a16="http://schemas.microsoft.com/office/drawing/2014/main" id="{06CE0028-4ADF-4585-B7B0-12402D3ED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605" name="Freeform 867">
                <a:extLst>
                  <a:ext uri="{FF2B5EF4-FFF2-40B4-BE49-F238E27FC236}">
                    <a16:creationId xmlns:a16="http://schemas.microsoft.com/office/drawing/2014/main" id="{F1591795-24AA-4A22-9074-F4E826C5E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6" name="Freeform 868">
                <a:extLst>
                  <a:ext uri="{FF2B5EF4-FFF2-40B4-BE49-F238E27FC236}">
                    <a16:creationId xmlns:a16="http://schemas.microsoft.com/office/drawing/2014/main" id="{4492AE9F-AA1F-4119-8434-9E3E1C87FA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7" name="Freeform 869">
                <a:extLst>
                  <a:ext uri="{FF2B5EF4-FFF2-40B4-BE49-F238E27FC236}">
                    <a16:creationId xmlns:a16="http://schemas.microsoft.com/office/drawing/2014/main" id="{4448A737-CCD2-440C-A5E0-F7D85AF9B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8" name="Freeform 870">
                <a:extLst>
                  <a:ext uri="{FF2B5EF4-FFF2-40B4-BE49-F238E27FC236}">
                    <a16:creationId xmlns:a16="http://schemas.microsoft.com/office/drawing/2014/main" id="{4A99D494-1999-44EF-91D3-65DCCA8352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09" name="Freeform 871">
                <a:extLst>
                  <a:ext uri="{FF2B5EF4-FFF2-40B4-BE49-F238E27FC236}">
                    <a16:creationId xmlns:a16="http://schemas.microsoft.com/office/drawing/2014/main" id="{D51AE5FC-DC1B-4FAA-97F2-2F105F879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610" name="Freeform 872">
                <a:extLst>
                  <a:ext uri="{FF2B5EF4-FFF2-40B4-BE49-F238E27FC236}">
                    <a16:creationId xmlns:a16="http://schemas.microsoft.com/office/drawing/2014/main" id="{63F493B8-7553-446D-9EEA-3AAC9D70FC0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19" name="Group 873">
              <a:extLst>
                <a:ext uri="{FF2B5EF4-FFF2-40B4-BE49-F238E27FC236}">
                  <a16:creationId xmlns:a16="http://schemas.microsoft.com/office/drawing/2014/main" id="{DBB776FE-D135-4134-8C89-ACA0EE6658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104571" name="Picture 874" descr="antenna_stylized">
                <a:extLst>
                  <a:ext uri="{FF2B5EF4-FFF2-40B4-BE49-F238E27FC236}">
                    <a16:creationId xmlns:a16="http://schemas.microsoft.com/office/drawing/2014/main" id="{BB7E8D23-D30C-44F6-A27B-1172DF1894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572" name="Picture 875" descr="laptop_keyboard">
                <a:extLst>
                  <a:ext uri="{FF2B5EF4-FFF2-40B4-BE49-F238E27FC236}">
                    <a16:creationId xmlns:a16="http://schemas.microsoft.com/office/drawing/2014/main" id="{1E650325-ECBA-4EB9-8B9D-35F03072E2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73" name="Freeform 876">
                <a:extLst>
                  <a:ext uri="{FF2B5EF4-FFF2-40B4-BE49-F238E27FC236}">
                    <a16:creationId xmlns:a16="http://schemas.microsoft.com/office/drawing/2014/main" id="{7C4CE299-DC32-4937-B3A0-050E97B38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4574" name="Picture 877" descr="screen">
                <a:extLst>
                  <a:ext uri="{FF2B5EF4-FFF2-40B4-BE49-F238E27FC236}">
                    <a16:creationId xmlns:a16="http://schemas.microsoft.com/office/drawing/2014/main" id="{71F14108-3802-46B5-B8DD-D2C8AC069D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75" name="Freeform 878">
                <a:extLst>
                  <a:ext uri="{FF2B5EF4-FFF2-40B4-BE49-F238E27FC236}">
                    <a16:creationId xmlns:a16="http://schemas.microsoft.com/office/drawing/2014/main" id="{A9869F8B-A79F-4DC7-93EF-C108091EA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76" name="Freeform 879">
                <a:extLst>
                  <a:ext uri="{FF2B5EF4-FFF2-40B4-BE49-F238E27FC236}">
                    <a16:creationId xmlns:a16="http://schemas.microsoft.com/office/drawing/2014/main" id="{543D71A6-7903-4D8E-A348-5E4267BF5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77" name="Freeform 880">
                <a:extLst>
                  <a:ext uri="{FF2B5EF4-FFF2-40B4-BE49-F238E27FC236}">
                    <a16:creationId xmlns:a16="http://schemas.microsoft.com/office/drawing/2014/main" id="{B8DDE65F-0DEE-4375-91F1-5B83DF84F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78" name="Freeform 881">
                <a:extLst>
                  <a:ext uri="{FF2B5EF4-FFF2-40B4-BE49-F238E27FC236}">
                    <a16:creationId xmlns:a16="http://schemas.microsoft.com/office/drawing/2014/main" id="{C293BC15-3512-4659-89D8-67FD02345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79" name="Freeform 882">
                <a:extLst>
                  <a:ext uri="{FF2B5EF4-FFF2-40B4-BE49-F238E27FC236}">
                    <a16:creationId xmlns:a16="http://schemas.microsoft.com/office/drawing/2014/main" id="{AA91EE0B-E017-47DC-BC9F-6D35BB628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80" name="Freeform 883">
                <a:extLst>
                  <a:ext uri="{FF2B5EF4-FFF2-40B4-BE49-F238E27FC236}">
                    <a16:creationId xmlns:a16="http://schemas.microsoft.com/office/drawing/2014/main" id="{50FEC689-EF74-4111-8AFB-6202CB352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4581" name="Group 884">
                <a:extLst>
                  <a:ext uri="{FF2B5EF4-FFF2-40B4-BE49-F238E27FC236}">
                    <a16:creationId xmlns:a16="http://schemas.microsoft.com/office/drawing/2014/main" id="{A1872E7B-C08C-4A48-A7C8-FE0B08F70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4588" name="Freeform 885">
                  <a:extLst>
                    <a:ext uri="{FF2B5EF4-FFF2-40B4-BE49-F238E27FC236}">
                      <a16:creationId xmlns:a16="http://schemas.microsoft.com/office/drawing/2014/main" id="{05747CD7-4107-40CF-9556-068F3BE54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89" name="Freeform 886">
                  <a:extLst>
                    <a:ext uri="{FF2B5EF4-FFF2-40B4-BE49-F238E27FC236}">
                      <a16:creationId xmlns:a16="http://schemas.microsoft.com/office/drawing/2014/main" id="{43E5833E-4A77-4805-A917-8BF215D83A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90" name="Freeform 887">
                  <a:extLst>
                    <a:ext uri="{FF2B5EF4-FFF2-40B4-BE49-F238E27FC236}">
                      <a16:creationId xmlns:a16="http://schemas.microsoft.com/office/drawing/2014/main" id="{7BB262FB-F9CE-498C-A145-03F764839B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91" name="Freeform 888">
                  <a:extLst>
                    <a:ext uri="{FF2B5EF4-FFF2-40B4-BE49-F238E27FC236}">
                      <a16:creationId xmlns:a16="http://schemas.microsoft.com/office/drawing/2014/main" id="{D27F0C4E-8467-4EC9-AF6D-3CDA6B162A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92" name="Freeform 889">
                  <a:extLst>
                    <a:ext uri="{FF2B5EF4-FFF2-40B4-BE49-F238E27FC236}">
                      <a16:creationId xmlns:a16="http://schemas.microsoft.com/office/drawing/2014/main" id="{93FF43A5-8467-475E-BE1F-D905D06E1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93" name="Freeform 890">
                  <a:extLst>
                    <a:ext uri="{FF2B5EF4-FFF2-40B4-BE49-F238E27FC236}">
                      <a16:creationId xmlns:a16="http://schemas.microsoft.com/office/drawing/2014/main" id="{3B0F07BA-244B-473F-8C49-8FC8ECA9B1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582" name="Freeform 891">
                <a:extLst>
                  <a:ext uri="{FF2B5EF4-FFF2-40B4-BE49-F238E27FC236}">
                    <a16:creationId xmlns:a16="http://schemas.microsoft.com/office/drawing/2014/main" id="{7908000C-1E97-4354-A8E1-61AFFF537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83" name="Freeform 892">
                <a:extLst>
                  <a:ext uri="{FF2B5EF4-FFF2-40B4-BE49-F238E27FC236}">
                    <a16:creationId xmlns:a16="http://schemas.microsoft.com/office/drawing/2014/main" id="{708949B0-3A38-4438-AE4A-34E048C391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84" name="Freeform 893">
                <a:extLst>
                  <a:ext uri="{FF2B5EF4-FFF2-40B4-BE49-F238E27FC236}">
                    <a16:creationId xmlns:a16="http://schemas.microsoft.com/office/drawing/2014/main" id="{CAB8AD08-634B-4EE3-8AEA-67BFD9898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85" name="Freeform 894">
                <a:extLst>
                  <a:ext uri="{FF2B5EF4-FFF2-40B4-BE49-F238E27FC236}">
                    <a16:creationId xmlns:a16="http://schemas.microsoft.com/office/drawing/2014/main" id="{2A567681-FCBC-4651-9683-7EB63F866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86" name="Freeform 895">
                <a:extLst>
                  <a:ext uri="{FF2B5EF4-FFF2-40B4-BE49-F238E27FC236}">
                    <a16:creationId xmlns:a16="http://schemas.microsoft.com/office/drawing/2014/main" id="{AF4509F4-D126-4585-A95D-1121D3C17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87" name="Freeform 896">
                <a:extLst>
                  <a:ext uri="{FF2B5EF4-FFF2-40B4-BE49-F238E27FC236}">
                    <a16:creationId xmlns:a16="http://schemas.microsoft.com/office/drawing/2014/main" id="{4EDA94FB-9413-4A9F-9E40-5D09DCC934B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20" name="Group 897">
              <a:extLst>
                <a:ext uri="{FF2B5EF4-FFF2-40B4-BE49-F238E27FC236}">
                  <a16:creationId xmlns:a16="http://schemas.microsoft.com/office/drawing/2014/main" id="{A08E1519-5749-47A4-9B3A-D14F2AC899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104548" name="Picture 898" descr="antenna_stylized">
                <a:extLst>
                  <a:ext uri="{FF2B5EF4-FFF2-40B4-BE49-F238E27FC236}">
                    <a16:creationId xmlns:a16="http://schemas.microsoft.com/office/drawing/2014/main" id="{2BA8479A-DCE1-4BA1-BA1F-BFDA83F4FF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549" name="Picture 899" descr="laptop_keyboard">
                <a:extLst>
                  <a:ext uri="{FF2B5EF4-FFF2-40B4-BE49-F238E27FC236}">
                    <a16:creationId xmlns:a16="http://schemas.microsoft.com/office/drawing/2014/main" id="{CA3BE209-071E-4B38-8ABC-A5A0C58B5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50" name="Freeform 900">
                <a:extLst>
                  <a:ext uri="{FF2B5EF4-FFF2-40B4-BE49-F238E27FC236}">
                    <a16:creationId xmlns:a16="http://schemas.microsoft.com/office/drawing/2014/main" id="{E0EADC53-D072-45DE-A3D6-84E84C6CD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4551" name="Picture 901" descr="screen">
                <a:extLst>
                  <a:ext uri="{FF2B5EF4-FFF2-40B4-BE49-F238E27FC236}">
                    <a16:creationId xmlns:a16="http://schemas.microsoft.com/office/drawing/2014/main" id="{E69B8FBD-7DFD-4EE8-BD3B-00229500B6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52" name="Freeform 902">
                <a:extLst>
                  <a:ext uri="{FF2B5EF4-FFF2-40B4-BE49-F238E27FC236}">
                    <a16:creationId xmlns:a16="http://schemas.microsoft.com/office/drawing/2014/main" id="{06EE6D28-1240-480D-9225-8682399B4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53" name="Freeform 903">
                <a:extLst>
                  <a:ext uri="{FF2B5EF4-FFF2-40B4-BE49-F238E27FC236}">
                    <a16:creationId xmlns:a16="http://schemas.microsoft.com/office/drawing/2014/main" id="{A391D2FE-1150-4872-B463-4D59F99E9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54" name="Freeform 904">
                <a:extLst>
                  <a:ext uri="{FF2B5EF4-FFF2-40B4-BE49-F238E27FC236}">
                    <a16:creationId xmlns:a16="http://schemas.microsoft.com/office/drawing/2014/main" id="{6A49CF6D-0936-4F54-BDDA-7D67E51866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55" name="Freeform 905">
                <a:extLst>
                  <a:ext uri="{FF2B5EF4-FFF2-40B4-BE49-F238E27FC236}">
                    <a16:creationId xmlns:a16="http://schemas.microsoft.com/office/drawing/2014/main" id="{D0922F2D-1B7A-454A-A6E5-DBF6A7A2B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56" name="Freeform 906">
                <a:extLst>
                  <a:ext uri="{FF2B5EF4-FFF2-40B4-BE49-F238E27FC236}">
                    <a16:creationId xmlns:a16="http://schemas.microsoft.com/office/drawing/2014/main" id="{04800053-4AF8-4581-9D86-28EECA1AF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57" name="Freeform 907">
                <a:extLst>
                  <a:ext uri="{FF2B5EF4-FFF2-40B4-BE49-F238E27FC236}">
                    <a16:creationId xmlns:a16="http://schemas.microsoft.com/office/drawing/2014/main" id="{0B016917-65AB-4AC2-A5C8-E4E8A5FCE7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4558" name="Group 908">
                <a:extLst>
                  <a:ext uri="{FF2B5EF4-FFF2-40B4-BE49-F238E27FC236}">
                    <a16:creationId xmlns:a16="http://schemas.microsoft.com/office/drawing/2014/main" id="{E1C94C92-A688-42AD-A01B-9739903972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4565" name="Freeform 909">
                  <a:extLst>
                    <a:ext uri="{FF2B5EF4-FFF2-40B4-BE49-F238E27FC236}">
                      <a16:creationId xmlns:a16="http://schemas.microsoft.com/office/drawing/2014/main" id="{A9C18A84-53B4-46BD-8450-A115B5AF34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66" name="Freeform 910">
                  <a:extLst>
                    <a:ext uri="{FF2B5EF4-FFF2-40B4-BE49-F238E27FC236}">
                      <a16:creationId xmlns:a16="http://schemas.microsoft.com/office/drawing/2014/main" id="{F1381B14-3EB5-4BC4-B510-4C5CFE773A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67" name="Freeform 911">
                  <a:extLst>
                    <a:ext uri="{FF2B5EF4-FFF2-40B4-BE49-F238E27FC236}">
                      <a16:creationId xmlns:a16="http://schemas.microsoft.com/office/drawing/2014/main" id="{4012F29B-FE97-48C6-B767-1F9506FAF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68" name="Freeform 912">
                  <a:extLst>
                    <a:ext uri="{FF2B5EF4-FFF2-40B4-BE49-F238E27FC236}">
                      <a16:creationId xmlns:a16="http://schemas.microsoft.com/office/drawing/2014/main" id="{DF3B1CD4-B657-42DD-AA4C-C8726FF49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69" name="Freeform 913">
                  <a:extLst>
                    <a:ext uri="{FF2B5EF4-FFF2-40B4-BE49-F238E27FC236}">
                      <a16:creationId xmlns:a16="http://schemas.microsoft.com/office/drawing/2014/main" id="{63C3D97E-A467-4B19-BB67-46E49FCCB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70" name="Freeform 914">
                  <a:extLst>
                    <a:ext uri="{FF2B5EF4-FFF2-40B4-BE49-F238E27FC236}">
                      <a16:creationId xmlns:a16="http://schemas.microsoft.com/office/drawing/2014/main" id="{7C2F5ECD-F4AE-47E7-AE07-F1C8AD8372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559" name="Freeform 915">
                <a:extLst>
                  <a:ext uri="{FF2B5EF4-FFF2-40B4-BE49-F238E27FC236}">
                    <a16:creationId xmlns:a16="http://schemas.microsoft.com/office/drawing/2014/main" id="{6292240E-B2F2-4A82-9E80-C04800FDDF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60" name="Freeform 916">
                <a:extLst>
                  <a:ext uri="{FF2B5EF4-FFF2-40B4-BE49-F238E27FC236}">
                    <a16:creationId xmlns:a16="http://schemas.microsoft.com/office/drawing/2014/main" id="{70DA5259-2DE6-4C2B-8434-36C9B0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61" name="Freeform 917">
                <a:extLst>
                  <a:ext uri="{FF2B5EF4-FFF2-40B4-BE49-F238E27FC236}">
                    <a16:creationId xmlns:a16="http://schemas.microsoft.com/office/drawing/2014/main" id="{E167C0E3-983E-44F4-997E-7522EEDC7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62" name="Freeform 918">
                <a:extLst>
                  <a:ext uri="{FF2B5EF4-FFF2-40B4-BE49-F238E27FC236}">
                    <a16:creationId xmlns:a16="http://schemas.microsoft.com/office/drawing/2014/main" id="{A5E3DE7E-B4B5-4248-BC7F-0BB0C5C57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63" name="Freeform 919">
                <a:extLst>
                  <a:ext uri="{FF2B5EF4-FFF2-40B4-BE49-F238E27FC236}">
                    <a16:creationId xmlns:a16="http://schemas.microsoft.com/office/drawing/2014/main" id="{97840164-B2C9-4F5D-90AA-70F17C0AE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64" name="Freeform 920">
                <a:extLst>
                  <a:ext uri="{FF2B5EF4-FFF2-40B4-BE49-F238E27FC236}">
                    <a16:creationId xmlns:a16="http://schemas.microsoft.com/office/drawing/2014/main" id="{47FEC160-ECBC-4C8D-A5EE-A761F3FC7D6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104521" name="Group 921">
              <a:extLst>
                <a:ext uri="{FF2B5EF4-FFF2-40B4-BE49-F238E27FC236}">
                  <a16:creationId xmlns:a16="http://schemas.microsoft.com/office/drawing/2014/main" id="{B1ACD321-42DA-41AE-BBE9-87600448158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104546" name="Picture 922" descr="desktop_computer_stylized_medium">
                <a:extLst>
                  <a:ext uri="{FF2B5EF4-FFF2-40B4-BE49-F238E27FC236}">
                    <a16:creationId xmlns:a16="http://schemas.microsoft.com/office/drawing/2014/main" id="{4A5E9DEF-923F-4558-8001-D81A972854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47" name="Freeform 923">
                <a:extLst>
                  <a:ext uri="{FF2B5EF4-FFF2-40B4-BE49-F238E27FC236}">
                    <a16:creationId xmlns:a16="http://schemas.microsoft.com/office/drawing/2014/main" id="{1526812E-9812-49D0-BF78-90A512551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104522" name="Group 924">
              <a:extLst>
                <a:ext uri="{FF2B5EF4-FFF2-40B4-BE49-F238E27FC236}">
                  <a16:creationId xmlns:a16="http://schemas.microsoft.com/office/drawing/2014/main" id="{FC73BC66-6CC4-4B2E-B25F-6AB38A24FA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104523" name="Picture 925" descr="antenna_stylized">
                <a:extLst>
                  <a:ext uri="{FF2B5EF4-FFF2-40B4-BE49-F238E27FC236}">
                    <a16:creationId xmlns:a16="http://schemas.microsoft.com/office/drawing/2014/main" id="{EF6B2CCF-EE40-43EC-9166-DEDF2A9737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524" name="Picture 926" descr="laptop_keyboard">
                <a:extLst>
                  <a:ext uri="{FF2B5EF4-FFF2-40B4-BE49-F238E27FC236}">
                    <a16:creationId xmlns:a16="http://schemas.microsoft.com/office/drawing/2014/main" id="{2146501E-4B93-43F8-AD7A-FF334D66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25" name="Freeform 927">
                <a:extLst>
                  <a:ext uri="{FF2B5EF4-FFF2-40B4-BE49-F238E27FC236}">
                    <a16:creationId xmlns:a16="http://schemas.microsoft.com/office/drawing/2014/main" id="{3F47476B-DDBA-4FB5-8B58-F53172C5F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104526" name="Picture 928" descr="screen">
                <a:extLst>
                  <a:ext uri="{FF2B5EF4-FFF2-40B4-BE49-F238E27FC236}">
                    <a16:creationId xmlns:a16="http://schemas.microsoft.com/office/drawing/2014/main" id="{366E6E4A-D1DE-4798-B578-0DE3125CB3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527" name="Freeform 929">
                <a:extLst>
                  <a:ext uri="{FF2B5EF4-FFF2-40B4-BE49-F238E27FC236}">
                    <a16:creationId xmlns:a16="http://schemas.microsoft.com/office/drawing/2014/main" id="{AC03FE7F-F53D-4636-8E29-3DA37C4309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28" name="Freeform 930">
                <a:extLst>
                  <a:ext uri="{FF2B5EF4-FFF2-40B4-BE49-F238E27FC236}">
                    <a16:creationId xmlns:a16="http://schemas.microsoft.com/office/drawing/2014/main" id="{32B23616-68C4-4948-9B2E-459F5D6F7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29" name="Freeform 931">
                <a:extLst>
                  <a:ext uri="{FF2B5EF4-FFF2-40B4-BE49-F238E27FC236}">
                    <a16:creationId xmlns:a16="http://schemas.microsoft.com/office/drawing/2014/main" id="{A6736734-314F-467F-945D-60D4D8B80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0" name="Freeform 932">
                <a:extLst>
                  <a:ext uri="{FF2B5EF4-FFF2-40B4-BE49-F238E27FC236}">
                    <a16:creationId xmlns:a16="http://schemas.microsoft.com/office/drawing/2014/main" id="{2F42EABB-F7E6-48A5-BF43-3864D15D5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1" name="Freeform 933">
                <a:extLst>
                  <a:ext uri="{FF2B5EF4-FFF2-40B4-BE49-F238E27FC236}">
                    <a16:creationId xmlns:a16="http://schemas.microsoft.com/office/drawing/2014/main" id="{94A3159E-59B1-4512-8F1E-8AE065271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2" name="Freeform 934">
                <a:extLst>
                  <a:ext uri="{FF2B5EF4-FFF2-40B4-BE49-F238E27FC236}">
                    <a16:creationId xmlns:a16="http://schemas.microsoft.com/office/drawing/2014/main" id="{FDB116E2-7017-4466-9060-16D860B97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104533" name="Group 935">
                <a:extLst>
                  <a:ext uri="{FF2B5EF4-FFF2-40B4-BE49-F238E27FC236}">
                    <a16:creationId xmlns:a16="http://schemas.microsoft.com/office/drawing/2014/main" id="{DC9ECF6B-8141-45B5-9BC1-2DCEF96A0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04540" name="Freeform 936">
                  <a:extLst>
                    <a:ext uri="{FF2B5EF4-FFF2-40B4-BE49-F238E27FC236}">
                      <a16:creationId xmlns:a16="http://schemas.microsoft.com/office/drawing/2014/main" id="{B03BB550-60B8-4BEC-A3B6-FB9AB305C2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41" name="Freeform 937">
                  <a:extLst>
                    <a:ext uri="{FF2B5EF4-FFF2-40B4-BE49-F238E27FC236}">
                      <a16:creationId xmlns:a16="http://schemas.microsoft.com/office/drawing/2014/main" id="{AA8ACC83-5CBC-46F7-AEFA-F08AD34329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42" name="Freeform 938">
                  <a:extLst>
                    <a:ext uri="{FF2B5EF4-FFF2-40B4-BE49-F238E27FC236}">
                      <a16:creationId xmlns:a16="http://schemas.microsoft.com/office/drawing/2014/main" id="{EBA06EA9-AE5F-482B-AFAC-51116ACB32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43" name="Freeform 939">
                  <a:extLst>
                    <a:ext uri="{FF2B5EF4-FFF2-40B4-BE49-F238E27FC236}">
                      <a16:creationId xmlns:a16="http://schemas.microsoft.com/office/drawing/2014/main" id="{26707DCF-B879-4E45-9761-117776752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44" name="Freeform 940">
                  <a:extLst>
                    <a:ext uri="{FF2B5EF4-FFF2-40B4-BE49-F238E27FC236}">
                      <a16:creationId xmlns:a16="http://schemas.microsoft.com/office/drawing/2014/main" id="{309DD698-0143-46C6-B8C7-2826A6E991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104545" name="Freeform 941">
                  <a:extLst>
                    <a:ext uri="{FF2B5EF4-FFF2-40B4-BE49-F238E27FC236}">
                      <a16:creationId xmlns:a16="http://schemas.microsoft.com/office/drawing/2014/main" id="{48426AFC-BBC8-4173-833E-0F26B5183E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104534" name="Freeform 942">
                <a:extLst>
                  <a:ext uri="{FF2B5EF4-FFF2-40B4-BE49-F238E27FC236}">
                    <a16:creationId xmlns:a16="http://schemas.microsoft.com/office/drawing/2014/main" id="{63AF511A-D62C-4C57-98D4-7AC3EBB46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5" name="Freeform 943">
                <a:extLst>
                  <a:ext uri="{FF2B5EF4-FFF2-40B4-BE49-F238E27FC236}">
                    <a16:creationId xmlns:a16="http://schemas.microsoft.com/office/drawing/2014/main" id="{603AF901-2517-49C3-9EFD-C5E56B2F4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6" name="Freeform 944">
                <a:extLst>
                  <a:ext uri="{FF2B5EF4-FFF2-40B4-BE49-F238E27FC236}">
                    <a16:creationId xmlns:a16="http://schemas.microsoft.com/office/drawing/2014/main" id="{74471D2E-FB10-41F7-B2C3-42B55624E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7" name="Freeform 945">
                <a:extLst>
                  <a:ext uri="{FF2B5EF4-FFF2-40B4-BE49-F238E27FC236}">
                    <a16:creationId xmlns:a16="http://schemas.microsoft.com/office/drawing/2014/main" id="{81E0D9FE-059E-4E49-BA66-46D183516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8" name="Freeform 946">
                <a:extLst>
                  <a:ext uri="{FF2B5EF4-FFF2-40B4-BE49-F238E27FC236}">
                    <a16:creationId xmlns:a16="http://schemas.microsoft.com/office/drawing/2014/main" id="{E855E705-E074-44F7-B2DF-F50113992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104539" name="Freeform 947">
                <a:extLst>
                  <a:ext uri="{FF2B5EF4-FFF2-40B4-BE49-F238E27FC236}">
                    <a16:creationId xmlns:a16="http://schemas.microsoft.com/office/drawing/2014/main" id="{5BF48E1F-CD83-4C5F-98B2-EE415D559D8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sp>
        <p:nvSpPr>
          <p:cNvPr id="104453" name="Rectangle 4">
            <a:extLst>
              <a:ext uri="{FF2B5EF4-FFF2-40B4-BE49-F238E27FC236}">
                <a16:creationId xmlns:a16="http://schemas.microsoft.com/office/drawing/2014/main" id="{B93A2A08-5338-4E34-9D00-E437B2C07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563" y="228600"/>
            <a:ext cx="7772400" cy="81915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P2P architecture</a:t>
            </a:r>
          </a:p>
        </p:txBody>
      </p:sp>
      <p:sp>
        <p:nvSpPr>
          <p:cNvPr id="104454" name="Rectangle 5">
            <a:extLst>
              <a:ext uri="{FF2B5EF4-FFF2-40B4-BE49-F238E27FC236}">
                <a16:creationId xmlns:a16="http://schemas.microsoft.com/office/drawing/2014/main" id="{EBD1A975-62B8-4145-B1A0-0CDD7565227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0050" y="1300163"/>
            <a:ext cx="4049713" cy="5241925"/>
          </a:xfrm>
        </p:spPr>
        <p:txBody>
          <a:bodyPr/>
          <a:lstStyle/>
          <a:p>
            <a:r>
              <a:rPr lang="en-US" altLang="zh-TW" sz="2400" i="1" dirty="0">
                <a:ea typeface="ＭＳ Ｐゴシック" panose="020B0600070205080204" pitchFamily="34" charset="-128"/>
              </a:rPr>
              <a:t>no</a:t>
            </a:r>
            <a:r>
              <a:rPr lang="en-US" altLang="zh-TW" sz="2400" dirty="0">
                <a:ea typeface="ＭＳ Ｐゴシック" panose="020B0600070205080204" pitchFamily="34" charset="-128"/>
              </a:rPr>
              <a:t> always-on server</a:t>
            </a:r>
          </a:p>
          <a:p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arbitrary end systems directly communicate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peers request service from other peers, provide service in return to other peers</a:t>
            </a:r>
          </a:p>
          <a:p>
            <a:pPr lvl="1"/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self scalability</a:t>
            </a:r>
            <a:r>
              <a:rPr lang="en-US" altLang="zh-TW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– new peers bring new service capacity, as well as new service demands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peers are intermittently connected and change IP addresses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complex management</a:t>
            </a:r>
          </a:p>
          <a:p>
            <a:endParaRPr lang="en-US" altLang="zh-TW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</p:txBody>
      </p:sp>
      <p:pic>
        <p:nvPicPr>
          <p:cNvPr id="104455" name="Picture 351" descr="underline_base">
            <a:extLst>
              <a:ext uri="{FF2B5EF4-FFF2-40B4-BE49-F238E27FC236}">
                <a16:creationId xmlns:a16="http://schemas.microsoft.com/office/drawing/2014/main" id="{3568AF4B-1601-4EE4-86AF-F752070CB606}"/>
              </a:ext>
            </a:extLst>
          </p:cNvPr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852488"/>
            <a:ext cx="4011613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6" name="Line 1034">
            <a:extLst>
              <a:ext uri="{FF2B5EF4-FFF2-40B4-BE49-F238E27FC236}">
                <a16:creationId xmlns:a16="http://schemas.microsoft.com/office/drawing/2014/main" id="{88073DDB-8F3D-4EFB-AAA2-5C39BDED1D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1413" y="1852613"/>
            <a:ext cx="503237" cy="1389062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57" name="Line 1035">
            <a:extLst>
              <a:ext uri="{FF2B5EF4-FFF2-40B4-BE49-F238E27FC236}">
                <a16:creationId xmlns:a16="http://schemas.microsoft.com/office/drawing/2014/main" id="{BCD5211D-1886-4058-9660-99FF88D22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438400"/>
            <a:ext cx="238125" cy="25685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58" name="Line 1036">
            <a:extLst>
              <a:ext uri="{FF2B5EF4-FFF2-40B4-BE49-F238E27FC236}">
                <a16:creationId xmlns:a16="http://schemas.microsoft.com/office/drawing/2014/main" id="{8B5084E9-78CB-4E1A-AAF7-9361D16ED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5388" y="3581400"/>
            <a:ext cx="1198562" cy="19970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4459" name="Text Box 1037">
            <a:extLst>
              <a:ext uri="{FF2B5EF4-FFF2-40B4-BE49-F238E27FC236}">
                <a16:creationId xmlns:a16="http://schemas.microsoft.com/office/drawing/2014/main" id="{3ED7A827-C6CB-4FE8-B69B-104FD087E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373188"/>
            <a:ext cx="1284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CC0000"/>
                </a:solidFill>
                <a:latin typeface="Arial" panose="020B0604020202020204" pitchFamily="34" charset="0"/>
              </a:rPr>
              <a:t>peer-peer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B1C6CD70-FA7B-497B-A0F1-359A80EA7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06499" name="Rectangle 8">
            <a:extLst>
              <a:ext uri="{FF2B5EF4-FFF2-40B4-BE49-F238E27FC236}">
                <a16:creationId xmlns:a16="http://schemas.microsoft.com/office/drawing/2014/main" id="{51E30678-9CD9-43C8-8666-05176D0AB4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4CF37E6-68A1-4523-8DF6-A885A7B732CA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9CEBF5F8-68BA-4A1A-933B-867D36C38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0050" y="185738"/>
            <a:ext cx="7772400" cy="86360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Processes communicating</a:t>
            </a:r>
          </a:p>
        </p:txBody>
      </p:sp>
      <p:sp>
        <p:nvSpPr>
          <p:cNvPr id="106501" name="Rectangle 3">
            <a:extLst>
              <a:ext uri="{FF2B5EF4-FFF2-40B4-BE49-F238E27FC236}">
                <a16:creationId xmlns:a16="http://schemas.microsoft.com/office/drawing/2014/main" id="{E51F380B-E9D9-4C25-8C56-FED2D02F3D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44638"/>
            <a:ext cx="398938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process: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program</a:t>
            </a:r>
            <a:r>
              <a:rPr lang="en-US" altLang="zh-TW" dirty="0">
                <a:ea typeface="ＭＳ Ｐゴシック" panose="020B0600070205080204" pitchFamily="34" charset="-128"/>
              </a:rPr>
              <a:t> running within a host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Process communications: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within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same host</a:t>
            </a:r>
            <a:r>
              <a:rPr lang="en-US" altLang="zh-TW" sz="2400" dirty="0">
                <a:ea typeface="ＭＳ Ｐゴシック" panose="020B0600070205080204" pitchFamily="34" charset="-128"/>
              </a:rPr>
              <a:t>, two processes communicate using  inter-process communication defined by operating system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processes in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different hosts </a:t>
            </a:r>
            <a:r>
              <a:rPr lang="en-US" altLang="zh-TW" sz="2400" dirty="0">
                <a:ea typeface="ＭＳ Ｐゴシック" panose="020B0600070205080204" pitchFamily="34" charset="-128"/>
              </a:rPr>
              <a:t>communicate by exchanging messages</a:t>
            </a: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(focus of this course)</a:t>
            </a:r>
          </a:p>
        </p:txBody>
      </p:sp>
      <p:sp>
        <p:nvSpPr>
          <p:cNvPr id="106502" name="Rectangle 4">
            <a:extLst>
              <a:ext uri="{FF2B5EF4-FFF2-40B4-BE49-F238E27FC236}">
                <a16:creationId xmlns:a16="http://schemas.microsoft.com/office/drawing/2014/main" id="{1E29D7EC-A7D6-47A7-AEF6-CB13878143D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03788" y="1979613"/>
            <a:ext cx="3810000" cy="203358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process: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ea typeface="ＭＳ Ｐゴシック" panose="020B0600070205080204" pitchFamily="34" charset="-128"/>
              </a:rPr>
              <a:t>process that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initiates</a:t>
            </a:r>
            <a:r>
              <a:rPr lang="en-US" altLang="zh-TW" sz="2400" dirty="0">
                <a:ea typeface="ＭＳ Ｐゴシック" panose="020B0600070205080204" pitchFamily="34" charset="-128"/>
              </a:rPr>
              <a:t> communication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process: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ea typeface="ＭＳ Ｐゴシック" panose="020B0600070205080204" pitchFamily="34" charset="-128"/>
              </a:rPr>
              <a:t>process that waits to be contacted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06503" name="Rectangle 7">
            <a:extLst>
              <a:ext uri="{FF2B5EF4-FFF2-40B4-BE49-F238E27FC236}">
                <a16:creationId xmlns:a16="http://schemas.microsoft.com/office/drawing/2014/main" id="{B66E3C50-55CF-466A-953C-D9F4C331D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3" y="4238625"/>
            <a:ext cx="3989387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SzPct val="75000"/>
            </a:pPr>
            <a:r>
              <a:rPr lang="en-US" altLang="zh-TW" sz="2400" dirty="0"/>
              <a:t>Even applications with P2P architectures have client processes &amp; server processes</a:t>
            </a:r>
          </a:p>
        </p:txBody>
      </p:sp>
      <p:pic>
        <p:nvPicPr>
          <p:cNvPr id="106504" name="Picture 12" descr="underline_base">
            <a:extLst>
              <a:ext uri="{FF2B5EF4-FFF2-40B4-BE49-F238E27FC236}">
                <a16:creationId xmlns:a16="http://schemas.microsoft.com/office/drawing/2014/main" id="{B8806A29-9ABA-4C50-B22B-24715356DDE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866775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5" name="Rectangle 13">
            <a:extLst>
              <a:ext uri="{FF2B5EF4-FFF2-40B4-BE49-F238E27FC236}">
                <a16:creationId xmlns:a16="http://schemas.microsoft.com/office/drawing/2014/main" id="{3D919821-1E83-4688-B465-73F656FCA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00" y="1762125"/>
            <a:ext cx="4092575" cy="2062163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0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DB5C6E37-9D73-4EFB-B90A-6DA5E92A61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08547" name="Rectangle 8">
            <a:extLst>
              <a:ext uri="{FF2B5EF4-FFF2-40B4-BE49-F238E27FC236}">
                <a16:creationId xmlns:a16="http://schemas.microsoft.com/office/drawing/2014/main" id="{8B5DCA15-59BD-440C-8CA2-EC90031004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469CE3F7-3813-4AC5-808E-73CB5757858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id="{B34E2161-8F61-432B-9234-F2D1287F2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0050" y="123825"/>
            <a:ext cx="8077200" cy="896938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Sockets</a:t>
            </a:r>
          </a:p>
        </p:txBody>
      </p:sp>
      <p:sp>
        <p:nvSpPr>
          <p:cNvPr id="108549" name="Rectangle 3">
            <a:extLst>
              <a:ext uri="{FF2B5EF4-FFF2-40B4-BE49-F238E27FC236}">
                <a16:creationId xmlns:a16="http://schemas.microsoft.com/office/drawing/2014/main" id="{39671C60-4D99-4479-992D-EC719972ED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49250" y="1208088"/>
            <a:ext cx="8232775" cy="2328862"/>
          </a:xfrm>
        </p:spPr>
        <p:txBody>
          <a:bodyPr/>
          <a:lstStyle/>
          <a:p>
            <a:r>
              <a:rPr lang="en-US" altLang="zh-TW" sz="2400" dirty="0">
                <a:ea typeface="ＭＳ Ｐゴシック" panose="020B0600070205080204" pitchFamily="34" charset="-128"/>
              </a:rPr>
              <a:t>A </a:t>
            </a: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socket </a:t>
            </a:r>
            <a:r>
              <a:rPr lang="en-US" altLang="zh-TW" sz="2400" dirty="0">
                <a:ea typeface="ＭＳ Ｐゴシック" panose="020B0600070205080204" pitchFamily="34" charset="-128"/>
              </a:rPr>
              <a:t>is</a:t>
            </a: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ea typeface="ＭＳ Ｐゴシック" panose="020B0600070205080204" pitchFamily="34" charset="-128"/>
              </a:rPr>
              <a:t>a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software interface</a:t>
            </a:r>
            <a:r>
              <a:rPr lang="en-US" altLang="zh-TW" sz="2400" dirty="0">
                <a:ea typeface="ＭＳ Ｐゴシック" panose="020B0600070205080204" pitchFamily="34" charset="-128"/>
              </a:rPr>
              <a:t> through which a process sends/receives messages to/from the network.</a:t>
            </a:r>
            <a:endParaRPr lang="en-US" altLang="zh-TW" sz="240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socket analogous to door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sending process shoves message out door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sending process relies on transport infrastructure on other side of door to deliver message to socket at receiving process</a:t>
            </a:r>
          </a:p>
        </p:txBody>
      </p:sp>
      <p:pic>
        <p:nvPicPr>
          <p:cNvPr id="108550" name="Picture 43" descr="underline_base">
            <a:extLst>
              <a:ext uri="{FF2B5EF4-FFF2-40B4-BE49-F238E27FC236}">
                <a16:creationId xmlns:a16="http://schemas.microsoft.com/office/drawing/2014/main" id="{1D561A37-C4FF-42E8-9288-7C979B30756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800100"/>
            <a:ext cx="19161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1" name="Freeform 66">
            <a:extLst>
              <a:ext uri="{FF2B5EF4-FFF2-40B4-BE49-F238E27FC236}">
                <a16:creationId xmlns:a16="http://schemas.microsoft.com/office/drawing/2014/main" id="{F9103BAD-8398-46B0-8F58-270C97C802A6}"/>
              </a:ext>
            </a:extLst>
          </p:cNvPr>
          <p:cNvSpPr>
            <a:spLocks/>
          </p:cNvSpPr>
          <p:nvPr/>
        </p:nvSpPr>
        <p:spPr bwMode="auto">
          <a:xfrm>
            <a:off x="6948488" y="3751263"/>
            <a:ext cx="736600" cy="1998662"/>
          </a:xfrm>
          <a:custGeom>
            <a:avLst/>
            <a:gdLst>
              <a:gd name="T0" fmla="*/ 2147483646 w 464"/>
              <a:gd name="T1" fmla="*/ 2147483646 h 1259"/>
              <a:gd name="T2" fmla="*/ 0 w 464"/>
              <a:gd name="T3" fmla="*/ 0 h 1259"/>
              <a:gd name="T4" fmla="*/ 2147483646 w 464"/>
              <a:gd name="T5" fmla="*/ 2147483646 h 1259"/>
              <a:gd name="T6" fmla="*/ 2147483646 w 464"/>
              <a:gd name="T7" fmla="*/ 2147483646 h 1259"/>
              <a:gd name="T8" fmla="*/ 2147483646 w 464"/>
              <a:gd name="T9" fmla="*/ 2147483646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8552" name="Freeform 7">
            <a:extLst>
              <a:ext uri="{FF2B5EF4-FFF2-40B4-BE49-F238E27FC236}">
                <a16:creationId xmlns:a16="http://schemas.microsoft.com/office/drawing/2014/main" id="{EB8C6235-5BAC-40FF-921E-7EBBAF926F00}"/>
              </a:ext>
            </a:extLst>
          </p:cNvPr>
          <p:cNvSpPr>
            <a:spLocks/>
          </p:cNvSpPr>
          <p:nvPr/>
        </p:nvSpPr>
        <p:spPr bwMode="auto">
          <a:xfrm>
            <a:off x="3633788" y="5048250"/>
            <a:ext cx="1808162" cy="1031875"/>
          </a:xfrm>
          <a:custGeom>
            <a:avLst/>
            <a:gdLst>
              <a:gd name="T0" fmla="*/ 2147483646 w 2135"/>
              <a:gd name="T1" fmla="*/ 2147483646 h 1662"/>
              <a:gd name="T2" fmla="*/ 2147483646 w 2135"/>
              <a:gd name="T3" fmla="*/ 2147483646 h 1662"/>
              <a:gd name="T4" fmla="*/ 2147483646 w 2135"/>
              <a:gd name="T5" fmla="*/ 2147483646 h 1662"/>
              <a:gd name="T6" fmla="*/ 2147483646 w 2135"/>
              <a:gd name="T7" fmla="*/ 2147483646 h 1662"/>
              <a:gd name="T8" fmla="*/ 2147483646 w 2135"/>
              <a:gd name="T9" fmla="*/ 2147483646 h 1662"/>
              <a:gd name="T10" fmla="*/ 2147483646 w 2135"/>
              <a:gd name="T11" fmla="*/ 2147483646 h 1662"/>
              <a:gd name="T12" fmla="*/ 2147483646 w 2135"/>
              <a:gd name="T13" fmla="*/ 2147483646 h 1662"/>
              <a:gd name="T14" fmla="*/ 2147483646 w 2135"/>
              <a:gd name="T15" fmla="*/ 2147483646 h 1662"/>
              <a:gd name="T16" fmla="*/ 2147483646 w 2135"/>
              <a:gd name="T17" fmla="*/ 2147483646 h 1662"/>
              <a:gd name="T18" fmla="*/ 2147483646 w 2135"/>
              <a:gd name="T19" fmla="*/ 2147483646 h 1662"/>
              <a:gd name="T20" fmla="*/ 2147483646 w 2135"/>
              <a:gd name="T21" fmla="*/ 2147483646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53" name="Text Box 51">
            <a:extLst>
              <a:ext uri="{FF2B5EF4-FFF2-40B4-BE49-F238E27FC236}">
                <a16:creationId xmlns:a16="http://schemas.microsoft.com/office/drawing/2014/main" id="{82985B7C-B1B2-4D97-A4E2-BCF73570D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518001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Internet</a:t>
            </a:r>
          </a:p>
        </p:txBody>
      </p:sp>
      <p:sp>
        <p:nvSpPr>
          <p:cNvPr id="108554" name="Line 52">
            <a:extLst>
              <a:ext uri="{FF2B5EF4-FFF2-40B4-BE49-F238E27FC236}">
                <a16:creationId xmlns:a16="http://schemas.microsoft.com/office/drawing/2014/main" id="{8EA4582A-34C9-4AC9-9DDE-46645A0F2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2488" y="5591175"/>
            <a:ext cx="2211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55" name="Text Box 53">
            <a:extLst>
              <a:ext uri="{FF2B5EF4-FFF2-40B4-BE49-F238E27FC236}">
                <a16:creationId xmlns:a16="http://schemas.microsoft.com/office/drawing/2014/main" id="{D1E45342-846F-44CA-9C46-708287D15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25" y="481647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controlled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by OS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6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56" name="Text Box 56">
            <a:extLst>
              <a:ext uri="{FF2B5EF4-FFF2-40B4-BE49-F238E27FC236}">
                <a16:creationId xmlns:a16="http://schemas.microsoft.com/office/drawing/2014/main" id="{43E80A87-B5D7-4FE1-915A-D88F4FCA7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91636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controlled by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app developer</a:t>
            </a:r>
          </a:p>
        </p:txBody>
      </p:sp>
      <p:sp>
        <p:nvSpPr>
          <p:cNvPr id="108557" name="Freeform 45">
            <a:extLst>
              <a:ext uri="{FF2B5EF4-FFF2-40B4-BE49-F238E27FC236}">
                <a16:creationId xmlns:a16="http://schemas.microsoft.com/office/drawing/2014/main" id="{6110ED32-31F2-49A2-B1E5-9897D02AFC86}"/>
              </a:ext>
            </a:extLst>
          </p:cNvPr>
          <p:cNvSpPr>
            <a:spLocks/>
          </p:cNvSpPr>
          <p:nvPr/>
        </p:nvSpPr>
        <p:spPr bwMode="auto">
          <a:xfrm>
            <a:off x="1208088" y="3814763"/>
            <a:ext cx="758825" cy="1997075"/>
          </a:xfrm>
          <a:custGeom>
            <a:avLst/>
            <a:gdLst>
              <a:gd name="T0" fmla="*/ 0 w 478"/>
              <a:gd name="T1" fmla="*/ 2147483646 h 1258"/>
              <a:gd name="T2" fmla="*/ 2147483646 w 478"/>
              <a:gd name="T3" fmla="*/ 0 h 1258"/>
              <a:gd name="T4" fmla="*/ 2147483646 w 478"/>
              <a:gd name="T5" fmla="*/ 2147483646 h 1258"/>
              <a:gd name="T6" fmla="*/ 2147483646 w 478"/>
              <a:gd name="T7" fmla="*/ 2147483646 h 1258"/>
              <a:gd name="T8" fmla="*/ 0 w 478"/>
              <a:gd name="T9" fmla="*/ 2147483646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8558" name="Rectangle 23">
            <a:extLst>
              <a:ext uri="{FF2B5EF4-FFF2-40B4-BE49-F238E27FC236}">
                <a16:creationId xmlns:a16="http://schemas.microsoft.com/office/drawing/2014/main" id="{46C4E38E-AFAD-441E-9ED1-112DEFD47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377031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8559" name="Rectangle 24">
            <a:extLst>
              <a:ext uri="{FF2B5EF4-FFF2-40B4-BE49-F238E27FC236}">
                <a16:creationId xmlns:a16="http://schemas.microsoft.com/office/drawing/2014/main" id="{6DA119E8-8AAD-4806-9461-3350AC10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63" y="3824288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8560" name="Line 25">
            <a:extLst>
              <a:ext uri="{FF2B5EF4-FFF2-40B4-BE49-F238E27FC236}">
                <a16:creationId xmlns:a16="http://schemas.microsoft.com/office/drawing/2014/main" id="{1EC220C5-DBEC-4148-8D8C-76AA39088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5847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61" name="Text Box 26">
            <a:extLst>
              <a:ext uri="{FF2B5EF4-FFF2-40B4-BE49-F238E27FC236}">
                <a16:creationId xmlns:a16="http://schemas.microsoft.com/office/drawing/2014/main" id="{8C02BFF6-1B20-4E59-BCC0-810F6DD89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45672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108562" name="Line 27">
            <a:extLst>
              <a:ext uri="{FF2B5EF4-FFF2-40B4-BE49-F238E27FC236}">
                <a16:creationId xmlns:a16="http://schemas.microsoft.com/office/drawing/2014/main" id="{D8269A26-A218-47F7-B9C6-C439DC974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0725" y="490537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63" name="Line 28">
            <a:extLst>
              <a:ext uri="{FF2B5EF4-FFF2-40B4-BE49-F238E27FC236}">
                <a16:creationId xmlns:a16="http://schemas.microsoft.com/office/drawing/2014/main" id="{AE089C72-C62F-4177-8474-5584EDF422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6438" y="52149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64" name="Line 29">
            <a:extLst>
              <a:ext uri="{FF2B5EF4-FFF2-40B4-BE49-F238E27FC236}">
                <a16:creationId xmlns:a16="http://schemas.microsoft.com/office/drawing/2014/main" id="{4F62DFB4-189E-48F4-A10F-13ACDBC92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6438" y="550068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65" name="Text Box 26">
            <a:extLst>
              <a:ext uri="{FF2B5EF4-FFF2-40B4-BE49-F238E27FC236}">
                <a16:creationId xmlns:a16="http://schemas.microsoft.com/office/drawing/2014/main" id="{B4EE04D6-0AF7-482E-9A78-ABF1961EC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850" y="38147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108566" name="Text Box 26">
            <a:extLst>
              <a:ext uri="{FF2B5EF4-FFF2-40B4-BE49-F238E27FC236}">
                <a16:creationId xmlns:a16="http://schemas.microsoft.com/office/drawing/2014/main" id="{93FFCEB7-CF0B-4F10-9529-3CFE0069B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54721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108567" name="Text Box 26">
            <a:extLst>
              <a:ext uri="{FF2B5EF4-FFF2-40B4-BE49-F238E27FC236}">
                <a16:creationId xmlns:a16="http://schemas.microsoft.com/office/drawing/2014/main" id="{CB318369-F068-4689-BE4B-D9CA0F10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450" y="51863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108568" name="Text Box 26">
            <a:extLst>
              <a:ext uri="{FF2B5EF4-FFF2-40B4-BE49-F238E27FC236}">
                <a16:creationId xmlns:a16="http://schemas.microsoft.com/office/drawing/2014/main" id="{2FBAAA90-3A50-4144-A31C-5AAEC4C9A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48910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108569" name="Oval 57">
            <a:extLst>
              <a:ext uri="{FF2B5EF4-FFF2-40B4-BE49-F238E27FC236}">
                <a16:creationId xmlns:a16="http://schemas.microsoft.com/office/drawing/2014/main" id="{74902CE4-F830-4BF4-8430-A9DE0D747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200" y="408940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process</a:t>
            </a:r>
          </a:p>
        </p:txBody>
      </p:sp>
      <p:grpSp>
        <p:nvGrpSpPr>
          <p:cNvPr id="108570" name="Group 58">
            <a:extLst>
              <a:ext uri="{FF2B5EF4-FFF2-40B4-BE49-F238E27FC236}">
                <a16:creationId xmlns:a16="http://schemas.microsoft.com/office/drawing/2014/main" id="{71914368-0817-4C2E-BE0C-7E346CFBF494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4449763"/>
            <a:ext cx="546100" cy="225425"/>
            <a:chOff x="1287" y="2524"/>
            <a:chExt cx="260" cy="100"/>
          </a:xfrm>
        </p:grpSpPr>
        <p:sp>
          <p:nvSpPr>
            <p:cNvPr id="108600" name="Rectangle 59">
              <a:extLst>
                <a:ext uri="{FF2B5EF4-FFF2-40B4-BE49-F238E27FC236}">
                  <a16:creationId xmlns:a16="http://schemas.microsoft.com/office/drawing/2014/main" id="{2EE79D15-4EDC-4647-9BAE-A6213391F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08601" name="Rectangle 60">
              <a:extLst>
                <a:ext uri="{FF2B5EF4-FFF2-40B4-BE49-F238E27FC236}">
                  <a16:creationId xmlns:a16="http://schemas.microsoft.com/office/drawing/2014/main" id="{DE0D0F2E-31FE-4EA8-BCAC-8DEE26D8C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08602" name="Rectangle 61">
              <a:extLst>
                <a:ext uri="{FF2B5EF4-FFF2-40B4-BE49-F238E27FC236}">
                  <a16:creationId xmlns:a16="http://schemas.microsoft.com/office/drawing/2014/main" id="{46ACCF4E-F49A-4511-BAB9-22C386581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08603" name="Rectangle 62">
              <a:extLst>
                <a:ext uri="{FF2B5EF4-FFF2-40B4-BE49-F238E27FC236}">
                  <a16:creationId xmlns:a16="http://schemas.microsoft.com/office/drawing/2014/main" id="{AF8BAB80-9909-4FA0-8F61-4655F4D3C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sp>
        <p:nvSpPr>
          <p:cNvPr id="108571" name="Rectangle 23">
            <a:extLst>
              <a:ext uri="{FF2B5EF4-FFF2-40B4-BE49-F238E27FC236}">
                <a16:creationId xmlns:a16="http://schemas.microsoft.com/office/drawing/2014/main" id="{E2568207-0CAF-44CB-A340-B50428A69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725" y="374173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8572" name="Rectangle 24">
            <a:extLst>
              <a:ext uri="{FF2B5EF4-FFF2-40B4-BE49-F238E27FC236}">
                <a16:creationId xmlns:a16="http://schemas.microsoft.com/office/drawing/2014/main" id="{C48418E9-8EFE-4C88-8B32-FF76DD703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25" y="3795713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108573" name="Line 25">
            <a:extLst>
              <a:ext uri="{FF2B5EF4-FFF2-40B4-BE49-F238E27FC236}">
                <a16:creationId xmlns:a16="http://schemas.microsoft.com/office/drawing/2014/main" id="{0C18F28B-3EDC-4BA0-89A5-47C0EBFB8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5150" y="45561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74" name="Text Box 26">
            <a:extLst>
              <a:ext uri="{FF2B5EF4-FFF2-40B4-BE49-F238E27FC236}">
                <a16:creationId xmlns:a16="http://schemas.microsoft.com/office/drawing/2014/main" id="{398740EE-EB08-4950-B766-1B79D9756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45386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108575" name="Line 27">
            <a:extLst>
              <a:ext uri="{FF2B5EF4-FFF2-40B4-BE49-F238E27FC236}">
                <a16:creationId xmlns:a16="http://schemas.microsoft.com/office/drawing/2014/main" id="{5226ADC9-0163-4697-B1F0-8E27A5EDA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48768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76" name="Line 28">
            <a:extLst>
              <a:ext uri="{FF2B5EF4-FFF2-40B4-BE49-F238E27FC236}">
                <a16:creationId xmlns:a16="http://schemas.microsoft.com/office/drawing/2014/main" id="{FE8DD51E-4104-4A0F-9869-7E862AE39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1863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77" name="Line 29">
            <a:extLst>
              <a:ext uri="{FF2B5EF4-FFF2-40B4-BE49-F238E27FC236}">
                <a16:creationId xmlns:a16="http://schemas.microsoft.com/office/drawing/2014/main" id="{2C8A4A33-3B8F-468F-828D-177A9699B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4721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08578" name="Text Box 26">
            <a:extLst>
              <a:ext uri="{FF2B5EF4-FFF2-40B4-BE49-F238E27FC236}">
                <a16:creationId xmlns:a16="http://schemas.microsoft.com/office/drawing/2014/main" id="{ECA6037B-868C-4668-ABFD-66AA3EA6A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13" y="37861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108579" name="Text Box 26">
            <a:extLst>
              <a:ext uri="{FF2B5EF4-FFF2-40B4-BE49-F238E27FC236}">
                <a16:creationId xmlns:a16="http://schemas.microsoft.com/office/drawing/2014/main" id="{417592EF-8A9E-480C-B84B-2F7E063D5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54435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108580" name="Text Box 26">
            <a:extLst>
              <a:ext uri="{FF2B5EF4-FFF2-40B4-BE49-F238E27FC236}">
                <a16:creationId xmlns:a16="http://schemas.microsoft.com/office/drawing/2014/main" id="{642F4A4E-6034-404D-95EA-63AC41323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13" y="51577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108581" name="Text Box 26">
            <a:extLst>
              <a:ext uri="{FF2B5EF4-FFF2-40B4-BE49-F238E27FC236}">
                <a16:creationId xmlns:a16="http://schemas.microsoft.com/office/drawing/2014/main" id="{000DBC9E-CEB5-4A8B-8CB0-F16B65D4D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48625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969696"/>
                </a:solidFill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108582" name="Oval 78">
            <a:extLst>
              <a:ext uri="{FF2B5EF4-FFF2-40B4-BE49-F238E27FC236}">
                <a16:creationId xmlns:a16="http://schemas.microsoft.com/office/drawing/2014/main" id="{3576F6D1-6856-43CE-8C80-C6B63FCFD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3" y="406082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process</a:t>
            </a:r>
          </a:p>
        </p:txBody>
      </p:sp>
      <p:grpSp>
        <p:nvGrpSpPr>
          <p:cNvPr id="108583" name="Group 79">
            <a:extLst>
              <a:ext uri="{FF2B5EF4-FFF2-40B4-BE49-F238E27FC236}">
                <a16:creationId xmlns:a16="http://schemas.microsoft.com/office/drawing/2014/main" id="{B444AF05-7968-4DEF-B00B-0723827A80F6}"/>
              </a:ext>
            </a:extLst>
          </p:cNvPr>
          <p:cNvGrpSpPr>
            <a:grpSpLocks/>
          </p:cNvGrpSpPr>
          <p:nvPr/>
        </p:nvGrpSpPr>
        <p:grpSpPr bwMode="auto">
          <a:xfrm>
            <a:off x="6018213" y="4421188"/>
            <a:ext cx="546100" cy="225425"/>
            <a:chOff x="1287" y="2524"/>
            <a:chExt cx="260" cy="100"/>
          </a:xfrm>
        </p:grpSpPr>
        <p:sp>
          <p:nvSpPr>
            <p:cNvPr id="108596" name="Rectangle 80">
              <a:extLst>
                <a:ext uri="{FF2B5EF4-FFF2-40B4-BE49-F238E27FC236}">
                  <a16:creationId xmlns:a16="http://schemas.microsoft.com/office/drawing/2014/main" id="{F4D90EC2-1322-404D-976E-CE301631F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08597" name="Rectangle 81">
              <a:extLst>
                <a:ext uri="{FF2B5EF4-FFF2-40B4-BE49-F238E27FC236}">
                  <a16:creationId xmlns:a16="http://schemas.microsoft.com/office/drawing/2014/main" id="{9208AA98-4916-4C33-9747-541756164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08598" name="Rectangle 82">
              <a:extLst>
                <a:ext uri="{FF2B5EF4-FFF2-40B4-BE49-F238E27FC236}">
                  <a16:creationId xmlns:a16="http://schemas.microsoft.com/office/drawing/2014/main" id="{F215A1AB-8F6B-4DE3-8F89-4A1B3DFF6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08599" name="Rectangle 83">
              <a:extLst>
                <a:ext uri="{FF2B5EF4-FFF2-40B4-BE49-F238E27FC236}">
                  <a16:creationId xmlns:a16="http://schemas.microsoft.com/office/drawing/2014/main" id="{12A2089E-8BA8-433A-9D4C-1EA557B2C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sp>
        <p:nvSpPr>
          <p:cNvPr id="108584" name="Line 88">
            <a:extLst>
              <a:ext uri="{FF2B5EF4-FFF2-40B4-BE49-F238E27FC236}">
                <a16:creationId xmlns:a16="http://schemas.microsoft.com/office/drawing/2014/main" id="{8692165A-BF67-4126-8092-5548A7A32C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7838" y="419258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8585" name="Line 89">
            <a:extLst>
              <a:ext uri="{FF2B5EF4-FFF2-40B4-BE49-F238E27FC236}">
                <a16:creationId xmlns:a16="http://schemas.microsoft.com/office/drawing/2014/main" id="{DCDFE719-118E-45A8-8D0F-DB8A9F2E0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3263" y="461803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8586" name="Line 90">
            <a:extLst>
              <a:ext uri="{FF2B5EF4-FFF2-40B4-BE49-F238E27FC236}">
                <a16:creationId xmlns:a16="http://schemas.microsoft.com/office/drawing/2014/main" id="{526CCF71-A530-4615-BE03-5EAEF99C89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7075" y="511810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8587" name="Text Box 56">
            <a:extLst>
              <a:ext uri="{FF2B5EF4-FFF2-40B4-BE49-F238E27FC236}">
                <a16:creationId xmlns:a16="http://schemas.microsoft.com/office/drawing/2014/main" id="{48A8573F-D609-4F1B-B155-84A85B99C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975" y="3873500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solidFill>
                  <a:srgbClr val="CC0000"/>
                </a:solidFill>
                <a:latin typeface="Arial" panose="020B0604020202020204" pitchFamily="34" charset="0"/>
              </a:rPr>
              <a:t>socket</a:t>
            </a:r>
          </a:p>
        </p:txBody>
      </p:sp>
      <p:sp>
        <p:nvSpPr>
          <p:cNvPr id="108588" name="Line 92">
            <a:extLst>
              <a:ext uri="{FF2B5EF4-FFF2-40B4-BE49-F238E27FC236}">
                <a16:creationId xmlns:a16="http://schemas.microsoft.com/office/drawing/2014/main" id="{91D0EEFE-FEBF-4F22-85C3-F493A032B6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4025" y="4073525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8589" name="Line 93">
            <a:extLst>
              <a:ext uri="{FF2B5EF4-FFF2-40B4-BE49-F238E27FC236}">
                <a16:creationId xmlns:a16="http://schemas.microsoft.com/office/drawing/2014/main" id="{0F3E9247-EEE3-498F-9A3A-7314FE3629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9188" y="4062413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108590" name="Group 96">
            <a:extLst>
              <a:ext uri="{FF2B5EF4-FFF2-40B4-BE49-F238E27FC236}">
                <a16:creationId xmlns:a16="http://schemas.microsoft.com/office/drawing/2014/main" id="{A3A0C0EA-3D3D-42AB-91E2-64C4C6B35841}"/>
              </a:ext>
            </a:extLst>
          </p:cNvPr>
          <p:cNvGrpSpPr>
            <a:grpSpLocks/>
          </p:cNvGrpSpPr>
          <p:nvPr/>
        </p:nvGrpSpPr>
        <p:grpSpPr bwMode="auto">
          <a:xfrm>
            <a:off x="784225" y="5127625"/>
            <a:ext cx="719138" cy="773113"/>
            <a:chOff x="-44" y="1473"/>
            <a:chExt cx="981" cy="1105"/>
          </a:xfrm>
        </p:grpSpPr>
        <p:pic>
          <p:nvPicPr>
            <p:cNvPr id="108594" name="Picture 97" descr="desktop_computer_stylized_medium">
              <a:extLst>
                <a:ext uri="{FF2B5EF4-FFF2-40B4-BE49-F238E27FC236}">
                  <a16:creationId xmlns:a16="http://schemas.microsoft.com/office/drawing/2014/main" id="{E7A82956-DF06-4A58-B0C6-C866900A3C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595" name="Freeform 98">
              <a:extLst>
                <a:ext uri="{FF2B5EF4-FFF2-40B4-BE49-F238E27FC236}">
                  <a16:creationId xmlns:a16="http://schemas.microsoft.com/office/drawing/2014/main" id="{6CD87F9C-A4A5-431D-A060-68587225180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08591" name="Group 99">
            <a:extLst>
              <a:ext uri="{FF2B5EF4-FFF2-40B4-BE49-F238E27FC236}">
                <a16:creationId xmlns:a16="http://schemas.microsoft.com/office/drawing/2014/main" id="{2D0ED66F-D7A3-4C6C-8E2B-945F07B51D3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480300" y="5322888"/>
            <a:ext cx="719138" cy="773112"/>
            <a:chOff x="-44" y="1473"/>
            <a:chExt cx="981" cy="1105"/>
          </a:xfrm>
        </p:grpSpPr>
        <p:pic>
          <p:nvPicPr>
            <p:cNvPr id="108592" name="Picture 100" descr="desktop_computer_stylized_medium">
              <a:extLst>
                <a:ext uri="{FF2B5EF4-FFF2-40B4-BE49-F238E27FC236}">
                  <a16:creationId xmlns:a16="http://schemas.microsoft.com/office/drawing/2014/main" id="{2832CFB2-CA10-447C-B272-06366627B0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593" name="Freeform 101">
              <a:extLst>
                <a:ext uri="{FF2B5EF4-FFF2-40B4-BE49-F238E27FC236}">
                  <a16:creationId xmlns:a16="http://schemas.microsoft.com/office/drawing/2014/main" id="{3D978061-335F-4C52-9679-D17053D550B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5" grpId="0"/>
      <p:bldP spid="108556" grpId="0"/>
      <p:bldP spid="108584" grpId="0" animBg="1"/>
      <p:bldP spid="108585" grpId="0" animBg="1"/>
      <p:bldP spid="10858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1D2D9BFA-3C54-4462-8F21-CE4A694058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  <a:cs typeface="Arial" panose="020B0604020202020204" pitchFamily="34" charset="0"/>
              </a:rPr>
              <a:t>Application Layer</a:t>
            </a:r>
          </a:p>
        </p:txBody>
      </p:sp>
      <p:sp>
        <p:nvSpPr>
          <p:cNvPr id="110595" name="Rectangle 8">
            <a:extLst>
              <a:ext uri="{FF2B5EF4-FFF2-40B4-BE49-F238E27FC236}">
                <a16:creationId xmlns:a16="http://schemas.microsoft.com/office/drawing/2014/main" id="{4AE92ADA-A646-44E8-800A-90A4A3CCE3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  <a:cs typeface="Arial" panose="020B0604020202020204" pitchFamily="34" charset="0"/>
              </a:rPr>
              <a:t>2-</a:t>
            </a:r>
            <a:fld id="{4057797F-F567-42A0-AEA0-ECD3B3C9A87A}" type="slidenum">
              <a:rPr lang="en-US" altLang="en-US" sz="1200" smtClean="0">
                <a:latin typeface="Tahoma" panose="020B060403050404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id="{7A162B9B-7C77-4BEA-8D20-425DDD96A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0050" y="123825"/>
            <a:ext cx="8077200" cy="8969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Sockets</a:t>
            </a:r>
          </a:p>
        </p:txBody>
      </p:sp>
      <p:sp>
        <p:nvSpPr>
          <p:cNvPr id="110597" name="Rectangle 3">
            <a:extLst>
              <a:ext uri="{FF2B5EF4-FFF2-40B4-BE49-F238E27FC236}">
                <a16:creationId xmlns:a16="http://schemas.microsoft.com/office/drawing/2014/main" id="{655B834E-C4CB-48CB-B78B-550F88F2083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49250" y="1208088"/>
            <a:ext cx="8232775" cy="841375"/>
          </a:xfrm>
        </p:spPr>
        <p:txBody>
          <a:bodyPr/>
          <a:lstStyle/>
          <a:p>
            <a:r>
              <a:rPr lang="en-US" altLang="en-US" sz="2400">
                <a:ea typeface="ＭＳ Ｐゴシック" panose="020B0600070205080204" pitchFamily="34" charset="-128"/>
              </a:rPr>
              <a:t>Accessing transport services via sockets API:</a:t>
            </a:r>
          </a:p>
        </p:txBody>
      </p:sp>
      <p:pic>
        <p:nvPicPr>
          <p:cNvPr id="110598" name="Picture 43" descr="underline_base">
            <a:extLst>
              <a:ext uri="{FF2B5EF4-FFF2-40B4-BE49-F238E27FC236}">
                <a16:creationId xmlns:a16="http://schemas.microsoft.com/office/drawing/2014/main" id="{19A43BF4-4C7F-44A0-8F8F-66B2D88B5B3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800100"/>
            <a:ext cx="19161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9" name="Rectangle 4">
            <a:extLst>
              <a:ext uri="{FF2B5EF4-FFF2-40B4-BE49-F238E27FC236}">
                <a16:creationId xmlns:a16="http://schemas.microsoft.com/office/drawing/2014/main" id="{D3B5DE54-88C3-44DF-A13F-2972ABFE0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850" y="2506663"/>
            <a:ext cx="13716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HTTP</a:t>
            </a:r>
          </a:p>
        </p:txBody>
      </p:sp>
      <p:sp>
        <p:nvSpPr>
          <p:cNvPr id="110600" name="Rectangle 5">
            <a:extLst>
              <a:ext uri="{FF2B5EF4-FFF2-40B4-BE49-F238E27FC236}">
                <a16:creationId xmlns:a16="http://schemas.microsoft.com/office/drawing/2014/main" id="{804A6566-CF0A-4B23-B30E-D4BB4C5A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850" y="5008563"/>
            <a:ext cx="1371600" cy="381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TCP</a:t>
            </a:r>
          </a:p>
        </p:txBody>
      </p:sp>
      <p:sp>
        <p:nvSpPr>
          <p:cNvPr id="110601" name="AutoShape 20">
            <a:extLst>
              <a:ext uri="{FF2B5EF4-FFF2-40B4-BE49-F238E27FC236}">
                <a16:creationId xmlns:a16="http://schemas.microsoft.com/office/drawing/2014/main" id="{B839848F-92F5-4D43-963B-FF03EB0A8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2049463"/>
            <a:ext cx="1828800" cy="91440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110602" name="Text Box 21">
            <a:extLst>
              <a:ext uri="{FF2B5EF4-FFF2-40B4-BE49-F238E27FC236}">
                <a16:creationId xmlns:a16="http://schemas.microsoft.com/office/drawing/2014/main" id="{7B736F7A-C52A-4D22-A924-F1B1D7274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913" y="2052638"/>
            <a:ext cx="13795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Application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(e.g., web browser)</a:t>
            </a:r>
          </a:p>
        </p:txBody>
      </p:sp>
      <p:sp>
        <p:nvSpPr>
          <p:cNvPr id="110603" name="Line 22">
            <a:extLst>
              <a:ext uri="{FF2B5EF4-FFF2-40B4-BE49-F238E27FC236}">
                <a16:creationId xmlns:a16="http://schemas.microsoft.com/office/drawing/2014/main" id="{DAF759AF-1853-4E7B-B9EE-27F0CE67C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0050" y="2887663"/>
            <a:ext cx="0" cy="2120900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0604" name="Line 23">
            <a:extLst>
              <a:ext uri="{FF2B5EF4-FFF2-40B4-BE49-F238E27FC236}">
                <a16:creationId xmlns:a16="http://schemas.microsoft.com/office/drawing/2014/main" id="{58389302-C970-4A6B-ADF2-3EDAB29594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2887663"/>
            <a:ext cx="0" cy="2120900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10605" name="AutoShape 24">
            <a:extLst>
              <a:ext uri="{FF2B5EF4-FFF2-40B4-BE49-F238E27FC236}">
                <a16:creationId xmlns:a16="http://schemas.microsoft.com/office/drawing/2014/main" id="{20CA1273-6707-4DE7-BE4A-D7795A56B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4932363"/>
            <a:ext cx="1828800" cy="91440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110606" name="Text Box 25">
            <a:extLst>
              <a:ext uri="{FF2B5EF4-FFF2-40B4-BE49-F238E27FC236}">
                <a16:creationId xmlns:a16="http://schemas.microsoft.com/office/drawing/2014/main" id="{488C32BC-17D3-4BF5-9C96-192915BA2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175" y="5584825"/>
            <a:ext cx="13001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Operating System</a:t>
            </a:r>
          </a:p>
        </p:txBody>
      </p:sp>
      <p:sp>
        <p:nvSpPr>
          <p:cNvPr id="110607" name="Text Box 27">
            <a:extLst>
              <a:ext uri="{FF2B5EF4-FFF2-40B4-BE49-F238E27FC236}">
                <a16:creationId xmlns:a16="http://schemas.microsoft.com/office/drawing/2014/main" id="{1E3CAE25-71B8-44FC-8F0F-233A1D05A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2697163"/>
            <a:ext cx="420211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Network Application Programming Interface (API) (e.g., Sockets)</a:t>
            </a:r>
          </a:p>
        </p:txBody>
      </p:sp>
      <p:sp>
        <p:nvSpPr>
          <p:cNvPr id="110608" name="Rectangle 4">
            <a:extLst>
              <a:ext uri="{FF2B5EF4-FFF2-40B4-BE49-F238E27FC236}">
                <a16:creationId xmlns:a16="http://schemas.microsoft.com/office/drawing/2014/main" id="{96C1A420-A70B-47B4-AB50-7A6C70F1D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00" y="2978150"/>
            <a:ext cx="4783138" cy="1939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// Prepare address structures //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TCP_PeerAddr         = new sockaddr_in;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memset (TCP_PeerAddr, 0, sizeof(struct sockaddr_in));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TCP_PeerAddr-&gt;sin_family 		= AF_INET;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TCP_PeerAddr-&gt;sin_port   		= htons(0x4747);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TCP_PeerAddr-&gt;sin_addr.s_addr   	= </a:t>
            </a:r>
            <a:r>
              <a:rPr lang="en-US" altLang="en-US" sz="800" b="1">
                <a:solidFill>
                  <a:srgbClr val="FF66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inet_addr</a:t>
            </a: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(“137.189.97.120”);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80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// Create a socket and accept for incoming connection //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SOCKET Sockfd = </a:t>
            </a:r>
            <a:r>
              <a:rPr lang="en-US" altLang="en-US" sz="800" b="1">
                <a:solidFill>
                  <a:srgbClr val="FF66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socket</a:t>
            </a: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(AF_INET, SOCK_STREAM, 0);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int retval = </a:t>
            </a:r>
            <a:r>
              <a:rPr lang="en-US" altLang="en-US" sz="800" b="1">
                <a:solidFill>
                  <a:srgbClr val="FF66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connect</a:t>
            </a: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(Sockfd, (struct sockaddr *)TCP_PeerAddr,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	      sizeof(struct sockaddr_in));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if (retval == SOCKET_ERROR)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   // connect error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else // (retval == 0)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  <a:cs typeface="Arial" panose="020B0604020202020204" pitchFamily="34" charset="0"/>
              </a:rPr>
              <a:t>   // connect successful ...</a:t>
            </a:r>
          </a:p>
        </p:txBody>
      </p:sp>
      <p:sp>
        <p:nvSpPr>
          <p:cNvPr id="110609" name="Oval 1">
            <a:extLst>
              <a:ext uri="{FF2B5EF4-FFF2-40B4-BE49-F238E27FC236}">
                <a16:creationId xmlns:a16="http://schemas.microsoft.com/office/drawing/2014/main" id="{812E10C5-7093-41AA-9536-7E4301B3F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238" y="3649663"/>
            <a:ext cx="914400" cy="381000"/>
          </a:xfrm>
          <a:prstGeom prst="ellipse">
            <a:avLst/>
          </a:prstGeom>
          <a:noFill/>
          <a:ln w="12700" algn="ctr">
            <a:solidFill>
              <a:schemeClr val="tx1"/>
            </a:solidFill>
            <a:prstDash val="sysDash"/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>
              <a:cs typeface="Arial" panose="020B0604020202020204" pitchFamily="34" charset="0"/>
            </a:endParaRPr>
          </a:p>
        </p:txBody>
      </p:sp>
      <p:cxnSp>
        <p:nvCxnSpPr>
          <p:cNvPr id="110610" name="Straight Arrow Connector 3">
            <a:extLst>
              <a:ext uri="{FF2B5EF4-FFF2-40B4-BE49-F238E27FC236}">
                <a16:creationId xmlns:a16="http://schemas.microsoft.com/office/drawing/2014/main" id="{9EF5CF13-112F-4C3C-A46C-04D9F18846A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28863" y="3840163"/>
            <a:ext cx="663575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prstDash val="sys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5DF03CB1-8F29-4961-8B9D-AF0BDF5A36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14691" name="Rectangle 8">
            <a:extLst>
              <a:ext uri="{FF2B5EF4-FFF2-40B4-BE49-F238E27FC236}">
                <a16:creationId xmlns:a16="http://schemas.microsoft.com/office/drawing/2014/main" id="{F932B25F-5200-4280-877A-BFDAF3C391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85EF8BF1-D04B-4B2D-81F6-F25B53DE9AF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14692" name="Picture 10" descr="underline_base">
            <a:extLst>
              <a:ext uri="{FF2B5EF4-FFF2-40B4-BE49-F238E27FC236}">
                <a16:creationId xmlns:a16="http://schemas.microsoft.com/office/drawing/2014/main" id="{C2D4A1E6-A1AB-45DB-B310-1F562DEB7B3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911225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3" name="Rectangle 2">
            <a:extLst>
              <a:ext uri="{FF2B5EF4-FFF2-40B4-BE49-F238E27FC236}">
                <a16:creationId xmlns:a16="http://schemas.microsoft.com/office/drawing/2014/main" id="{C20BB017-6F33-40EF-B329-B9EB0D593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550" y="239713"/>
            <a:ext cx="7772400" cy="860425"/>
          </a:xfrm>
        </p:spPr>
        <p:txBody>
          <a:bodyPr/>
          <a:lstStyle/>
          <a:p>
            <a:r>
              <a:rPr lang="en-US" altLang="zh-TW" sz="4400" dirty="0">
                <a:ea typeface="ＭＳ Ｐゴシック" panose="020B0600070205080204" pitchFamily="34" charset="-128"/>
              </a:rPr>
              <a:t>Addressing processes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14694" name="Rectangle 3">
            <a:extLst>
              <a:ext uri="{FF2B5EF4-FFF2-40B4-BE49-F238E27FC236}">
                <a16:creationId xmlns:a16="http://schemas.microsoft.com/office/drawing/2014/main" id="{223317FF-8C01-47A9-B337-E94413A444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01650" y="1393825"/>
            <a:ext cx="3973513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ＭＳ Ｐゴシック" panose="020B0600070205080204" pitchFamily="34" charset="-128"/>
              </a:rPr>
              <a:t>In order for a process running on one host to send packets to a process running on another host, the receiving process needs to have an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address</a:t>
            </a:r>
            <a:r>
              <a:rPr lang="en-US" altLang="zh-TW" sz="2400" dirty="0">
                <a:ea typeface="ＭＳ Ｐゴシック" panose="020B0600070205080204" pitchFamily="34" charset="-128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ＭＳ Ｐゴシック" panose="020B0600070205080204" pitchFamily="34" charset="-128"/>
              </a:rPr>
              <a:t>To identify the receiving process, we need to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specify two info: </a:t>
            </a:r>
            <a:r>
              <a:rPr lang="en-US" altLang="zh-TW" sz="2400" dirty="0">
                <a:ea typeface="ＭＳ Ｐゴシック" panose="020B0600070205080204" pitchFamily="34" charset="-128"/>
              </a:rPr>
              <a:t>(1) the address of the host: unique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32-bit IP address</a:t>
            </a:r>
            <a:r>
              <a:rPr lang="en-US" altLang="zh-TW" sz="2400" dirty="0">
                <a:ea typeface="ＭＳ Ｐゴシック" panose="020B0600070205080204" pitchFamily="34" charset="-128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ＭＳ Ｐゴシック" panose="020B0600070205080204" pitchFamily="34" charset="-128"/>
              </a:rPr>
              <a:t>(2) an identifier that specifies the receiving process in the destination host: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port number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sp>
        <p:nvSpPr>
          <p:cNvPr id="44038" name="Rectangle 4">
            <a:extLst>
              <a:ext uri="{FF2B5EF4-FFF2-40B4-BE49-F238E27FC236}">
                <a16:creationId xmlns:a16="http://schemas.microsoft.com/office/drawing/2014/main" id="{96379757-3B74-4CEA-87CD-5D6BFB51B80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57750" y="1408113"/>
            <a:ext cx="3810000" cy="4648200"/>
          </a:xfrm>
        </p:spPr>
        <p:txBody>
          <a:bodyPr/>
          <a:lstStyle/>
          <a:p>
            <a:r>
              <a:rPr lang="en-US" altLang="zh-TW" sz="2400" dirty="0">
                <a:ea typeface="ＭＳ Ｐゴシック" panose="020B0600070205080204" pitchFamily="34" charset="-128"/>
              </a:rPr>
              <a:t>Example port numbers: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HTTP server: 80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mail server: 25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E.g., to send HTTP message to gaia.cs.umass.edu web server: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IP address: 128.119.245.12</a:t>
            </a:r>
          </a:p>
          <a:p>
            <a:pPr lvl="1"/>
            <a:r>
              <a:rPr lang="en-US" altLang="zh-TW" sz="2000" dirty="0">
                <a:ea typeface="ＭＳ Ｐゴシック" panose="020B0600070205080204" pitchFamily="34" charset="-128"/>
              </a:rPr>
              <a:t>port number: 80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400" i="1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zh-TW" sz="2400" dirty="0">
                <a:ea typeface="ＭＳ Ｐゴシック" panose="020B0600070205080204" pitchFamily="34" charset="-128"/>
              </a:rPr>
              <a:t> does  IP address of host on which process runs suffice for identifying the process?</a:t>
            </a:r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TW" sz="2400" i="1" u="sng" dirty="0">
                <a:solidFill>
                  <a:srgbClr val="CC0000"/>
                </a:solidFill>
              </a:rPr>
              <a:t>A:</a:t>
            </a:r>
            <a:r>
              <a:rPr lang="en-US" altLang="zh-TW" sz="2400" dirty="0"/>
              <a:t> no, </a:t>
            </a:r>
            <a:r>
              <a:rPr lang="en-US" altLang="zh-TW" sz="2400" i="1" dirty="0">
                <a:solidFill>
                  <a:srgbClr val="0070C0"/>
                </a:solidFill>
              </a:rPr>
              <a:t>many</a:t>
            </a:r>
            <a:r>
              <a:rPr lang="en-US" altLang="zh-TW" sz="2400" dirty="0">
                <a:solidFill>
                  <a:srgbClr val="0070C0"/>
                </a:solidFill>
              </a:rPr>
              <a:t> processes can be running on same host</a:t>
            </a:r>
          </a:p>
          <a:p>
            <a:endParaRPr lang="en-US" altLang="zh-TW" sz="2400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384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5DF03CB1-8F29-4961-8B9D-AF0BDF5A36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14691" name="Rectangle 8">
            <a:extLst>
              <a:ext uri="{FF2B5EF4-FFF2-40B4-BE49-F238E27FC236}">
                <a16:creationId xmlns:a16="http://schemas.microsoft.com/office/drawing/2014/main" id="{F932B25F-5200-4280-877A-BFDAF3C391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85EF8BF1-D04B-4B2D-81F6-F25B53DE9AF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14692" name="Picture 10" descr="underline_base">
            <a:extLst>
              <a:ext uri="{FF2B5EF4-FFF2-40B4-BE49-F238E27FC236}">
                <a16:creationId xmlns:a16="http://schemas.microsoft.com/office/drawing/2014/main" id="{C2D4A1E6-A1AB-45DB-B310-1F562DEB7B3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911225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3" name="Rectangle 2">
            <a:extLst>
              <a:ext uri="{FF2B5EF4-FFF2-40B4-BE49-F238E27FC236}">
                <a16:creationId xmlns:a16="http://schemas.microsoft.com/office/drawing/2014/main" id="{C20BB017-6F33-40EF-B329-B9EB0D593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550" y="239713"/>
            <a:ext cx="7772400" cy="860425"/>
          </a:xfrm>
        </p:spPr>
        <p:txBody>
          <a:bodyPr/>
          <a:lstStyle/>
          <a:p>
            <a:r>
              <a:rPr lang="en-US" altLang="zh-TW" dirty="0">
                <a:ea typeface="ＭＳ Ｐゴシック" panose="020B0600070205080204" pitchFamily="34" charset="-128"/>
              </a:rPr>
              <a:t>App-layer protocol defines</a:t>
            </a:r>
          </a:p>
        </p:txBody>
      </p:sp>
      <p:sp>
        <p:nvSpPr>
          <p:cNvPr id="114694" name="Rectangle 3">
            <a:extLst>
              <a:ext uri="{FF2B5EF4-FFF2-40B4-BE49-F238E27FC236}">
                <a16:creationId xmlns:a16="http://schemas.microsoft.com/office/drawing/2014/main" id="{223317FF-8C01-47A9-B337-E94413A444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01650" y="1393825"/>
            <a:ext cx="3973513" cy="4648200"/>
          </a:xfrm>
        </p:spPr>
        <p:txBody>
          <a:bodyPr/>
          <a:lstStyle/>
          <a:p>
            <a:pPr marL="457200" indent="-457200">
              <a:buFont typeface="Comic Sans MS" panose="030F0702030302020204" pitchFamily="66" charset="0"/>
              <a:buAutoNum type="arabicPeriod"/>
            </a:pP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types of messages exchanged,</a:t>
            </a:r>
            <a:r>
              <a:rPr lang="en-US" altLang="zh-TW" sz="240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e.g., request, response </a:t>
            </a:r>
          </a:p>
          <a:p>
            <a:pPr marL="457200" indent="-457200">
              <a:buFont typeface="Comic Sans MS" panose="030F0702030302020204" pitchFamily="66" charset="0"/>
              <a:buAutoNum type="arabicPeriod"/>
            </a:pP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message syntax: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what fields in messages &amp; how fields are delineated</a:t>
            </a:r>
          </a:p>
          <a:p>
            <a:pPr marL="457200" indent="-457200">
              <a:buFont typeface="Comic Sans MS" panose="030F0702030302020204" pitchFamily="66" charset="0"/>
              <a:buAutoNum type="arabicPeriod"/>
            </a:pP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message semantics</a:t>
            </a:r>
            <a:r>
              <a:rPr lang="en-US" altLang="zh-TW" sz="240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meaning of information in fields</a:t>
            </a:r>
          </a:p>
          <a:p>
            <a:pPr marL="457200" indent="-457200">
              <a:buFont typeface="Comic Sans MS" panose="030F0702030302020204" pitchFamily="66" charset="0"/>
              <a:buAutoNum type="arabicPeriod"/>
            </a:pP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rules</a:t>
            </a:r>
            <a:r>
              <a:rPr lang="en-US" altLang="zh-TW" sz="2400">
                <a:ea typeface="ＭＳ Ｐゴシック" panose="020B0600070205080204" pitchFamily="34" charset="-128"/>
              </a:rPr>
              <a:t> for when and how processes send &amp; respond to messages</a:t>
            </a:r>
          </a:p>
        </p:txBody>
      </p:sp>
      <p:sp>
        <p:nvSpPr>
          <p:cNvPr id="44038" name="Rectangle 4">
            <a:extLst>
              <a:ext uri="{FF2B5EF4-FFF2-40B4-BE49-F238E27FC236}">
                <a16:creationId xmlns:a16="http://schemas.microsoft.com/office/drawing/2014/main" id="{96379757-3B74-4CEA-87CD-5D6BFB51B80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57750" y="140811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solidFill>
                  <a:srgbClr val="0070C0"/>
                </a:solidFill>
                <a:ea typeface="ＭＳ Ｐゴシック" pitchFamily="34" charset="-128"/>
              </a:rPr>
              <a:t>Two main types of app-layer protocols: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TW" sz="2400" dirty="0">
                <a:solidFill>
                  <a:srgbClr val="FF0000"/>
                </a:solidFill>
                <a:ea typeface="ＭＳ Ｐゴシック" pitchFamily="34" charset="-128"/>
              </a:rPr>
              <a:t>open protocols:</a:t>
            </a: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defined in RFCs</a:t>
            </a: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allows for interoperability</a:t>
            </a: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e.g., HTTP, SMTP</a:t>
            </a:r>
          </a:p>
          <a:p>
            <a:pPr marL="457200" indent="-457200">
              <a:buFont typeface="+mj-lt"/>
              <a:buAutoNum type="arabicPeriod" startAt="2"/>
              <a:defRPr/>
            </a:pPr>
            <a:r>
              <a:rPr lang="en-US" altLang="zh-TW" sz="2400" dirty="0">
                <a:solidFill>
                  <a:srgbClr val="FF0000"/>
                </a:solidFill>
                <a:ea typeface="ＭＳ Ｐゴシック" pitchFamily="34" charset="-128"/>
              </a:rPr>
              <a:t>proprietary protocols:</a:t>
            </a: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Not defined in RFCs or elsewhere</a:t>
            </a:r>
          </a:p>
          <a:p>
            <a:pPr>
              <a:defRPr/>
            </a:pPr>
            <a:r>
              <a:rPr lang="en-US" altLang="zh-TW" sz="2400" dirty="0"/>
              <a:t>A single development team has complete control over what goes in the code</a:t>
            </a:r>
            <a:endParaRPr lang="en-US" altLang="zh-TW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zh-TW" sz="2400" dirty="0">
                <a:ea typeface="ＭＳ Ｐゴシック" pitchFamily="34" charset="-128"/>
              </a:rPr>
              <a:t>e.g., Skype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E71CF396-1EC8-4F4B-8AF2-870D8DD8E4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16739" name="Rectangle 8">
            <a:extLst>
              <a:ext uri="{FF2B5EF4-FFF2-40B4-BE49-F238E27FC236}">
                <a16:creationId xmlns:a16="http://schemas.microsoft.com/office/drawing/2014/main" id="{4395F99C-1D45-41A5-B364-DC2039E9DC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5E610C08-DCF8-47E8-BB16-0453DBFAAC0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16740" name="Rectangle 2">
            <a:extLst>
              <a:ext uri="{FF2B5EF4-FFF2-40B4-BE49-F238E27FC236}">
                <a16:creationId xmlns:a16="http://schemas.microsoft.com/office/drawing/2014/main" id="{8913C61D-221C-4E62-8BE8-135948F95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825" y="-11113"/>
            <a:ext cx="8305800" cy="1143001"/>
          </a:xfrm>
        </p:spPr>
        <p:txBody>
          <a:bodyPr/>
          <a:lstStyle/>
          <a:p>
            <a:r>
              <a:rPr lang="en-US" altLang="zh-TW" sz="3600">
                <a:ea typeface="ＭＳ Ｐゴシック" panose="020B0600070205080204" pitchFamily="34" charset="-128"/>
              </a:rPr>
              <a:t>What transport service does an app need?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16741" name="Rectangle 3">
            <a:extLst>
              <a:ext uri="{FF2B5EF4-FFF2-40B4-BE49-F238E27FC236}">
                <a16:creationId xmlns:a16="http://schemas.microsoft.com/office/drawing/2014/main" id="{22A952BF-35EB-4ECE-B8C5-09A6832E83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79413" y="1141413"/>
            <a:ext cx="4316412" cy="279717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data integrity</a:t>
            </a: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ＭＳ Ｐゴシック" panose="020B0600070205080204" pitchFamily="34" charset="-128"/>
              </a:rPr>
              <a:t>some apps (e.g., file transfer, web transactions) require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100% reliable </a:t>
            </a:r>
            <a:r>
              <a:rPr lang="en-US" altLang="zh-TW" sz="2400" dirty="0">
                <a:ea typeface="ＭＳ Ｐゴシック" panose="020B0600070205080204" pitchFamily="34" charset="-128"/>
              </a:rPr>
              <a:t>data transfer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ＭＳ Ｐゴシック" panose="020B0600070205080204" pitchFamily="34" charset="-128"/>
              </a:rPr>
              <a:t>other apps (e.g., audio) can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tolerate some loss</a:t>
            </a:r>
          </a:p>
          <a:p>
            <a:pPr>
              <a:lnSpc>
                <a:spcPct val="90000"/>
              </a:lnSpc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45062" name="Rectangle 4">
            <a:extLst>
              <a:ext uri="{FF2B5EF4-FFF2-40B4-BE49-F238E27FC236}">
                <a16:creationId xmlns:a16="http://schemas.microsoft.com/office/drawing/2014/main" id="{10D09823-61BC-46A8-A1DB-1C09CC4DAD9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4813" y="3724275"/>
            <a:ext cx="3810000" cy="24431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CC0000"/>
                </a:solidFill>
                <a:ea typeface="ＭＳ Ｐゴシック" panose="020B0600070205080204" pitchFamily="34" charset="-128"/>
              </a:rPr>
              <a:t>timing</a:t>
            </a:r>
          </a:p>
          <a:p>
            <a:pPr>
              <a:lnSpc>
                <a:spcPct val="9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some apps (e.g., Internet telephony, interactive games) require low </a:t>
            </a:r>
            <a:r>
              <a:rPr lang="en-US" altLang="zh-TW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delay</a:t>
            </a:r>
            <a:r>
              <a:rPr lang="en-US" altLang="zh-TW" sz="2400">
                <a:ea typeface="ＭＳ Ｐゴシック" panose="020B0600070205080204" pitchFamily="34" charset="-128"/>
              </a:rPr>
              <a:t> to be </a:t>
            </a:r>
            <a:r>
              <a:rPr lang="ja-JP" altLang="en-US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ea typeface="ＭＳ Ｐゴシック" panose="020B0600070205080204" pitchFamily="34" charset="-128"/>
              </a:rPr>
              <a:t>effective</a:t>
            </a:r>
            <a:r>
              <a:rPr lang="ja-JP" altLang="en-US" sz="2400">
                <a:ea typeface="ＭＳ Ｐゴシック" panose="020B0600070205080204" pitchFamily="34" charset="-128"/>
              </a:rPr>
              <a:t>”</a:t>
            </a:r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45063" name="Rectangle 5">
            <a:extLst>
              <a:ext uri="{FF2B5EF4-FFF2-40B4-BE49-F238E27FC236}">
                <a16:creationId xmlns:a16="http://schemas.microsoft.com/office/drawing/2014/main" id="{F4F1B86A-1686-40B4-8A86-48112284E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1101725"/>
            <a:ext cx="3935413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 dirty="0">
                <a:solidFill>
                  <a:srgbClr val="CC0000"/>
                </a:solidFill>
              </a:rPr>
              <a:t>throughput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TW" sz="2400" dirty="0"/>
              <a:t>some apps (e.g., multimedia) require </a:t>
            </a:r>
            <a:r>
              <a:rPr lang="en-US" altLang="zh-TW" sz="2400" dirty="0">
                <a:solidFill>
                  <a:srgbClr val="0070C0"/>
                </a:solidFill>
              </a:rPr>
              <a:t>minimum amount of throughput</a:t>
            </a:r>
            <a:r>
              <a:rPr lang="en-US" altLang="zh-TW" sz="2400" dirty="0"/>
              <a:t> to be </a:t>
            </a:r>
            <a:r>
              <a:rPr lang="ja-JP" altLang="en-US" sz="2400" dirty="0"/>
              <a:t>“</a:t>
            </a:r>
            <a:r>
              <a:rPr lang="en-US" altLang="ja-JP" sz="2400" dirty="0"/>
              <a:t>effective</a:t>
            </a:r>
            <a:r>
              <a:rPr lang="ja-JP" altLang="en-US" sz="2400" dirty="0"/>
              <a:t>”</a:t>
            </a:r>
            <a:endParaRPr lang="en-US" altLang="ja-JP" sz="2400" dirty="0"/>
          </a:p>
          <a:p>
            <a:pPr>
              <a:lnSpc>
                <a:spcPct val="90000"/>
              </a:lnSpc>
              <a:buSzPct val="75000"/>
            </a:pPr>
            <a:r>
              <a:rPr lang="en-US" altLang="zh-TW" sz="2400" dirty="0"/>
              <a:t>other apps (</a:t>
            </a:r>
            <a:r>
              <a:rPr lang="ja-JP" altLang="en-US" sz="2400" dirty="0"/>
              <a:t>“</a:t>
            </a:r>
            <a:r>
              <a:rPr lang="en-US" altLang="ja-JP" sz="2400" dirty="0">
                <a:solidFill>
                  <a:srgbClr val="0070C0"/>
                </a:solidFill>
              </a:rPr>
              <a:t>elastic</a:t>
            </a:r>
            <a:r>
              <a:rPr lang="en-US" altLang="ja-JP" sz="2400" dirty="0"/>
              <a:t> apps</a:t>
            </a:r>
            <a:r>
              <a:rPr lang="ja-JP" altLang="en-US" sz="2400" dirty="0"/>
              <a:t>”</a:t>
            </a:r>
            <a:r>
              <a:rPr lang="en-US" altLang="ja-JP" sz="2400" dirty="0"/>
              <a:t>) make use of whatever throughput they get </a:t>
            </a:r>
            <a:endParaRPr lang="en-US" altLang="zh-TW" sz="2400" dirty="0"/>
          </a:p>
        </p:txBody>
      </p:sp>
      <p:pic>
        <p:nvPicPr>
          <p:cNvPr id="116744" name="Picture 13" descr="underline_base">
            <a:extLst>
              <a:ext uri="{FF2B5EF4-FFF2-40B4-BE49-F238E27FC236}">
                <a16:creationId xmlns:a16="http://schemas.microsoft.com/office/drawing/2014/main" id="{DDF2DB4E-B2F0-4DCB-9D4B-06229BB02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763588"/>
            <a:ext cx="8228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70" name="Rectangle 5">
            <a:extLst>
              <a:ext uri="{FF2B5EF4-FFF2-40B4-BE49-F238E27FC236}">
                <a16:creationId xmlns:a16="http://schemas.microsoft.com/office/drawing/2014/main" id="{CA218C3F-9273-4381-B78A-87365ECA2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350" y="4554538"/>
            <a:ext cx="393541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>
                <a:solidFill>
                  <a:srgbClr val="CC0000"/>
                </a:solidFill>
              </a:rPr>
              <a:t>security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/>
              <a:t>encryption, data integrity,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5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5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3198667F-1E87-4301-972F-F5C6A2A235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18787" name="Rectangle 8">
            <a:extLst>
              <a:ext uri="{FF2B5EF4-FFF2-40B4-BE49-F238E27FC236}">
                <a16:creationId xmlns:a16="http://schemas.microsoft.com/office/drawing/2014/main" id="{9B42C05A-2FEB-4734-B718-0EE352C117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2D205ED-6BCA-4D6B-9F74-0A9D57A7F8C2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18788" name="Picture 20" descr="underline_base">
            <a:extLst>
              <a:ext uri="{FF2B5EF4-FFF2-40B4-BE49-F238E27FC236}">
                <a16:creationId xmlns:a16="http://schemas.microsoft.com/office/drawing/2014/main" id="{551924F5-21E5-405E-A84E-B6EAB168F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8064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9" name="Rectangle 2">
            <a:extLst>
              <a:ext uri="{FF2B5EF4-FFF2-40B4-BE49-F238E27FC236}">
                <a16:creationId xmlns:a16="http://schemas.microsoft.com/office/drawing/2014/main" id="{94B184F7-55F2-436D-B27A-2FCC3CC03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13" y="227013"/>
            <a:ext cx="8201025" cy="815975"/>
          </a:xfrm>
        </p:spPr>
        <p:txBody>
          <a:bodyPr/>
          <a:lstStyle/>
          <a:p>
            <a:r>
              <a:rPr lang="en-US" altLang="zh-TW" sz="3200">
                <a:ea typeface="ＭＳ Ｐゴシック" panose="020B0600070205080204" pitchFamily="34" charset="-128"/>
              </a:rPr>
              <a:t>Transport service requirements: common apps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18790" name="Text Box 3">
            <a:extLst>
              <a:ext uri="{FF2B5EF4-FFF2-40B4-BE49-F238E27FC236}">
                <a16:creationId xmlns:a16="http://schemas.microsoft.com/office/drawing/2014/main" id="{EAABBE8B-40B3-4F17-8B38-336BEF3EF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1749425"/>
            <a:ext cx="2541588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application</a:t>
            </a:r>
            <a:endParaRPr lang="en-US" altLang="zh-TW" sz="2000">
              <a:latin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file transfer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e-mail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Web documents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real-time audio/video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stored audio/video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interactive games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text messaging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18791" name="Text Box 4">
            <a:extLst>
              <a:ext uri="{FF2B5EF4-FFF2-40B4-BE49-F238E27FC236}">
                <a16:creationId xmlns:a16="http://schemas.microsoft.com/office/drawing/2014/main" id="{3EE13407-E338-4534-898A-870B63AD6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1752600"/>
            <a:ext cx="1566863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data loss</a:t>
            </a: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no loss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no loss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no loss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loss-tolerant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loss-tolerant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loss-tolerant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no loss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18792" name="Text Box 5">
            <a:extLst>
              <a:ext uri="{FF2B5EF4-FFF2-40B4-BE49-F238E27FC236}">
                <a16:creationId xmlns:a16="http://schemas.microsoft.com/office/drawing/2014/main" id="{43D5970C-5A36-4B53-B0FA-3F00EA844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488" y="1751013"/>
            <a:ext cx="25749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throughput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elastic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elastic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elastic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audio: 5kbps-1Mbps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video:10kbps-5Mbps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same as above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few kbps up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elastic</a:t>
            </a:r>
          </a:p>
        </p:txBody>
      </p:sp>
      <p:sp>
        <p:nvSpPr>
          <p:cNvPr id="118793" name="Text Box 6">
            <a:extLst>
              <a:ext uri="{FF2B5EF4-FFF2-40B4-BE49-F238E27FC236}">
                <a16:creationId xmlns:a16="http://schemas.microsoft.com/office/drawing/2014/main" id="{E0972820-571A-4BA2-AF79-9367C57D7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788" y="1752600"/>
            <a:ext cx="22082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latin typeface="Arial" panose="020B0604020202020204" pitchFamily="34" charset="0"/>
              </a:rPr>
              <a:t>time sensitive</a:t>
            </a:r>
            <a:endParaRPr lang="en-US" altLang="zh-TW" sz="20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yes, 100</a:t>
            </a:r>
            <a:r>
              <a:rPr lang="ja-JP" altLang="en-US" sz="2000" dirty="0">
                <a:latin typeface="Arial" panose="020B0604020202020204" pitchFamily="34" charset="0"/>
              </a:rPr>
              <a:t>’</a:t>
            </a:r>
            <a:r>
              <a:rPr lang="en-US" altLang="ja-JP" sz="2000" dirty="0">
                <a:latin typeface="Arial" panose="020B0604020202020204" pitchFamily="34" charset="0"/>
              </a:rPr>
              <a:t>s msec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yes, few secs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yes, 100</a:t>
            </a:r>
            <a:r>
              <a:rPr lang="ja-JP" altLang="en-US" sz="2000" dirty="0">
                <a:latin typeface="Arial" panose="020B0604020202020204" pitchFamily="34" charset="0"/>
              </a:rPr>
              <a:t>’</a:t>
            </a:r>
            <a:r>
              <a:rPr lang="en-US" altLang="ja-JP" sz="2000" dirty="0">
                <a:latin typeface="Arial" panose="020B0604020202020204" pitchFamily="34" charset="0"/>
              </a:rPr>
              <a:t>s msec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yes and no</a:t>
            </a:r>
          </a:p>
        </p:txBody>
      </p:sp>
      <p:sp>
        <p:nvSpPr>
          <p:cNvPr id="118794" name="Line 7">
            <a:extLst>
              <a:ext uri="{FF2B5EF4-FFF2-40B4-BE49-F238E27FC236}">
                <a16:creationId xmlns:a16="http://schemas.microsoft.com/office/drawing/2014/main" id="{7AB01183-4F9B-49C4-B56F-0B3ACB5D2A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4238" y="2133600"/>
            <a:ext cx="7562850" cy="95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8795" name="Line 8">
            <a:extLst>
              <a:ext uri="{FF2B5EF4-FFF2-40B4-BE49-F238E27FC236}">
                <a16:creationId xmlns:a16="http://schemas.microsoft.com/office/drawing/2014/main" id="{0C983EAE-1F76-4F9D-A79B-B8D18E1084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7725" y="2733675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8796" name="Line 9">
            <a:extLst>
              <a:ext uri="{FF2B5EF4-FFF2-40B4-BE49-F238E27FC236}">
                <a16:creationId xmlns:a16="http://schemas.microsoft.com/office/drawing/2014/main" id="{63EDB77A-DC13-458F-8DB5-E8F5449319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250" y="302895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8797" name="Line 10">
            <a:extLst>
              <a:ext uri="{FF2B5EF4-FFF2-40B4-BE49-F238E27FC236}">
                <a16:creationId xmlns:a16="http://schemas.microsoft.com/office/drawing/2014/main" id="{5C5920DC-EC22-481A-900C-4048673EE6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6775" y="3324225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8798" name="Line 11">
            <a:extLst>
              <a:ext uri="{FF2B5EF4-FFF2-40B4-BE49-F238E27FC236}">
                <a16:creationId xmlns:a16="http://schemas.microsoft.com/office/drawing/2014/main" id="{FFA98703-C10E-4CEE-B881-EF2C8EE437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5825" y="3933825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8799" name="Line 12">
            <a:extLst>
              <a:ext uri="{FF2B5EF4-FFF2-40B4-BE49-F238E27FC236}">
                <a16:creationId xmlns:a16="http://schemas.microsoft.com/office/drawing/2014/main" id="{288F3242-9D28-4DD8-8583-4DDA5BEE27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424815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8800" name="Line 13">
            <a:extLst>
              <a:ext uri="{FF2B5EF4-FFF2-40B4-BE49-F238E27FC236}">
                <a16:creationId xmlns:a16="http://schemas.microsoft.com/office/drawing/2014/main" id="{0CA92F73-3666-430C-8AFC-1F95AB56B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457200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18801" name="Line 14">
            <a:extLst>
              <a:ext uri="{FF2B5EF4-FFF2-40B4-BE49-F238E27FC236}">
                <a16:creationId xmlns:a16="http://schemas.microsoft.com/office/drawing/2014/main" id="{B6A1309F-1C11-45D5-9AF0-B8195496E2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" y="4883150"/>
            <a:ext cx="76295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79300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0396353C-5E16-472B-A0B0-752C748A1E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20835" name="Rectangle 8">
            <a:extLst>
              <a:ext uri="{FF2B5EF4-FFF2-40B4-BE49-F238E27FC236}">
                <a16:creationId xmlns:a16="http://schemas.microsoft.com/office/drawing/2014/main" id="{C946F8EA-5C33-46AA-BD7C-A163076592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559C6AB8-C7E6-45FD-9C64-2CEC5E39652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20836" name="Rectangle 2">
            <a:extLst>
              <a:ext uri="{FF2B5EF4-FFF2-40B4-BE49-F238E27FC236}">
                <a16:creationId xmlns:a16="http://schemas.microsoft.com/office/drawing/2014/main" id="{24A163D4-76BC-49BC-BCD6-EAF4F513C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4488" y="268288"/>
            <a:ext cx="7772400" cy="858837"/>
          </a:xfrm>
        </p:spPr>
        <p:txBody>
          <a:bodyPr/>
          <a:lstStyle/>
          <a:p>
            <a:r>
              <a:rPr lang="en-US" altLang="zh-TW" sz="3600">
                <a:ea typeface="ＭＳ Ｐゴシック" panose="020B0600070205080204" pitchFamily="34" charset="-128"/>
              </a:rPr>
              <a:t>Internet transport protocols services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20837" name="Rectangle 3">
            <a:extLst>
              <a:ext uri="{FF2B5EF4-FFF2-40B4-BE49-F238E27FC236}">
                <a16:creationId xmlns:a16="http://schemas.microsoft.com/office/drawing/2014/main" id="{6257AD95-D033-41FC-99F7-EB78E884CA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33525"/>
            <a:ext cx="4095750" cy="46482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000099"/>
                </a:solidFill>
                <a:ea typeface="ＭＳ Ｐゴシック" panose="020B0600070205080204" pitchFamily="34" charset="-128"/>
              </a:rPr>
              <a:t>TCP service:</a:t>
            </a:r>
          </a:p>
          <a:p>
            <a:pPr>
              <a:lnSpc>
                <a:spcPct val="75000"/>
              </a:lnSpc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reliable transport</a:t>
            </a:r>
            <a:r>
              <a:rPr lang="en-US" altLang="zh-TW" sz="2400" i="1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>
                <a:ea typeface="ＭＳ Ｐゴシック" panose="020B0600070205080204" pitchFamily="34" charset="-128"/>
              </a:rPr>
              <a:t>between sending and receiving process</a:t>
            </a:r>
            <a:endParaRPr lang="en-US" altLang="zh-TW" sz="2400">
              <a:solidFill>
                <a:schemeClr val="accent2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75000"/>
              </a:lnSpc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flow control:</a:t>
            </a:r>
            <a:r>
              <a:rPr lang="en-US" altLang="zh-TW" sz="2400">
                <a:ea typeface="ＭＳ Ｐゴシック" panose="020B0600070205080204" pitchFamily="34" charset="-128"/>
              </a:rPr>
              <a:t> sender won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t overwhelm </a:t>
            </a:r>
            <a:r>
              <a:rPr lang="en-US" altLang="ja-JP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receiver</a:t>
            </a:r>
            <a:r>
              <a:rPr lang="en-US" altLang="ja-JP" sz="240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75000"/>
              </a:lnSpc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congestion control:</a:t>
            </a:r>
            <a:r>
              <a:rPr lang="en-US" altLang="zh-TW" sz="2400">
                <a:ea typeface="ＭＳ Ｐゴシック" panose="020B0600070205080204" pitchFamily="34" charset="-128"/>
              </a:rPr>
              <a:t> throttle sender when </a:t>
            </a:r>
            <a:r>
              <a:rPr lang="en-US" altLang="zh-TW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network</a:t>
            </a:r>
            <a:r>
              <a:rPr lang="en-US" altLang="zh-TW" sz="2400">
                <a:ea typeface="ＭＳ Ｐゴシック" panose="020B0600070205080204" pitchFamily="34" charset="-128"/>
              </a:rPr>
              <a:t> overloaded</a:t>
            </a:r>
          </a:p>
          <a:p>
            <a:pPr>
              <a:lnSpc>
                <a:spcPct val="75000"/>
              </a:lnSpc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does not provide:</a:t>
            </a:r>
            <a:r>
              <a:rPr lang="en-US" altLang="zh-TW" sz="2400">
                <a:ea typeface="ＭＳ Ｐゴシック" panose="020B0600070205080204" pitchFamily="34" charset="-128"/>
              </a:rPr>
              <a:t> timing, minimum throughput guarantee, security</a:t>
            </a:r>
          </a:p>
          <a:p>
            <a:pPr>
              <a:lnSpc>
                <a:spcPct val="75000"/>
              </a:lnSpc>
            </a:pP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connection-oriented:</a:t>
            </a:r>
            <a:r>
              <a:rPr lang="en-US" altLang="zh-TW" sz="2400">
                <a:ea typeface="ＭＳ Ｐゴシック" panose="020B0600070205080204" pitchFamily="34" charset="-128"/>
              </a:rPr>
              <a:t> setup required between client and server processes</a:t>
            </a:r>
          </a:p>
          <a:p>
            <a:pPr>
              <a:lnSpc>
                <a:spcPct val="75000"/>
              </a:lnSpc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20838" name="Rectangle 4">
            <a:extLst>
              <a:ext uri="{FF2B5EF4-FFF2-40B4-BE49-F238E27FC236}">
                <a16:creationId xmlns:a16="http://schemas.microsoft.com/office/drawing/2014/main" id="{6D217E05-126F-4704-9581-DD3F7E2932E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33925" y="1484313"/>
            <a:ext cx="36671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UDP service:</a:t>
            </a:r>
          </a:p>
          <a:p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unreliable data transfer</a:t>
            </a:r>
            <a:r>
              <a:rPr lang="en-US" altLang="zh-TW" sz="2400" dirty="0">
                <a:ea typeface="ＭＳ Ｐゴシック" panose="020B0600070205080204" pitchFamily="34" charset="-128"/>
              </a:rPr>
              <a:t> between sending and receiving process</a:t>
            </a:r>
          </a:p>
          <a:p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does not provide:</a:t>
            </a:r>
            <a:r>
              <a:rPr lang="en-US" altLang="zh-TW" sz="2400" dirty="0">
                <a:ea typeface="ＭＳ Ｐゴシック" panose="020B0600070205080204" pitchFamily="34" charset="-128"/>
              </a:rPr>
              <a:t> reliability, flow control, congestion control, timing, throughput guarantee, security, or connection setup, </a:t>
            </a:r>
          </a:p>
          <a:p>
            <a:endParaRPr lang="en-US" altLang="zh-TW" sz="24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zh-TW" sz="2400" dirty="0">
                <a:ea typeface="ＭＳ Ｐゴシック" panose="020B0600070205080204" pitchFamily="34" charset="-128"/>
              </a:rPr>
              <a:t> why bother?  Why is there a UDP?</a:t>
            </a:r>
          </a:p>
        </p:txBody>
      </p:sp>
      <p:pic>
        <p:nvPicPr>
          <p:cNvPr id="120839" name="Picture 11" descr="underline_base">
            <a:extLst>
              <a:ext uri="{FF2B5EF4-FFF2-40B4-BE49-F238E27FC236}">
                <a16:creationId xmlns:a16="http://schemas.microsoft.com/office/drawing/2014/main" id="{77ED406A-577F-4A9B-A594-CE7CE80AFDB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9445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276F7018-1373-42D8-B801-AABF46344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22883" name="Rectangle 8">
            <a:extLst>
              <a:ext uri="{FF2B5EF4-FFF2-40B4-BE49-F238E27FC236}">
                <a16:creationId xmlns:a16="http://schemas.microsoft.com/office/drawing/2014/main" id="{26D45535-B806-4A30-93AB-68BC22BFD1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2272C05D-49A5-4921-967C-19B1BA98A50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22884" name="Picture 18" descr="underline_base">
            <a:extLst>
              <a:ext uri="{FF2B5EF4-FFF2-40B4-BE49-F238E27FC236}">
                <a16:creationId xmlns:a16="http://schemas.microsoft.com/office/drawing/2014/main" id="{4CC96B18-798D-4939-8B6B-A713D788DEB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8763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5" name="Rectangle 2">
            <a:extLst>
              <a:ext uri="{FF2B5EF4-FFF2-40B4-BE49-F238E27FC236}">
                <a16:creationId xmlns:a16="http://schemas.microsoft.com/office/drawing/2014/main" id="{80245B20-AC60-4045-9C32-6E252671C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900" y="261938"/>
            <a:ext cx="8747125" cy="838200"/>
          </a:xfrm>
        </p:spPr>
        <p:txBody>
          <a:bodyPr/>
          <a:lstStyle/>
          <a:p>
            <a:r>
              <a:rPr lang="en-US" altLang="zh-TW" sz="3200">
                <a:ea typeface="ＭＳ Ｐゴシック" panose="020B0600070205080204" pitchFamily="34" charset="-128"/>
              </a:rPr>
              <a:t>Internet apps:  application, transport protocols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22886" name="Text Box 3">
            <a:extLst>
              <a:ext uri="{FF2B5EF4-FFF2-40B4-BE49-F238E27FC236}">
                <a16:creationId xmlns:a16="http://schemas.microsoft.com/office/drawing/2014/main" id="{2B277B13-C51E-4E03-85FA-3A3D99CA8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73238"/>
            <a:ext cx="28067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application</a:t>
            </a:r>
            <a:endParaRPr lang="en-US" altLang="zh-TW" sz="2000">
              <a:latin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e-mail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remote terminal access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Web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file transfer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streaming multimedia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Internet telephony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22887" name="Text Box 4">
            <a:extLst>
              <a:ext uri="{FF2B5EF4-FFF2-40B4-BE49-F238E27FC236}">
                <a16:creationId xmlns:a16="http://schemas.microsoft.com/office/drawing/2014/main" id="{ABBA3996-110E-48A5-AF61-CAD73B485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988" y="1458913"/>
            <a:ext cx="2820987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application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layer protocol</a:t>
            </a: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SMTP [RFC 2821]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Telnet [RFC 854]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HTTP [RFC 2616]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FTP [RFC 959]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HTTP (e.g., YouTube), </a:t>
            </a:r>
            <a:br>
              <a:rPr lang="en-US" altLang="zh-TW" sz="2000">
                <a:latin typeface="Arial" panose="020B0604020202020204" pitchFamily="34" charset="0"/>
              </a:rPr>
            </a:br>
            <a:r>
              <a:rPr lang="en-US" altLang="zh-TW" sz="2000">
                <a:latin typeface="Arial" panose="020B0604020202020204" pitchFamily="34" charset="0"/>
              </a:rPr>
              <a:t>RTP [RFC 1889]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SIP, RTP, proprietary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(e.g., Skype)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122888" name="Text Box 5">
            <a:extLst>
              <a:ext uri="{FF2B5EF4-FFF2-40B4-BE49-F238E27FC236}">
                <a16:creationId xmlns:a16="http://schemas.microsoft.com/office/drawing/2014/main" id="{8152E97B-4C24-4F36-A6A7-7B0B5B4DC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913" y="1477963"/>
            <a:ext cx="2624137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underlying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Arial" panose="020B0604020202020204" pitchFamily="34" charset="0"/>
              </a:rPr>
              <a:t>transport protocol</a:t>
            </a: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TCP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TCP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TCP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TCP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TCP or UDP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Arial" panose="020B0604020202020204" pitchFamily="34" charset="0"/>
              </a:rPr>
              <a:t>TCP or UDP</a:t>
            </a:r>
          </a:p>
        </p:txBody>
      </p:sp>
      <p:sp>
        <p:nvSpPr>
          <p:cNvPr id="122889" name="Line 7">
            <a:extLst>
              <a:ext uri="{FF2B5EF4-FFF2-40B4-BE49-F238E27FC236}">
                <a16:creationId xmlns:a16="http://schemas.microsoft.com/office/drawing/2014/main" id="{A09A427E-3FB9-4B25-9B24-633703C9D4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1563" y="2152650"/>
            <a:ext cx="7334250" cy="95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0" name="Line 8">
            <a:extLst>
              <a:ext uri="{FF2B5EF4-FFF2-40B4-BE49-F238E27FC236}">
                <a16:creationId xmlns:a16="http://schemas.microsoft.com/office/drawing/2014/main" id="{CE5838E5-C31E-4AA6-9334-6A21F3D5D1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3938" y="2743200"/>
            <a:ext cx="732472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1" name="Line 9">
            <a:extLst>
              <a:ext uri="{FF2B5EF4-FFF2-40B4-BE49-F238E27FC236}">
                <a16:creationId xmlns:a16="http://schemas.microsoft.com/office/drawing/2014/main" id="{7DEC0D75-C4AE-4DDF-8133-A0FE229F76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4575" y="3038475"/>
            <a:ext cx="729615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2" name="Line 10">
            <a:extLst>
              <a:ext uri="{FF2B5EF4-FFF2-40B4-BE49-F238E27FC236}">
                <a16:creationId xmlns:a16="http://schemas.microsoft.com/office/drawing/2014/main" id="{9BACE50F-203F-49C5-8E28-C3CA8CA05A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2988" y="3333750"/>
            <a:ext cx="72771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3" name="Line 11">
            <a:extLst>
              <a:ext uri="{FF2B5EF4-FFF2-40B4-BE49-F238E27FC236}">
                <a16:creationId xmlns:a16="http://schemas.microsoft.com/office/drawing/2014/main" id="{F75797DE-0E94-43C0-B51F-F0CFCD9F53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3150" y="3657600"/>
            <a:ext cx="7258050" cy="95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4" name="Line 12">
            <a:extLst>
              <a:ext uri="{FF2B5EF4-FFF2-40B4-BE49-F238E27FC236}">
                <a16:creationId xmlns:a16="http://schemas.microsoft.com/office/drawing/2014/main" id="{1244F1C6-78E0-4EEA-8EF0-049BFFD790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4413" y="4257675"/>
            <a:ext cx="73152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22895" name="Line 14">
            <a:extLst>
              <a:ext uri="{FF2B5EF4-FFF2-40B4-BE49-F238E27FC236}">
                <a16:creationId xmlns:a16="http://schemas.microsoft.com/office/drawing/2014/main" id="{51511C4D-CF43-483E-A0EE-0ADF85F9A9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9788" y="4881563"/>
            <a:ext cx="7343775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le 1">
            <a:extLst>
              <a:ext uri="{FF2B5EF4-FFF2-40B4-BE49-F238E27FC236}">
                <a16:creationId xmlns:a16="http://schemas.microsoft.com/office/drawing/2014/main" id="{D278D6EE-C7BE-43BA-AED0-6C66D2780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>
                <a:ea typeface="ＭＳ Ｐゴシック" panose="020B0600070205080204" pitchFamily="34" charset="-128"/>
              </a:rPr>
              <a:t>Securing TCP</a:t>
            </a:r>
          </a:p>
        </p:txBody>
      </p:sp>
      <p:sp>
        <p:nvSpPr>
          <p:cNvPr id="124931" name="Content Placeholder 6">
            <a:extLst>
              <a:ext uri="{FF2B5EF4-FFF2-40B4-BE49-F238E27FC236}">
                <a16:creationId xmlns:a16="http://schemas.microsoft.com/office/drawing/2014/main" id="{675F7F68-5941-4E1C-AD10-9CB8D170CB1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15925" y="1600200"/>
            <a:ext cx="4125913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Problem</a:t>
            </a:r>
            <a:r>
              <a:rPr lang="en-US" altLang="zh-TW">
                <a:ea typeface="ＭＳ Ｐゴシック" panose="020B0600070205080204" pitchFamily="34" charset="-128"/>
              </a:rPr>
              <a:t> of TCP &amp; UDP: </a:t>
            </a:r>
            <a:r>
              <a:rPr lang="en-US" altLang="zh-TW">
                <a:solidFill>
                  <a:srgbClr val="FF0000"/>
                </a:solidFill>
                <a:ea typeface="ＭＳ Ｐゴシック" panose="020B0600070205080204" pitchFamily="34" charset="-128"/>
              </a:rPr>
              <a:t>no encryption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cleartext passwords sent into socket traverse Internet  in cleartext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Solution:</a:t>
            </a:r>
            <a:r>
              <a:rPr lang="en-US" altLang="zh-TW">
                <a:solidFill>
                  <a:srgbClr val="FF0000"/>
                </a:solidFill>
                <a:ea typeface="ＭＳ Ｐゴシック" panose="020B0600070205080204" pitchFamily="34" charset="-128"/>
              </a:rPr>
              <a:t> Secure Sockets Layer (SSL)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provides encrypted TCP connection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data integrity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end-point authentication</a:t>
            </a:r>
          </a:p>
        </p:txBody>
      </p:sp>
      <p:sp>
        <p:nvSpPr>
          <p:cNvPr id="124932" name="Content Placeholder 7">
            <a:extLst>
              <a:ext uri="{FF2B5EF4-FFF2-40B4-BE49-F238E27FC236}">
                <a16:creationId xmlns:a16="http://schemas.microsoft.com/office/drawing/2014/main" id="{238B72D7-2508-411F-ADDE-8AB15C0BA4F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SSL is at app layer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Apps use SSL libraries, which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talk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to TCP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SSL socket API</a:t>
            </a:r>
          </a:p>
          <a:p>
            <a:pPr marL="342900" lvl="1" indent="-342900">
              <a:buSzPct val="65000"/>
              <a:buFont typeface="Wingdings" panose="05000000000000000000" pitchFamily="2" charset="2"/>
              <a:buChar char="v"/>
            </a:pPr>
            <a:r>
              <a:rPr lang="en-US" altLang="zh-TW" sz="2800" dirty="0">
                <a:ea typeface="ＭＳ Ｐゴシック" panose="020B0600070205080204" pitchFamily="34" charset="-128"/>
              </a:rPr>
              <a:t>cleartext passwords sent into socket traverse Internet  encrypted </a:t>
            </a:r>
          </a:p>
          <a:p>
            <a:pPr marL="342900" lvl="1" indent="-342900">
              <a:buSzPct val="65000"/>
              <a:buFont typeface="Wingdings" panose="05000000000000000000" pitchFamily="2" charset="2"/>
              <a:buChar char="v"/>
            </a:pPr>
            <a:r>
              <a:rPr lang="en-US" altLang="zh-TW" sz="2800">
                <a:ea typeface="ＭＳ Ｐゴシック" panose="020B0600070205080204" pitchFamily="34" charset="-128"/>
              </a:rPr>
              <a:t>See Chapter 8</a:t>
            </a:r>
          </a:p>
          <a:p>
            <a:pPr marL="342900" lvl="1" indent="-342900"/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F0AFD-6AC5-47FC-8967-C9E11B06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Application Layer</a:t>
            </a:r>
          </a:p>
        </p:txBody>
      </p:sp>
      <p:sp>
        <p:nvSpPr>
          <p:cNvPr id="124934" name="Slide Number Placeholder 3">
            <a:extLst>
              <a:ext uri="{FF2B5EF4-FFF2-40B4-BE49-F238E27FC236}">
                <a16:creationId xmlns:a16="http://schemas.microsoft.com/office/drawing/2014/main" id="{B288BA4C-8506-45EA-8200-02596D20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5C46F21B-62E7-4375-8B10-26B1AE4D40CA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124935" name="Picture 351" descr="underline_base">
            <a:extLst>
              <a:ext uri="{FF2B5EF4-FFF2-40B4-BE49-F238E27FC236}">
                <a16:creationId xmlns:a16="http://schemas.microsoft.com/office/drawing/2014/main" id="{E2C85FAB-E361-4D47-83D0-8AC6EE4137A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050925"/>
            <a:ext cx="28257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67730B00-5632-47DC-882C-665E27340F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25955" name="Rectangle 8">
            <a:extLst>
              <a:ext uri="{FF2B5EF4-FFF2-40B4-BE49-F238E27FC236}">
                <a16:creationId xmlns:a16="http://schemas.microsoft.com/office/drawing/2014/main" id="{315E1285-D0C4-4F6A-B4EA-65A91C8731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212B7A6-69F1-4534-BDCF-341363F9841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25956" name="Rectangle 2">
            <a:extLst>
              <a:ext uri="{FF2B5EF4-FFF2-40B4-BE49-F238E27FC236}">
                <a16:creationId xmlns:a16="http://schemas.microsoft.com/office/drawing/2014/main" id="{B185D0AA-4E36-4509-A74A-D54624A6CF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Chapter 2: outline</a:t>
            </a:r>
          </a:p>
        </p:txBody>
      </p:sp>
      <p:sp>
        <p:nvSpPr>
          <p:cNvPr id="125957" name="Rectangle 3">
            <a:extLst>
              <a:ext uri="{FF2B5EF4-FFF2-40B4-BE49-F238E27FC236}">
                <a16:creationId xmlns:a16="http://schemas.microsoft.com/office/drawing/2014/main" id="{1B5FF5CD-9F99-4AAD-A1AA-5E7AAE3960E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2.1 principles of network applications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architectures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2.4 electronic mail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2.5 DNS</a:t>
            </a:r>
          </a:p>
          <a:p>
            <a:pPr marL="457200" indent="-457200"/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125958" name="Rectangle 4">
            <a:extLst>
              <a:ext uri="{FF2B5EF4-FFF2-40B4-BE49-F238E27FC236}">
                <a16:creationId xmlns:a16="http://schemas.microsoft.com/office/drawing/2014/main" id="{5D2751EB-DB4C-47CA-A0C3-C9E07AE8BF1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2.7 Socket programming with UDP and TCP</a:t>
            </a:r>
          </a:p>
          <a:p>
            <a:pPr marL="457200" indent="-457200">
              <a:buFont typeface="Wingdings" panose="05000000000000000000" pitchFamily="2" charset="2"/>
              <a:buNone/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125959" name="Picture 5" descr="underline_base">
            <a:extLst>
              <a:ext uri="{FF2B5EF4-FFF2-40B4-BE49-F238E27FC236}">
                <a16:creationId xmlns:a16="http://schemas.microsoft.com/office/drawing/2014/main" id="{E4C30D82-A680-48BB-B45C-36092E50636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C2EB0964-249D-492C-8E7E-66FEE88B17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28003" name="Rectangle 8">
            <a:extLst>
              <a:ext uri="{FF2B5EF4-FFF2-40B4-BE49-F238E27FC236}">
                <a16:creationId xmlns:a16="http://schemas.microsoft.com/office/drawing/2014/main" id="{BE731BE7-2BC3-44AB-A020-33F121EEE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47E0AA5B-9963-4278-9AB7-D1C61297800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28004" name="Rectangle 2">
            <a:extLst>
              <a:ext uri="{FF2B5EF4-FFF2-40B4-BE49-F238E27FC236}">
                <a16:creationId xmlns:a16="http://schemas.microsoft.com/office/drawing/2014/main" id="{9B774872-6F9E-4020-8C0D-7AA6F34C6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0050" y="201613"/>
            <a:ext cx="7772400" cy="892175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Web and HTTP</a:t>
            </a:r>
          </a:p>
        </p:txBody>
      </p:sp>
      <p:sp>
        <p:nvSpPr>
          <p:cNvPr id="128005" name="Rectangle 3">
            <a:extLst>
              <a:ext uri="{FF2B5EF4-FFF2-40B4-BE49-F238E27FC236}">
                <a16:creationId xmlns:a16="http://schemas.microsoft.com/office/drawing/2014/main" id="{1A4CAFF1-C4B1-46F5-AFE6-148E1752C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60488"/>
            <a:ext cx="77724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3200" i="1" dirty="0">
                <a:ea typeface="ＭＳ Ｐゴシック" panose="020B0600070205080204" pitchFamily="34" charset="-128"/>
              </a:rPr>
              <a:t>First, a review…</a:t>
            </a:r>
          </a:p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web page </a:t>
            </a:r>
            <a:r>
              <a:rPr lang="en-US" altLang="zh-TW" dirty="0">
                <a:ea typeface="ＭＳ Ｐゴシック" panose="020B0600070205080204" pitchFamily="34" charset="-128"/>
              </a:rPr>
              <a:t>consists of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base HTML-file</a:t>
            </a:r>
            <a:r>
              <a:rPr lang="en-US" altLang="zh-TW" dirty="0">
                <a:ea typeface="ＭＳ Ｐゴシック" panose="020B0600070205080204" pitchFamily="34" charset="-128"/>
              </a:rPr>
              <a:t> which includes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several referenced objects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object can be HTML file, JPEG image, Java applet, audio file,…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each object is addressable by a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URL, </a:t>
            </a:r>
            <a:r>
              <a:rPr lang="en-US" altLang="zh-TW" dirty="0">
                <a:ea typeface="ＭＳ Ｐゴシック" panose="020B0600070205080204" pitchFamily="34" charset="-128"/>
              </a:rPr>
              <a:t>e.g.,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grpSp>
        <p:nvGrpSpPr>
          <p:cNvPr id="128006" name="Group 10">
            <a:extLst>
              <a:ext uri="{FF2B5EF4-FFF2-40B4-BE49-F238E27FC236}">
                <a16:creationId xmlns:a16="http://schemas.microsoft.com/office/drawing/2014/main" id="{4B337567-8099-4CF9-83FA-20CF0B5277FB}"/>
              </a:ext>
            </a:extLst>
          </p:cNvPr>
          <p:cNvGrpSpPr>
            <a:grpSpLocks/>
          </p:cNvGrpSpPr>
          <p:nvPr/>
        </p:nvGrpSpPr>
        <p:grpSpPr bwMode="auto">
          <a:xfrm>
            <a:off x="1201738" y="4486275"/>
            <a:ext cx="6835775" cy="1144588"/>
            <a:chOff x="788" y="2955"/>
            <a:chExt cx="4306" cy="721"/>
          </a:xfrm>
        </p:grpSpPr>
        <p:sp>
          <p:nvSpPr>
            <p:cNvPr id="128008" name="Text Box 5">
              <a:extLst>
                <a:ext uri="{FF2B5EF4-FFF2-40B4-BE49-F238E27FC236}">
                  <a16:creationId xmlns:a16="http://schemas.microsoft.com/office/drawing/2014/main" id="{04E609BF-EA50-41B4-8E4C-1C5BF5E9B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Courier New" panose="02070309020205020404" pitchFamily="49" charset="0"/>
                </a:rPr>
                <a:t>www.someschool.edu/someDept/pic.gif</a:t>
              </a:r>
            </a:p>
          </p:txBody>
        </p:sp>
        <p:sp>
          <p:nvSpPr>
            <p:cNvPr id="128009" name="AutoShape 6">
              <a:extLst>
                <a:ext uri="{FF2B5EF4-FFF2-40B4-BE49-F238E27FC236}">
                  <a16:creationId xmlns:a16="http://schemas.microsoft.com/office/drawing/2014/main" id="{753DE130-D20E-46ED-A669-868267AB50E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28010" name="AutoShape 7">
              <a:extLst>
                <a:ext uri="{FF2B5EF4-FFF2-40B4-BE49-F238E27FC236}">
                  <a16:creationId xmlns:a16="http://schemas.microsoft.com/office/drawing/2014/main" id="{50E26B52-8B55-41E8-A95F-39CEE857CB8C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400">
                <a:latin typeface="Comic Sans MS" panose="030F0702030302020204" pitchFamily="66" charset="0"/>
              </a:endParaRPr>
            </a:p>
          </p:txBody>
        </p:sp>
        <p:sp>
          <p:nvSpPr>
            <p:cNvPr id="128011" name="Text Box 8">
              <a:extLst>
                <a:ext uri="{FF2B5EF4-FFF2-40B4-BE49-F238E27FC236}">
                  <a16:creationId xmlns:a16="http://schemas.microsoft.com/office/drawing/2014/main" id="{13C4AAE0-4A7A-47D8-97BA-76CAD7A71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host name</a:t>
              </a:r>
            </a:p>
          </p:txBody>
        </p:sp>
        <p:sp>
          <p:nvSpPr>
            <p:cNvPr id="128012" name="Text Box 9">
              <a:extLst>
                <a:ext uri="{FF2B5EF4-FFF2-40B4-BE49-F238E27FC236}">
                  <a16:creationId xmlns:a16="http://schemas.microsoft.com/office/drawing/2014/main" id="{18AC3E6F-0768-4CC1-A7DE-339066D35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</a:rPr>
                <a:t>path</a:t>
              </a:r>
              <a:r>
                <a:rPr lang="en-US" altLang="zh-TW" sz="2400">
                  <a:latin typeface="Comic Sans MS" panose="030F0702030302020204" pitchFamily="66" charset="0"/>
                </a:rPr>
                <a:t> </a:t>
              </a:r>
              <a:r>
                <a:rPr lang="en-US" altLang="zh-TW" sz="2400">
                  <a:latin typeface="Arial" panose="020B0604020202020204" pitchFamily="34" charset="0"/>
                </a:rPr>
                <a:t>name</a:t>
              </a:r>
            </a:p>
          </p:txBody>
        </p:sp>
      </p:grpSp>
      <p:pic>
        <p:nvPicPr>
          <p:cNvPr id="128007" name="Picture 18" descr="underline_base">
            <a:extLst>
              <a:ext uri="{FF2B5EF4-FFF2-40B4-BE49-F238E27FC236}">
                <a16:creationId xmlns:a16="http://schemas.microsoft.com/office/drawing/2014/main" id="{04E4C455-5953-4412-BCBA-4882A3ADF5D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895350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71E7F8C8-26A7-4E6C-9BC4-040B6B35DA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0051" name="Rectangle 8">
            <a:extLst>
              <a:ext uri="{FF2B5EF4-FFF2-40B4-BE49-F238E27FC236}">
                <a16:creationId xmlns:a16="http://schemas.microsoft.com/office/drawing/2014/main" id="{CCB2D6B8-815F-48B8-81B8-E5F53CADBA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4EFEC97-9AD7-48A4-9CFB-600ED4CDC93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30052" name="Rectangle 2">
            <a:extLst>
              <a:ext uri="{FF2B5EF4-FFF2-40B4-BE49-F238E27FC236}">
                <a16:creationId xmlns:a16="http://schemas.microsoft.com/office/drawing/2014/main" id="{27A1AD23-DB11-46A4-B116-96AF95C03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9563"/>
            <a:ext cx="7772400" cy="795337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HTTP overview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130053" name="Rectangle 3">
            <a:extLst>
              <a:ext uri="{FF2B5EF4-FFF2-40B4-BE49-F238E27FC236}">
                <a16:creationId xmlns:a16="http://schemas.microsoft.com/office/drawing/2014/main" id="{F3AFB480-7C1B-4627-9A4F-63DE2288FF9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89075"/>
            <a:ext cx="3810000" cy="46482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HTTP: hypertext transfer protocol</a:t>
            </a:r>
          </a:p>
          <a:p>
            <a:pPr>
              <a:lnSpc>
                <a:spcPct val="75000"/>
              </a:lnSpc>
            </a:pPr>
            <a:r>
              <a:rPr lang="en-US" altLang="zh-TW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Web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a typeface="ＭＳ Ｐゴシック" panose="020B0600070205080204" pitchFamily="34" charset="-128"/>
              </a:rPr>
              <a:t>s application layer protocol</a:t>
            </a:r>
          </a:p>
          <a:p>
            <a:pPr>
              <a:lnSpc>
                <a:spcPct val="75000"/>
              </a:lnSpc>
            </a:pPr>
            <a:r>
              <a:rPr lang="en-US" altLang="zh-TW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client/server model</a:t>
            </a:r>
          </a:p>
          <a:p>
            <a:pPr lvl="1">
              <a:lnSpc>
                <a:spcPct val="75000"/>
              </a:lnSpc>
            </a:pPr>
            <a:r>
              <a:rPr lang="en-US" altLang="zh-TW" i="1">
                <a:ea typeface="ＭＳ Ｐゴシック" panose="020B0600070205080204" pitchFamily="34" charset="-128"/>
              </a:rPr>
              <a:t>client:</a:t>
            </a:r>
            <a:r>
              <a:rPr lang="en-US" altLang="zh-TW">
                <a:ea typeface="ＭＳ Ｐゴシック" panose="020B0600070205080204" pitchFamily="34" charset="-128"/>
              </a:rPr>
              <a:t> </a:t>
            </a:r>
            <a:r>
              <a:rPr lang="en-US" altLang="zh-TW">
                <a:solidFill>
                  <a:srgbClr val="FF0000"/>
                </a:solidFill>
                <a:ea typeface="ＭＳ Ｐゴシック" panose="020B0600070205080204" pitchFamily="34" charset="-128"/>
              </a:rPr>
              <a:t>browser</a:t>
            </a:r>
            <a:r>
              <a:rPr lang="en-US" altLang="zh-TW">
                <a:ea typeface="ＭＳ Ｐゴシック" panose="020B0600070205080204" pitchFamily="34" charset="-128"/>
              </a:rPr>
              <a:t> that requests, receives, (using HTTP protocol) and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displays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Web objects </a:t>
            </a:r>
          </a:p>
          <a:p>
            <a:pPr lvl="1">
              <a:lnSpc>
                <a:spcPct val="75000"/>
              </a:lnSpc>
            </a:pPr>
            <a:r>
              <a:rPr lang="en-US" altLang="zh-TW" i="1">
                <a:ea typeface="ＭＳ Ｐゴシック" panose="020B0600070205080204" pitchFamily="34" charset="-128"/>
              </a:rPr>
              <a:t>server:</a:t>
            </a:r>
            <a:r>
              <a:rPr lang="en-US" altLang="zh-TW">
                <a:ea typeface="ＭＳ Ｐゴシック" panose="020B0600070205080204" pitchFamily="34" charset="-128"/>
              </a:rPr>
              <a:t> </a:t>
            </a:r>
            <a:r>
              <a:rPr lang="en-US" altLang="zh-TW">
                <a:solidFill>
                  <a:srgbClr val="FF0000"/>
                </a:solidFill>
                <a:ea typeface="ＭＳ Ｐゴシック" panose="020B0600070205080204" pitchFamily="34" charset="-128"/>
              </a:rPr>
              <a:t>Web server</a:t>
            </a:r>
            <a:r>
              <a:rPr lang="en-US" altLang="zh-TW">
                <a:ea typeface="ＭＳ Ｐゴシック" panose="020B0600070205080204" pitchFamily="34" charset="-128"/>
              </a:rPr>
              <a:t> sends (using HTTP protocol) objects in response to requests</a:t>
            </a:r>
          </a:p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130054" name="Text Box 7">
            <a:extLst>
              <a:ext uri="{FF2B5EF4-FFF2-40B4-BE49-F238E27FC236}">
                <a16:creationId xmlns:a16="http://schemas.microsoft.com/office/drawing/2014/main" id="{C0BB3328-3D65-495B-BB3C-9976E887C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650" y="2455863"/>
            <a:ext cx="1584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PC running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Firefox browser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30055" name="Text Box 9">
            <a:extLst>
              <a:ext uri="{FF2B5EF4-FFF2-40B4-BE49-F238E27FC236}">
                <a16:creationId xmlns:a16="http://schemas.microsoft.com/office/drawing/2014/main" id="{7DE9FF1D-1D6B-4505-B166-897A3148C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75" y="3836988"/>
            <a:ext cx="13462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server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running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Apache Web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server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sp>
        <p:nvSpPr>
          <p:cNvPr id="130056" name="Text Box 23">
            <a:extLst>
              <a:ext uri="{FF2B5EF4-FFF2-40B4-BE49-F238E27FC236}">
                <a16:creationId xmlns:a16="http://schemas.microsoft.com/office/drawing/2014/main" id="{E9D585C5-54F7-42CB-9C38-A880D6561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188" y="5218113"/>
            <a:ext cx="15605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iPhone running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Safari browser</a:t>
            </a:r>
            <a:endParaRPr lang="en-US" altLang="zh-TW" sz="2400">
              <a:latin typeface="Arial" panose="020B0604020202020204" pitchFamily="34" charset="0"/>
            </a:endParaRP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AB2DA7C1-E155-4D2A-A8B8-47C23A58DF54}"/>
              </a:ext>
            </a:extLst>
          </p:cNvPr>
          <p:cNvGrpSpPr>
            <a:grpSpLocks/>
          </p:cNvGrpSpPr>
          <p:nvPr/>
        </p:nvGrpSpPr>
        <p:grpSpPr bwMode="auto">
          <a:xfrm>
            <a:off x="5778500" y="2136775"/>
            <a:ext cx="2101850" cy="946150"/>
            <a:chOff x="3640" y="1346"/>
            <a:chExt cx="1324" cy="596"/>
          </a:xfrm>
        </p:grpSpPr>
        <p:sp>
          <p:nvSpPr>
            <p:cNvPr id="130105" name="Line 19">
              <a:extLst>
                <a:ext uri="{FF2B5EF4-FFF2-40B4-BE49-F238E27FC236}">
                  <a16:creationId xmlns:a16="http://schemas.microsoft.com/office/drawing/2014/main" id="{7A1F3A1C-0375-4EE8-A9B3-652DBA5D07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0106" name="Text Box 24">
              <a:extLst>
                <a:ext uri="{FF2B5EF4-FFF2-40B4-BE49-F238E27FC236}">
                  <a16:creationId xmlns:a16="http://schemas.microsoft.com/office/drawing/2014/main" id="{2A49F58B-62B8-4CC3-BF91-9140A2BFD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6">
            <a:extLst>
              <a:ext uri="{FF2B5EF4-FFF2-40B4-BE49-F238E27FC236}">
                <a16:creationId xmlns:a16="http://schemas.microsoft.com/office/drawing/2014/main" id="{61E5A498-3797-4F07-B2B5-0867844CC854}"/>
              </a:ext>
            </a:extLst>
          </p:cNvPr>
          <p:cNvGrpSpPr>
            <a:grpSpLocks/>
          </p:cNvGrpSpPr>
          <p:nvPr/>
        </p:nvGrpSpPr>
        <p:grpSpPr bwMode="auto">
          <a:xfrm>
            <a:off x="5889625" y="2344738"/>
            <a:ext cx="1971675" cy="904875"/>
            <a:chOff x="4141" y="394"/>
            <a:chExt cx="1242" cy="570"/>
          </a:xfrm>
        </p:grpSpPr>
        <p:sp>
          <p:nvSpPr>
            <p:cNvPr id="130103" name="Line 20">
              <a:extLst>
                <a:ext uri="{FF2B5EF4-FFF2-40B4-BE49-F238E27FC236}">
                  <a16:creationId xmlns:a16="http://schemas.microsoft.com/office/drawing/2014/main" id="{106F7632-CA9A-4FBB-B73F-B8525EF68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0104" name="Text Box 26">
              <a:extLst>
                <a:ext uri="{FF2B5EF4-FFF2-40B4-BE49-F238E27FC236}">
                  <a16:creationId xmlns:a16="http://schemas.microsoft.com/office/drawing/2014/main" id="{F5258136-8B6A-4BA8-9F27-5AA136973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130059" name="Picture 31" descr="underline_base">
            <a:extLst>
              <a:ext uri="{FF2B5EF4-FFF2-40B4-BE49-F238E27FC236}">
                <a16:creationId xmlns:a16="http://schemas.microsoft.com/office/drawing/2014/main" id="{D6B5B7F0-C71D-4286-8E29-923F4858A75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919163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7">
            <a:extLst>
              <a:ext uri="{FF2B5EF4-FFF2-40B4-BE49-F238E27FC236}">
                <a16:creationId xmlns:a16="http://schemas.microsoft.com/office/drawing/2014/main" id="{6C57FD53-61AC-4517-859D-E2C54D25BCA7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5754688" y="3630613"/>
            <a:ext cx="2101850" cy="946150"/>
            <a:chOff x="3640" y="1346"/>
            <a:chExt cx="1324" cy="596"/>
          </a:xfrm>
        </p:grpSpPr>
        <p:sp>
          <p:nvSpPr>
            <p:cNvPr id="130101" name="Line 19">
              <a:extLst>
                <a:ext uri="{FF2B5EF4-FFF2-40B4-BE49-F238E27FC236}">
                  <a16:creationId xmlns:a16="http://schemas.microsoft.com/office/drawing/2014/main" id="{81F4E8CA-E036-425A-9E99-FCF67E708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0102" name="Text Box 24">
              <a:extLst>
                <a:ext uri="{FF2B5EF4-FFF2-40B4-BE49-F238E27FC236}">
                  <a16:creationId xmlns:a16="http://schemas.microsoft.com/office/drawing/2014/main" id="{5B308306-C749-4803-82C0-1C59C7546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0">
            <a:extLst>
              <a:ext uri="{FF2B5EF4-FFF2-40B4-BE49-F238E27FC236}">
                <a16:creationId xmlns:a16="http://schemas.microsoft.com/office/drawing/2014/main" id="{C969D5D4-C443-44C6-A764-E0E6452D7D62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5800725" y="3870325"/>
            <a:ext cx="1971675" cy="904875"/>
            <a:chOff x="4141" y="394"/>
            <a:chExt cx="1242" cy="570"/>
          </a:xfrm>
        </p:grpSpPr>
        <p:sp>
          <p:nvSpPr>
            <p:cNvPr id="130099" name="Line 20">
              <a:extLst>
                <a:ext uri="{FF2B5EF4-FFF2-40B4-BE49-F238E27FC236}">
                  <a16:creationId xmlns:a16="http://schemas.microsoft.com/office/drawing/2014/main" id="{A1B73CC1-AC4C-40E5-9420-EDC09FF1C0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130100" name="Text Box 26">
              <a:extLst>
                <a:ext uri="{FF2B5EF4-FFF2-40B4-BE49-F238E27FC236}">
                  <a16:creationId xmlns:a16="http://schemas.microsoft.com/office/drawing/2014/main" id="{0B07069F-18D8-49A1-8977-38F050D3E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130062" name="Picture 43" descr="iphone_stylized_small">
            <a:extLst>
              <a:ext uri="{FF2B5EF4-FFF2-40B4-BE49-F238E27FC236}">
                <a16:creationId xmlns:a16="http://schemas.microsoft.com/office/drawing/2014/main" id="{B1292012-F17C-40E9-B87E-FBFC49E64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286250"/>
            <a:ext cx="382588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0063" name="Group 44">
            <a:extLst>
              <a:ext uri="{FF2B5EF4-FFF2-40B4-BE49-F238E27FC236}">
                <a16:creationId xmlns:a16="http://schemas.microsoft.com/office/drawing/2014/main" id="{F92CB196-3E0E-4B30-A0AC-15CE507FEFE7}"/>
              </a:ext>
            </a:extLst>
          </p:cNvPr>
          <p:cNvGrpSpPr>
            <a:grpSpLocks/>
          </p:cNvGrpSpPr>
          <p:nvPr/>
        </p:nvGrpSpPr>
        <p:grpSpPr bwMode="auto">
          <a:xfrm>
            <a:off x="4757738" y="1468438"/>
            <a:ext cx="1066800" cy="1079500"/>
            <a:chOff x="-44" y="1473"/>
            <a:chExt cx="981" cy="1105"/>
          </a:xfrm>
        </p:grpSpPr>
        <p:pic>
          <p:nvPicPr>
            <p:cNvPr id="130097" name="Picture 45" descr="desktop_computer_stylized_medium">
              <a:extLst>
                <a:ext uri="{FF2B5EF4-FFF2-40B4-BE49-F238E27FC236}">
                  <a16:creationId xmlns:a16="http://schemas.microsoft.com/office/drawing/2014/main" id="{9041DF98-4DEE-4F32-BD9A-2470986102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098" name="Freeform 46">
              <a:extLst>
                <a:ext uri="{FF2B5EF4-FFF2-40B4-BE49-F238E27FC236}">
                  <a16:creationId xmlns:a16="http://schemas.microsoft.com/office/drawing/2014/main" id="{03A4D265-35F8-4239-9622-525AC9CE38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30064" name="Group 47">
            <a:extLst>
              <a:ext uri="{FF2B5EF4-FFF2-40B4-BE49-F238E27FC236}">
                <a16:creationId xmlns:a16="http://schemas.microsoft.com/office/drawing/2014/main" id="{BF2C67FE-599E-4CAB-9A32-786411C72AC9}"/>
              </a:ext>
            </a:extLst>
          </p:cNvPr>
          <p:cNvGrpSpPr>
            <a:grpSpLocks/>
          </p:cNvGrpSpPr>
          <p:nvPr/>
        </p:nvGrpSpPr>
        <p:grpSpPr bwMode="auto">
          <a:xfrm>
            <a:off x="7878763" y="2633663"/>
            <a:ext cx="695325" cy="1282700"/>
            <a:chOff x="4140" y="429"/>
            <a:chExt cx="1425" cy="2396"/>
          </a:xfrm>
        </p:grpSpPr>
        <p:sp>
          <p:nvSpPr>
            <p:cNvPr id="130065" name="Freeform 48">
              <a:extLst>
                <a:ext uri="{FF2B5EF4-FFF2-40B4-BE49-F238E27FC236}">
                  <a16:creationId xmlns:a16="http://schemas.microsoft.com/office/drawing/2014/main" id="{BD8DEF15-57F5-42D7-905B-0E2E8D28F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0066" name="Rectangle 49">
              <a:extLst>
                <a:ext uri="{FF2B5EF4-FFF2-40B4-BE49-F238E27FC236}">
                  <a16:creationId xmlns:a16="http://schemas.microsoft.com/office/drawing/2014/main" id="{F8FECE86-CEA9-46B5-9B0A-58BB406A7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67" name="Freeform 50">
              <a:extLst>
                <a:ext uri="{FF2B5EF4-FFF2-40B4-BE49-F238E27FC236}">
                  <a16:creationId xmlns:a16="http://schemas.microsoft.com/office/drawing/2014/main" id="{35D64CDC-2CF7-494A-9238-4E51B8C03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0068" name="Freeform 51">
              <a:extLst>
                <a:ext uri="{FF2B5EF4-FFF2-40B4-BE49-F238E27FC236}">
                  <a16:creationId xmlns:a16="http://schemas.microsoft.com/office/drawing/2014/main" id="{BD30398C-59C7-4253-A0DB-794DBA3B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0069" name="Rectangle 52">
              <a:extLst>
                <a:ext uri="{FF2B5EF4-FFF2-40B4-BE49-F238E27FC236}">
                  <a16:creationId xmlns:a16="http://schemas.microsoft.com/office/drawing/2014/main" id="{D4E3F9A3-9FCB-4C2B-99E0-F224BA296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30070" name="Group 53">
              <a:extLst>
                <a:ext uri="{FF2B5EF4-FFF2-40B4-BE49-F238E27FC236}">
                  <a16:creationId xmlns:a16="http://schemas.microsoft.com/office/drawing/2014/main" id="{7C80551F-8BC0-4622-A737-FC560C829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0095" name="AutoShape 54">
                <a:extLst>
                  <a:ext uri="{FF2B5EF4-FFF2-40B4-BE49-F238E27FC236}">
                    <a16:creationId xmlns:a16="http://schemas.microsoft.com/office/drawing/2014/main" id="{6386CF61-2E34-46F3-A897-A715D32FB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0096" name="AutoShape 55">
                <a:extLst>
                  <a:ext uri="{FF2B5EF4-FFF2-40B4-BE49-F238E27FC236}">
                    <a16:creationId xmlns:a16="http://schemas.microsoft.com/office/drawing/2014/main" id="{AE772FC5-FA07-4FFC-A74C-727FC90C0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0071" name="Rectangle 56">
              <a:extLst>
                <a:ext uri="{FF2B5EF4-FFF2-40B4-BE49-F238E27FC236}">
                  <a16:creationId xmlns:a16="http://schemas.microsoft.com/office/drawing/2014/main" id="{D3304545-20F7-4D42-81A6-A58A3B03D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30072" name="Group 57">
              <a:extLst>
                <a:ext uri="{FF2B5EF4-FFF2-40B4-BE49-F238E27FC236}">
                  <a16:creationId xmlns:a16="http://schemas.microsoft.com/office/drawing/2014/main" id="{A190BA33-141A-49CF-AD99-9D49214F4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0093" name="AutoShape 58">
                <a:extLst>
                  <a:ext uri="{FF2B5EF4-FFF2-40B4-BE49-F238E27FC236}">
                    <a16:creationId xmlns:a16="http://schemas.microsoft.com/office/drawing/2014/main" id="{0C19F691-E9DF-49C1-A279-D93F2B642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0094" name="AutoShape 59">
                <a:extLst>
                  <a:ext uri="{FF2B5EF4-FFF2-40B4-BE49-F238E27FC236}">
                    <a16:creationId xmlns:a16="http://schemas.microsoft.com/office/drawing/2014/main" id="{08D0FF88-8B43-41E4-B045-4C3F7DC44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0073" name="Rectangle 60">
              <a:extLst>
                <a:ext uri="{FF2B5EF4-FFF2-40B4-BE49-F238E27FC236}">
                  <a16:creationId xmlns:a16="http://schemas.microsoft.com/office/drawing/2014/main" id="{9B085BF0-961B-447B-8066-339A4BDF5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74" name="Rectangle 61">
              <a:extLst>
                <a:ext uri="{FF2B5EF4-FFF2-40B4-BE49-F238E27FC236}">
                  <a16:creationId xmlns:a16="http://schemas.microsoft.com/office/drawing/2014/main" id="{0CF7760A-53A5-4A31-8AEF-A55F53154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30075" name="Group 62">
              <a:extLst>
                <a:ext uri="{FF2B5EF4-FFF2-40B4-BE49-F238E27FC236}">
                  <a16:creationId xmlns:a16="http://schemas.microsoft.com/office/drawing/2014/main" id="{CD3EBDD5-581A-404B-83D8-D1F7D0BF16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0091" name="AutoShape 63">
                <a:extLst>
                  <a:ext uri="{FF2B5EF4-FFF2-40B4-BE49-F238E27FC236}">
                    <a16:creationId xmlns:a16="http://schemas.microsoft.com/office/drawing/2014/main" id="{65878B3C-13D2-4486-93C8-2DC5FDAB9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0092" name="AutoShape 64">
                <a:extLst>
                  <a:ext uri="{FF2B5EF4-FFF2-40B4-BE49-F238E27FC236}">
                    <a16:creationId xmlns:a16="http://schemas.microsoft.com/office/drawing/2014/main" id="{FA17B300-4CA5-4DC3-856B-8B6A6BA5E4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0076" name="Freeform 65">
              <a:extLst>
                <a:ext uri="{FF2B5EF4-FFF2-40B4-BE49-F238E27FC236}">
                  <a16:creationId xmlns:a16="http://schemas.microsoft.com/office/drawing/2014/main" id="{26AB1349-E2E5-4265-BDF4-D88CBC5D4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30077" name="Group 66">
              <a:extLst>
                <a:ext uri="{FF2B5EF4-FFF2-40B4-BE49-F238E27FC236}">
                  <a16:creationId xmlns:a16="http://schemas.microsoft.com/office/drawing/2014/main" id="{D1391BC7-49EC-4AE6-90DE-0E9FD1F5AC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0089" name="AutoShape 67">
                <a:extLst>
                  <a:ext uri="{FF2B5EF4-FFF2-40B4-BE49-F238E27FC236}">
                    <a16:creationId xmlns:a16="http://schemas.microsoft.com/office/drawing/2014/main" id="{028F3E40-74FC-41B2-9604-3141B8C0B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0090" name="AutoShape 68">
                <a:extLst>
                  <a:ext uri="{FF2B5EF4-FFF2-40B4-BE49-F238E27FC236}">
                    <a16:creationId xmlns:a16="http://schemas.microsoft.com/office/drawing/2014/main" id="{E53C7DD5-A3E1-4037-B15D-08B99945C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0078" name="Rectangle 69">
              <a:extLst>
                <a:ext uri="{FF2B5EF4-FFF2-40B4-BE49-F238E27FC236}">
                  <a16:creationId xmlns:a16="http://schemas.microsoft.com/office/drawing/2014/main" id="{B1F0E402-88E1-4F27-963D-3697927C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79" name="Freeform 70">
              <a:extLst>
                <a:ext uri="{FF2B5EF4-FFF2-40B4-BE49-F238E27FC236}">
                  <a16:creationId xmlns:a16="http://schemas.microsoft.com/office/drawing/2014/main" id="{320276F3-5BAE-46EB-8D63-476A34956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0080" name="Freeform 71">
              <a:extLst>
                <a:ext uri="{FF2B5EF4-FFF2-40B4-BE49-F238E27FC236}">
                  <a16:creationId xmlns:a16="http://schemas.microsoft.com/office/drawing/2014/main" id="{4903D304-DA0F-4554-B23F-735083BC5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0081" name="Oval 72">
              <a:extLst>
                <a:ext uri="{FF2B5EF4-FFF2-40B4-BE49-F238E27FC236}">
                  <a16:creationId xmlns:a16="http://schemas.microsoft.com/office/drawing/2014/main" id="{E98E2C50-0AD7-424C-A1A5-CBAFB65EE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82" name="Freeform 73">
              <a:extLst>
                <a:ext uri="{FF2B5EF4-FFF2-40B4-BE49-F238E27FC236}">
                  <a16:creationId xmlns:a16="http://schemas.microsoft.com/office/drawing/2014/main" id="{426D4968-5860-42C9-A05D-143B454A3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0083" name="AutoShape 74">
              <a:extLst>
                <a:ext uri="{FF2B5EF4-FFF2-40B4-BE49-F238E27FC236}">
                  <a16:creationId xmlns:a16="http://schemas.microsoft.com/office/drawing/2014/main" id="{67BFD5CB-C7BE-4218-8D17-93C406F0E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84" name="AutoShape 75">
              <a:extLst>
                <a:ext uri="{FF2B5EF4-FFF2-40B4-BE49-F238E27FC236}">
                  <a16:creationId xmlns:a16="http://schemas.microsoft.com/office/drawing/2014/main" id="{D6F1B398-6BE8-4379-B078-23952E4AB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85" name="Oval 76">
              <a:extLst>
                <a:ext uri="{FF2B5EF4-FFF2-40B4-BE49-F238E27FC236}">
                  <a16:creationId xmlns:a16="http://schemas.microsoft.com/office/drawing/2014/main" id="{003767B7-1D08-4248-AB5C-D32C22A03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86" name="Oval 77">
              <a:extLst>
                <a:ext uri="{FF2B5EF4-FFF2-40B4-BE49-F238E27FC236}">
                  <a16:creationId xmlns:a16="http://schemas.microsoft.com/office/drawing/2014/main" id="{643AE5A4-C901-41C1-A84B-A82B4C2CA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87" name="Oval 78">
              <a:extLst>
                <a:ext uri="{FF2B5EF4-FFF2-40B4-BE49-F238E27FC236}">
                  <a16:creationId xmlns:a16="http://schemas.microsoft.com/office/drawing/2014/main" id="{3AAC7923-3E81-489A-B00C-2961A7012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0088" name="Rectangle 79">
              <a:extLst>
                <a:ext uri="{FF2B5EF4-FFF2-40B4-BE49-F238E27FC236}">
                  <a16:creationId xmlns:a16="http://schemas.microsoft.com/office/drawing/2014/main" id="{61F3D11E-C407-4705-BFD3-92F630AEE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BD54FE27-2DEB-40DC-ACDD-B8B6BCC8D9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2099" name="Rectangle 8">
            <a:extLst>
              <a:ext uri="{FF2B5EF4-FFF2-40B4-BE49-F238E27FC236}">
                <a16:creationId xmlns:a16="http://schemas.microsoft.com/office/drawing/2014/main" id="{0FB7336B-71EE-4011-862A-AC7E46F431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8E55DA7D-5C79-47A6-A7A5-A049376FBE3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32100" name="Rectangle 2">
            <a:extLst>
              <a:ext uri="{FF2B5EF4-FFF2-40B4-BE49-F238E27FC236}">
                <a16:creationId xmlns:a16="http://schemas.microsoft.com/office/drawing/2014/main" id="{225F8666-A485-4B1E-9A59-247D375861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863" y="347663"/>
            <a:ext cx="7772400" cy="795337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HTTP overview (continued)</a:t>
            </a:r>
          </a:p>
        </p:txBody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5D0CA55F-D0F3-43E1-B2FA-D0F83DD2B5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4513" y="1511300"/>
            <a:ext cx="3971925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i="1" dirty="0">
                <a:solidFill>
                  <a:srgbClr val="CC0000"/>
                </a:solidFill>
                <a:ea typeface="ＭＳ Ｐゴシック" pitchFamily="34" charset="-128"/>
              </a:rPr>
              <a:t>uses TCP: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TW" sz="2400" dirty="0">
                <a:solidFill>
                  <a:srgbClr val="0070C0"/>
                </a:solidFill>
                <a:ea typeface="ＭＳ Ｐゴシック" pitchFamily="34" charset="-128"/>
              </a:rPr>
              <a:t>client</a:t>
            </a:r>
            <a:r>
              <a:rPr lang="en-US" altLang="zh-TW" sz="2400" dirty="0">
                <a:ea typeface="ＭＳ Ｐゴシック" pitchFamily="34" charset="-128"/>
              </a:rPr>
              <a:t> initiates </a:t>
            </a:r>
            <a:r>
              <a:rPr lang="en-US" altLang="zh-TW" sz="2400" dirty="0">
                <a:solidFill>
                  <a:srgbClr val="FF0000"/>
                </a:solidFill>
                <a:ea typeface="ＭＳ Ｐゴシック" pitchFamily="34" charset="-128"/>
              </a:rPr>
              <a:t>TCP connection </a:t>
            </a:r>
            <a:r>
              <a:rPr lang="en-US" altLang="zh-TW" sz="2400" dirty="0">
                <a:ea typeface="ＭＳ Ｐゴシック" pitchFamily="34" charset="-128"/>
              </a:rPr>
              <a:t>(creates socket) to server,  </a:t>
            </a:r>
            <a:r>
              <a:rPr lang="en-US" altLang="zh-TW" sz="2400" dirty="0">
                <a:solidFill>
                  <a:srgbClr val="FF0000"/>
                </a:solidFill>
                <a:ea typeface="ＭＳ Ｐゴシック" pitchFamily="34" charset="-128"/>
              </a:rPr>
              <a:t>port 80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TW" sz="2400" dirty="0">
                <a:solidFill>
                  <a:srgbClr val="0070C0"/>
                </a:solidFill>
                <a:ea typeface="ＭＳ Ｐゴシック" pitchFamily="34" charset="-128"/>
              </a:rPr>
              <a:t>server</a:t>
            </a:r>
            <a:r>
              <a:rPr lang="en-US" altLang="zh-TW" sz="2400" dirty="0">
                <a:ea typeface="ＭＳ Ｐゴシック" pitchFamily="34" charset="-128"/>
              </a:rPr>
              <a:t> accepts TCP connection from client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TW" sz="2400" dirty="0">
                <a:ea typeface="ＭＳ Ｐゴシック" pitchFamily="34" charset="-128"/>
              </a:rPr>
              <a:t>HTTP messages (application-layer protocol messages) exchanged between browser (HTTP client) and Web server (HTTP server)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TW" sz="2400" dirty="0">
                <a:ea typeface="ＭＳ Ｐゴシック" pitchFamily="34" charset="-128"/>
              </a:rPr>
              <a:t>TCP connection closed</a:t>
            </a:r>
            <a:endParaRPr lang="en-US" altLang="zh-TW" dirty="0">
              <a:ea typeface="ＭＳ Ｐゴシック" pitchFamily="34" charset="-128"/>
            </a:endParaRPr>
          </a:p>
        </p:txBody>
      </p:sp>
      <p:pic>
        <p:nvPicPr>
          <p:cNvPr id="132102" name="Picture 15" descr="underline_base">
            <a:extLst>
              <a:ext uri="{FF2B5EF4-FFF2-40B4-BE49-F238E27FC236}">
                <a16:creationId xmlns:a16="http://schemas.microsoft.com/office/drawing/2014/main" id="{B0FFF07E-1B43-428F-ABD2-FD302C5B682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02076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3" name="內容版面配置區 12">
            <a:extLst>
              <a:ext uri="{FF2B5EF4-FFF2-40B4-BE49-F238E27FC236}">
                <a16:creationId xmlns:a16="http://schemas.microsoft.com/office/drawing/2014/main" id="{B409A2CA-4288-4DAB-8CCF-37700A2FD93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132105" name="Line 15">
            <a:extLst>
              <a:ext uri="{FF2B5EF4-FFF2-40B4-BE49-F238E27FC236}">
                <a16:creationId xmlns:a16="http://schemas.microsoft.com/office/drawing/2014/main" id="{2AA56573-9DC7-4319-B29F-3274A399F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6638" y="2814638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06" name="Line 16">
            <a:extLst>
              <a:ext uri="{FF2B5EF4-FFF2-40B4-BE49-F238E27FC236}">
                <a16:creationId xmlns:a16="http://schemas.microsoft.com/office/drawing/2014/main" id="{6C0A6287-2E74-44F8-B6CF-82CB5220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7325" y="2808288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07" name="Line 17">
            <a:extLst>
              <a:ext uri="{FF2B5EF4-FFF2-40B4-BE49-F238E27FC236}">
                <a16:creationId xmlns:a16="http://schemas.microsoft.com/office/drawing/2014/main" id="{9AAFE4A6-63A8-4911-BC3F-B3268B331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0925" y="3046413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08" name="Line 18">
            <a:extLst>
              <a:ext uri="{FF2B5EF4-FFF2-40B4-BE49-F238E27FC236}">
                <a16:creationId xmlns:a16="http://schemas.microsoft.com/office/drawing/2014/main" id="{032AC743-C3DE-491F-B988-2E67E44625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6638" y="3484563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09" name="Line 19">
            <a:extLst>
              <a:ext uri="{FF2B5EF4-FFF2-40B4-BE49-F238E27FC236}">
                <a16:creationId xmlns:a16="http://schemas.microsoft.com/office/drawing/2014/main" id="{4AFCCCE9-7F40-4B92-A991-F92A07F0A9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4575" y="3992563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10" name="Line 20">
            <a:extLst>
              <a:ext uri="{FF2B5EF4-FFF2-40B4-BE49-F238E27FC236}">
                <a16:creationId xmlns:a16="http://schemas.microsoft.com/office/drawing/2014/main" id="{91C00DC5-5DE9-4897-B525-129F81579C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4475163"/>
            <a:ext cx="1673225" cy="379412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11" name="AutoShape 21">
            <a:extLst>
              <a:ext uri="{FF2B5EF4-FFF2-40B4-BE49-F238E27FC236}">
                <a16:creationId xmlns:a16="http://schemas.microsoft.com/office/drawing/2014/main" id="{D52DB732-EDE1-4C2D-940A-322BB2C8187E}"/>
              </a:ext>
            </a:extLst>
          </p:cNvPr>
          <p:cNvSpPr>
            <a:spLocks/>
          </p:cNvSpPr>
          <p:nvPr/>
        </p:nvSpPr>
        <p:spPr bwMode="auto">
          <a:xfrm>
            <a:off x="7886700" y="4391025"/>
            <a:ext cx="74613" cy="182563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32112" name="Line 23">
            <a:extLst>
              <a:ext uri="{FF2B5EF4-FFF2-40B4-BE49-F238E27FC236}">
                <a16:creationId xmlns:a16="http://schemas.microsoft.com/office/drawing/2014/main" id="{12BE1C75-A3A7-452B-A885-862572D52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3021013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13" name="Text Box 24">
            <a:extLst>
              <a:ext uri="{FF2B5EF4-FFF2-40B4-BE49-F238E27FC236}">
                <a16:creationId xmlns:a16="http://schemas.microsoft.com/office/drawing/2014/main" id="{3D543892-D9C3-4368-AFC2-AB58C60F4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3" y="2733675"/>
            <a:ext cx="12319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initiate TCP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connection</a:t>
            </a:r>
          </a:p>
        </p:txBody>
      </p:sp>
      <p:sp>
        <p:nvSpPr>
          <p:cNvPr id="132114" name="AutoShape 25">
            <a:extLst>
              <a:ext uri="{FF2B5EF4-FFF2-40B4-BE49-F238E27FC236}">
                <a16:creationId xmlns:a16="http://schemas.microsoft.com/office/drawing/2014/main" id="{40BA7F40-99A4-494F-92B4-3483CF5099BD}"/>
              </a:ext>
            </a:extLst>
          </p:cNvPr>
          <p:cNvSpPr>
            <a:spLocks/>
          </p:cNvSpPr>
          <p:nvPr/>
        </p:nvSpPr>
        <p:spPr bwMode="auto">
          <a:xfrm>
            <a:off x="5861050" y="3071813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32115" name="Text Box 26">
            <a:extLst>
              <a:ext uri="{FF2B5EF4-FFF2-40B4-BE49-F238E27FC236}">
                <a16:creationId xmlns:a16="http://schemas.microsoft.com/office/drawing/2014/main" id="{95D0EA82-F072-4F6A-99AA-7B9BD6DBC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3282950"/>
            <a:ext cx="5778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RTT</a:t>
            </a:r>
          </a:p>
        </p:txBody>
      </p:sp>
      <p:sp>
        <p:nvSpPr>
          <p:cNvPr id="132116" name="Line 27">
            <a:extLst>
              <a:ext uri="{FF2B5EF4-FFF2-40B4-BE49-F238E27FC236}">
                <a16:creationId xmlns:a16="http://schemas.microsoft.com/office/drawing/2014/main" id="{C48B6C0A-25F7-43CC-BF46-B89075252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5325" y="3925888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17" name="Text Box 28">
            <a:extLst>
              <a:ext uri="{FF2B5EF4-FFF2-40B4-BE49-F238E27FC236}">
                <a16:creationId xmlns:a16="http://schemas.microsoft.com/office/drawing/2014/main" id="{68ABCDE6-E00B-448C-B87A-D6A6CF8F6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8" y="3625850"/>
            <a:ext cx="8620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request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CC0000"/>
                </a:solidFill>
                <a:latin typeface="Arial" panose="020B0604020202020204" pitchFamily="34" charset="0"/>
              </a:rPr>
              <a:t>file</a:t>
            </a:r>
          </a:p>
        </p:txBody>
      </p:sp>
      <p:sp>
        <p:nvSpPr>
          <p:cNvPr id="132118" name="AutoShape 29">
            <a:extLst>
              <a:ext uri="{FF2B5EF4-FFF2-40B4-BE49-F238E27FC236}">
                <a16:creationId xmlns:a16="http://schemas.microsoft.com/office/drawing/2014/main" id="{9C1AE69D-9339-4016-AE29-961FD067F806}"/>
              </a:ext>
            </a:extLst>
          </p:cNvPr>
          <p:cNvSpPr>
            <a:spLocks/>
          </p:cNvSpPr>
          <p:nvPr/>
        </p:nvSpPr>
        <p:spPr bwMode="auto">
          <a:xfrm>
            <a:off x="5867400" y="3981450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Arial" panose="020B0604020202020204" pitchFamily="34" charset="0"/>
            </a:endParaRPr>
          </a:p>
        </p:txBody>
      </p:sp>
      <p:sp>
        <p:nvSpPr>
          <p:cNvPr id="132119" name="Text Box 30">
            <a:extLst>
              <a:ext uri="{FF2B5EF4-FFF2-40B4-BE49-F238E27FC236}">
                <a16:creationId xmlns:a16="http://schemas.microsoft.com/office/drawing/2014/main" id="{30837BD1-E700-4661-8990-F66A59AC5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0" y="4205288"/>
            <a:ext cx="57785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RTT</a:t>
            </a:r>
          </a:p>
        </p:txBody>
      </p:sp>
      <p:sp>
        <p:nvSpPr>
          <p:cNvPr id="132120" name="Line 35">
            <a:extLst>
              <a:ext uri="{FF2B5EF4-FFF2-40B4-BE49-F238E27FC236}">
                <a16:creationId xmlns:a16="http://schemas.microsoft.com/office/drawing/2014/main" id="{A964CE35-33BE-413E-9D56-4B7AE47BA6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6438" y="4914900"/>
            <a:ext cx="342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2121" name="Text Box 36">
            <a:extLst>
              <a:ext uri="{FF2B5EF4-FFF2-40B4-BE49-F238E27FC236}">
                <a16:creationId xmlns:a16="http://schemas.microsoft.com/office/drawing/2014/main" id="{1D37FEB4-9693-455B-A393-BF4911F10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13" y="4762500"/>
            <a:ext cx="95091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file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CC0000"/>
                </a:solidFill>
                <a:latin typeface="Arial" panose="020B0604020202020204" pitchFamily="34" charset="0"/>
              </a:rPr>
              <a:t>received</a:t>
            </a:r>
          </a:p>
        </p:txBody>
      </p:sp>
      <p:sp>
        <p:nvSpPr>
          <p:cNvPr id="132122" name="Text Box 37">
            <a:extLst>
              <a:ext uri="{FF2B5EF4-FFF2-40B4-BE49-F238E27FC236}">
                <a16:creationId xmlns:a16="http://schemas.microsoft.com/office/drawing/2014/main" id="{8E2D326C-5A21-4FD5-9EA4-D8882B1EA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213" y="5661025"/>
            <a:ext cx="56832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time</a:t>
            </a:r>
          </a:p>
        </p:txBody>
      </p:sp>
      <p:sp>
        <p:nvSpPr>
          <p:cNvPr id="132123" name="Text Box 38">
            <a:extLst>
              <a:ext uri="{FF2B5EF4-FFF2-40B4-BE49-F238E27FC236}">
                <a16:creationId xmlns:a16="http://schemas.microsoft.com/office/drawing/2014/main" id="{0C9C10DA-E9D3-40FA-A9BC-3DCDFBE94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200" y="5643563"/>
            <a:ext cx="568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time</a:t>
            </a:r>
          </a:p>
        </p:txBody>
      </p:sp>
      <p:grpSp>
        <p:nvGrpSpPr>
          <p:cNvPr id="132124" name="Group 43">
            <a:extLst>
              <a:ext uri="{FF2B5EF4-FFF2-40B4-BE49-F238E27FC236}">
                <a16:creationId xmlns:a16="http://schemas.microsoft.com/office/drawing/2014/main" id="{6F85A494-F4A0-47B3-B715-4B6BBD4C7AB0}"/>
              </a:ext>
            </a:extLst>
          </p:cNvPr>
          <p:cNvGrpSpPr>
            <a:grpSpLocks/>
          </p:cNvGrpSpPr>
          <p:nvPr/>
        </p:nvGrpSpPr>
        <p:grpSpPr bwMode="auto">
          <a:xfrm>
            <a:off x="7607300" y="2041525"/>
            <a:ext cx="423863" cy="684213"/>
            <a:chOff x="4140" y="429"/>
            <a:chExt cx="1425" cy="2396"/>
          </a:xfrm>
        </p:grpSpPr>
        <p:sp>
          <p:nvSpPr>
            <p:cNvPr id="132128" name="Freeform 44">
              <a:extLst>
                <a:ext uri="{FF2B5EF4-FFF2-40B4-BE49-F238E27FC236}">
                  <a16:creationId xmlns:a16="http://schemas.microsoft.com/office/drawing/2014/main" id="{74040AA2-1FE5-4371-B9AC-A26EBA6FD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2129" name="Rectangle 45">
              <a:extLst>
                <a:ext uri="{FF2B5EF4-FFF2-40B4-BE49-F238E27FC236}">
                  <a16:creationId xmlns:a16="http://schemas.microsoft.com/office/drawing/2014/main" id="{29A2D6BA-5FB3-4CFD-AE5C-AB5EE8586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30" name="Freeform 46">
              <a:extLst>
                <a:ext uri="{FF2B5EF4-FFF2-40B4-BE49-F238E27FC236}">
                  <a16:creationId xmlns:a16="http://schemas.microsoft.com/office/drawing/2014/main" id="{D6B3C2BF-B0C7-486D-8041-6DB8B7F6D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2131" name="Freeform 47">
              <a:extLst>
                <a:ext uri="{FF2B5EF4-FFF2-40B4-BE49-F238E27FC236}">
                  <a16:creationId xmlns:a16="http://schemas.microsoft.com/office/drawing/2014/main" id="{A270EADA-1980-444D-850F-C527B03DD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2132" name="Rectangle 48">
              <a:extLst>
                <a:ext uri="{FF2B5EF4-FFF2-40B4-BE49-F238E27FC236}">
                  <a16:creationId xmlns:a16="http://schemas.microsoft.com/office/drawing/2014/main" id="{1A51E80F-B6BE-4C42-9E56-1DF298433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32133" name="Group 49">
              <a:extLst>
                <a:ext uri="{FF2B5EF4-FFF2-40B4-BE49-F238E27FC236}">
                  <a16:creationId xmlns:a16="http://schemas.microsoft.com/office/drawing/2014/main" id="{7AE7E949-F17D-44C2-9388-615588E5A6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2158" name="AutoShape 50">
                <a:extLst>
                  <a:ext uri="{FF2B5EF4-FFF2-40B4-BE49-F238E27FC236}">
                    <a16:creationId xmlns:a16="http://schemas.microsoft.com/office/drawing/2014/main" id="{15A69002-A046-44A7-B637-E68476A2E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2159" name="AutoShape 51">
                <a:extLst>
                  <a:ext uri="{FF2B5EF4-FFF2-40B4-BE49-F238E27FC236}">
                    <a16:creationId xmlns:a16="http://schemas.microsoft.com/office/drawing/2014/main" id="{23306A9A-C1BF-42E9-A318-57A705118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2134" name="Rectangle 52">
              <a:extLst>
                <a:ext uri="{FF2B5EF4-FFF2-40B4-BE49-F238E27FC236}">
                  <a16:creationId xmlns:a16="http://schemas.microsoft.com/office/drawing/2014/main" id="{BE659CF0-DBC6-49A6-92D4-F2448294B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32135" name="Group 53">
              <a:extLst>
                <a:ext uri="{FF2B5EF4-FFF2-40B4-BE49-F238E27FC236}">
                  <a16:creationId xmlns:a16="http://schemas.microsoft.com/office/drawing/2014/main" id="{13388565-E5B4-4AEB-A317-3D2911CB5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2156" name="AutoShape 54">
                <a:extLst>
                  <a:ext uri="{FF2B5EF4-FFF2-40B4-BE49-F238E27FC236}">
                    <a16:creationId xmlns:a16="http://schemas.microsoft.com/office/drawing/2014/main" id="{111278F7-70E1-4894-B854-41A8E234E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2157" name="AutoShape 55">
                <a:extLst>
                  <a:ext uri="{FF2B5EF4-FFF2-40B4-BE49-F238E27FC236}">
                    <a16:creationId xmlns:a16="http://schemas.microsoft.com/office/drawing/2014/main" id="{500C6C54-A016-476C-859B-D40455AE1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2136" name="Rectangle 56">
              <a:extLst>
                <a:ext uri="{FF2B5EF4-FFF2-40B4-BE49-F238E27FC236}">
                  <a16:creationId xmlns:a16="http://schemas.microsoft.com/office/drawing/2014/main" id="{5AA0CA0E-6BF8-43A5-AEDE-6046FA06F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37" name="Rectangle 57">
              <a:extLst>
                <a:ext uri="{FF2B5EF4-FFF2-40B4-BE49-F238E27FC236}">
                  <a16:creationId xmlns:a16="http://schemas.microsoft.com/office/drawing/2014/main" id="{AB943BC6-3052-4A37-A1B2-D5398F22E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132138" name="Group 58">
              <a:extLst>
                <a:ext uri="{FF2B5EF4-FFF2-40B4-BE49-F238E27FC236}">
                  <a16:creationId xmlns:a16="http://schemas.microsoft.com/office/drawing/2014/main" id="{4BD00FF4-5E87-4692-BB62-C9E92E03D9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2154" name="AutoShape 59">
                <a:extLst>
                  <a:ext uri="{FF2B5EF4-FFF2-40B4-BE49-F238E27FC236}">
                    <a16:creationId xmlns:a16="http://schemas.microsoft.com/office/drawing/2014/main" id="{3B45A0AC-13C5-4297-8236-22C440F96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2155" name="AutoShape 60">
                <a:extLst>
                  <a:ext uri="{FF2B5EF4-FFF2-40B4-BE49-F238E27FC236}">
                    <a16:creationId xmlns:a16="http://schemas.microsoft.com/office/drawing/2014/main" id="{259B0BF1-B33E-4FBF-B4B7-C381C8849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2139" name="Freeform 61">
              <a:extLst>
                <a:ext uri="{FF2B5EF4-FFF2-40B4-BE49-F238E27FC236}">
                  <a16:creationId xmlns:a16="http://schemas.microsoft.com/office/drawing/2014/main" id="{896E99D9-8652-4443-A240-874AA0269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132140" name="Group 62">
              <a:extLst>
                <a:ext uri="{FF2B5EF4-FFF2-40B4-BE49-F238E27FC236}">
                  <a16:creationId xmlns:a16="http://schemas.microsoft.com/office/drawing/2014/main" id="{6FCF9D35-3BE5-4F51-95C2-BF0F70AFB0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2152" name="AutoShape 63">
                <a:extLst>
                  <a:ext uri="{FF2B5EF4-FFF2-40B4-BE49-F238E27FC236}">
                    <a16:creationId xmlns:a16="http://schemas.microsoft.com/office/drawing/2014/main" id="{41C3C6A2-FEF6-40DF-AE86-11BD98304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32153" name="AutoShape 64">
                <a:extLst>
                  <a:ext uri="{FF2B5EF4-FFF2-40B4-BE49-F238E27FC236}">
                    <a16:creationId xmlns:a16="http://schemas.microsoft.com/office/drawing/2014/main" id="{A51BA4E6-B97B-4592-BB27-D5245AAD1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2141" name="Rectangle 65">
              <a:extLst>
                <a:ext uri="{FF2B5EF4-FFF2-40B4-BE49-F238E27FC236}">
                  <a16:creationId xmlns:a16="http://schemas.microsoft.com/office/drawing/2014/main" id="{18CE1106-018F-45BC-8EB6-78E2E4455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42" name="Freeform 66">
              <a:extLst>
                <a:ext uri="{FF2B5EF4-FFF2-40B4-BE49-F238E27FC236}">
                  <a16:creationId xmlns:a16="http://schemas.microsoft.com/office/drawing/2014/main" id="{5F5B0BE9-BD46-4E25-8DD4-2FA73A921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2143" name="Freeform 67">
              <a:extLst>
                <a:ext uri="{FF2B5EF4-FFF2-40B4-BE49-F238E27FC236}">
                  <a16:creationId xmlns:a16="http://schemas.microsoft.com/office/drawing/2014/main" id="{2DF571DE-2325-4502-8E0A-F468D33F9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2144" name="Oval 68">
              <a:extLst>
                <a:ext uri="{FF2B5EF4-FFF2-40B4-BE49-F238E27FC236}">
                  <a16:creationId xmlns:a16="http://schemas.microsoft.com/office/drawing/2014/main" id="{E015765F-AF11-4507-9B69-D1A7AC526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45" name="Freeform 69">
              <a:extLst>
                <a:ext uri="{FF2B5EF4-FFF2-40B4-BE49-F238E27FC236}">
                  <a16:creationId xmlns:a16="http://schemas.microsoft.com/office/drawing/2014/main" id="{FC2BC893-CAD7-4787-88EE-4810D91C3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2146" name="AutoShape 70">
              <a:extLst>
                <a:ext uri="{FF2B5EF4-FFF2-40B4-BE49-F238E27FC236}">
                  <a16:creationId xmlns:a16="http://schemas.microsoft.com/office/drawing/2014/main" id="{26842B4C-CA73-4959-A2D7-4AF192D2B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47" name="AutoShape 71">
              <a:extLst>
                <a:ext uri="{FF2B5EF4-FFF2-40B4-BE49-F238E27FC236}">
                  <a16:creationId xmlns:a16="http://schemas.microsoft.com/office/drawing/2014/main" id="{0F690835-500A-421C-AE08-6339FD139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48" name="Oval 72">
              <a:extLst>
                <a:ext uri="{FF2B5EF4-FFF2-40B4-BE49-F238E27FC236}">
                  <a16:creationId xmlns:a16="http://schemas.microsoft.com/office/drawing/2014/main" id="{0D1F5152-1B53-4A86-9164-EE2F6093C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49" name="Oval 73">
              <a:extLst>
                <a:ext uri="{FF2B5EF4-FFF2-40B4-BE49-F238E27FC236}">
                  <a16:creationId xmlns:a16="http://schemas.microsoft.com/office/drawing/2014/main" id="{9013B701-8674-4088-AAD6-607422959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50" name="Oval 74">
              <a:extLst>
                <a:ext uri="{FF2B5EF4-FFF2-40B4-BE49-F238E27FC236}">
                  <a16:creationId xmlns:a16="http://schemas.microsoft.com/office/drawing/2014/main" id="{DCF3761C-24FC-49DA-A57C-D78A9B94A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132151" name="Rectangle 75">
              <a:extLst>
                <a:ext uri="{FF2B5EF4-FFF2-40B4-BE49-F238E27FC236}">
                  <a16:creationId xmlns:a16="http://schemas.microsoft.com/office/drawing/2014/main" id="{7DF36797-F2DE-4F67-A9AE-041EA775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32125" name="Group 76">
            <a:extLst>
              <a:ext uri="{FF2B5EF4-FFF2-40B4-BE49-F238E27FC236}">
                <a16:creationId xmlns:a16="http://schemas.microsoft.com/office/drawing/2014/main" id="{3D106FCA-4397-4C76-AF5A-867C68B61034}"/>
              </a:ext>
            </a:extLst>
          </p:cNvPr>
          <p:cNvGrpSpPr>
            <a:grpSpLocks/>
          </p:cNvGrpSpPr>
          <p:nvPr/>
        </p:nvGrpSpPr>
        <p:grpSpPr bwMode="auto">
          <a:xfrm>
            <a:off x="5605463" y="2063750"/>
            <a:ext cx="698500" cy="709613"/>
            <a:chOff x="-44" y="1473"/>
            <a:chExt cx="981" cy="1105"/>
          </a:xfrm>
        </p:grpSpPr>
        <p:pic>
          <p:nvPicPr>
            <p:cNvPr id="132126" name="Picture 77" descr="desktop_computer_stylized_medium">
              <a:extLst>
                <a:ext uri="{FF2B5EF4-FFF2-40B4-BE49-F238E27FC236}">
                  <a16:creationId xmlns:a16="http://schemas.microsoft.com/office/drawing/2014/main" id="{B7EEBBB9-8955-4DD5-A2C5-DD9C92F161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127" name="Freeform 78">
              <a:extLst>
                <a:ext uri="{FF2B5EF4-FFF2-40B4-BE49-F238E27FC236}">
                  <a16:creationId xmlns:a16="http://schemas.microsoft.com/office/drawing/2014/main" id="{EAE2AA69-CE5A-4F20-BACC-BDC33C6864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7" grpId="0" animBg="1"/>
      <p:bldP spid="132108" grpId="0" animBg="1"/>
      <p:bldP spid="132109" grpId="0" animBg="1"/>
      <p:bldP spid="132110" grpId="0" animBg="1"/>
      <p:bldP spid="132113" grpId="0"/>
      <p:bldP spid="1321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B56A57F8-1B8A-4748-A2C3-45E1D26A3D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4147" name="Rectangle 8">
            <a:extLst>
              <a:ext uri="{FF2B5EF4-FFF2-40B4-BE49-F238E27FC236}">
                <a16:creationId xmlns:a16="http://schemas.microsoft.com/office/drawing/2014/main" id="{6DBBE4A3-DE9D-4D58-9794-03737004A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F65BAD01-DE9F-4735-B908-C9F3FA5EA3E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34148" name="Rectangle 7">
            <a:extLst>
              <a:ext uri="{FF2B5EF4-FFF2-40B4-BE49-F238E27FC236}">
                <a16:creationId xmlns:a16="http://schemas.microsoft.com/office/drawing/2014/main" id="{0854F904-0F71-44E5-BE2B-727D9FC52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3400425"/>
            <a:ext cx="3838575" cy="2711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sp>
        <p:nvSpPr>
          <p:cNvPr id="134149" name="Rectangle 9">
            <a:extLst>
              <a:ext uri="{FF2B5EF4-FFF2-40B4-BE49-F238E27FC236}">
                <a16:creationId xmlns:a16="http://schemas.microsoft.com/office/drawing/2014/main" id="{69965452-A570-468F-9668-109DE3A17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3238500"/>
            <a:ext cx="8286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sp>
        <p:nvSpPr>
          <p:cNvPr id="134150" name="Rectangle 2">
            <a:extLst>
              <a:ext uri="{FF2B5EF4-FFF2-40B4-BE49-F238E27FC236}">
                <a16:creationId xmlns:a16="http://schemas.microsoft.com/office/drawing/2014/main" id="{27ED885A-AB78-433C-B783-021224CB2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863" y="347663"/>
            <a:ext cx="7772400" cy="795337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HTTP overview (continued)</a:t>
            </a:r>
          </a:p>
        </p:txBody>
      </p:sp>
      <p:sp>
        <p:nvSpPr>
          <p:cNvPr id="134151" name="Rectangle 4">
            <a:extLst>
              <a:ext uri="{FF2B5EF4-FFF2-40B4-BE49-F238E27FC236}">
                <a16:creationId xmlns:a16="http://schemas.microsoft.com/office/drawing/2014/main" id="{5CF56C19-0CE1-4D7D-AFE1-3FF1DF64076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433638" y="1566863"/>
            <a:ext cx="3200400" cy="14478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HTTP is </a:t>
            </a:r>
            <a:r>
              <a:rPr lang="ja-JP" altLang="en-US" i="1" dirty="0">
                <a:ea typeface="ＭＳ Ｐゴシック" panose="020B0600070205080204" pitchFamily="34" charset="-128"/>
              </a:rPr>
              <a:t>“</a:t>
            </a:r>
            <a:r>
              <a:rPr lang="en-US" altLang="ja-JP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stateless</a:t>
            </a:r>
            <a:r>
              <a:rPr lang="ja-JP" altLang="en-US" i="1" dirty="0">
                <a:ea typeface="ＭＳ Ｐゴシック" panose="020B0600070205080204" pitchFamily="34" charset="-128"/>
              </a:rPr>
              <a:t>”</a:t>
            </a:r>
            <a:endParaRPr lang="en-US" altLang="ja-JP" i="1" dirty="0">
              <a:ea typeface="ＭＳ Ｐゴシック" panose="020B0600070205080204" pitchFamily="34" charset="-128"/>
            </a:endParaRPr>
          </a:p>
          <a:p>
            <a:pPr>
              <a:lnSpc>
                <a:spcPct val="75000"/>
              </a:lnSpc>
            </a:pPr>
            <a:r>
              <a:rPr lang="en-US" altLang="zh-TW" sz="2400" dirty="0">
                <a:ea typeface="ＭＳ Ｐゴシック" panose="020B0600070205080204" pitchFamily="34" charset="-128"/>
              </a:rPr>
              <a:t>server maintains no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  <p:sp>
        <p:nvSpPr>
          <p:cNvPr id="134152" name="Rectangle 6">
            <a:extLst>
              <a:ext uri="{FF2B5EF4-FFF2-40B4-BE49-F238E27FC236}">
                <a16:creationId xmlns:a16="http://schemas.microsoft.com/office/drawing/2014/main" id="{24B3F32C-A9A2-4764-8E4E-0D0437CFE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3463925"/>
            <a:ext cx="375285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 dirty="0">
                <a:solidFill>
                  <a:srgbClr val="000099"/>
                </a:solidFill>
              </a:rPr>
              <a:t>protocols that maintain </a:t>
            </a:r>
            <a:r>
              <a:rPr lang="ja-JP" altLang="en-US" sz="2400" dirty="0">
                <a:solidFill>
                  <a:srgbClr val="000099"/>
                </a:solidFill>
              </a:rPr>
              <a:t>“</a:t>
            </a:r>
            <a:r>
              <a:rPr lang="en-US" altLang="ja-JP" sz="2400" dirty="0">
                <a:solidFill>
                  <a:srgbClr val="000099"/>
                </a:solidFill>
              </a:rPr>
              <a:t>state</a:t>
            </a:r>
            <a:r>
              <a:rPr lang="ja-JP" altLang="en-US" sz="2400" dirty="0">
                <a:solidFill>
                  <a:srgbClr val="000099"/>
                </a:solidFill>
              </a:rPr>
              <a:t>”</a:t>
            </a:r>
            <a:r>
              <a:rPr lang="en-US" altLang="ja-JP" sz="2400" dirty="0">
                <a:solidFill>
                  <a:srgbClr val="000099"/>
                </a:solidFill>
              </a:rPr>
              <a:t> are complex!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TW" sz="2000" dirty="0"/>
              <a:t>past </a:t>
            </a:r>
            <a:r>
              <a:rPr lang="en-US" altLang="zh-TW" sz="2000" dirty="0">
                <a:solidFill>
                  <a:srgbClr val="FF0000"/>
                </a:solidFill>
              </a:rPr>
              <a:t>history (state) </a:t>
            </a:r>
            <a:r>
              <a:rPr lang="en-US" altLang="zh-TW" sz="2000" dirty="0"/>
              <a:t>must be maintained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TW" sz="2000" dirty="0"/>
              <a:t>if server/client crashes, their views of </a:t>
            </a:r>
            <a:r>
              <a:rPr lang="ja-JP" altLang="en-US" sz="2000" dirty="0"/>
              <a:t>“</a:t>
            </a:r>
            <a:r>
              <a:rPr lang="en-US" altLang="ja-JP" sz="2000" dirty="0"/>
              <a:t>state</a:t>
            </a:r>
            <a:r>
              <a:rPr lang="ja-JP" altLang="en-US" sz="2000" dirty="0"/>
              <a:t>”</a:t>
            </a:r>
            <a:r>
              <a:rPr lang="en-US" altLang="ja-JP" sz="2000" dirty="0"/>
              <a:t> may be inconsistent, must be reconciled</a:t>
            </a:r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en-US" altLang="zh-TW" sz="2000" dirty="0"/>
          </a:p>
        </p:txBody>
      </p:sp>
      <p:sp>
        <p:nvSpPr>
          <p:cNvPr id="134153" name="Text Box 8">
            <a:extLst>
              <a:ext uri="{FF2B5EF4-FFF2-40B4-BE49-F238E27FC236}">
                <a16:creationId xmlns:a16="http://schemas.microsoft.com/office/drawing/2014/main" id="{A756DB65-52EB-4B93-9645-EC3926524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1588" y="3160713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>
                <a:solidFill>
                  <a:srgbClr val="CC0000"/>
                </a:solidFill>
              </a:rPr>
              <a:t>aside</a:t>
            </a:r>
          </a:p>
        </p:txBody>
      </p:sp>
      <p:pic>
        <p:nvPicPr>
          <p:cNvPr id="134154" name="Picture 15" descr="underline_base">
            <a:extLst>
              <a:ext uri="{FF2B5EF4-FFF2-40B4-BE49-F238E27FC236}">
                <a16:creationId xmlns:a16="http://schemas.microsoft.com/office/drawing/2014/main" id="{05540230-A0D4-4828-847C-B2D7D004D2F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02076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16364</TotalTime>
  <Words>1813</Words>
  <Application>Microsoft Office PowerPoint</Application>
  <PresentationFormat>如螢幕大小 (4:3)</PresentationFormat>
  <Paragraphs>405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ＭＳ Ｐゴシック</vt:lpstr>
      <vt:lpstr>ZapfDingbats</vt:lpstr>
      <vt:lpstr>Arial</vt:lpstr>
      <vt:lpstr>Comic Sans MS</vt:lpstr>
      <vt:lpstr>Courier New</vt:lpstr>
      <vt:lpstr>Gill Sans MT</vt:lpstr>
      <vt:lpstr>Tahoma</vt:lpstr>
      <vt:lpstr>Times New Roman</vt:lpstr>
      <vt:lpstr>Wingdings</vt:lpstr>
      <vt:lpstr>Default Design</vt:lpstr>
      <vt:lpstr>12_Default Design</vt:lpstr>
      <vt:lpstr>PowerPoint 簡報</vt:lpstr>
      <vt:lpstr>Chapter 2: application layer</vt:lpstr>
      <vt:lpstr>Some network apps</vt:lpstr>
      <vt:lpstr>Creating a network app</vt:lpstr>
      <vt:lpstr>Application architectures</vt:lpstr>
      <vt:lpstr>Client-server architecture</vt:lpstr>
      <vt:lpstr>P2P architecture</vt:lpstr>
      <vt:lpstr>Processes communicating</vt:lpstr>
      <vt:lpstr>Sockets</vt:lpstr>
      <vt:lpstr>Sockets</vt:lpstr>
      <vt:lpstr>Addressing processes</vt:lpstr>
      <vt:lpstr>App-layer protocol defines</vt:lpstr>
      <vt:lpstr>What transport service does an app need?</vt:lpstr>
      <vt:lpstr>Transport service requirements: common apps</vt:lpstr>
      <vt:lpstr>Internet transport protocols services</vt:lpstr>
      <vt:lpstr>Internet apps:  application, transport protocols</vt:lpstr>
      <vt:lpstr>Securing TCP</vt:lpstr>
      <vt:lpstr>Chapter 2: outline</vt:lpstr>
      <vt:lpstr>Web and HTTP</vt:lpstr>
      <vt:lpstr>HTTP overview</vt:lpstr>
      <vt:lpstr>HTTP overview (continued)</vt:lpstr>
      <vt:lpstr>HTTP overview (continued)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2</dc:title>
  <dc:creator>Jim Kurose and Keith Ross</dc:creator>
  <cp:lastModifiedBy>Prof. CHEUNG Man Hon Michael</cp:lastModifiedBy>
  <cp:revision>594</cp:revision>
  <cp:lastPrinted>2011-09-19T12:20:55Z</cp:lastPrinted>
  <dcterms:created xsi:type="dcterms:W3CDTF">1999-10-08T19:08:27Z</dcterms:created>
  <dcterms:modified xsi:type="dcterms:W3CDTF">2026-09-05T11:45:03Z</dcterms:modified>
</cp:coreProperties>
</file>