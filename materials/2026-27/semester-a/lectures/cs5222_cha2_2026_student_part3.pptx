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media/audio1.bin" ContentType="audio/unknown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80" r:id="rId2"/>
    <p:sldMasterId id="2147484354" r:id="rId3"/>
  </p:sldMasterIdLst>
  <p:notesMasterIdLst>
    <p:notesMasterId r:id="rId46"/>
  </p:notesMasterIdLst>
  <p:handoutMasterIdLst>
    <p:handoutMasterId r:id="rId47"/>
  </p:handoutMasterIdLst>
  <p:sldIdLst>
    <p:sldId id="551" r:id="rId4"/>
    <p:sldId id="552" r:id="rId5"/>
    <p:sldId id="561" r:id="rId6"/>
    <p:sldId id="506" r:id="rId7"/>
    <p:sldId id="459" r:id="rId8"/>
    <p:sldId id="432" r:id="rId9"/>
    <p:sldId id="416" r:id="rId10"/>
    <p:sldId id="418" r:id="rId11"/>
    <p:sldId id="460" r:id="rId12"/>
    <p:sldId id="417" r:id="rId13"/>
    <p:sldId id="420" r:id="rId14"/>
    <p:sldId id="421" r:id="rId15"/>
    <p:sldId id="580" r:id="rId16"/>
    <p:sldId id="581" r:id="rId17"/>
    <p:sldId id="434" r:id="rId18"/>
    <p:sldId id="564" r:id="rId19"/>
    <p:sldId id="565" r:id="rId20"/>
    <p:sldId id="566" r:id="rId21"/>
    <p:sldId id="567" r:id="rId22"/>
    <p:sldId id="578" r:id="rId23"/>
    <p:sldId id="568" r:id="rId24"/>
    <p:sldId id="569" r:id="rId25"/>
    <p:sldId id="570" r:id="rId26"/>
    <p:sldId id="571" r:id="rId27"/>
    <p:sldId id="572" r:id="rId28"/>
    <p:sldId id="454" r:id="rId29"/>
    <p:sldId id="573" r:id="rId30"/>
    <p:sldId id="576" r:id="rId31"/>
    <p:sldId id="526" r:id="rId32"/>
    <p:sldId id="527" r:id="rId33"/>
    <p:sldId id="528" r:id="rId34"/>
    <p:sldId id="529" r:id="rId35"/>
    <p:sldId id="530" r:id="rId36"/>
    <p:sldId id="538" r:id="rId37"/>
    <p:sldId id="539" r:id="rId38"/>
    <p:sldId id="531" r:id="rId39"/>
    <p:sldId id="532" r:id="rId40"/>
    <p:sldId id="533" r:id="rId41"/>
    <p:sldId id="534" r:id="rId42"/>
    <p:sldId id="535" r:id="rId43"/>
    <p:sldId id="494" r:id="rId44"/>
    <p:sldId id="495" r:id="rId4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0000"/>
    <a:srgbClr val="000099"/>
    <a:srgbClr val="FFFF00"/>
    <a:srgbClr val="DDDDDD"/>
    <a:srgbClr val="FFCCFF"/>
    <a:srgbClr val="FF99CC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70744" autoAdjust="0"/>
  </p:normalViewPr>
  <p:slideViewPr>
    <p:cSldViewPr snapToGrid="0">
      <p:cViewPr varScale="1">
        <p:scale>
          <a:sx n="67" d="100"/>
          <a:sy n="67" d="100"/>
        </p:scale>
        <p:origin x="1915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2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93A49FEF-8C39-44F9-BE5C-DA5DD293EA8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4CA9BD48-C151-48DC-B397-124F902EDF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6500" name="Rectangle 4">
            <a:extLst>
              <a:ext uri="{FF2B5EF4-FFF2-40B4-BE49-F238E27FC236}">
                <a16:creationId xmlns:a16="http://schemas.microsoft.com/office/drawing/2014/main" id="{7373CCBA-E246-4319-AD0F-19001D30F66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106501" name="Rectangle 5">
            <a:extLst>
              <a:ext uri="{FF2B5EF4-FFF2-40B4-BE49-F238E27FC236}">
                <a16:creationId xmlns:a16="http://schemas.microsoft.com/office/drawing/2014/main" id="{8D9B5F75-766C-49EC-818F-49E0F3CD0C1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5F3DBBC-4409-488B-BCF1-5B0F4C62B16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114DEAA-DB7B-48BE-B1B6-6C9043096C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252A18B-503E-41CC-A41E-0601901A4F4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81924" name="Rectangle 4">
            <a:extLst>
              <a:ext uri="{FF2B5EF4-FFF2-40B4-BE49-F238E27FC236}">
                <a16:creationId xmlns:a16="http://schemas.microsoft.com/office/drawing/2014/main" id="{7900A4B6-9396-4AF9-A38E-EAD7E46D332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200324EA-A398-4C69-95CB-EACC50A016E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AEE32593-2C8B-421E-8AD8-DC1F59B807E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spcBef>
                <a:spcPct val="0"/>
              </a:spcBef>
              <a:buClrTx/>
              <a:buSzTx/>
              <a:buFontTx/>
              <a:buNone/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02E491A6-FFC9-48DE-8C5C-FED9B9BF86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B7F9EEE-A982-4800-A44C-C49151D4A29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Slide Image Placeholder 1">
            <a:extLst>
              <a:ext uri="{FF2B5EF4-FFF2-40B4-BE49-F238E27FC236}">
                <a16:creationId xmlns:a16="http://schemas.microsoft.com/office/drawing/2014/main" id="{91CA3D72-3E5F-461D-9A83-36C8C0F2AD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79" name="Notes Placeholder 2">
            <a:extLst>
              <a:ext uri="{FF2B5EF4-FFF2-40B4-BE49-F238E27FC236}">
                <a16:creationId xmlns:a16="http://schemas.microsoft.com/office/drawing/2014/main" id="{CCCEDCDA-55DA-496C-B4E9-95024C69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/>
          </a:p>
        </p:txBody>
      </p:sp>
      <p:sp>
        <p:nvSpPr>
          <p:cNvPr id="229380" name="Slide Number Placeholder 3">
            <a:extLst>
              <a:ext uri="{FF2B5EF4-FFF2-40B4-BE49-F238E27FC236}">
                <a16:creationId xmlns:a16="http://schemas.microsoft.com/office/drawing/2014/main" id="{106D24AF-8BCE-4767-B57B-A73E566BB4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rgbClr val="C0504D"/>
              </a:buClr>
            </a:pPr>
            <a:fld id="{FE6EF51D-27E9-4540-9F3D-9C7B9161C984}" type="slidenum">
              <a:rPr lang="en-US" altLang="zh-TW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>
                  <a:srgbClr val="C0504D"/>
                </a:buClr>
              </a:pPr>
              <a:t>1</a:t>
            </a:fld>
            <a:endParaRPr lang="en-US" altLang="zh-TW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Slide Image Placeholder 1">
            <a:extLst>
              <a:ext uri="{FF2B5EF4-FFF2-40B4-BE49-F238E27FC236}">
                <a16:creationId xmlns:a16="http://schemas.microsoft.com/office/drawing/2014/main" id="{9538F081-E3F6-49E3-9E49-276FD828AC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Notes Placeholder 2">
            <a:extLst>
              <a:ext uri="{FF2B5EF4-FFF2-40B4-BE49-F238E27FC236}">
                <a16:creationId xmlns:a16="http://schemas.microsoft.com/office/drawing/2014/main" id="{DFAFAEC6-BF99-4783-9160-BF6B85902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TW" altLang="zh-TW" dirty="0"/>
          </a:p>
        </p:txBody>
      </p:sp>
      <p:sp>
        <p:nvSpPr>
          <p:cNvPr id="231428" name="Slide Number Placeholder 3">
            <a:extLst>
              <a:ext uri="{FF2B5EF4-FFF2-40B4-BE49-F238E27FC236}">
                <a16:creationId xmlns:a16="http://schemas.microsoft.com/office/drawing/2014/main" id="{1E450634-E434-4A17-9C70-583765D83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rgbClr val="C0504D"/>
              </a:buClr>
            </a:pPr>
            <a:fld id="{895FE69A-27BD-41A6-A620-9EE2A17CAAF6}" type="slidenum">
              <a:rPr lang="en-US" altLang="zh-TW" sz="13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>
                  <a:srgbClr val="C0504D"/>
                </a:buClr>
              </a:pPr>
              <a:t>2</a:t>
            </a:fld>
            <a:endParaRPr lang="en-US" altLang="zh-TW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Slide Image Placeholder 1">
            <a:extLst>
              <a:ext uri="{FF2B5EF4-FFF2-40B4-BE49-F238E27FC236}">
                <a16:creationId xmlns:a16="http://schemas.microsoft.com/office/drawing/2014/main" id="{24A87B95-7201-4662-8172-7B0C19C1FE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Notes Placeholder 2">
            <a:extLst>
              <a:ext uri="{FF2B5EF4-FFF2-40B4-BE49-F238E27FC236}">
                <a16:creationId xmlns:a16="http://schemas.microsoft.com/office/drawing/2014/main" id="{90B0284C-1799-46A8-8684-3A69CAF2E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TW" dirty="0"/>
          </a:p>
        </p:txBody>
      </p:sp>
      <p:sp>
        <p:nvSpPr>
          <p:cNvPr id="233476" name="Slide Number Placeholder 3">
            <a:extLst>
              <a:ext uri="{FF2B5EF4-FFF2-40B4-BE49-F238E27FC236}">
                <a16:creationId xmlns:a16="http://schemas.microsoft.com/office/drawing/2014/main" id="{BD08EB0B-CA4D-4E7A-AEE0-5E4A7EBA8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5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5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5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52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5F339C7-AC8D-44F7-A3D1-B3062F3B5D73}" type="slidenum">
              <a:rPr lang="en-US" altLang="zh-TW" sz="1300" smtClean="0">
                <a:latin typeface="Times New Roman" panose="02020603050405020304" pitchFamily="18" charset="0"/>
              </a:rPr>
              <a:pPr/>
              <a:t>3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F9EEE-A982-4800-A44C-C49151D4A294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80313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Slide Image Placeholder 1">
            <a:extLst>
              <a:ext uri="{FF2B5EF4-FFF2-40B4-BE49-F238E27FC236}">
                <a16:creationId xmlns:a16="http://schemas.microsoft.com/office/drawing/2014/main" id="{D7A8CFAD-AB07-41B4-BEC9-D5EE961492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Notes Placeholder 2">
            <a:extLst>
              <a:ext uri="{FF2B5EF4-FFF2-40B4-BE49-F238E27FC236}">
                <a16:creationId xmlns:a16="http://schemas.microsoft.com/office/drawing/2014/main" id="{8418A08D-0167-42C5-8061-F04E9ABB4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ea typeface="ＭＳ Ｐゴシック" panose="020B0600070205080204" pitchFamily="34" charset="-128"/>
            </a:endParaRPr>
          </a:p>
        </p:txBody>
      </p:sp>
      <p:sp>
        <p:nvSpPr>
          <p:cNvPr id="236548" name="Slide Number Placeholder 3">
            <a:extLst>
              <a:ext uri="{FF2B5EF4-FFF2-40B4-BE49-F238E27FC236}">
                <a16:creationId xmlns:a16="http://schemas.microsoft.com/office/drawing/2014/main" id="{5C788A2E-4626-4CAC-84CA-882984A271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CB87708-19C4-4985-8F83-F3A6F33B101C}" type="slidenum">
              <a:rPr lang="en-US" altLang="zh-TW" sz="1300" smtClean="0">
                <a:latin typeface="Times New Roman" panose="02020603050405020304" pitchFamily="18" charset="0"/>
              </a:rPr>
              <a:pPr/>
              <a:t>5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Slide Image Placeholder 1">
            <a:extLst>
              <a:ext uri="{FF2B5EF4-FFF2-40B4-BE49-F238E27FC236}">
                <a16:creationId xmlns:a16="http://schemas.microsoft.com/office/drawing/2014/main" id="{0D9D7DC9-3109-4128-9692-C92C120795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Notes Placeholder 2">
            <a:extLst>
              <a:ext uri="{FF2B5EF4-FFF2-40B4-BE49-F238E27FC236}">
                <a16:creationId xmlns:a16="http://schemas.microsoft.com/office/drawing/2014/main" id="{007577A5-1B77-4971-A68D-AE931E114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238596" name="Slide Number Placeholder 3">
            <a:extLst>
              <a:ext uri="{FF2B5EF4-FFF2-40B4-BE49-F238E27FC236}">
                <a16:creationId xmlns:a16="http://schemas.microsoft.com/office/drawing/2014/main" id="{700A06CF-9E29-4ECF-B92D-9C908B4B6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A831522-C0B0-4DB6-BD78-3C058CE335C5}" type="slidenum">
              <a:rPr lang="en-US" altLang="zh-TW" sz="1300" smtClean="0">
                <a:latin typeface="Times New Roman" panose="02020603050405020304" pitchFamily="18" charset="0"/>
              </a:rPr>
              <a:pPr/>
              <a:t>6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Slide Image Placeholder 1">
            <a:extLst>
              <a:ext uri="{FF2B5EF4-FFF2-40B4-BE49-F238E27FC236}">
                <a16:creationId xmlns:a16="http://schemas.microsoft.com/office/drawing/2014/main" id="{EA3C777D-44EB-4C4A-80B7-CD11577F64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3" name="Notes Placeholder 2">
            <a:extLst>
              <a:ext uri="{FF2B5EF4-FFF2-40B4-BE49-F238E27FC236}">
                <a16:creationId xmlns:a16="http://schemas.microsoft.com/office/drawing/2014/main" id="{564E5DA8-95CD-4751-A3B0-9C5DDF2D1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/>
          </a:p>
        </p:txBody>
      </p:sp>
      <p:sp>
        <p:nvSpPr>
          <p:cNvPr id="240644" name="Slide Number Placeholder 3">
            <a:extLst>
              <a:ext uri="{FF2B5EF4-FFF2-40B4-BE49-F238E27FC236}">
                <a16:creationId xmlns:a16="http://schemas.microsoft.com/office/drawing/2014/main" id="{21F04638-2095-4D52-A93F-B7B282421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12B6D41-EC4E-467D-9391-E26BF097226E}" type="slidenum">
              <a:rPr lang="en-US" altLang="zh-TW" sz="1300" smtClean="0">
                <a:latin typeface="Times New Roman" panose="02020603050405020304" pitchFamily="18" charset="0"/>
              </a:rPr>
              <a:pPr/>
              <a:t>7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Slide Image Placeholder 1">
            <a:extLst>
              <a:ext uri="{FF2B5EF4-FFF2-40B4-BE49-F238E27FC236}">
                <a16:creationId xmlns:a16="http://schemas.microsoft.com/office/drawing/2014/main" id="{4E5BE2D4-ABE0-45A4-9EFD-03AA7B9337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1" name="Notes Placeholder 2">
            <a:extLst>
              <a:ext uri="{FF2B5EF4-FFF2-40B4-BE49-F238E27FC236}">
                <a16:creationId xmlns:a16="http://schemas.microsoft.com/office/drawing/2014/main" id="{27853D84-C85B-458D-A5F8-3764835E7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242692" name="Slide Number Placeholder 3">
            <a:extLst>
              <a:ext uri="{FF2B5EF4-FFF2-40B4-BE49-F238E27FC236}">
                <a16:creationId xmlns:a16="http://schemas.microsoft.com/office/drawing/2014/main" id="{B86A0F71-CFFE-44AB-B169-944701ACCD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E0F6BFF-9B88-4182-A824-937A78E8F78F}" type="slidenum">
              <a:rPr lang="en-US" altLang="zh-TW" sz="1300" smtClean="0">
                <a:latin typeface="Times New Roman" panose="02020603050405020304" pitchFamily="18" charset="0"/>
              </a:rPr>
              <a:pPr/>
              <a:t>8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Slide Image Placeholder 1">
            <a:extLst>
              <a:ext uri="{FF2B5EF4-FFF2-40B4-BE49-F238E27FC236}">
                <a16:creationId xmlns:a16="http://schemas.microsoft.com/office/drawing/2014/main" id="{BA923F7F-F32A-4D40-9527-41FBEE5C65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39" name="Notes Placeholder 2">
            <a:extLst>
              <a:ext uri="{FF2B5EF4-FFF2-40B4-BE49-F238E27FC236}">
                <a16:creationId xmlns:a16="http://schemas.microsoft.com/office/drawing/2014/main" id="{7652948C-7737-46AF-8769-7B43F634E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zh-TW" altLang="zh-TW" dirty="0"/>
          </a:p>
        </p:txBody>
      </p:sp>
      <p:sp>
        <p:nvSpPr>
          <p:cNvPr id="244740" name="Slide Number Placeholder 3">
            <a:extLst>
              <a:ext uri="{FF2B5EF4-FFF2-40B4-BE49-F238E27FC236}">
                <a16:creationId xmlns:a16="http://schemas.microsoft.com/office/drawing/2014/main" id="{5F01FDEA-0870-4F48-95D0-34C468E02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0227A8C-4214-41C4-AD8F-D7821E7F33EC}" type="slidenum">
              <a:rPr lang="en-US" altLang="zh-TW" sz="1300" smtClean="0">
                <a:latin typeface="Times New Roman" panose="02020603050405020304" pitchFamily="18" charset="0"/>
              </a:rPr>
              <a:pPr/>
              <a:t>9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Slide Image Placeholder 1">
            <a:extLst>
              <a:ext uri="{FF2B5EF4-FFF2-40B4-BE49-F238E27FC236}">
                <a16:creationId xmlns:a16="http://schemas.microsoft.com/office/drawing/2014/main" id="{EECD4DA8-9C03-4915-922D-EB90244D72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Notes Placeholder 2">
            <a:extLst>
              <a:ext uri="{FF2B5EF4-FFF2-40B4-BE49-F238E27FC236}">
                <a16:creationId xmlns:a16="http://schemas.microsoft.com/office/drawing/2014/main" id="{E3447B45-8E11-493F-A92A-AAC5CE952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246788" name="Slide Number Placeholder 3">
            <a:extLst>
              <a:ext uri="{FF2B5EF4-FFF2-40B4-BE49-F238E27FC236}">
                <a16:creationId xmlns:a16="http://schemas.microsoft.com/office/drawing/2014/main" id="{E9CA0D21-D288-4033-BBE4-8B6B9E759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68778E3-5D05-42D6-B7C8-6087BA712933}" type="slidenum">
              <a:rPr lang="en-US" altLang="zh-TW" sz="1300" smtClean="0">
                <a:latin typeface="Times New Roman" panose="02020603050405020304" pitchFamily="18" charset="0"/>
              </a:rPr>
              <a:pPr/>
              <a:t>10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Slide Image Placeholder 1">
            <a:extLst>
              <a:ext uri="{FF2B5EF4-FFF2-40B4-BE49-F238E27FC236}">
                <a16:creationId xmlns:a16="http://schemas.microsoft.com/office/drawing/2014/main" id="{2BFEE236-8E9A-4A68-AAC2-F3FD9DB567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8835" name="Notes Placeholder 2">
            <a:extLst>
              <a:ext uri="{FF2B5EF4-FFF2-40B4-BE49-F238E27FC236}">
                <a16:creationId xmlns:a16="http://schemas.microsoft.com/office/drawing/2014/main" id="{D90CD150-A981-43E6-A9F9-D93668407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248836" name="Slide Number Placeholder 3">
            <a:extLst>
              <a:ext uri="{FF2B5EF4-FFF2-40B4-BE49-F238E27FC236}">
                <a16:creationId xmlns:a16="http://schemas.microsoft.com/office/drawing/2014/main" id="{45BD8ED1-FE14-4B2D-8727-1421B13D3B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4090E64-77BA-4C33-957A-3CD542AD30E1}" type="slidenum">
              <a:rPr lang="en-US" altLang="zh-TW" sz="1300" smtClean="0">
                <a:latin typeface="Times New Roman" panose="02020603050405020304" pitchFamily="18" charset="0"/>
              </a:rPr>
              <a:pPr/>
              <a:t>11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Slide Image Placeholder 1">
            <a:extLst>
              <a:ext uri="{FF2B5EF4-FFF2-40B4-BE49-F238E27FC236}">
                <a16:creationId xmlns:a16="http://schemas.microsoft.com/office/drawing/2014/main" id="{60CADE1F-E7AB-4E8A-963A-5482D5EFC8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0883" name="Notes Placeholder 2">
            <a:extLst>
              <a:ext uri="{FF2B5EF4-FFF2-40B4-BE49-F238E27FC236}">
                <a16:creationId xmlns:a16="http://schemas.microsoft.com/office/drawing/2014/main" id="{C90EB6B6-6441-4A84-A12E-E1F82CECA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250884" name="Slide Number Placeholder 3">
            <a:extLst>
              <a:ext uri="{FF2B5EF4-FFF2-40B4-BE49-F238E27FC236}">
                <a16:creationId xmlns:a16="http://schemas.microsoft.com/office/drawing/2014/main" id="{408E0293-6EBF-4019-B006-3DF088D7D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DE6CF5A-FFA8-45CC-9A29-C1763096B6AE}" type="slidenum">
              <a:rPr lang="en-US" altLang="zh-TW" sz="1300" smtClean="0">
                <a:latin typeface="Times New Roman" panose="02020603050405020304" pitchFamily="18" charset="0"/>
              </a:rPr>
              <a:pPr/>
              <a:t>12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Slide Image Placeholder 1">
            <a:extLst>
              <a:ext uri="{FF2B5EF4-FFF2-40B4-BE49-F238E27FC236}">
                <a16:creationId xmlns:a16="http://schemas.microsoft.com/office/drawing/2014/main" id="{96950F02-AA1C-47E7-B3BB-008923A38D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Notes Placeholder 2">
            <a:extLst>
              <a:ext uri="{FF2B5EF4-FFF2-40B4-BE49-F238E27FC236}">
                <a16:creationId xmlns:a16="http://schemas.microsoft.com/office/drawing/2014/main" id="{C9DE092B-B2A2-499C-AF1C-1F3576465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TW" dirty="0"/>
          </a:p>
        </p:txBody>
      </p:sp>
      <p:sp>
        <p:nvSpPr>
          <p:cNvPr id="252932" name="Slide Number Placeholder 3">
            <a:extLst>
              <a:ext uri="{FF2B5EF4-FFF2-40B4-BE49-F238E27FC236}">
                <a16:creationId xmlns:a16="http://schemas.microsoft.com/office/drawing/2014/main" id="{80B8D02F-9479-42E8-BB55-B5F51D8F8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168AF3-CA32-4522-8026-58ECBFDDDD85}" type="slidenum">
              <a:rPr lang="en-US" altLang="zh-TW" sz="1300" smtClean="0">
                <a:latin typeface="Times New Roman" panose="02020603050405020304" pitchFamily="18" charset="0"/>
              </a:rPr>
              <a:pPr/>
              <a:t>13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70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Slide Image Placeholder 1">
            <a:extLst>
              <a:ext uri="{FF2B5EF4-FFF2-40B4-BE49-F238E27FC236}">
                <a16:creationId xmlns:a16="http://schemas.microsoft.com/office/drawing/2014/main" id="{96950F02-AA1C-47E7-B3BB-008923A38D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Notes Placeholder 2">
            <a:extLst>
              <a:ext uri="{FF2B5EF4-FFF2-40B4-BE49-F238E27FC236}">
                <a16:creationId xmlns:a16="http://schemas.microsoft.com/office/drawing/2014/main" id="{C9DE092B-B2A2-499C-AF1C-1F3576465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 dirty="0"/>
          </a:p>
        </p:txBody>
      </p:sp>
      <p:sp>
        <p:nvSpPr>
          <p:cNvPr id="252932" name="Slide Number Placeholder 3">
            <a:extLst>
              <a:ext uri="{FF2B5EF4-FFF2-40B4-BE49-F238E27FC236}">
                <a16:creationId xmlns:a16="http://schemas.microsoft.com/office/drawing/2014/main" id="{80B8D02F-9479-42E8-BB55-B5F51D8F8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2168AF3-CA32-4522-8026-58ECBFDDDD85}" type="slidenum">
              <a:rPr lang="en-US" altLang="zh-TW" sz="1300" smtClean="0">
                <a:latin typeface="Times New Roman" panose="02020603050405020304" pitchFamily="18" charset="0"/>
              </a:rPr>
              <a:pPr/>
              <a:t>14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850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Slide Image Placeholder 1">
            <a:extLst>
              <a:ext uri="{FF2B5EF4-FFF2-40B4-BE49-F238E27FC236}">
                <a16:creationId xmlns:a16="http://schemas.microsoft.com/office/drawing/2014/main" id="{8E9D4B4B-2AED-4285-918D-C0D438FD76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4979" name="Notes Placeholder 2">
            <a:extLst>
              <a:ext uri="{FF2B5EF4-FFF2-40B4-BE49-F238E27FC236}">
                <a16:creationId xmlns:a16="http://schemas.microsoft.com/office/drawing/2014/main" id="{47EF2B0F-8D87-4588-9E0A-698EC55DC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None/>
            </a:pPr>
            <a:endParaRPr lang="zh-TW" altLang="zh-TW" dirty="0"/>
          </a:p>
        </p:txBody>
      </p:sp>
      <p:sp>
        <p:nvSpPr>
          <p:cNvPr id="254980" name="Slide Number Placeholder 3">
            <a:extLst>
              <a:ext uri="{FF2B5EF4-FFF2-40B4-BE49-F238E27FC236}">
                <a16:creationId xmlns:a16="http://schemas.microsoft.com/office/drawing/2014/main" id="{5B0582CD-BF3A-41AE-98CA-50B709327D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216E7F3-396B-4B4E-8E51-9AF44BB0ABE7}" type="slidenum">
              <a:rPr lang="en-US" altLang="zh-TW" sz="1300" smtClean="0">
                <a:latin typeface="Times New Roman" panose="02020603050405020304" pitchFamily="18" charset="0"/>
              </a:rPr>
              <a:pPr/>
              <a:t>15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1" name="Slide Image Placeholder 1">
            <a:extLst>
              <a:ext uri="{FF2B5EF4-FFF2-40B4-BE49-F238E27FC236}">
                <a16:creationId xmlns:a16="http://schemas.microsoft.com/office/drawing/2014/main" id="{03B230FB-1D32-4713-8E90-8F9C8E1761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2" name="Notes Placeholder 2">
            <a:extLst>
              <a:ext uri="{FF2B5EF4-FFF2-40B4-BE49-F238E27FC236}">
                <a16:creationId xmlns:a16="http://schemas.microsoft.com/office/drawing/2014/main" id="{03635221-8309-4384-B62F-BEAB678B9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94563" name="Slide Number Placeholder 3">
            <a:extLst>
              <a:ext uri="{FF2B5EF4-FFF2-40B4-BE49-F238E27FC236}">
                <a16:creationId xmlns:a16="http://schemas.microsoft.com/office/drawing/2014/main" id="{5CFE3D45-EA2D-4137-A24D-E730AA9BD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A900C0F-01D2-4EC6-977C-9AB4348A1A8C}" type="slidenum">
              <a:rPr lang="en-US" altLang="en-US" sz="1300">
                <a:latin typeface="Times New Roman" panose="02020603050405020304" pitchFamily="18" charset="0"/>
              </a:rPr>
              <a:pPr/>
              <a:t>16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09" name="Slide Image Placeholder 1">
            <a:extLst>
              <a:ext uri="{FF2B5EF4-FFF2-40B4-BE49-F238E27FC236}">
                <a16:creationId xmlns:a16="http://schemas.microsoft.com/office/drawing/2014/main" id="{3EDA936B-A853-40C5-AE68-A0C2638279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0" name="Notes Placeholder 2">
            <a:extLst>
              <a:ext uri="{FF2B5EF4-FFF2-40B4-BE49-F238E27FC236}">
                <a16:creationId xmlns:a16="http://schemas.microsoft.com/office/drawing/2014/main" id="{286CE793-61D5-41FB-A3EB-13638D429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96611" name="Slide Number Placeholder 3">
            <a:extLst>
              <a:ext uri="{FF2B5EF4-FFF2-40B4-BE49-F238E27FC236}">
                <a16:creationId xmlns:a16="http://schemas.microsoft.com/office/drawing/2014/main" id="{42CF83A1-C281-4632-AF3E-599E07D65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7349BD4-F815-4C97-ADD7-1F7983789314}" type="slidenum">
              <a:rPr lang="en-US" altLang="en-US" sz="1300">
                <a:latin typeface="Times New Roman" panose="02020603050405020304" pitchFamily="18" charset="0"/>
              </a:rPr>
              <a:pPr/>
              <a:t>17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7" name="Rectangle 7">
            <a:extLst>
              <a:ext uri="{FF2B5EF4-FFF2-40B4-BE49-F238E27FC236}">
                <a16:creationId xmlns:a16="http://schemas.microsoft.com/office/drawing/2014/main" id="{EBCDBD82-2B51-4308-9A65-B91A1B6E7C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2BD277D-6422-4469-ACA7-1B25FF50C792}" type="slidenum">
              <a:rPr lang="en-US" altLang="en-US" sz="1300">
                <a:latin typeface="Times New Roman" panose="02020603050405020304" pitchFamily="18" charset="0"/>
              </a:rPr>
              <a:pPr/>
              <a:t>18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98658" name="Rectangle 2">
            <a:extLst>
              <a:ext uri="{FF2B5EF4-FFF2-40B4-BE49-F238E27FC236}">
                <a16:creationId xmlns:a16="http://schemas.microsoft.com/office/drawing/2014/main" id="{308CA134-90F2-4253-9F7C-F40C96E7F9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A5F46C2C-27B2-4A60-9868-39CA22269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5" name="Rectangle 7">
            <a:extLst>
              <a:ext uri="{FF2B5EF4-FFF2-40B4-BE49-F238E27FC236}">
                <a16:creationId xmlns:a16="http://schemas.microsoft.com/office/drawing/2014/main" id="{77C30101-250F-4345-9B9B-B0CF707227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89CBC44-45CE-4186-9ABC-270108E32EFA}" type="slidenum">
              <a:rPr lang="en-US" altLang="en-US" sz="1300">
                <a:latin typeface="Times New Roman" panose="02020603050405020304" pitchFamily="18" charset="0"/>
              </a:rPr>
              <a:pPr/>
              <a:t>19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00706" name="Rectangle 2">
            <a:extLst>
              <a:ext uri="{FF2B5EF4-FFF2-40B4-BE49-F238E27FC236}">
                <a16:creationId xmlns:a16="http://schemas.microsoft.com/office/drawing/2014/main" id="{C9B6B70B-FC63-42EA-A110-1ED99853F9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>
            <a:extLst>
              <a:ext uri="{FF2B5EF4-FFF2-40B4-BE49-F238E27FC236}">
                <a16:creationId xmlns:a16="http://schemas.microsoft.com/office/drawing/2014/main" id="{B112A4CE-F4F6-43C7-BBB8-98F38DA7E9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1" name="Rectangle 7">
            <a:extLst>
              <a:ext uri="{FF2B5EF4-FFF2-40B4-BE49-F238E27FC236}">
                <a16:creationId xmlns:a16="http://schemas.microsoft.com/office/drawing/2014/main" id="{24DF0C91-8E1A-4C40-A862-F1D8DB93BB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5E8002-A7E9-415B-96C1-879A0C7375D7}" type="slidenum">
              <a:rPr lang="en-US" altLang="en-US" sz="1300">
                <a:latin typeface="Times New Roman" panose="02020603050405020304" pitchFamily="18" charset="0"/>
              </a:rPr>
              <a:pPr/>
              <a:t>20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04802" name="Rectangle 2">
            <a:extLst>
              <a:ext uri="{FF2B5EF4-FFF2-40B4-BE49-F238E27FC236}">
                <a16:creationId xmlns:a16="http://schemas.microsoft.com/office/drawing/2014/main" id="{FA296428-DBBF-44EE-B75F-5E6F7F44D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57E2E1F9-B271-45B0-A26F-747231220F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902868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3" name="Rectangle 7">
            <a:extLst>
              <a:ext uri="{FF2B5EF4-FFF2-40B4-BE49-F238E27FC236}">
                <a16:creationId xmlns:a16="http://schemas.microsoft.com/office/drawing/2014/main" id="{D8284F0C-6200-435D-83DC-003F343F5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B24EA85-C634-4FEE-98AB-4FFAFEC7ABCD}" type="slidenum">
              <a:rPr lang="en-US" altLang="en-US" sz="1300">
                <a:latin typeface="Times New Roman" panose="02020603050405020304" pitchFamily="18" charset="0"/>
              </a:rPr>
              <a:pPr/>
              <a:t>21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02754" name="Rectangle 2">
            <a:extLst>
              <a:ext uri="{FF2B5EF4-FFF2-40B4-BE49-F238E27FC236}">
                <a16:creationId xmlns:a16="http://schemas.microsoft.com/office/drawing/2014/main" id="{53B822A2-895D-48F9-A34F-C2A1A0A815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Rectangle 3">
            <a:extLst>
              <a:ext uri="{FF2B5EF4-FFF2-40B4-BE49-F238E27FC236}">
                <a16:creationId xmlns:a16="http://schemas.microsoft.com/office/drawing/2014/main" id="{C211F7F9-18E1-4665-A007-0E2A66CEBC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1" name="Rectangle 7">
            <a:extLst>
              <a:ext uri="{FF2B5EF4-FFF2-40B4-BE49-F238E27FC236}">
                <a16:creationId xmlns:a16="http://schemas.microsoft.com/office/drawing/2014/main" id="{24DF0C91-8E1A-4C40-A862-F1D8DB93BB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5E8002-A7E9-415B-96C1-879A0C7375D7}" type="slidenum">
              <a:rPr lang="en-US" altLang="en-US" sz="1300">
                <a:latin typeface="Times New Roman" panose="02020603050405020304" pitchFamily="18" charset="0"/>
              </a:rPr>
              <a:pPr/>
              <a:t>22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04802" name="Rectangle 2">
            <a:extLst>
              <a:ext uri="{FF2B5EF4-FFF2-40B4-BE49-F238E27FC236}">
                <a16:creationId xmlns:a16="http://schemas.microsoft.com/office/drawing/2014/main" id="{FA296428-DBBF-44EE-B75F-5E6F7F44D5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Rectangle 3">
            <a:extLst>
              <a:ext uri="{FF2B5EF4-FFF2-40B4-BE49-F238E27FC236}">
                <a16:creationId xmlns:a16="http://schemas.microsoft.com/office/drawing/2014/main" id="{57E2E1F9-B271-45B0-A26F-747231220F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49" name="Rectangle 7">
            <a:extLst>
              <a:ext uri="{FF2B5EF4-FFF2-40B4-BE49-F238E27FC236}">
                <a16:creationId xmlns:a16="http://schemas.microsoft.com/office/drawing/2014/main" id="{C6F095CA-C9EB-4C83-A476-41AEC3DC98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CE01A5E-9400-4A88-AC5A-F88797AF9D41}" type="slidenum">
              <a:rPr lang="en-US" altLang="en-US" sz="1300">
                <a:latin typeface="Times New Roman" panose="02020603050405020304" pitchFamily="18" charset="0"/>
              </a:rPr>
              <a:pPr/>
              <a:t>23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06850" name="Rectangle 2">
            <a:extLst>
              <a:ext uri="{FF2B5EF4-FFF2-40B4-BE49-F238E27FC236}">
                <a16:creationId xmlns:a16="http://schemas.microsoft.com/office/drawing/2014/main" id="{C2C449E5-06BB-428F-BB41-8400BB2D17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Rectangle 3">
            <a:extLst>
              <a:ext uri="{FF2B5EF4-FFF2-40B4-BE49-F238E27FC236}">
                <a16:creationId xmlns:a16="http://schemas.microsoft.com/office/drawing/2014/main" id="{CEFBC938-B9D1-4AC9-A9E4-64FA8F2A8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7" name="Rectangle 7">
            <a:extLst>
              <a:ext uri="{FF2B5EF4-FFF2-40B4-BE49-F238E27FC236}">
                <a16:creationId xmlns:a16="http://schemas.microsoft.com/office/drawing/2014/main" id="{C6E99D01-B377-4EB0-9F3E-931DAD30A5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6FAF494-BCA7-4554-A904-4D194E2614C7}" type="slidenum">
              <a:rPr lang="en-US" altLang="en-US" sz="1300">
                <a:latin typeface="Times New Roman" panose="02020603050405020304" pitchFamily="18" charset="0"/>
              </a:rPr>
              <a:pPr/>
              <a:t>24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08898" name="Rectangle 2">
            <a:extLst>
              <a:ext uri="{FF2B5EF4-FFF2-40B4-BE49-F238E27FC236}">
                <a16:creationId xmlns:a16="http://schemas.microsoft.com/office/drawing/2014/main" id="{6BF91346-F19F-4765-84B2-B55DCB00B5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Rectangle 3">
            <a:extLst>
              <a:ext uri="{FF2B5EF4-FFF2-40B4-BE49-F238E27FC236}">
                <a16:creationId xmlns:a16="http://schemas.microsoft.com/office/drawing/2014/main" id="{1D00D531-BB1D-4128-8736-1A274C21F5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5" name="Rectangle 7">
            <a:extLst>
              <a:ext uri="{FF2B5EF4-FFF2-40B4-BE49-F238E27FC236}">
                <a16:creationId xmlns:a16="http://schemas.microsoft.com/office/drawing/2014/main" id="{7BB9BE18-0CFC-408F-8D24-85C7041442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6401863-10E1-4ACE-ADD7-CBAED0649EAF}" type="slidenum">
              <a:rPr lang="en-US" altLang="en-US" sz="1300">
                <a:latin typeface="Times New Roman" panose="02020603050405020304" pitchFamily="18" charset="0"/>
              </a:rPr>
              <a:pPr/>
              <a:t>25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210946" name="Rectangle 2">
            <a:extLst>
              <a:ext uri="{FF2B5EF4-FFF2-40B4-BE49-F238E27FC236}">
                <a16:creationId xmlns:a16="http://schemas.microsoft.com/office/drawing/2014/main" id="{12B1F5B9-EA01-41A0-9A68-99EBE67B31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Rectangle 3">
            <a:extLst>
              <a:ext uri="{FF2B5EF4-FFF2-40B4-BE49-F238E27FC236}">
                <a16:creationId xmlns:a16="http://schemas.microsoft.com/office/drawing/2014/main" id="{69B704FE-85E8-4896-BD79-FEF7E28904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4AB0AAC-DADD-4E91-A8E6-BC8452305F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D62205D-F1CC-46A5-8DE6-63655F161581}" type="slidenum">
              <a:rPr lang="en-US" altLang="zh-TW" sz="1300">
                <a:latin typeface="Times New Roman" panose="02020603050405020304" pitchFamily="18" charset="0"/>
              </a:rPr>
              <a:pPr/>
              <a:t>26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BE8E2D45-D6C9-4631-872B-A8759CA27E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DE340EE2-EF09-432F-8308-7379645FCC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TW" altLang="zh-TW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3" name="Rectangle 7">
            <a:extLst>
              <a:ext uri="{FF2B5EF4-FFF2-40B4-BE49-F238E27FC236}">
                <a16:creationId xmlns:a16="http://schemas.microsoft.com/office/drawing/2014/main" id="{5A0C53A1-10D9-4DD2-978D-F764B70FA2F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4C8588E1-BD2F-465D-9770-2A74F5A4C52D}" type="slidenum">
              <a:rPr lang="en-US" altLang="en-US" sz="1300">
                <a:solidFill>
                  <a:srgbClr val="000000"/>
                </a:solidFill>
                <a:latin typeface="Times New Roman" panose="02020603050405020304" pitchFamily="18" charset="0"/>
              </a:rPr>
              <a:pPr algn="r"/>
              <a:t>27</a:t>
            </a:fld>
            <a:endParaRPr lang="en-US" altLang="en-US" sz="13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2994" name="Rectangle 2">
            <a:extLst>
              <a:ext uri="{FF2B5EF4-FFF2-40B4-BE49-F238E27FC236}">
                <a16:creationId xmlns:a16="http://schemas.microsoft.com/office/drawing/2014/main" id="{B0BD9348-C60D-4FFA-B129-05BF975972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79656B50-D6BB-4551-9CFE-05CB09E4DE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5" name="Slide Image Placeholder 1">
            <a:extLst>
              <a:ext uri="{FF2B5EF4-FFF2-40B4-BE49-F238E27FC236}">
                <a16:creationId xmlns:a16="http://schemas.microsoft.com/office/drawing/2014/main" id="{B1048893-78B8-4D4F-A8B0-7B256CC344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6" name="Notes Placeholder 2">
            <a:extLst>
              <a:ext uri="{FF2B5EF4-FFF2-40B4-BE49-F238E27FC236}">
                <a16:creationId xmlns:a16="http://schemas.microsoft.com/office/drawing/2014/main" id="{5C5BEEB8-9B4A-40BF-9EFB-B27DBACD6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221187" name="Slide Number Placeholder 3">
            <a:extLst>
              <a:ext uri="{FF2B5EF4-FFF2-40B4-BE49-F238E27FC236}">
                <a16:creationId xmlns:a16="http://schemas.microsoft.com/office/drawing/2014/main" id="{C5B5CA26-9C5B-4E62-8B40-171E7A806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479841F-8718-4C80-B6E4-0D0805217C5A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F9EEE-A982-4800-A44C-C49151D4A294}" type="slidenum">
              <a:rPr lang="en-US" altLang="zh-TW" smtClean="0"/>
              <a:pPr>
                <a:defRPr/>
              </a:pPr>
              <a:t>29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290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F9EEE-A982-4800-A44C-C49151D4A294}" type="slidenum">
              <a:rPr lang="en-US" altLang="zh-TW" smtClean="0"/>
              <a:pPr>
                <a:defRPr/>
              </a:pPr>
              <a:t>30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3145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F9EEE-A982-4800-A44C-C49151D4A294}" type="slidenum">
              <a:rPr lang="en-US" altLang="zh-TW" smtClean="0"/>
              <a:pPr>
                <a:defRPr/>
              </a:pPr>
              <a:t>31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596249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Slide Image Placeholder 1">
            <a:extLst>
              <a:ext uri="{FF2B5EF4-FFF2-40B4-BE49-F238E27FC236}">
                <a16:creationId xmlns:a16="http://schemas.microsoft.com/office/drawing/2014/main" id="{AA4407C4-1284-4391-A563-2034CA8612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Notes Placeholder 2">
            <a:extLst>
              <a:ext uri="{FF2B5EF4-FFF2-40B4-BE49-F238E27FC236}">
                <a16:creationId xmlns:a16="http://schemas.microsoft.com/office/drawing/2014/main" id="{B788B6D6-7775-4E0F-B13C-165329BE20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261124" name="Slide Number Placeholder 3">
            <a:extLst>
              <a:ext uri="{FF2B5EF4-FFF2-40B4-BE49-F238E27FC236}">
                <a16:creationId xmlns:a16="http://schemas.microsoft.com/office/drawing/2014/main" id="{D8D9A08E-A55E-4F36-A727-0E554D3B31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10BAC15-B9AF-4BBC-8EB5-739BADFB22C5}" type="slidenum">
              <a:rPr lang="en-US" altLang="zh-TW" sz="1300" smtClean="0">
                <a:latin typeface="Times New Roman" panose="02020603050405020304" pitchFamily="18" charset="0"/>
              </a:rPr>
              <a:pPr/>
              <a:t>32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F9EEE-A982-4800-A44C-C49151D4A294}" type="slidenum">
              <a:rPr lang="en-US" altLang="zh-TW" smtClean="0"/>
              <a:pPr>
                <a:defRPr/>
              </a:pPr>
              <a:t>33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48069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F9EEE-A982-4800-A44C-C49151D4A294}" type="slidenum">
              <a:rPr lang="en-US" altLang="zh-TW" smtClean="0"/>
              <a:pPr>
                <a:defRPr/>
              </a:pPr>
              <a:t>34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93738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F9EEE-A982-4800-A44C-C49151D4A294}" type="slidenum">
              <a:rPr lang="en-US" altLang="zh-TW" smtClean="0"/>
              <a:pPr>
                <a:defRPr/>
              </a:pPr>
              <a:t>35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605186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Slide Image Placeholder 1">
            <a:extLst>
              <a:ext uri="{FF2B5EF4-FFF2-40B4-BE49-F238E27FC236}">
                <a16:creationId xmlns:a16="http://schemas.microsoft.com/office/drawing/2014/main" id="{D05A85E4-D10A-4E32-8274-038DFB57F1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43" name="Notes Placeholder 2">
            <a:extLst>
              <a:ext uri="{FF2B5EF4-FFF2-40B4-BE49-F238E27FC236}">
                <a16:creationId xmlns:a16="http://schemas.microsoft.com/office/drawing/2014/main" id="{46B86D8F-C440-4B5C-A5C6-F0E68C1201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 dirty="0"/>
          </a:p>
        </p:txBody>
      </p:sp>
      <p:sp>
        <p:nvSpPr>
          <p:cNvPr id="266244" name="Slide Number Placeholder 3">
            <a:extLst>
              <a:ext uri="{FF2B5EF4-FFF2-40B4-BE49-F238E27FC236}">
                <a16:creationId xmlns:a16="http://schemas.microsoft.com/office/drawing/2014/main" id="{E00699BF-6152-4A27-B2E8-2635FD2A16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F31BA07-4668-42EA-8060-1BF359B4F9A8}" type="slidenum">
              <a:rPr lang="en-US" altLang="zh-TW" sz="1300" smtClean="0">
                <a:latin typeface="Times New Roman" panose="02020603050405020304" pitchFamily="18" charset="0"/>
              </a:rPr>
              <a:pPr/>
              <a:t>36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Slide Image Placeholder 1">
            <a:extLst>
              <a:ext uri="{FF2B5EF4-FFF2-40B4-BE49-F238E27FC236}">
                <a16:creationId xmlns:a16="http://schemas.microsoft.com/office/drawing/2014/main" id="{9A951D3D-F2CC-4267-A4B9-91C7AC69F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8291" name="Notes Placeholder 2">
            <a:extLst>
              <a:ext uri="{FF2B5EF4-FFF2-40B4-BE49-F238E27FC236}">
                <a16:creationId xmlns:a16="http://schemas.microsoft.com/office/drawing/2014/main" id="{771A79C6-2E50-40A0-A681-296A2815C5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altLang="zh-HK" dirty="0"/>
          </a:p>
        </p:txBody>
      </p:sp>
      <p:sp>
        <p:nvSpPr>
          <p:cNvPr id="268292" name="Slide Number Placeholder 3">
            <a:extLst>
              <a:ext uri="{FF2B5EF4-FFF2-40B4-BE49-F238E27FC236}">
                <a16:creationId xmlns:a16="http://schemas.microsoft.com/office/drawing/2014/main" id="{710AD222-BD46-4587-9586-4DF19151DD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F8CDBA6-79EF-418F-9BB9-1518A728169B}" type="slidenum">
              <a:rPr lang="en-US" altLang="zh-TW" sz="1300" smtClean="0">
                <a:latin typeface="Times New Roman" panose="02020603050405020304" pitchFamily="18" charset="0"/>
              </a:rPr>
              <a:pPr/>
              <a:t>37</a:t>
            </a:fld>
            <a:endParaRPr lang="en-US" altLang="zh-TW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F9EEE-A982-4800-A44C-C49151D4A294}" type="slidenum">
              <a:rPr lang="en-US" altLang="zh-TW" smtClean="0"/>
              <a:pPr>
                <a:defRPr/>
              </a:pPr>
              <a:t>38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238375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F9EEE-A982-4800-A44C-C49151D4A294}" type="slidenum">
              <a:rPr lang="en-US" altLang="zh-TW" smtClean="0"/>
              <a:pPr>
                <a:defRPr/>
              </a:pPr>
              <a:t>39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429872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F9EEE-A982-4800-A44C-C49151D4A294}" type="slidenum">
              <a:rPr lang="en-US" altLang="zh-TW" smtClean="0"/>
              <a:pPr>
                <a:defRPr/>
              </a:pPr>
              <a:t>40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20104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F9EEE-A982-4800-A44C-C49151D4A294}" type="slidenum">
              <a:rPr lang="en-US" altLang="zh-TW" smtClean="0"/>
              <a:pPr>
                <a:defRPr/>
              </a:pPr>
              <a:t>41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439071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7F9EEE-A982-4800-A44C-C49151D4A294}" type="slidenum">
              <a:rPr lang="en-US" altLang="zh-TW" smtClean="0"/>
              <a:pPr>
                <a:defRPr/>
              </a:pPr>
              <a:t>42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23427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BB6432-F67E-4A4A-AE8C-7F5D61E89B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5E083-4BF6-4D99-9656-A3818509F9C2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16F1812-22A9-4482-8CBA-7A7CBF74DD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3D4AB58-CA9F-47F4-82DE-3FA5CA12AC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45849843-3012-426C-81FA-47BA024AAA09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03915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F65CFD-C423-4D84-9C5D-1F1944246C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C8DAD-883E-4685-A2BB-95CBC0BE33E0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D13567B-B52B-43AC-95D4-59D59B9B9E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9098C40-35A3-4F6A-870C-64628F8300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139881FB-69E4-4A5F-8C0E-C886663FC7C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6479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06872E-DEB6-495A-AB8B-DED7D21B9E2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BD12F-782B-4300-9E94-AA8B8CE0C9AC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A278241-9B65-4EF5-B09B-D5F92F6B38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590C68C-CB9C-40E3-BD1E-11EA8F5EF3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A01E185D-1907-4678-8F02-553502593C1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6041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F73BDD-8E6C-43F8-BB73-803041453E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749717-4805-4935-8926-BE01962DC93A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916E819-0B7B-4EC6-B347-C12093987C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E8D7626-2EBF-4028-9D5A-47B7036350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3425D1CB-B341-4A37-BBB4-2C3CAD78088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09293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36C6F97-A7CC-43E7-87BC-75C9F271ED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4C9DB5-5C02-4971-9A0C-CDDB6FB12D83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988D58-FB46-4E6E-8DE2-3FD887F604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2AD835-CFCE-43C2-8210-4A9D1BDC57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C25912AC-7D96-408D-BBFD-7816A201224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72412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013C76C-CEB2-4628-9A85-65F524409D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BA8A03-A0FA-4877-BBAE-635D2FA6D8C6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2C78F129-71B7-4B6E-ABFE-5475D83140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B29FB4B-AA6C-490F-B538-27795A15C0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9DEDBA1D-8525-4455-A958-E2192592515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5898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5B469F6-AE7C-4A2C-AD29-EE08DA9AE6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861783-63DA-4ED2-90E1-B1972D3340DA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3C043C54-BC19-46E2-8AC6-9CBD317BCA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F8129A9B-C3B4-47AD-B25E-4708F617C6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E95F67EC-52F2-4710-A28B-5C439A6BC57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2020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29EA47-224D-4B08-8084-EDF6A553A9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6B5B1B-366F-4F23-8953-048BC0315B74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6CE119A-E18B-4D8C-BAC0-78990F1772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0E0F13A-D832-4C80-A00A-C22161B958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A369F655-33B3-4180-9B55-DE74E58E8089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5959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327418-CF07-4D25-825C-10611CFDD1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30E855-48F8-4A6F-B6BE-2CFEFCE4E9A0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E856016-EC20-40F4-99C5-399F90788D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6402987-9617-4FC9-88C6-11985ABB77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390B4600-94B7-4250-B9D3-A58EFC3B738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42762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41E1F5-884A-4F54-8293-2A32D72005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E36B3-6B29-4E57-AE2C-216D32FC061F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B4E5F3F-BF20-47AE-B7D1-92B2B7946D4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B5B7A20-B016-4777-8587-DCE5F1297A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EC1BB9FC-D721-44C4-8FF3-39D1B30F3D2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0039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58F953-6030-4BAE-91EB-3AA6C44C2C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58E837-56EE-4BCD-BBB3-7EBEDC4D43C5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D51DFB0-3646-47E7-B340-03279790BA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7590165-631A-4316-9FB3-3679095B4C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8DB91E77-7A3B-4248-B047-FE5AE80021C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32816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823CE5-698B-485E-A267-7CBA3C73B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B3877-74DC-4997-92FF-E3A498FCA91F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04B3099-AAC7-4DFA-A8D8-AC2E15EDBF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B53790-3529-4549-B1F6-D55EE8DB6F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7895DB4C-724D-4BFD-AC52-263DE5466AF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205068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B3CCC3-EB2B-49DC-BAF0-9C22B502CA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BE303-CD1E-457E-91D7-EB4DAC86CB84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D8F9715-501C-4B6C-97C4-BC7E3A58C1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82C3CEF-30C0-45E4-9D36-7C44DF13F6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3B890F50-4F22-4902-93EE-93955A9372F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42742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A1956-BB94-4464-999C-ACBAB28A44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7C203-7D24-4244-BE5A-D2949C51BFA8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85F2BA4-B81C-41AA-AC4A-E2183EA461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A0D3C95-565C-493B-9D7B-99DDE0FB65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B3F0F668-A75F-427D-8C08-46C2533D9A7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354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DAE4A-09FE-4978-92EE-430955522D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4F935-DA51-4445-A677-9C83DF400D84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D288150-F3E1-4B70-BDF6-5D6D5E843F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F4033D0-6689-4921-A720-9761C188BA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81F01A66-C280-492B-AA20-B9BC8F0C0B6F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13913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A0402F-EA95-479D-99CA-C2124C0E5C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DE237-4B55-46E2-A1E0-909FFA8C5CF0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04128E3-52D7-43D1-8F78-FDBD12025F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BD5A229-1F7D-4BD3-A3D4-B66D97BBB0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F1BE3C25-6335-4DB3-9C26-6AC6920BE309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45647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1CD47FF-5AF9-4F82-B067-BDAAB78B3BA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51542A-FCDD-48A1-B877-23109053B592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785BFCC-DCA1-463D-A4A2-DA5C9761A2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CA164E2-0CC6-4D46-9EE6-408512BDDC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52528A69-DD03-4A2A-ACA5-ED0D50CB244C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360026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B71059-9C15-41F9-8D28-2F774C8D91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7402A-93BD-4913-B90C-10211BB14766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CE0BBF5-EED8-4DDB-BA0D-85429510A6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3640572-0ACB-4103-A8FF-F44463C8DB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02502CA6-6F5E-46F1-9971-8A59A8FF876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597153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ABF6B0-F2C2-4B84-9218-21BE6CDAE4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509D02-09D7-45E7-8C4A-91E22D888D4B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5F689C9-5680-4199-9587-E3990A4E25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1C3FE124-5848-465E-84AC-AA08E65173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AB901147-EB23-4157-B088-239B971F740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803243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56B8B68-6B07-42F9-978C-F0ECE9E547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7B3D95-56B7-4A93-A320-ADB047826F70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E5469E-D742-4422-BC5A-A215874742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3EE0BC-AFAA-458F-A655-6D3439FF95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5A25023A-BB82-43C2-BE1D-FC25A4590ED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21828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FCE0833-5CED-4FCD-A308-B738B485D9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8D4B5C-6B95-45DA-AF6D-B95B0815D442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58B0659-487F-4DB3-8992-51BB56DA3A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05816F39-BFA6-42CC-9DEF-BE185910FE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5B4E6B68-55B2-4A40-B953-668B5EE57FF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26357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995F9A5-117D-4FC5-A535-366410F3DD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57471-4DF6-4A7E-9591-3B26C05D0249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CA43B923-760C-46F3-8B64-5A386365C1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4A71996-3AAC-4C3A-BCB8-DEFFCBCCD4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2CA3D442-E244-4EF1-B722-CBE0D2CB53D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492718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0FD412-BF23-4996-B6AB-D053911B7A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FC1B2-FA2D-46CF-8E60-96F84754EABF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0156A31-B115-4AD3-87D2-37E2B09602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C80C7A5-42E5-47A1-8841-8C20A7AB61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A035A8A1-0C69-4292-A78C-AC160511C25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4797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B0E3B3-05F4-445C-80ED-6A62CE8D7B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71CE8-B74A-49CB-B29D-490BB38433E4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3D5B3F9-C533-488C-820C-BD83377CAD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3B417F54-4EC2-430E-A256-42FBD465D6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003371E1-F545-4280-A004-EB51A16AB8A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60009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C5DFCBB-2DA6-40D6-99F5-74168104D2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913378-E3C9-4F80-B6FE-CC9200706A49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9809B10-1D6B-442E-8267-C196F42F38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175784B-1E43-47C9-828E-561AE5B3E9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ABF160DA-5F8D-47FA-9720-B34A8D517F8C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78480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107A44D-A150-4B22-AF00-370FDEB691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EA5146-065B-4EE1-9923-08B8B419DBA4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800D6A5-8BF4-4F71-940A-F30B66A797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4AEAAAF-44AB-4AC3-B559-BB626A0BB4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5EE4BC3C-E2FF-4EFB-8FF5-80DDEB6FA4C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304584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D8FC69-08D9-4030-8D0A-9C0F43621D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87E4D1-940D-4F85-B74F-F07726DAC6F1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5499065-A232-48DB-B9A9-18A6BCD171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617F5E8-12B3-408A-825D-8024FF731C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E52B4BB1-E9D8-43E2-8CBE-70C99001FB0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686301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A8403F-969B-4228-8DEB-1269D343B2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A7FB7E-9F99-48A3-B8E6-68EE1C3B97FD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F763EF9-94D0-4B72-83DA-4D185304F3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A5726BAB-9DE3-46A1-A71E-5EFBB1EC1D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586A6FC3-394E-49B7-A209-590F51486B7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393035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E6FA23-99A5-458A-811F-A45B58E317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22299-ED73-415B-920F-BC71E8D985BC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2DB50BB-C907-4744-B13F-A399196507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DD295E7-BCCD-4FBA-BE71-01374F4425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772A9188-8BBF-4F3C-BA28-0A37271138C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810204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60E86B-9177-4214-A1C5-DE6ADCD8DB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118900-88CD-4799-AD9F-F2B5E8E8AB82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7744714-A955-4F09-A869-BA33E108AC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F7F833A-EFA2-4093-AA04-C7380DD79F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196111C2-5A6D-4206-9FC7-92E030CB5E8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16590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3FFF71-9F83-4CBE-9265-B9D239E7DB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>
                <a:ea typeface="+mn-ea"/>
              </a:defRPr>
            </a:lvl1pPr>
          </a:lstStyle>
          <a:p>
            <a:pPr>
              <a:defRPr/>
            </a:pPr>
            <a:fld id="{2A26C59F-E763-4539-8041-A9A6BF694914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303E6-4AFC-4183-AEA1-C99FFAA748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B80C4-0932-424B-808C-598D2FBAC9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A9E25138-DDF7-402B-BF52-1D9248B61BA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270748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20CDEC5-0B24-440C-B2CD-70BFA840B9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>
                <a:ea typeface="+mn-ea"/>
              </a:defRPr>
            </a:lvl1pPr>
          </a:lstStyle>
          <a:p>
            <a:pPr>
              <a:defRPr/>
            </a:pPr>
            <a:fld id="{A9A3321A-0436-40FD-8DA5-66DBC3EB8F7B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EB84-FEDF-415A-9B4F-3561101B2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71D03-689E-4806-937A-86136ED63D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F1721BE6-5C99-4A3B-990A-741DC207FB4C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73654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27B56A-1E10-4BCA-B86B-B54DC8DD35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>
                <a:ea typeface="+mn-ea"/>
              </a:defRPr>
            </a:lvl1pPr>
          </a:lstStyle>
          <a:p>
            <a:pPr>
              <a:defRPr/>
            </a:pPr>
            <a:fld id="{2B1ADDFA-5739-45C0-9D86-8C4FC3115621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B2052-1429-4E4D-AECD-2C1EA30F3E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EF58E-F636-4A08-B3CC-BD857905F2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5CCE6FEC-C1BD-4786-94D1-64663ACA2021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1889095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C62A3-4631-4458-AB8F-4C367EC56F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>
                <a:ea typeface="+mn-ea"/>
              </a:defRPr>
            </a:lvl1pPr>
          </a:lstStyle>
          <a:p>
            <a:pPr>
              <a:defRPr/>
            </a:pPr>
            <a:fld id="{A1F98D62-C1B7-47F7-A1CC-89E892F03AAC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5B4CD-72AB-4625-A893-7B27A81DE8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0F90C-884A-4B92-BCCA-85A7A13976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B1F95471-D905-4A7D-8725-E77F2AFCCF1B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894721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76D2AFF-D0C6-47DD-AB9C-9F5956C9D0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>
                <a:ea typeface="+mn-ea"/>
              </a:defRPr>
            </a:lvl1pPr>
          </a:lstStyle>
          <a:p>
            <a:pPr>
              <a:defRPr/>
            </a:pPr>
            <a:fld id="{74589F15-CA76-494B-8DF2-6E3D4A069C10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C87D6F-08CF-446F-A36F-7299F4CEF0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99DFD-F3CB-4565-B305-BB66935CAA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2B86649A-1A48-4503-91FF-2647FE87EB7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418783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0B039CB-DAD3-48C7-BB0B-62324F4128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>
                <a:ea typeface="+mn-ea"/>
              </a:defRPr>
            </a:lvl1pPr>
          </a:lstStyle>
          <a:p>
            <a:pPr>
              <a:defRPr/>
            </a:pPr>
            <a:fld id="{6BBAC157-B48B-4EBD-86F4-BA03BD7E521C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D9D72C-74FE-4228-B22B-F1A3C9C4DD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D3491C-1A39-412D-B261-6662FC6598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DF3C734B-2A62-4F90-AA28-53DB9CD89AF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69209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A73DC48-9307-4974-80FF-31633AB660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>
                <a:ea typeface="+mn-ea"/>
              </a:defRPr>
            </a:lvl1pPr>
          </a:lstStyle>
          <a:p>
            <a:pPr>
              <a:defRPr/>
            </a:pPr>
            <a:fld id="{C950AA48-CB54-4C12-9ECF-F57739F3694C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2F1F5D-7FA9-4699-867F-ABF7E8EAFF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A6301-FC43-44F1-98C1-71173D4EAD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5A975AF7-D8D0-4DAC-A539-18E4B4B4A65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311515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AC5DE-A689-46E6-BF4E-0B2DA91993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>
                <a:ea typeface="+mn-ea"/>
              </a:defRPr>
            </a:lvl1pPr>
          </a:lstStyle>
          <a:p>
            <a:pPr>
              <a:defRPr/>
            </a:pPr>
            <a:fld id="{632E8797-16AF-428C-AD75-440FAB22DDD9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85484-8850-47FB-8338-F702B3CBDB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9358D-0CD2-4779-89B1-0C29BA11E6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2A04A15A-2DD6-4524-849E-8872882FBD9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86168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48E9D2-79B3-47DC-9176-9C70ED1C7B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>
                <a:ea typeface="+mn-ea"/>
              </a:defRPr>
            </a:lvl1pPr>
          </a:lstStyle>
          <a:p>
            <a:pPr>
              <a:defRPr/>
            </a:pPr>
            <a:fld id="{04A9DBCE-8C09-4AE4-91D2-9B952202E0CD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DD517-DC46-415F-82A0-ECC8D2337E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8866C-581E-4352-818B-8986D60B73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8D3AA48B-566C-428D-BA45-1C436144C06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693453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CFCC0F-CDC5-4CD4-B0EA-6741296C19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>
                <a:ea typeface="+mn-ea"/>
              </a:defRPr>
            </a:lvl1pPr>
          </a:lstStyle>
          <a:p>
            <a:pPr>
              <a:defRPr/>
            </a:pPr>
            <a:fld id="{CC69D2F4-C6B8-4B7E-A9EE-114958A29556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0A205-FF48-4AD2-95BF-4C6F79FE6B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1C4A4-34C5-41D2-817E-4E3322BADF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EB45AFA1-08CF-4BA1-8140-D0A517E96EA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929171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5187E01-1286-4F64-9DB5-25B7C2143F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>
                <a:ea typeface="+mn-ea"/>
              </a:defRPr>
            </a:lvl1pPr>
          </a:lstStyle>
          <a:p>
            <a:pPr>
              <a:defRPr/>
            </a:pPr>
            <a:fld id="{00ADEDE5-4FC5-4F88-A1BF-7FA7636A151F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084D3-E4D3-4A99-A8AA-5E196AD412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F3112-E3BC-453D-BC53-70B1A56868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6AD22EDA-A3AD-44B4-B5CC-653619BEE29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62878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98B6A-994A-42A4-96E8-36E3261716F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>
                <a:ea typeface="+mn-ea"/>
              </a:defRPr>
            </a:lvl1pPr>
          </a:lstStyle>
          <a:p>
            <a:pPr>
              <a:defRPr/>
            </a:pPr>
            <a:fld id="{D528F3AF-897B-4290-9140-2F7DFFC1C6B7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11C23-C943-42EE-BBF3-9C86D282C4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96ECA-C4D3-498E-94C8-FCAB8ECB91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49282EA6-A8CA-4997-878A-045A0AD8615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43329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21D0C-7DDC-4E47-8D6D-897FBFBA2B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>
                <a:ea typeface="+mn-ea"/>
              </a:defRPr>
            </a:lvl1pPr>
          </a:lstStyle>
          <a:p>
            <a:pPr>
              <a:defRPr/>
            </a:pPr>
            <a:fld id="{294FF679-CEF7-4516-A3AD-657B0A88A6B1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F48F8-C643-40F1-9939-969BD6F0D3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78306-CF57-4744-AEB9-D172E3BF3C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249A72C0-42B5-4014-AADB-EA74A71B9D5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10626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7123A-C3FA-4252-A041-A0193C58AE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>
                <a:ea typeface="+mn-ea"/>
              </a:defRPr>
            </a:lvl1pPr>
          </a:lstStyle>
          <a:p>
            <a:pPr>
              <a:defRPr/>
            </a:pPr>
            <a:fld id="{F29604C4-B079-4178-887E-6905BDA634E0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FCFA5-59F7-470A-BF09-6F917C1436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40D077-91FB-40F3-94A0-B052EB76A1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892694E2-08D4-41DC-A9C4-BB15F1AE5D6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6372093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6A9F5-3D25-4CCC-8BAD-65151D8FF9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>
                <a:ea typeface="+mn-ea"/>
              </a:defRPr>
            </a:lvl1pPr>
          </a:lstStyle>
          <a:p>
            <a:pPr>
              <a:defRPr/>
            </a:pPr>
            <a:fld id="{E628BD4C-1281-40FD-87BA-685B9B41161C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E11C7-F59A-48FE-AE69-83360E6D00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1" fontAlgn="auto" hangingPunct="1"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2011D-48C3-4D5D-B901-02528D8FE1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1" hangingPunct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lvl1pPr>
          </a:lstStyle>
          <a:p>
            <a:pPr>
              <a:defRPr/>
            </a:pPr>
            <a:r>
              <a:rPr lang="en-US" altLang="zh-TW"/>
              <a:t>2-</a:t>
            </a:r>
            <a:fld id="{BC6EBDCB-A6A0-41B4-B826-3B01A2396B00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463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2" Type="http://schemas.openxmlformats.org/officeDocument/2006/relationships/slideLayout" Target="../slideLayouts/slideLayout32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65B8BFB-EE37-46A0-A2A7-6080DB32E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6B30A12-05FE-478E-B260-35A195BFA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846A211-DD95-4F19-A1D7-292160DAB8C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467E6BE6-1B69-47C6-9177-545AB647BE76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6FF294D9-D6E7-48E0-8F53-5DA0317C2D4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32776" name="Rectangle 8">
            <a:extLst>
              <a:ext uri="{FF2B5EF4-FFF2-40B4-BE49-F238E27FC236}">
                <a16:creationId xmlns:a16="http://schemas.microsoft.com/office/drawing/2014/main" id="{5E20F0DB-E2D5-4BE5-80DD-92B3A0E1F92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5C731456-67E0-4891-971C-7F990BCE2EE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628" r:id="rId1"/>
    <p:sldLayoutId id="2147487629" r:id="rId2"/>
    <p:sldLayoutId id="2147487630" r:id="rId3"/>
    <p:sldLayoutId id="2147487631" r:id="rId4"/>
    <p:sldLayoutId id="2147487632" r:id="rId5"/>
    <p:sldLayoutId id="2147487633" r:id="rId6"/>
    <p:sldLayoutId id="2147487634" r:id="rId7"/>
    <p:sldLayoutId id="2147487635" r:id="rId8"/>
    <p:sldLayoutId id="2147487636" r:id="rId9"/>
    <p:sldLayoutId id="2147487637" r:id="rId10"/>
    <p:sldLayoutId id="2147487638" r:id="rId11"/>
    <p:sldLayoutId id="2147487639" r:id="rId12"/>
    <p:sldLayoutId id="2147487640" r:id="rId13"/>
    <p:sldLayoutId id="2147487641" r:id="rId14"/>
    <p:sldLayoutId id="2147487642" r:id="rId1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Gill Sans MT" pitchFamily="34" charset="0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Gill Sans MT" pitchFamily="34" charset="0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776EDD2-FAD7-4630-8564-3616664672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FA79FEB-1478-41A6-996C-9B620F0CFF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9071884-203F-455C-A0DB-C52EE936359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E9182E9A-1041-4FF3-B8F5-185B1309241F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81C3C3A7-C59C-474A-B74A-A05A2A636E2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rgbClr val="000000"/>
                </a:solidFill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32776" name="Rectangle 8">
            <a:extLst>
              <a:ext uri="{FF2B5EF4-FFF2-40B4-BE49-F238E27FC236}">
                <a16:creationId xmlns:a16="http://schemas.microsoft.com/office/drawing/2014/main" id="{4410A77C-90C6-47B7-80B4-071A9319701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4A0BE308-06A1-40D6-9575-F3B76F1E2975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643" r:id="rId1"/>
    <p:sldLayoutId id="2147487644" r:id="rId2"/>
    <p:sldLayoutId id="2147487645" r:id="rId3"/>
    <p:sldLayoutId id="2147487646" r:id="rId4"/>
    <p:sldLayoutId id="2147487647" r:id="rId5"/>
    <p:sldLayoutId id="2147487648" r:id="rId6"/>
    <p:sldLayoutId id="2147487649" r:id="rId7"/>
    <p:sldLayoutId id="2147487650" r:id="rId8"/>
    <p:sldLayoutId id="2147487651" r:id="rId9"/>
    <p:sldLayoutId id="2147487652" r:id="rId10"/>
    <p:sldLayoutId id="2147487653" r:id="rId11"/>
    <p:sldLayoutId id="2147487654" r:id="rId12"/>
    <p:sldLayoutId id="2147487655" r:id="rId13"/>
    <p:sldLayoutId id="2147487656" r:id="rId14"/>
    <p:sldLayoutId id="2147487657" r:id="rId1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Gill Sans MT" pitchFamily="34" charset="0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Gill Sans MT" pitchFamily="34" charset="0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39F4306-588B-4F7A-8436-572D423C0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DF43A270-E999-477A-AAA5-89FC82E8F8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11313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B131C85-C180-455F-8B00-D6C7B6ABCC1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kumimoji="0" sz="1400">
                <a:solidFill>
                  <a:srgbClr val="000000"/>
                </a:solidFill>
                <a:latin typeface="Times New Roman" pitchFamily="18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BB7D2E70-FB18-4A72-80D7-15B59B755065}" type="datetime1">
              <a:rPr lang="en-US" altLang="zh-TW"/>
              <a:pPr>
                <a:defRPr/>
              </a:pPr>
              <a:t>9/19/2026</a:t>
            </a:fld>
            <a:endParaRPr lang="en-US" altLang="zh-TW"/>
          </a:p>
        </p:txBody>
      </p:sp>
      <p:sp>
        <p:nvSpPr>
          <p:cNvPr id="32775" name="Rectangle 7">
            <a:extLst>
              <a:ext uri="{FF2B5EF4-FFF2-40B4-BE49-F238E27FC236}">
                <a16:creationId xmlns:a16="http://schemas.microsoft.com/office/drawing/2014/main" id="{8C6126B8-FE6D-45B7-9C4E-787DEAA5BA9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576888" y="6467475"/>
            <a:ext cx="28956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kumimoji="0" sz="1200">
                <a:solidFill>
                  <a:srgbClr val="000000"/>
                </a:solidFill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Application Layer</a:t>
            </a:r>
          </a:p>
        </p:txBody>
      </p:sp>
      <p:sp>
        <p:nvSpPr>
          <p:cNvPr id="32776" name="Rectangle 8">
            <a:extLst>
              <a:ext uri="{FF2B5EF4-FFF2-40B4-BE49-F238E27FC236}">
                <a16:creationId xmlns:a16="http://schemas.microsoft.com/office/drawing/2014/main" id="{771789A2-7BBC-43F2-AD32-2C832A57A4E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24850" y="6462713"/>
            <a:ext cx="676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000000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TW"/>
              <a:t>2-</a:t>
            </a:r>
            <a:fld id="{BC17ACBD-FE7D-490D-BC17-EE2DDC870BC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670" r:id="rId1"/>
    <p:sldLayoutId id="2147487671" r:id="rId2"/>
    <p:sldLayoutId id="2147487672" r:id="rId3"/>
    <p:sldLayoutId id="2147487673" r:id="rId4"/>
    <p:sldLayoutId id="2147487674" r:id="rId5"/>
    <p:sldLayoutId id="2147487675" r:id="rId6"/>
    <p:sldLayoutId id="2147487676" r:id="rId7"/>
    <p:sldLayoutId id="2147487677" r:id="rId8"/>
    <p:sldLayoutId id="2147487678" r:id="rId9"/>
    <p:sldLayoutId id="2147487679" r:id="rId10"/>
    <p:sldLayoutId id="2147487680" r:id="rId11"/>
    <p:sldLayoutId id="2147487681" r:id="rId12"/>
    <p:sldLayoutId id="2147487682" r:id="rId13"/>
    <p:sldLayoutId id="2147487683" r:id="rId14"/>
    <p:sldLayoutId id="2147487684" r:id="rId1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0099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anose="05000000000000000000" pitchFamily="2" charset="2"/>
        <a:buChar char="v"/>
        <a:defRPr sz="2800">
          <a:solidFill>
            <a:schemeClr val="tx1"/>
          </a:solidFill>
          <a:latin typeface="Gill Sans MT" pitchFamily="34" charset="0"/>
          <a:ea typeface="ＭＳ Ｐゴシック" pitchFamily="34" charset="-128"/>
          <a:cs typeface="ＭＳ Ｐゴシック" charset="0"/>
        </a:defRPr>
      </a:lvl1pPr>
      <a:lvl2pPr marL="742950" indent="-285750" algn="l" rtl="0" eaLnBrk="0" fontAlgn="base" hangingPunct="0">
        <a:lnSpc>
          <a:spcPct val="85000"/>
        </a:lnSpc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Gill Sans MT" pitchFamily="34" charset="0"/>
          <a:ea typeface="ＭＳ Ｐゴシック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  <a:ea typeface="ＭＳ Ｐゴシック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1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2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3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3" Type="http://schemas.openxmlformats.org/officeDocument/2006/relationships/audio" Target="../media/audio1.bin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1.png"/><Relationship Id="rId4" Type="http://schemas.openxmlformats.org/officeDocument/2006/relationships/image" Target="../media/image3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7">
            <a:extLst>
              <a:ext uri="{FF2B5EF4-FFF2-40B4-BE49-F238E27FC236}">
                <a16:creationId xmlns:a16="http://schemas.microsoft.com/office/drawing/2014/main" id="{8D151BCC-41ED-4527-82DB-22F6A1C376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28355" name="Rectangle 8">
            <a:extLst>
              <a:ext uri="{FF2B5EF4-FFF2-40B4-BE49-F238E27FC236}">
                <a16:creationId xmlns:a16="http://schemas.microsoft.com/office/drawing/2014/main" id="{DC0AF52D-E0D1-4D04-ABD4-98969F1936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2-</a:t>
            </a:r>
            <a:fld id="{9E697F98-A065-4196-B5F1-2D6685FA74B9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228356" name="Picture 11" descr="underline_base">
            <a:extLst>
              <a:ext uri="{FF2B5EF4-FFF2-40B4-BE49-F238E27FC236}">
                <a16:creationId xmlns:a16="http://schemas.microsoft.com/office/drawing/2014/main" id="{633E2BF6-3DDF-416C-87A9-81C0939F1AC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885825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8357" name="Rectangle 2">
            <a:extLst>
              <a:ext uri="{FF2B5EF4-FFF2-40B4-BE49-F238E27FC236}">
                <a16:creationId xmlns:a16="http://schemas.microsoft.com/office/drawing/2014/main" id="{633B6470-44F1-407E-8F9F-99E798C2F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6088" y="217488"/>
            <a:ext cx="7772400" cy="860425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DNS protocol, messages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sp>
        <p:nvSpPr>
          <p:cNvPr id="228358" name="Rectangle 3">
            <a:extLst>
              <a:ext uri="{FF2B5EF4-FFF2-40B4-BE49-F238E27FC236}">
                <a16:creationId xmlns:a16="http://schemas.microsoft.com/office/drawing/2014/main" id="{CA855206-3731-4432-9992-60BBD1DFAA2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77838" y="1333500"/>
            <a:ext cx="7820025" cy="514350"/>
          </a:xfrm>
        </p:spPr>
        <p:txBody>
          <a:bodyPr/>
          <a:lstStyle/>
          <a:p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query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ea typeface="ＭＳ Ｐゴシック" panose="020B0600070205080204" pitchFamily="34" charset="-128"/>
              </a:rPr>
              <a:t>and </a:t>
            </a: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reply</a:t>
            </a:r>
            <a:r>
              <a:rPr lang="en-US" altLang="zh-TW" dirty="0">
                <a:ea typeface="ＭＳ Ｐゴシック" panose="020B0600070205080204" pitchFamily="34" charset="-128"/>
              </a:rPr>
              <a:t> messages, both with same </a:t>
            </a: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message format</a:t>
            </a:r>
            <a:endParaRPr lang="en-US" altLang="zh-TW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28359" name="Rectangle 4">
            <a:extLst>
              <a:ext uri="{FF2B5EF4-FFF2-40B4-BE49-F238E27FC236}">
                <a16:creationId xmlns:a16="http://schemas.microsoft.com/office/drawing/2014/main" id="{4C5B1F06-7B21-4ED8-9B5C-21D4EF05F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2352675"/>
            <a:ext cx="3811588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400" dirty="0">
                <a:solidFill>
                  <a:srgbClr val="000000"/>
                </a:solidFill>
              </a:rPr>
              <a:t>msg header</a:t>
            </a:r>
          </a:p>
          <a:p>
            <a:pPr>
              <a:lnSpc>
                <a:spcPct val="100000"/>
              </a:lnSpc>
              <a:buSzPct val="75000"/>
            </a:pPr>
            <a:r>
              <a:rPr lang="en-US" altLang="zh-TW" sz="2000" dirty="0">
                <a:solidFill>
                  <a:srgbClr val="000099"/>
                </a:solidFill>
              </a:rPr>
              <a:t>identification:</a:t>
            </a:r>
            <a:r>
              <a:rPr lang="en-US" altLang="zh-TW" sz="2000" dirty="0">
                <a:solidFill>
                  <a:srgbClr val="000000"/>
                </a:solidFill>
              </a:rPr>
              <a:t> 16 bit # for query, reply to query uses same #</a:t>
            </a:r>
          </a:p>
          <a:p>
            <a:pPr>
              <a:lnSpc>
                <a:spcPct val="100000"/>
              </a:lnSpc>
              <a:buSzPct val="75000"/>
            </a:pPr>
            <a:r>
              <a:rPr lang="en-US" altLang="zh-TW" sz="2000" dirty="0">
                <a:solidFill>
                  <a:srgbClr val="000099"/>
                </a:solidFill>
              </a:rPr>
              <a:t>flags:</a:t>
            </a:r>
          </a:p>
          <a:p>
            <a:pPr lvl="1">
              <a:lnSpc>
                <a:spcPct val="100000"/>
              </a:lnSpc>
              <a:buSzPct val="85000"/>
            </a:pPr>
            <a:r>
              <a:rPr lang="en-US" altLang="zh-TW" sz="2000" dirty="0">
                <a:solidFill>
                  <a:srgbClr val="000000"/>
                </a:solidFill>
              </a:rPr>
              <a:t>query or reply</a:t>
            </a:r>
          </a:p>
          <a:p>
            <a:pPr lvl="1">
              <a:lnSpc>
                <a:spcPct val="100000"/>
              </a:lnSpc>
              <a:buSzPct val="85000"/>
            </a:pPr>
            <a:r>
              <a:rPr lang="en-US" altLang="zh-TW" sz="2000" dirty="0">
                <a:solidFill>
                  <a:srgbClr val="000000"/>
                </a:solidFill>
              </a:rPr>
              <a:t>recursion desired by client (if DNS server does not have the record) or not</a:t>
            </a:r>
          </a:p>
          <a:p>
            <a:pPr lvl="1">
              <a:lnSpc>
                <a:spcPct val="100000"/>
              </a:lnSpc>
              <a:buSzPct val="85000"/>
            </a:pPr>
            <a:r>
              <a:rPr lang="en-US" altLang="zh-TW" sz="2000" dirty="0">
                <a:solidFill>
                  <a:srgbClr val="000000"/>
                </a:solidFill>
              </a:rPr>
              <a:t>recursion supported or not</a:t>
            </a:r>
          </a:p>
          <a:p>
            <a:pPr lvl="1">
              <a:lnSpc>
                <a:spcPct val="100000"/>
              </a:lnSpc>
              <a:buSzPct val="85000"/>
            </a:pPr>
            <a:r>
              <a:rPr lang="en-US" altLang="zh-TW" sz="2000" dirty="0">
                <a:solidFill>
                  <a:srgbClr val="000000"/>
                </a:solidFill>
              </a:rPr>
              <a:t>DNS server is an authoritative server for a queried name</a:t>
            </a:r>
          </a:p>
        </p:txBody>
      </p:sp>
      <p:grpSp>
        <p:nvGrpSpPr>
          <p:cNvPr id="228360" name="Group 36">
            <a:extLst>
              <a:ext uri="{FF2B5EF4-FFF2-40B4-BE49-F238E27FC236}">
                <a16:creationId xmlns:a16="http://schemas.microsoft.com/office/drawing/2014/main" id="{F11F1E02-7D0B-4EB9-BE2B-4C5BBC077E2C}"/>
              </a:ext>
            </a:extLst>
          </p:cNvPr>
          <p:cNvGrpSpPr>
            <a:grpSpLocks/>
          </p:cNvGrpSpPr>
          <p:nvPr/>
        </p:nvGrpSpPr>
        <p:grpSpPr bwMode="auto">
          <a:xfrm>
            <a:off x="4241800" y="2216150"/>
            <a:ext cx="3725863" cy="4184650"/>
            <a:chOff x="2672" y="1396"/>
            <a:chExt cx="2347" cy="2636"/>
          </a:xfrm>
        </p:grpSpPr>
        <p:sp>
          <p:nvSpPr>
            <p:cNvPr id="228371" name="Rectangle 33">
              <a:extLst>
                <a:ext uri="{FF2B5EF4-FFF2-40B4-BE49-F238E27FC236}">
                  <a16:creationId xmlns:a16="http://schemas.microsoft.com/office/drawing/2014/main" id="{BEC93E5B-0131-44BC-8ED1-BDFC3EBF7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" y="1396"/>
              <a:ext cx="2277" cy="2585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8372" name="Rectangle 12">
              <a:extLst>
                <a:ext uri="{FF2B5EF4-FFF2-40B4-BE49-F238E27FC236}">
                  <a16:creationId xmlns:a16="http://schemas.microsoft.com/office/drawing/2014/main" id="{C5C8B3BC-432C-4D6E-9A20-30073492D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447"/>
              <a:ext cx="2277" cy="25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8373" name="Line 13">
              <a:extLst>
                <a:ext uri="{FF2B5EF4-FFF2-40B4-BE49-F238E27FC236}">
                  <a16:creationId xmlns:a16="http://schemas.microsoft.com/office/drawing/2014/main" id="{A3EECF28-A793-410E-8D07-4F0BACC5E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1" y="3606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8374" name="Line 14">
              <a:extLst>
                <a:ext uri="{FF2B5EF4-FFF2-40B4-BE49-F238E27FC236}">
                  <a16:creationId xmlns:a16="http://schemas.microsoft.com/office/drawing/2014/main" id="{711B16CC-AD17-46B7-B13A-F6B9DC589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174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8375" name="Line 15">
              <a:extLst>
                <a:ext uri="{FF2B5EF4-FFF2-40B4-BE49-F238E27FC236}">
                  <a16:creationId xmlns:a16="http://schemas.microsoft.com/office/drawing/2014/main" id="{565D072B-CD2D-4D86-B1E7-7D0BAEC529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1" y="2742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8376" name="Line 16">
              <a:extLst>
                <a:ext uri="{FF2B5EF4-FFF2-40B4-BE49-F238E27FC236}">
                  <a16:creationId xmlns:a16="http://schemas.microsoft.com/office/drawing/2014/main" id="{03B7A482-C5F8-49AB-84BB-06FBE61C5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1" y="2317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8377" name="Line 17">
              <a:extLst>
                <a:ext uri="{FF2B5EF4-FFF2-40B4-BE49-F238E27FC236}">
                  <a16:creationId xmlns:a16="http://schemas.microsoft.com/office/drawing/2014/main" id="{75110A13-D4E1-4D52-B73A-F555908C35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0" y="2029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8378" name="Line 18">
              <a:extLst>
                <a:ext uri="{FF2B5EF4-FFF2-40B4-BE49-F238E27FC236}">
                  <a16:creationId xmlns:a16="http://schemas.microsoft.com/office/drawing/2014/main" id="{38933724-19BF-4800-BCAA-4A951ED09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2" y="1745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8379" name="Line 19">
              <a:extLst>
                <a:ext uri="{FF2B5EF4-FFF2-40B4-BE49-F238E27FC236}">
                  <a16:creationId xmlns:a16="http://schemas.microsoft.com/office/drawing/2014/main" id="{F799142A-08E8-49F3-8A47-9E7D9A920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6" y="1454"/>
              <a:ext cx="2" cy="8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8380" name="Text Box 20">
              <a:extLst>
                <a:ext uri="{FF2B5EF4-FFF2-40B4-BE49-F238E27FC236}">
                  <a16:creationId xmlns:a16="http://schemas.microsoft.com/office/drawing/2014/main" id="{57CC79E9-02FC-43A9-BAD7-D226CA7E0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2" y="1492"/>
              <a:ext cx="8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identification</a:t>
              </a:r>
            </a:p>
          </p:txBody>
        </p:sp>
        <p:sp>
          <p:nvSpPr>
            <p:cNvPr id="228381" name="Text Box 21">
              <a:extLst>
                <a:ext uri="{FF2B5EF4-FFF2-40B4-BE49-F238E27FC236}">
                  <a16:creationId xmlns:a16="http://schemas.microsoft.com/office/drawing/2014/main" id="{AEA3BC4C-6CF8-473C-91C8-11BD848AA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0" y="1492"/>
              <a:ext cx="3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flags</a:t>
              </a:r>
            </a:p>
          </p:txBody>
        </p:sp>
        <p:sp>
          <p:nvSpPr>
            <p:cNvPr id="228382" name="Text Box 22">
              <a:extLst>
                <a:ext uri="{FF2B5EF4-FFF2-40B4-BE49-F238E27FC236}">
                  <a16:creationId xmlns:a16="http://schemas.microsoft.com/office/drawing/2014/main" id="{4B46BA8A-C15A-4207-ADB1-7CC33C1AE4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2" y="1780"/>
              <a:ext cx="7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# questions</a:t>
              </a:r>
            </a:p>
          </p:txBody>
        </p:sp>
        <p:sp>
          <p:nvSpPr>
            <p:cNvPr id="228383" name="Text Box 23">
              <a:extLst>
                <a:ext uri="{FF2B5EF4-FFF2-40B4-BE49-F238E27FC236}">
                  <a16:creationId xmlns:a16="http://schemas.microsoft.com/office/drawing/2014/main" id="{C00C0C84-DE8E-4A3B-BB82-3797CAFE9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2417"/>
              <a:ext cx="206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questions (variable # of questions)</a:t>
              </a:r>
            </a:p>
          </p:txBody>
        </p:sp>
        <p:sp>
          <p:nvSpPr>
            <p:cNvPr id="228384" name="Text Box 26">
              <a:extLst>
                <a:ext uri="{FF2B5EF4-FFF2-40B4-BE49-F238E27FC236}">
                  <a16:creationId xmlns:a16="http://schemas.microsoft.com/office/drawing/2014/main" id="{DB2A417F-73EE-441F-A692-83527688DA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6" y="2067"/>
              <a:ext cx="105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# additional RRs</a:t>
              </a:r>
            </a:p>
          </p:txBody>
        </p:sp>
        <p:sp>
          <p:nvSpPr>
            <p:cNvPr id="228385" name="Text Box 27">
              <a:extLst>
                <a:ext uri="{FF2B5EF4-FFF2-40B4-BE49-F238E27FC236}">
                  <a16:creationId xmlns:a16="http://schemas.microsoft.com/office/drawing/2014/main" id="{6D88AB02-9DD6-4012-8910-5C0D93810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2" y="2068"/>
              <a:ext cx="99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# authority RRs</a:t>
              </a:r>
            </a:p>
          </p:txBody>
        </p:sp>
        <p:sp>
          <p:nvSpPr>
            <p:cNvPr id="228386" name="Text Box 28">
              <a:extLst>
                <a:ext uri="{FF2B5EF4-FFF2-40B4-BE49-F238E27FC236}">
                  <a16:creationId xmlns:a16="http://schemas.microsoft.com/office/drawing/2014/main" id="{37DAEBDE-6E56-460E-8FF5-804B79AC78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8" y="1786"/>
              <a:ext cx="91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# answer RRs</a:t>
              </a:r>
            </a:p>
          </p:txBody>
        </p:sp>
        <p:sp>
          <p:nvSpPr>
            <p:cNvPr id="228387" name="Text Box 30">
              <a:extLst>
                <a:ext uri="{FF2B5EF4-FFF2-40B4-BE49-F238E27FC236}">
                  <a16:creationId xmlns:a16="http://schemas.microsoft.com/office/drawing/2014/main" id="{65815714-9297-439D-866A-0681BE6A2A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3" y="2848"/>
              <a:ext cx="16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answers (variable # of RRs)</a:t>
              </a:r>
            </a:p>
          </p:txBody>
        </p:sp>
        <p:sp>
          <p:nvSpPr>
            <p:cNvPr id="228388" name="Text Box 31">
              <a:extLst>
                <a:ext uri="{FF2B5EF4-FFF2-40B4-BE49-F238E27FC236}">
                  <a16:creationId xmlns:a16="http://schemas.microsoft.com/office/drawing/2014/main" id="{382695E3-17D7-4973-A8C0-A6AA9D01C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2" y="3280"/>
              <a:ext cx="17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authority (variable # of RRs)</a:t>
              </a:r>
            </a:p>
          </p:txBody>
        </p:sp>
        <p:sp>
          <p:nvSpPr>
            <p:cNvPr id="228389" name="Text Box 32">
              <a:extLst>
                <a:ext uri="{FF2B5EF4-FFF2-40B4-BE49-F238E27FC236}">
                  <a16:creationId xmlns:a16="http://schemas.microsoft.com/office/drawing/2014/main" id="{55E6B678-FA4C-4AFB-B368-98D35F00C5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1" y="3700"/>
              <a:ext cx="200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additional info (variable # of RRs)</a:t>
              </a:r>
            </a:p>
          </p:txBody>
        </p:sp>
      </p:grpSp>
      <p:sp>
        <p:nvSpPr>
          <p:cNvPr id="228361" name="Line 34">
            <a:extLst>
              <a:ext uri="{FF2B5EF4-FFF2-40B4-BE49-F238E27FC236}">
                <a16:creationId xmlns:a16="http://schemas.microsoft.com/office/drawing/2014/main" id="{026520B4-9AB8-4765-9AA8-8AE22DA269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17888" y="2568575"/>
            <a:ext cx="1165225" cy="327025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28362" name="Line 35">
            <a:extLst>
              <a:ext uri="{FF2B5EF4-FFF2-40B4-BE49-F238E27FC236}">
                <a16:creationId xmlns:a16="http://schemas.microsoft.com/office/drawing/2014/main" id="{1CEFB957-DF12-4077-87E4-D9681C853C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2413" y="2547938"/>
            <a:ext cx="5183187" cy="1404937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228363" name="Group 60">
            <a:extLst>
              <a:ext uri="{FF2B5EF4-FFF2-40B4-BE49-F238E27FC236}">
                <a16:creationId xmlns:a16="http://schemas.microsoft.com/office/drawing/2014/main" id="{EA6478B5-CA38-42DB-9052-17B215F37264}"/>
              </a:ext>
            </a:extLst>
          </p:cNvPr>
          <p:cNvGrpSpPr>
            <a:grpSpLocks/>
          </p:cNvGrpSpPr>
          <p:nvPr/>
        </p:nvGrpSpPr>
        <p:grpSpPr bwMode="auto">
          <a:xfrm>
            <a:off x="4271963" y="1895475"/>
            <a:ext cx="1747837" cy="274638"/>
            <a:chOff x="2691" y="1194"/>
            <a:chExt cx="1101" cy="173"/>
          </a:xfrm>
        </p:grpSpPr>
        <p:sp>
          <p:nvSpPr>
            <p:cNvPr id="228368" name="Text Box 57">
              <a:extLst>
                <a:ext uri="{FF2B5EF4-FFF2-40B4-BE49-F238E27FC236}">
                  <a16:creationId xmlns:a16="http://schemas.microsoft.com/office/drawing/2014/main" id="{1F1E74DD-9D87-4F08-A20F-F0141A82D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2" y="1194"/>
              <a:ext cx="42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200">
                  <a:solidFill>
                    <a:srgbClr val="000000"/>
                  </a:solidFill>
                  <a:latin typeface="Arial" panose="020B0604020202020204" pitchFamily="34" charset="0"/>
                </a:rPr>
                <a:t>2 bytes</a:t>
              </a:r>
            </a:p>
          </p:txBody>
        </p:sp>
        <p:sp>
          <p:nvSpPr>
            <p:cNvPr id="228369" name="Line 58">
              <a:extLst>
                <a:ext uri="{FF2B5EF4-FFF2-40B4-BE49-F238E27FC236}">
                  <a16:creationId xmlns:a16="http://schemas.microsoft.com/office/drawing/2014/main" id="{C6A883B2-EC96-40D2-AA70-792FBDF07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5" y="1284"/>
              <a:ext cx="3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8370" name="Line 59">
              <a:extLst>
                <a:ext uri="{FF2B5EF4-FFF2-40B4-BE49-F238E27FC236}">
                  <a16:creationId xmlns:a16="http://schemas.microsoft.com/office/drawing/2014/main" id="{D37BD85F-CBDE-4BD2-B4E3-78F452E735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91" y="1284"/>
              <a:ext cx="3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228364" name="Group 61">
            <a:extLst>
              <a:ext uri="{FF2B5EF4-FFF2-40B4-BE49-F238E27FC236}">
                <a16:creationId xmlns:a16="http://schemas.microsoft.com/office/drawing/2014/main" id="{73AF36DD-8D72-4491-A455-5FDC7A784686}"/>
              </a:ext>
            </a:extLst>
          </p:cNvPr>
          <p:cNvGrpSpPr>
            <a:grpSpLocks/>
          </p:cNvGrpSpPr>
          <p:nvPr/>
        </p:nvGrpSpPr>
        <p:grpSpPr bwMode="auto">
          <a:xfrm>
            <a:off x="6046788" y="1895475"/>
            <a:ext cx="1747837" cy="274638"/>
            <a:chOff x="2691" y="1194"/>
            <a:chExt cx="1101" cy="173"/>
          </a:xfrm>
        </p:grpSpPr>
        <p:sp>
          <p:nvSpPr>
            <p:cNvPr id="228365" name="Text Box 62">
              <a:extLst>
                <a:ext uri="{FF2B5EF4-FFF2-40B4-BE49-F238E27FC236}">
                  <a16:creationId xmlns:a16="http://schemas.microsoft.com/office/drawing/2014/main" id="{E4550488-F012-42CE-9701-90F089A11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2" y="1194"/>
              <a:ext cx="42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200">
                  <a:solidFill>
                    <a:srgbClr val="000000"/>
                  </a:solidFill>
                  <a:latin typeface="Arial" panose="020B0604020202020204" pitchFamily="34" charset="0"/>
                </a:rPr>
                <a:t>2 bytes</a:t>
              </a:r>
            </a:p>
          </p:txBody>
        </p:sp>
        <p:sp>
          <p:nvSpPr>
            <p:cNvPr id="228366" name="Line 63">
              <a:extLst>
                <a:ext uri="{FF2B5EF4-FFF2-40B4-BE49-F238E27FC236}">
                  <a16:creationId xmlns:a16="http://schemas.microsoft.com/office/drawing/2014/main" id="{2029E70C-6CF5-4D4C-8BD2-89D0FDC89F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5" y="1284"/>
              <a:ext cx="3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28367" name="Line 64">
              <a:extLst>
                <a:ext uri="{FF2B5EF4-FFF2-40B4-BE49-F238E27FC236}">
                  <a16:creationId xmlns:a16="http://schemas.microsoft.com/office/drawing/2014/main" id="{F4ED699D-13AF-4E4A-938C-A98DA413F7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91" y="1284"/>
              <a:ext cx="3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6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>
            <a:extLst>
              <a:ext uri="{FF2B5EF4-FFF2-40B4-BE49-F238E27FC236}">
                <a16:creationId xmlns:a16="http://schemas.microsoft.com/office/drawing/2014/main" id="{C1F3CAC0-0354-4CDB-868F-2DC55B03FF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30403" name="Rectangle 8">
            <a:extLst>
              <a:ext uri="{FF2B5EF4-FFF2-40B4-BE49-F238E27FC236}">
                <a16:creationId xmlns:a16="http://schemas.microsoft.com/office/drawing/2014/main" id="{1E000F25-BC11-45A1-9AB6-5B4BEA72A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2-</a:t>
            </a:r>
            <a:fld id="{B1DA6B18-DDDB-4927-ABAA-82061BB407EB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30404" name="Text Box 4">
            <a:extLst>
              <a:ext uri="{FF2B5EF4-FFF2-40B4-BE49-F238E27FC236}">
                <a16:creationId xmlns:a16="http://schemas.microsoft.com/office/drawing/2014/main" id="{494E58CC-2768-4BD5-9D72-67B6E4F35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5863" y="3703638"/>
            <a:ext cx="19018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70C0"/>
                </a:solidFill>
              </a:rPr>
              <a:t>name, type </a:t>
            </a:r>
            <a:r>
              <a:rPr lang="en-US" altLang="zh-TW" sz="2000">
                <a:solidFill>
                  <a:srgbClr val="000000"/>
                </a:solidFill>
              </a:rPr>
              <a:t>fields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 for a </a:t>
            </a:r>
            <a:r>
              <a:rPr lang="en-US" altLang="zh-TW" sz="2000">
                <a:solidFill>
                  <a:srgbClr val="0070C0"/>
                </a:solidFill>
              </a:rPr>
              <a:t>query</a:t>
            </a:r>
            <a:endParaRPr lang="en-US" altLang="zh-TW" sz="2400">
              <a:solidFill>
                <a:srgbClr val="0070C0"/>
              </a:solidFill>
            </a:endParaRPr>
          </a:p>
        </p:txBody>
      </p:sp>
      <p:sp>
        <p:nvSpPr>
          <p:cNvPr id="230405" name="Text Box 5">
            <a:extLst>
              <a:ext uri="{FF2B5EF4-FFF2-40B4-BE49-F238E27FC236}">
                <a16:creationId xmlns:a16="http://schemas.microsoft.com/office/drawing/2014/main" id="{74E025F7-5232-43E4-BA9C-815B6E644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338" y="4425950"/>
            <a:ext cx="21685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70C0"/>
                </a:solidFill>
              </a:rPr>
              <a:t>RRs</a:t>
            </a:r>
            <a:r>
              <a:rPr lang="en-US" altLang="zh-TW" sz="2000">
                <a:solidFill>
                  <a:srgbClr val="000000"/>
                </a:solidFill>
              </a:rPr>
              <a:t> in </a:t>
            </a:r>
            <a:r>
              <a:rPr lang="en-US" altLang="zh-TW" sz="2000">
                <a:solidFill>
                  <a:srgbClr val="0070C0"/>
                </a:solidFill>
              </a:rPr>
              <a:t>response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to query</a:t>
            </a:r>
            <a:endParaRPr lang="en-US" altLang="zh-TW" sz="2400">
              <a:solidFill>
                <a:srgbClr val="000000"/>
              </a:solidFill>
            </a:endParaRPr>
          </a:p>
        </p:txBody>
      </p:sp>
      <p:sp>
        <p:nvSpPr>
          <p:cNvPr id="230406" name="Text Box 6">
            <a:extLst>
              <a:ext uri="{FF2B5EF4-FFF2-40B4-BE49-F238E27FC236}">
                <a16:creationId xmlns:a16="http://schemas.microsoft.com/office/drawing/2014/main" id="{5D29A55E-1BB5-4292-9375-1850E093B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5078413"/>
            <a:ext cx="23129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records of other</a:t>
            </a: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authoritative servers</a:t>
            </a:r>
            <a:endParaRPr lang="en-US" altLang="zh-TW" sz="2400">
              <a:solidFill>
                <a:srgbClr val="000000"/>
              </a:solidFill>
            </a:endParaRPr>
          </a:p>
        </p:txBody>
      </p:sp>
      <p:sp>
        <p:nvSpPr>
          <p:cNvPr id="230407" name="Text Box 7">
            <a:extLst>
              <a:ext uri="{FF2B5EF4-FFF2-40B4-BE49-F238E27FC236}">
                <a16:creationId xmlns:a16="http://schemas.microsoft.com/office/drawing/2014/main" id="{D35EA018-D6F8-4E85-9BE4-B1F4FCA8C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88" y="5797550"/>
            <a:ext cx="23939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additional </a:t>
            </a:r>
            <a:r>
              <a:rPr lang="ja-JP" altLang="en-US" sz="2000">
                <a:solidFill>
                  <a:srgbClr val="000000"/>
                </a:solidFill>
              </a:rPr>
              <a:t>“</a:t>
            </a:r>
            <a:r>
              <a:rPr lang="en-US" altLang="ja-JP" sz="2000">
                <a:solidFill>
                  <a:srgbClr val="000000"/>
                </a:solidFill>
              </a:rPr>
              <a:t>helpful</a:t>
            </a:r>
            <a:r>
              <a:rPr lang="ja-JP" altLang="en-US" sz="2000">
                <a:solidFill>
                  <a:srgbClr val="000000"/>
                </a:solidFill>
              </a:rPr>
              <a:t>”</a:t>
            </a:r>
            <a:endParaRPr lang="en-US" altLang="ja-JP" sz="2000">
              <a:solidFill>
                <a:srgbClr val="000000"/>
              </a:solidFill>
            </a:endParaRPr>
          </a:p>
          <a:p>
            <a:pPr algn="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>
                <a:solidFill>
                  <a:srgbClr val="000000"/>
                </a:solidFill>
              </a:rPr>
              <a:t>info that may be used</a:t>
            </a:r>
            <a:endParaRPr lang="en-US" altLang="zh-TW" sz="2400">
              <a:solidFill>
                <a:srgbClr val="000000"/>
              </a:solidFill>
            </a:endParaRPr>
          </a:p>
        </p:txBody>
      </p:sp>
      <p:grpSp>
        <p:nvGrpSpPr>
          <p:cNvPr id="230408" name="Group 17">
            <a:extLst>
              <a:ext uri="{FF2B5EF4-FFF2-40B4-BE49-F238E27FC236}">
                <a16:creationId xmlns:a16="http://schemas.microsoft.com/office/drawing/2014/main" id="{7FA1883D-2E29-43BE-AE84-35CF8EA9D658}"/>
              </a:ext>
            </a:extLst>
          </p:cNvPr>
          <p:cNvGrpSpPr>
            <a:grpSpLocks/>
          </p:cNvGrpSpPr>
          <p:nvPr/>
        </p:nvGrpSpPr>
        <p:grpSpPr bwMode="auto">
          <a:xfrm>
            <a:off x="4241800" y="2216150"/>
            <a:ext cx="3725863" cy="4184650"/>
            <a:chOff x="2672" y="1396"/>
            <a:chExt cx="2347" cy="2636"/>
          </a:xfrm>
        </p:grpSpPr>
        <p:sp>
          <p:nvSpPr>
            <p:cNvPr id="230423" name="Rectangle 18">
              <a:extLst>
                <a:ext uri="{FF2B5EF4-FFF2-40B4-BE49-F238E27FC236}">
                  <a16:creationId xmlns:a16="http://schemas.microsoft.com/office/drawing/2014/main" id="{75BD22AA-28DF-4AF5-84E4-2496E6EAB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" y="1396"/>
              <a:ext cx="2277" cy="2585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0424" name="Rectangle 19">
              <a:extLst>
                <a:ext uri="{FF2B5EF4-FFF2-40B4-BE49-F238E27FC236}">
                  <a16:creationId xmlns:a16="http://schemas.microsoft.com/office/drawing/2014/main" id="{F3708F7F-3A5A-42CE-AFF0-9DE262D60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1447"/>
              <a:ext cx="2277" cy="258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0425" name="Line 20">
              <a:extLst>
                <a:ext uri="{FF2B5EF4-FFF2-40B4-BE49-F238E27FC236}">
                  <a16:creationId xmlns:a16="http://schemas.microsoft.com/office/drawing/2014/main" id="{FF08050E-2008-4B98-BB05-6BC36DD381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1" y="3606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0426" name="Line 21">
              <a:extLst>
                <a:ext uri="{FF2B5EF4-FFF2-40B4-BE49-F238E27FC236}">
                  <a16:creationId xmlns:a16="http://schemas.microsoft.com/office/drawing/2014/main" id="{4E15505E-C7A1-4E27-B3D0-902B0A16ED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3174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0427" name="Line 22">
              <a:extLst>
                <a:ext uri="{FF2B5EF4-FFF2-40B4-BE49-F238E27FC236}">
                  <a16:creationId xmlns:a16="http://schemas.microsoft.com/office/drawing/2014/main" id="{71A03FF6-ED1B-4E3F-9FF0-56AD03AEB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1" y="2742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0428" name="Line 23">
              <a:extLst>
                <a:ext uri="{FF2B5EF4-FFF2-40B4-BE49-F238E27FC236}">
                  <a16:creationId xmlns:a16="http://schemas.microsoft.com/office/drawing/2014/main" id="{E910F4AF-EDF2-4EFC-B594-EC9331398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1" y="2317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0429" name="Line 24">
              <a:extLst>
                <a:ext uri="{FF2B5EF4-FFF2-40B4-BE49-F238E27FC236}">
                  <a16:creationId xmlns:a16="http://schemas.microsoft.com/office/drawing/2014/main" id="{2744AFEE-FA21-4AFB-BC7C-41F1E26648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0" y="2029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0430" name="Line 25">
              <a:extLst>
                <a:ext uri="{FF2B5EF4-FFF2-40B4-BE49-F238E27FC236}">
                  <a16:creationId xmlns:a16="http://schemas.microsoft.com/office/drawing/2014/main" id="{36698AF3-279C-4935-B90F-05619BE3B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2" y="1745"/>
              <a:ext cx="22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0431" name="Line 26">
              <a:extLst>
                <a:ext uri="{FF2B5EF4-FFF2-40B4-BE49-F238E27FC236}">
                  <a16:creationId xmlns:a16="http://schemas.microsoft.com/office/drawing/2014/main" id="{ED1564B6-6B95-4C95-87F1-4752FA30E9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6" y="1454"/>
              <a:ext cx="2" cy="8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0432" name="Text Box 27">
              <a:extLst>
                <a:ext uri="{FF2B5EF4-FFF2-40B4-BE49-F238E27FC236}">
                  <a16:creationId xmlns:a16="http://schemas.microsoft.com/office/drawing/2014/main" id="{F16D3CF1-A44C-4E49-A678-DA517BB36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2" y="1492"/>
              <a:ext cx="8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identification</a:t>
              </a:r>
            </a:p>
          </p:txBody>
        </p:sp>
        <p:sp>
          <p:nvSpPr>
            <p:cNvPr id="230433" name="Text Box 28">
              <a:extLst>
                <a:ext uri="{FF2B5EF4-FFF2-40B4-BE49-F238E27FC236}">
                  <a16:creationId xmlns:a16="http://schemas.microsoft.com/office/drawing/2014/main" id="{175C599B-E331-460B-99F0-C5857095CB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0" y="1492"/>
              <a:ext cx="3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flags</a:t>
              </a:r>
            </a:p>
          </p:txBody>
        </p:sp>
        <p:sp>
          <p:nvSpPr>
            <p:cNvPr id="230434" name="Text Box 29">
              <a:extLst>
                <a:ext uri="{FF2B5EF4-FFF2-40B4-BE49-F238E27FC236}">
                  <a16:creationId xmlns:a16="http://schemas.microsoft.com/office/drawing/2014/main" id="{248559D9-52BC-450D-AF69-6EBE01EE9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2" y="1780"/>
              <a:ext cx="77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# questions</a:t>
              </a:r>
            </a:p>
          </p:txBody>
        </p:sp>
        <p:sp>
          <p:nvSpPr>
            <p:cNvPr id="230435" name="Text Box 30">
              <a:extLst>
                <a:ext uri="{FF2B5EF4-FFF2-40B4-BE49-F238E27FC236}">
                  <a16:creationId xmlns:a16="http://schemas.microsoft.com/office/drawing/2014/main" id="{507444D7-BE1E-4A14-BDCB-4465C1B89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9" y="2417"/>
              <a:ext cx="206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questions (variable # of questions)</a:t>
              </a:r>
            </a:p>
          </p:txBody>
        </p:sp>
        <p:sp>
          <p:nvSpPr>
            <p:cNvPr id="230436" name="Text Box 31">
              <a:extLst>
                <a:ext uri="{FF2B5EF4-FFF2-40B4-BE49-F238E27FC236}">
                  <a16:creationId xmlns:a16="http://schemas.microsoft.com/office/drawing/2014/main" id="{68A8D9CE-B0C5-4DBD-A514-C0A737BB8D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6" y="2067"/>
              <a:ext cx="105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# additional RRs</a:t>
              </a:r>
            </a:p>
          </p:txBody>
        </p:sp>
        <p:sp>
          <p:nvSpPr>
            <p:cNvPr id="230437" name="Text Box 32">
              <a:extLst>
                <a:ext uri="{FF2B5EF4-FFF2-40B4-BE49-F238E27FC236}">
                  <a16:creationId xmlns:a16="http://schemas.microsoft.com/office/drawing/2014/main" id="{229299A4-C736-4C56-AFC4-6B3E9B5766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2" y="2068"/>
              <a:ext cx="99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# authority RRs</a:t>
              </a:r>
            </a:p>
          </p:txBody>
        </p:sp>
        <p:sp>
          <p:nvSpPr>
            <p:cNvPr id="230438" name="Text Box 33">
              <a:extLst>
                <a:ext uri="{FF2B5EF4-FFF2-40B4-BE49-F238E27FC236}">
                  <a16:creationId xmlns:a16="http://schemas.microsoft.com/office/drawing/2014/main" id="{D8FA7679-3ECE-4BED-A158-268EEE58E4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8" y="1786"/>
              <a:ext cx="91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# answer RRs</a:t>
              </a:r>
            </a:p>
          </p:txBody>
        </p:sp>
        <p:sp>
          <p:nvSpPr>
            <p:cNvPr id="230439" name="Text Box 34">
              <a:extLst>
                <a:ext uri="{FF2B5EF4-FFF2-40B4-BE49-F238E27FC236}">
                  <a16:creationId xmlns:a16="http://schemas.microsoft.com/office/drawing/2014/main" id="{D80A01D4-022F-446D-89C7-B45248F1F0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3" y="2848"/>
              <a:ext cx="169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answers (variable # of RRs)</a:t>
              </a:r>
            </a:p>
          </p:txBody>
        </p:sp>
        <p:sp>
          <p:nvSpPr>
            <p:cNvPr id="230440" name="Text Box 35">
              <a:extLst>
                <a:ext uri="{FF2B5EF4-FFF2-40B4-BE49-F238E27FC236}">
                  <a16:creationId xmlns:a16="http://schemas.microsoft.com/office/drawing/2014/main" id="{3C97B91E-AD6B-4D31-AA3B-2ECD93220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2" y="3280"/>
              <a:ext cx="171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authority (variable # of RRs)</a:t>
              </a:r>
            </a:p>
          </p:txBody>
        </p:sp>
        <p:sp>
          <p:nvSpPr>
            <p:cNvPr id="230441" name="Text Box 36">
              <a:extLst>
                <a:ext uri="{FF2B5EF4-FFF2-40B4-BE49-F238E27FC236}">
                  <a16:creationId xmlns:a16="http://schemas.microsoft.com/office/drawing/2014/main" id="{7E674F5F-9267-4FD3-9029-12AAC3D9E0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1" y="3700"/>
              <a:ext cx="200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additional info (variable # of RRs)</a:t>
              </a:r>
            </a:p>
          </p:txBody>
        </p:sp>
      </p:grpSp>
      <p:sp>
        <p:nvSpPr>
          <p:cNvPr id="230409" name="Line 37">
            <a:extLst>
              <a:ext uri="{FF2B5EF4-FFF2-40B4-BE49-F238E27FC236}">
                <a16:creationId xmlns:a16="http://schemas.microsoft.com/office/drawing/2014/main" id="{CD6E820A-8FDD-4DAA-B9AA-8C4C842151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1975" y="6062663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30410" name="Line 38">
            <a:extLst>
              <a:ext uri="{FF2B5EF4-FFF2-40B4-BE49-F238E27FC236}">
                <a16:creationId xmlns:a16="http://schemas.microsoft.com/office/drawing/2014/main" id="{21E12DCC-856F-42BA-8A18-3FCB3AED80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9913" y="5403850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30411" name="Line 39">
            <a:extLst>
              <a:ext uri="{FF2B5EF4-FFF2-40B4-BE49-F238E27FC236}">
                <a16:creationId xmlns:a16="http://schemas.microsoft.com/office/drawing/2014/main" id="{92B1060A-A6ED-44EA-9579-AC3BEFA5F4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17850" y="4745038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30412" name="Line 40">
            <a:extLst>
              <a:ext uri="{FF2B5EF4-FFF2-40B4-BE49-F238E27FC236}">
                <a16:creationId xmlns:a16="http://schemas.microsoft.com/office/drawing/2014/main" id="{7393C92B-E16B-45FF-97A1-88290A524D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3563" y="4019550"/>
            <a:ext cx="1371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pic>
        <p:nvPicPr>
          <p:cNvPr id="230413" name="Picture 41" descr="underline_base">
            <a:extLst>
              <a:ext uri="{FF2B5EF4-FFF2-40B4-BE49-F238E27FC236}">
                <a16:creationId xmlns:a16="http://schemas.microsoft.com/office/drawing/2014/main" id="{7D283EFE-F176-4F2F-A928-4C340338C68A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885825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0414" name="Rectangle 2">
            <a:extLst>
              <a:ext uri="{FF2B5EF4-FFF2-40B4-BE49-F238E27FC236}">
                <a16:creationId xmlns:a16="http://schemas.microsoft.com/office/drawing/2014/main" id="{A685EA9C-A915-4D18-8F9E-65F91C226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217488"/>
            <a:ext cx="777240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>
                <a:solidFill>
                  <a:srgbClr val="000099"/>
                </a:solidFill>
              </a:rPr>
              <a:t>DNS protocol, messages</a:t>
            </a:r>
            <a:endParaRPr lang="en-US" altLang="zh-TW" sz="4400">
              <a:solidFill>
                <a:srgbClr val="000099"/>
              </a:solidFill>
            </a:endParaRPr>
          </a:p>
        </p:txBody>
      </p:sp>
      <p:grpSp>
        <p:nvGrpSpPr>
          <p:cNvPr id="230415" name="Group 43">
            <a:extLst>
              <a:ext uri="{FF2B5EF4-FFF2-40B4-BE49-F238E27FC236}">
                <a16:creationId xmlns:a16="http://schemas.microsoft.com/office/drawing/2014/main" id="{C77821FE-2868-4617-AE6D-1CE4C92F18ED}"/>
              </a:ext>
            </a:extLst>
          </p:cNvPr>
          <p:cNvGrpSpPr>
            <a:grpSpLocks/>
          </p:cNvGrpSpPr>
          <p:nvPr/>
        </p:nvGrpSpPr>
        <p:grpSpPr bwMode="auto">
          <a:xfrm>
            <a:off x="4271963" y="1895475"/>
            <a:ext cx="1747837" cy="274638"/>
            <a:chOff x="2691" y="1194"/>
            <a:chExt cx="1101" cy="173"/>
          </a:xfrm>
        </p:grpSpPr>
        <p:sp>
          <p:nvSpPr>
            <p:cNvPr id="230420" name="Text Box 44">
              <a:extLst>
                <a:ext uri="{FF2B5EF4-FFF2-40B4-BE49-F238E27FC236}">
                  <a16:creationId xmlns:a16="http://schemas.microsoft.com/office/drawing/2014/main" id="{A3C3808B-72D3-43D5-9969-76B398DF0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2" y="1194"/>
              <a:ext cx="42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200">
                  <a:solidFill>
                    <a:srgbClr val="000000"/>
                  </a:solidFill>
                  <a:latin typeface="Arial" panose="020B0604020202020204" pitchFamily="34" charset="0"/>
                </a:rPr>
                <a:t>2 bytes</a:t>
              </a:r>
            </a:p>
          </p:txBody>
        </p:sp>
        <p:sp>
          <p:nvSpPr>
            <p:cNvPr id="230421" name="Line 45">
              <a:extLst>
                <a:ext uri="{FF2B5EF4-FFF2-40B4-BE49-F238E27FC236}">
                  <a16:creationId xmlns:a16="http://schemas.microsoft.com/office/drawing/2014/main" id="{DF246A62-21D1-4676-96C1-47F5E8870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5" y="1284"/>
              <a:ext cx="3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0422" name="Line 46">
              <a:extLst>
                <a:ext uri="{FF2B5EF4-FFF2-40B4-BE49-F238E27FC236}">
                  <a16:creationId xmlns:a16="http://schemas.microsoft.com/office/drawing/2014/main" id="{3CD856FF-1903-489E-B37B-08F4D35199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91" y="1284"/>
              <a:ext cx="3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grpSp>
        <p:nvGrpSpPr>
          <p:cNvPr id="230416" name="Group 47">
            <a:extLst>
              <a:ext uri="{FF2B5EF4-FFF2-40B4-BE49-F238E27FC236}">
                <a16:creationId xmlns:a16="http://schemas.microsoft.com/office/drawing/2014/main" id="{9442AED6-C239-4A52-A041-ABDA24272C28}"/>
              </a:ext>
            </a:extLst>
          </p:cNvPr>
          <p:cNvGrpSpPr>
            <a:grpSpLocks/>
          </p:cNvGrpSpPr>
          <p:nvPr/>
        </p:nvGrpSpPr>
        <p:grpSpPr bwMode="auto">
          <a:xfrm>
            <a:off x="6046788" y="1895475"/>
            <a:ext cx="1747837" cy="274638"/>
            <a:chOff x="2691" y="1194"/>
            <a:chExt cx="1101" cy="173"/>
          </a:xfrm>
        </p:grpSpPr>
        <p:sp>
          <p:nvSpPr>
            <p:cNvPr id="230417" name="Text Box 48">
              <a:extLst>
                <a:ext uri="{FF2B5EF4-FFF2-40B4-BE49-F238E27FC236}">
                  <a16:creationId xmlns:a16="http://schemas.microsoft.com/office/drawing/2014/main" id="{82B178B3-E156-420C-8C0F-0E24B94185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2" y="1194"/>
              <a:ext cx="42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200">
                  <a:solidFill>
                    <a:srgbClr val="000000"/>
                  </a:solidFill>
                  <a:latin typeface="Arial" panose="020B0604020202020204" pitchFamily="34" charset="0"/>
                </a:rPr>
                <a:t>2 bytes</a:t>
              </a:r>
            </a:p>
          </p:txBody>
        </p:sp>
        <p:sp>
          <p:nvSpPr>
            <p:cNvPr id="230418" name="Line 49">
              <a:extLst>
                <a:ext uri="{FF2B5EF4-FFF2-40B4-BE49-F238E27FC236}">
                  <a16:creationId xmlns:a16="http://schemas.microsoft.com/office/drawing/2014/main" id="{43741A89-7DD1-44B9-8653-A3B90CB382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5" y="1284"/>
              <a:ext cx="3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0419" name="Line 50">
              <a:extLst>
                <a:ext uri="{FF2B5EF4-FFF2-40B4-BE49-F238E27FC236}">
                  <a16:creationId xmlns:a16="http://schemas.microsoft.com/office/drawing/2014/main" id="{BCDF73B0-B50B-42D4-B162-1B1142E98D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91" y="1284"/>
              <a:ext cx="32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>
            <a:extLst>
              <a:ext uri="{FF2B5EF4-FFF2-40B4-BE49-F238E27FC236}">
                <a16:creationId xmlns:a16="http://schemas.microsoft.com/office/drawing/2014/main" id="{15CD13DC-C669-4D29-B811-631512535F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32451" name="Rectangle 8">
            <a:extLst>
              <a:ext uri="{FF2B5EF4-FFF2-40B4-BE49-F238E27FC236}">
                <a16:creationId xmlns:a16="http://schemas.microsoft.com/office/drawing/2014/main" id="{23DB687C-E271-4405-8833-6CEFD6B14C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2BFA4A51-B351-485C-8036-023D67D55065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232452" name="Picture 9" descr="underline_base">
            <a:extLst>
              <a:ext uri="{FF2B5EF4-FFF2-40B4-BE49-F238E27FC236}">
                <a16:creationId xmlns:a16="http://schemas.microsoft.com/office/drawing/2014/main" id="{B7354CAC-DC4D-4975-B644-F3D58895172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889000"/>
            <a:ext cx="6399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2453" name="Rectangle 2">
            <a:extLst>
              <a:ext uri="{FF2B5EF4-FFF2-40B4-BE49-F238E27FC236}">
                <a16:creationId xmlns:a16="http://schemas.microsoft.com/office/drawing/2014/main" id="{7D1F2749-56BF-455D-A56C-613570214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79388"/>
            <a:ext cx="7772400" cy="903287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Inserting records into </a:t>
            </a:r>
            <a:r>
              <a:rPr lang="en-US" altLang="zh-TW" sz="4000">
                <a:ea typeface="ＭＳ Ｐゴシック" panose="020B0600070205080204" pitchFamily="34" charset="-128"/>
              </a:rPr>
              <a:t>DNS</a:t>
            </a:r>
          </a:p>
        </p:txBody>
      </p:sp>
      <p:sp>
        <p:nvSpPr>
          <p:cNvPr id="232454" name="Rectangle 4">
            <a:extLst>
              <a:ext uri="{FF2B5EF4-FFF2-40B4-BE49-F238E27FC236}">
                <a16:creationId xmlns:a16="http://schemas.microsoft.com/office/drawing/2014/main" id="{93FC9A1B-62D6-437D-9DBA-14EBB0EFC1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1650" y="1370013"/>
            <a:ext cx="8456613" cy="4648200"/>
          </a:xfrm>
        </p:spPr>
        <p:txBody>
          <a:bodyPr/>
          <a:lstStyle/>
          <a:p>
            <a:r>
              <a:rPr lang="en-US" altLang="zh-TW" dirty="0">
                <a:ea typeface="ＭＳ Ｐゴシック" panose="020B0600070205080204" pitchFamily="34" charset="-128"/>
              </a:rPr>
              <a:t>example: new startup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Network Utopia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endParaRPr lang="en-US" altLang="ja-JP" dirty="0">
              <a:ea typeface="ＭＳ Ｐゴシック" panose="020B0600070205080204" pitchFamily="34" charset="-128"/>
            </a:endParaRPr>
          </a:p>
          <a:p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register name </a:t>
            </a:r>
            <a:r>
              <a:rPr lang="en-US" altLang="zh-TW" dirty="0">
                <a:ea typeface="ＭＳ Ｐゴシック" panose="020B0600070205080204" pitchFamily="34" charset="-128"/>
              </a:rPr>
              <a:t>networkuptopia.com at </a:t>
            </a: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DNS registrar</a:t>
            </a:r>
            <a:r>
              <a:rPr lang="en-US" altLang="zh-TW" dirty="0">
                <a:ea typeface="ＭＳ Ｐゴシック" panose="020B0600070205080204" pitchFamily="34" charset="-128"/>
              </a:rPr>
              <a:t> (e.g., Network Solutions)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provide names, IP addresses of </a:t>
            </a:r>
            <a:r>
              <a:rPr lang="en-US" altLang="zh-TW" dirty="0">
                <a:solidFill>
                  <a:srgbClr val="7030A0"/>
                </a:solidFill>
                <a:ea typeface="ＭＳ Ｐゴシック" panose="020B0600070205080204" pitchFamily="34" charset="-128"/>
              </a:rPr>
              <a:t>authoritative server </a:t>
            </a:r>
            <a:r>
              <a:rPr lang="en-US" altLang="zh-TW" dirty="0">
                <a:ea typeface="ＭＳ Ｐゴシック" panose="020B0600070205080204" pitchFamily="34" charset="-128"/>
              </a:rPr>
              <a:t>(primary and secondary)</a:t>
            </a:r>
          </a:p>
          <a:p>
            <a:pPr lvl="2"/>
            <a:r>
              <a:rPr lang="en-US" altLang="zh-TW" dirty="0">
                <a:ea typeface="ＭＳ Ｐゴシック" panose="020B0600070205080204" pitchFamily="34" charset="-128"/>
              </a:rPr>
              <a:t>registrar inserts two RRs into .com TLD server:</a:t>
            </a:r>
            <a:br>
              <a:rPr lang="en-US" altLang="zh-TW" dirty="0">
                <a:ea typeface="ＭＳ Ｐゴシック" panose="020B0600070205080204" pitchFamily="34" charset="-128"/>
              </a:rPr>
            </a:br>
            <a:r>
              <a:rPr lang="en-US" altLang="zh-TW" sz="16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(networkutopia.com, </a:t>
            </a:r>
            <a:r>
              <a:rPr lang="en-US" altLang="zh-TW" sz="1600" b="1" dirty="0">
                <a:solidFill>
                  <a:srgbClr val="7030A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dns1.networkutopia.com</a:t>
            </a:r>
            <a:r>
              <a:rPr lang="en-US" altLang="zh-TW" sz="16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, NS, </a:t>
            </a:r>
            <a:r>
              <a:rPr lang="en-US" altLang="zh-TW" sz="1600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ttl</a:t>
            </a:r>
            <a:r>
              <a:rPr lang="en-US" altLang="zh-TW" sz="16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)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zh-TW" sz="16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  (</a:t>
            </a:r>
            <a:r>
              <a:rPr lang="en-US" altLang="zh-TW" sz="1600" b="1" dirty="0">
                <a:solidFill>
                  <a:srgbClr val="7030A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dns1.networkutopia.com</a:t>
            </a:r>
            <a:r>
              <a:rPr lang="en-US" altLang="zh-TW" sz="16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, 212.212.212.1, A, </a:t>
            </a:r>
            <a:r>
              <a:rPr lang="en-US" altLang="zh-TW" sz="1600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ttl</a:t>
            </a:r>
            <a:r>
              <a:rPr lang="en-US" altLang="zh-TW" sz="1600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)</a:t>
            </a:r>
            <a:endParaRPr lang="en-US" altLang="zh-TW" dirty="0">
              <a:solidFill>
                <a:schemeClr val="accent2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r>
              <a:rPr lang="en-US" altLang="zh-TW" dirty="0">
                <a:ea typeface="ＭＳ Ｐゴシック" panose="020B0600070205080204" pitchFamily="34" charset="-128"/>
              </a:rPr>
              <a:t>create RRs at your </a:t>
            </a:r>
            <a:r>
              <a:rPr lang="en-US" altLang="zh-TW" dirty="0">
                <a:solidFill>
                  <a:srgbClr val="7030A0"/>
                </a:solidFill>
                <a:ea typeface="ＭＳ Ｐゴシック" panose="020B0600070205080204" pitchFamily="34" charset="-128"/>
              </a:rPr>
              <a:t>authoritative server 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type A record for Web server www.networkuptopia.com</a:t>
            </a:r>
          </a:p>
          <a:p>
            <a:pPr lvl="2"/>
            <a:r>
              <a:rPr lang="pt-BR" altLang="zh-TW" sz="1600" dirty="0">
                <a:ea typeface="ＭＳ Ｐゴシック" panose="020B0600070205080204" pitchFamily="34" charset="-128"/>
              </a:rPr>
              <a:t>(networkutopia.com, 212.212.212.10, A, ttl) </a:t>
            </a:r>
            <a:endParaRPr lang="en-US" altLang="zh-TW" sz="16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Title 1">
            <a:extLst>
              <a:ext uri="{FF2B5EF4-FFF2-40B4-BE49-F238E27FC236}">
                <a16:creationId xmlns:a16="http://schemas.microsoft.com/office/drawing/2014/main" id="{68D9E564-A318-43D2-886C-141D0E6F7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ＭＳ Ｐゴシック" panose="020B0600070205080204" pitchFamily="34" charset="-128"/>
              </a:rPr>
              <a:t>Attacking DNS</a:t>
            </a:r>
          </a:p>
        </p:txBody>
      </p:sp>
      <p:sp>
        <p:nvSpPr>
          <p:cNvPr id="234499" name="Content Placeholder 5">
            <a:extLst>
              <a:ext uri="{FF2B5EF4-FFF2-40B4-BE49-F238E27FC236}">
                <a16:creationId xmlns:a16="http://schemas.microsoft.com/office/drawing/2014/main" id="{39895521-A27F-4AAE-AF27-4B98E0D9B45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22228B"/>
                </a:solidFill>
                <a:ea typeface="ＭＳ Ｐゴシック" panose="020B0600070205080204" pitchFamily="34" charset="-128"/>
              </a:rPr>
              <a:t>DDoS attacks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Bombard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root servers </a:t>
            </a:r>
            <a:r>
              <a:rPr lang="en-US" altLang="zh-TW" dirty="0">
                <a:ea typeface="ＭＳ Ｐゴシック" panose="020B0600070205080204" pitchFamily="34" charset="-128"/>
              </a:rPr>
              <a:t>with traffic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Not successful to date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Traffic Filtering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Local DNS servers cache IPs of TLD servers, allowing root server bypass</a:t>
            </a:r>
          </a:p>
          <a:p>
            <a:r>
              <a:rPr lang="en-US" altLang="zh-TW" dirty="0">
                <a:ea typeface="ＭＳ Ｐゴシック" panose="020B0600070205080204" pitchFamily="34" charset="-128"/>
              </a:rPr>
              <a:t>Bombard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TLD servers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Potentially more dangerous</a:t>
            </a:r>
          </a:p>
          <a:p>
            <a:pPr>
              <a:buFont typeface="Comic Sans MS" panose="030F0702030302020204" pitchFamily="66" charset="0"/>
              <a:buAutoNum type="arabicPeriod"/>
            </a:pP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18B5F2-E24E-4394-BA96-D184BA14D2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Redirect attacks</a:t>
            </a:r>
          </a:p>
          <a:p>
            <a:pPr>
              <a:defRPr/>
            </a:pPr>
            <a:r>
              <a:rPr lang="en-US" dirty="0"/>
              <a:t>Man-in-middle</a:t>
            </a:r>
          </a:p>
          <a:p>
            <a:pPr lvl="1">
              <a:defRPr/>
            </a:pPr>
            <a:r>
              <a:rPr lang="en-US" dirty="0"/>
              <a:t>Intercept queries</a:t>
            </a:r>
          </a:p>
          <a:p>
            <a:pPr>
              <a:defRPr/>
            </a:pPr>
            <a:r>
              <a:rPr lang="en-US" dirty="0"/>
              <a:t>DNS poisoning</a:t>
            </a:r>
          </a:p>
          <a:p>
            <a:pPr lvl="1">
              <a:defRPr/>
            </a:pPr>
            <a:r>
              <a:rPr lang="en-US" dirty="0"/>
              <a:t>Send bogus relies to DNS server, which caches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Exploit DNS for DDoS</a:t>
            </a:r>
          </a:p>
          <a:p>
            <a:pPr>
              <a:defRPr/>
            </a:pPr>
            <a:r>
              <a:rPr lang="en-US" dirty="0"/>
              <a:t>Send queries with spoofed source address: target IP</a:t>
            </a:r>
          </a:p>
          <a:p>
            <a:pPr>
              <a:defRPr/>
            </a:pPr>
            <a:r>
              <a:rPr lang="en-US" dirty="0"/>
              <a:t>Requires amplification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F9C20-DD41-412B-969B-96249FDEA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Application Layer</a:t>
            </a:r>
          </a:p>
        </p:txBody>
      </p:sp>
      <p:sp>
        <p:nvSpPr>
          <p:cNvPr id="234502" name="Slide Number Placeholder 4">
            <a:extLst>
              <a:ext uri="{FF2B5EF4-FFF2-40B4-BE49-F238E27FC236}">
                <a16:creationId xmlns:a16="http://schemas.microsoft.com/office/drawing/2014/main" id="{62550A55-82B0-497B-8DC3-4747D745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BE6C057A-226C-4895-A0AA-D2DE0090BE27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pic>
        <p:nvPicPr>
          <p:cNvPr id="234503" name="Picture 16" descr="underline_base">
            <a:extLst>
              <a:ext uri="{FF2B5EF4-FFF2-40B4-BE49-F238E27FC236}">
                <a16:creationId xmlns:a16="http://schemas.microsoft.com/office/drawing/2014/main" id="{36B493AA-CD30-44FA-84C6-D1824D51CD3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425" y="1050925"/>
            <a:ext cx="353377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>
            <a:extLst>
              <a:ext uri="{FF2B5EF4-FFF2-40B4-BE49-F238E27FC236}">
                <a16:creationId xmlns:a16="http://schemas.microsoft.com/office/drawing/2014/main" id="{4179EA39-48B9-4AF4-A133-BD6F492002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35523" name="Rectangle 8">
            <a:extLst>
              <a:ext uri="{FF2B5EF4-FFF2-40B4-BE49-F238E27FC236}">
                <a16:creationId xmlns:a16="http://schemas.microsoft.com/office/drawing/2014/main" id="{7848E05D-DE4F-43FF-8E66-E3A38A6436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5C3CFC04-8AE0-4144-8253-1ED51CB93D84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35524" name="Rectangle 2">
            <a:extLst>
              <a:ext uri="{FF2B5EF4-FFF2-40B4-BE49-F238E27FC236}">
                <a16:creationId xmlns:a16="http://schemas.microsoft.com/office/drawing/2014/main" id="{ADC251EC-2C77-4706-AC71-E43DD61FBF5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Chapter 2: outline</a:t>
            </a:r>
          </a:p>
        </p:txBody>
      </p:sp>
      <p:sp>
        <p:nvSpPr>
          <p:cNvPr id="235525" name="Rectangle 3">
            <a:extLst>
              <a:ext uri="{FF2B5EF4-FFF2-40B4-BE49-F238E27FC236}">
                <a16:creationId xmlns:a16="http://schemas.microsoft.com/office/drawing/2014/main" id="{E0FFF14F-DBC3-4083-85FA-1D4A41F6D6A0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2.1 principles of network applications</a:t>
            </a:r>
          </a:p>
          <a:p>
            <a:pPr marL="912813" lvl="1"/>
            <a:r>
              <a:rPr lang="en-US" altLang="zh-TW">
                <a:ea typeface="ＭＳ Ｐゴシック" panose="020B0600070205080204" pitchFamily="34" charset="-128"/>
              </a:rPr>
              <a:t>app architectures</a:t>
            </a:r>
          </a:p>
          <a:p>
            <a:pPr marL="912813" lvl="1"/>
            <a:r>
              <a:rPr lang="en-US" altLang="zh-TW">
                <a:ea typeface="ＭＳ Ｐゴシック" panose="020B0600070205080204" pitchFamily="34" charset="-128"/>
              </a:rPr>
              <a:t>app requirements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2.2 Web and HTTP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2.3 FTP 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2.4 electronic mail</a:t>
            </a:r>
          </a:p>
          <a:p>
            <a:pPr marL="912813" lvl="1"/>
            <a:r>
              <a:rPr lang="en-US" altLang="zh-TW">
                <a:ea typeface="ＭＳ Ｐゴシック" panose="020B0600070205080204" pitchFamily="34" charset="-128"/>
              </a:rPr>
              <a:t>SMTP, POP3, IMAP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2.5 DNS</a:t>
            </a:r>
          </a:p>
          <a:p>
            <a:pPr marL="457200" indent="-457200"/>
            <a:endParaRPr lang="en-US" altLang="zh-TW" sz="2400">
              <a:ea typeface="ＭＳ Ｐゴシック" panose="020B0600070205080204" pitchFamily="34" charset="-128"/>
            </a:endParaRPr>
          </a:p>
        </p:txBody>
      </p:sp>
      <p:sp>
        <p:nvSpPr>
          <p:cNvPr id="235526" name="Rectangle 4">
            <a:extLst>
              <a:ext uri="{FF2B5EF4-FFF2-40B4-BE49-F238E27FC236}">
                <a16:creationId xmlns:a16="http://schemas.microsoft.com/office/drawing/2014/main" id="{685EF158-3A9D-4B9D-91D6-7F52084546E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673600" y="1600200"/>
            <a:ext cx="3876675" cy="4648200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solidFill>
                  <a:srgbClr val="CC0000"/>
                </a:solidFill>
                <a:ea typeface="ＭＳ Ｐゴシック" panose="020B0600070205080204" pitchFamily="34" charset="-128"/>
              </a:rPr>
              <a:t>2.6 P2P applications</a:t>
            </a:r>
          </a:p>
          <a:p>
            <a:pPr marL="457200" indent="-457200">
              <a:buFont typeface="Wingdings" panose="05000000000000000000" pitchFamily="2" charset="2"/>
              <a:buNone/>
            </a:pPr>
            <a:r>
              <a:rPr lang="en-US" altLang="zh-TW">
                <a:ea typeface="ＭＳ Ｐゴシック" panose="020B0600070205080204" pitchFamily="34" charset="-128"/>
              </a:rPr>
              <a:t>2.7 Socket programming with UDP and TCP</a:t>
            </a:r>
          </a:p>
        </p:txBody>
      </p:sp>
      <p:pic>
        <p:nvPicPr>
          <p:cNvPr id="235527" name="Picture 5" descr="underline_base">
            <a:extLst>
              <a:ext uri="{FF2B5EF4-FFF2-40B4-BE49-F238E27FC236}">
                <a16:creationId xmlns:a16="http://schemas.microsoft.com/office/drawing/2014/main" id="{51E5A69C-87C1-4C12-A1BE-866EDEA24DE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25525"/>
            <a:ext cx="41132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7">
            <a:extLst>
              <a:ext uri="{FF2B5EF4-FFF2-40B4-BE49-F238E27FC236}">
                <a16:creationId xmlns:a16="http://schemas.microsoft.com/office/drawing/2014/main" id="{2F48A0A3-CCD2-4F1A-B04F-D5EA3EE18C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37571" name="Rectangle 8">
            <a:extLst>
              <a:ext uri="{FF2B5EF4-FFF2-40B4-BE49-F238E27FC236}">
                <a16:creationId xmlns:a16="http://schemas.microsoft.com/office/drawing/2014/main" id="{1ED28725-170F-41BC-AFFF-19EDD71682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40050F3C-F03A-40DF-9EC5-ADEAAECB7C86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grpSp>
        <p:nvGrpSpPr>
          <p:cNvPr id="237572" name="Group 564">
            <a:extLst>
              <a:ext uri="{FF2B5EF4-FFF2-40B4-BE49-F238E27FC236}">
                <a16:creationId xmlns:a16="http://schemas.microsoft.com/office/drawing/2014/main" id="{40D2EB94-4957-4163-92DE-0B3466B3CCC1}"/>
              </a:ext>
            </a:extLst>
          </p:cNvPr>
          <p:cNvGrpSpPr>
            <a:grpSpLocks/>
          </p:cNvGrpSpPr>
          <p:nvPr/>
        </p:nvGrpSpPr>
        <p:grpSpPr bwMode="auto">
          <a:xfrm>
            <a:off x="5124450" y="1257300"/>
            <a:ext cx="3540125" cy="4545013"/>
            <a:chOff x="3277" y="974"/>
            <a:chExt cx="2230" cy="2863"/>
          </a:xfrm>
        </p:grpSpPr>
        <p:sp>
          <p:nvSpPr>
            <p:cNvPr id="237579" name="Freeform 565">
              <a:extLst>
                <a:ext uri="{FF2B5EF4-FFF2-40B4-BE49-F238E27FC236}">
                  <a16:creationId xmlns:a16="http://schemas.microsoft.com/office/drawing/2014/main" id="{D447E248-C6F9-4089-A43D-2D4ECD107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1079"/>
              <a:ext cx="1094" cy="675"/>
            </a:xfrm>
            <a:custGeom>
              <a:avLst/>
              <a:gdLst>
                <a:gd name="T0" fmla="*/ 4863 w 1036"/>
                <a:gd name="T1" fmla="*/ 11 h 675"/>
                <a:gd name="T2" fmla="*/ 2926 w 1036"/>
                <a:gd name="T3" fmla="*/ 53 h 675"/>
                <a:gd name="T4" fmla="*/ 1548 w 1036"/>
                <a:gd name="T5" fmla="*/ 129 h 675"/>
                <a:gd name="T6" fmla="*/ 1145 w 1036"/>
                <a:gd name="T7" fmla="*/ 229 h 675"/>
                <a:gd name="T8" fmla="*/ 159 w 1036"/>
                <a:gd name="T9" fmla="*/ 297 h 675"/>
                <a:gd name="T10" fmla="*/ 128 w 1036"/>
                <a:gd name="T11" fmla="*/ 459 h 675"/>
                <a:gd name="T12" fmla="*/ 993 w 1036"/>
                <a:gd name="T13" fmla="*/ 489 h 675"/>
                <a:gd name="T14" fmla="*/ 3444 w 1036"/>
                <a:gd name="T15" fmla="*/ 489 h 675"/>
                <a:gd name="T16" fmla="*/ 4484 w 1036"/>
                <a:gd name="T17" fmla="*/ 555 h 675"/>
                <a:gd name="T18" fmla="*/ 5636 w 1036"/>
                <a:gd name="T19" fmla="*/ 657 h 675"/>
                <a:gd name="T20" fmla="*/ 6527 w 1036"/>
                <a:gd name="T21" fmla="*/ 661 h 675"/>
                <a:gd name="T22" fmla="*/ 7134 w 1036"/>
                <a:gd name="T23" fmla="*/ 603 h 675"/>
                <a:gd name="T24" fmla="*/ 7446 w 1036"/>
                <a:gd name="T25" fmla="*/ 445 h 675"/>
                <a:gd name="T26" fmla="*/ 7638 w 1036"/>
                <a:gd name="T27" fmla="*/ 291 h 675"/>
                <a:gd name="T28" fmla="*/ 7661 w 1036"/>
                <a:gd name="T29" fmla="*/ 107 h 675"/>
                <a:gd name="T30" fmla="*/ 7002 w 1036"/>
                <a:gd name="T31" fmla="*/ 17 h 675"/>
                <a:gd name="T32" fmla="*/ 5817 w 1036"/>
                <a:gd name="T33" fmla="*/ 3 h 675"/>
                <a:gd name="T34" fmla="*/ 4863 w 1036"/>
                <a:gd name="T35" fmla="*/ 11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37580" name="Group 566">
              <a:extLst>
                <a:ext uri="{FF2B5EF4-FFF2-40B4-BE49-F238E27FC236}">
                  <a16:creationId xmlns:a16="http://schemas.microsoft.com/office/drawing/2014/main" id="{A99D4F2F-8B52-4281-904E-2782108F2B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3" y="1920"/>
              <a:ext cx="919" cy="588"/>
              <a:chOff x="2889" y="1631"/>
              <a:chExt cx="980" cy="743"/>
            </a:xfrm>
          </p:grpSpPr>
          <p:sp>
            <p:nvSpPr>
              <p:cNvPr id="237953" name="Rectangle 567">
                <a:extLst>
                  <a:ext uri="{FF2B5EF4-FFF2-40B4-BE49-F238E27FC236}">
                    <a16:creationId xmlns:a16="http://schemas.microsoft.com/office/drawing/2014/main" id="{EEA666DC-0244-4E07-8DA3-B63337EF5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954" name="AutoShape 568">
                <a:extLst>
                  <a:ext uri="{FF2B5EF4-FFF2-40B4-BE49-F238E27FC236}">
                    <a16:creationId xmlns:a16="http://schemas.microsoft.com/office/drawing/2014/main" id="{83CB75AC-E737-4FD1-B37A-BA498EFBD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7581" name="Freeform 569">
              <a:extLst>
                <a:ext uri="{FF2B5EF4-FFF2-40B4-BE49-F238E27FC236}">
                  <a16:creationId xmlns:a16="http://schemas.microsoft.com/office/drawing/2014/main" id="{356650F9-5A62-4F52-B0BC-6417DCBED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2788"/>
              <a:ext cx="2032" cy="1049"/>
            </a:xfrm>
            <a:custGeom>
              <a:avLst/>
              <a:gdLst>
                <a:gd name="T0" fmla="*/ 1044 w 2032"/>
                <a:gd name="T1" fmla="*/ 26 h 1049"/>
                <a:gd name="T2" fmla="*/ 847 w 2032"/>
                <a:gd name="T3" fmla="*/ 125 h 1049"/>
                <a:gd name="T4" fmla="*/ 580 w 2032"/>
                <a:gd name="T5" fmla="*/ 68 h 1049"/>
                <a:gd name="T6" fmla="*/ 143 w 2032"/>
                <a:gd name="T7" fmla="*/ 170 h 1049"/>
                <a:gd name="T8" fmla="*/ 48 w 2032"/>
                <a:gd name="T9" fmla="*/ 374 h 1049"/>
                <a:gd name="T10" fmla="*/ 41 w 2032"/>
                <a:gd name="T11" fmla="*/ 680 h 1049"/>
                <a:gd name="T12" fmla="*/ 294 w 2032"/>
                <a:gd name="T13" fmla="*/ 744 h 1049"/>
                <a:gd name="T14" fmla="*/ 660 w 2032"/>
                <a:gd name="T15" fmla="*/ 893 h 1049"/>
                <a:gd name="T16" fmla="*/ 1088 w 2032"/>
                <a:gd name="T17" fmla="*/ 1014 h 1049"/>
                <a:gd name="T18" fmla="*/ 1525 w 2032"/>
                <a:gd name="T19" fmla="*/ 1031 h 1049"/>
                <a:gd name="T20" fmla="*/ 1831 w 2032"/>
                <a:gd name="T21" fmla="*/ 907 h 1049"/>
                <a:gd name="T22" fmla="*/ 2015 w 2032"/>
                <a:gd name="T23" fmla="*/ 714 h 1049"/>
                <a:gd name="T24" fmla="*/ 1931 w 2032"/>
                <a:gd name="T25" fmla="*/ 251 h 1049"/>
                <a:gd name="T26" fmla="*/ 1658 w 2032"/>
                <a:gd name="T27" fmla="*/ 114 h 1049"/>
                <a:gd name="T28" fmla="*/ 1355 w 2032"/>
                <a:gd name="T29" fmla="*/ 15 h 1049"/>
                <a:gd name="T30" fmla="*/ 1044 w 2032"/>
                <a:gd name="T31" fmla="*/ 2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032"/>
                <a:gd name="T49" fmla="*/ 0 h 1049"/>
                <a:gd name="T50" fmla="*/ 2032 w 2032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032" h="1049">
                  <a:moveTo>
                    <a:pt x="1044" y="26"/>
                  </a:moveTo>
                  <a:cubicBezTo>
                    <a:pt x="959" y="45"/>
                    <a:pt x="924" y="118"/>
                    <a:pt x="847" y="125"/>
                  </a:cubicBezTo>
                  <a:cubicBezTo>
                    <a:pt x="770" y="132"/>
                    <a:pt x="697" y="61"/>
                    <a:pt x="580" y="68"/>
                  </a:cubicBezTo>
                  <a:cubicBezTo>
                    <a:pt x="463" y="75"/>
                    <a:pt x="232" y="119"/>
                    <a:pt x="143" y="170"/>
                  </a:cubicBezTo>
                  <a:cubicBezTo>
                    <a:pt x="54" y="221"/>
                    <a:pt x="65" y="289"/>
                    <a:pt x="48" y="374"/>
                  </a:cubicBezTo>
                  <a:cubicBezTo>
                    <a:pt x="31" y="459"/>
                    <a:pt x="0" y="618"/>
                    <a:pt x="41" y="680"/>
                  </a:cubicBezTo>
                  <a:cubicBezTo>
                    <a:pt x="82" y="742"/>
                    <a:pt x="191" y="709"/>
                    <a:pt x="294" y="744"/>
                  </a:cubicBezTo>
                  <a:cubicBezTo>
                    <a:pt x="397" y="779"/>
                    <a:pt x="527" y="849"/>
                    <a:pt x="660" y="893"/>
                  </a:cubicBezTo>
                  <a:cubicBezTo>
                    <a:pt x="793" y="938"/>
                    <a:pt x="944" y="991"/>
                    <a:pt x="1088" y="1014"/>
                  </a:cubicBezTo>
                  <a:cubicBezTo>
                    <a:pt x="1232" y="1036"/>
                    <a:pt x="1401" y="1049"/>
                    <a:pt x="1525" y="1031"/>
                  </a:cubicBezTo>
                  <a:cubicBezTo>
                    <a:pt x="1649" y="1012"/>
                    <a:pt x="1749" y="960"/>
                    <a:pt x="1831" y="907"/>
                  </a:cubicBezTo>
                  <a:cubicBezTo>
                    <a:pt x="1913" y="855"/>
                    <a:pt x="1998" y="824"/>
                    <a:pt x="2015" y="714"/>
                  </a:cubicBezTo>
                  <a:cubicBezTo>
                    <a:pt x="2032" y="604"/>
                    <a:pt x="1990" y="350"/>
                    <a:pt x="1931" y="251"/>
                  </a:cubicBezTo>
                  <a:cubicBezTo>
                    <a:pt x="1872" y="151"/>
                    <a:pt x="1754" y="153"/>
                    <a:pt x="1658" y="114"/>
                  </a:cubicBezTo>
                  <a:cubicBezTo>
                    <a:pt x="1562" y="76"/>
                    <a:pt x="1457" y="30"/>
                    <a:pt x="1355" y="15"/>
                  </a:cubicBezTo>
                  <a:cubicBezTo>
                    <a:pt x="1253" y="0"/>
                    <a:pt x="1129" y="8"/>
                    <a:pt x="1044" y="26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582" name="Line 570">
              <a:extLst>
                <a:ext uri="{FF2B5EF4-FFF2-40B4-BE49-F238E27FC236}">
                  <a16:creationId xmlns:a16="http://schemas.microsoft.com/office/drawing/2014/main" id="{860CA4E8-86E0-4127-A010-E9E91054C24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924" y="3318"/>
              <a:ext cx="282" cy="5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37583" name="Line 571">
              <a:extLst>
                <a:ext uri="{FF2B5EF4-FFF2-40B4-BE49-F238E27FC236}">
                  <a16:creationId xmlns:a16="http://schemas.microsoft.com/office/drawing/2014/main" id="{B6C9C114-E56E-47E9-AF4E-366C1F44D8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034" y="3429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37584" name="Line 572">
              <a:extLst>
                <a:ext uri="{FF2B5EF4-FFF2-40B4-BE49-F238E27FC236}">
                  <a16:creationId xmlns:a16="http://schemas.microsoft.com/office/drawing/2014/main" id="{A64E756F-7897-46E9-B0F7-7A1402CF9AF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>
              <a:off x="5110" y="3185"/>
              <a:ext cx="82" cy="71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37585" name="Line 574">
              <a:extLst>
                <a:ext uri="{FF2B5EF4-FFF2-40B4-BE49-F238E27FC236}">
                  <a16:creationId xmlns:a16="http://schemas.microsoft.com/office/drawing/2014/main" id="{7D583117-8F91-4801-8744-A1333F4713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3009"/>
              <a:ext cx="115" cy="6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586" name="Line 575">
              <a:extLst>
                <a:ext uri="{FF2B5EF4-FFF2-40B4-BE49-F238E27FC236}">
                  <a16:creationId xmlns:a16="http://schemas.microsoft.com/office/drawing/2014/main" id="{CF982AA6-850F-45F6-9C58-B361CD9D46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80" y="3164"/>
              <a:ext cx="257" cy="5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587" name="Line 578">
              <a:extLst>
                <a:ext uri="{FF2B5EF4-FFF2-40B4-BE49-F238E27FC236}">
                  <a16:creationId xmlns:a16="http://schemas.microsoft.com/office/drawing/2014/main" id="{A09D103C-883B-4ED7-B2DA-3DBEB0E852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8" y="3206"/>
              <a:ext cx="91" cy="11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588" name="Line 579">
              <a:extLst>
                <a:ext uri="{FF2B5EF4-FFF2-40B4-BE49-F238E27FC236}">
                  <a16:creationId xmlns:a16="http://schemas.microsoft.com/office/drawing/2014/main" id="{278F4284-D90B-4D2F-A619-C8C690627D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44" y="3212"/>
              <a:ext cx="53" cy="11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589" name="Line 580">
              <a:extLst>
                <a:ext uri="{FF2B5EF4-FFF2-40B4-BE49-F238E27FC236}">
                  <a16:creationId xmlns:a16="http://schemas.microsoft.com/office/drawing/2014/main" id="{20BB230C-B7C5-409F-BCDA-6DE34E1F95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" y="3185"/>
              <a:ext cx="317" cy="17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590" name="Line 582">
              <a:extLst>
                <a:ext uri="{FF2B5EF4-FFF2-40B4-BE49-F238E27FC236}">
                  <a16:creationId xmlns:a16="http://schemas.microsoft.com/office/drawing/2014/main" id="{ED7C72ED-750E-4D1F-9704-1EADF8690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9" y="2257"/>
              <a:ext cx="148" cy="47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591" name="Line 583">
              <a:extLst>
                <a:ext uri="{FF2B5EF4-FFF2-40B4-BE49-F238E27FC236}">
                  <a16:creationId xmlns:a16="http://schemas.microsoft.com/office/drawing/2014/main" id="{6CE6E6D8-87B3-46E1-91AD-DC94083827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1" y="2354"/>
              <a:ext cx="106" cy="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37592" name="Group 584">
              <a:extLst>
                <a:ext uri="{FF2B5EF4-FFF2-40B4-BE49-F238E27FC236}">
                  <a16:creationId xmlns:a16="http://schemas.microsoft.com/office/drawing/2014/main" id="{3C7CDF8E-AA94-4B40-88DC-940B869198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5" y="2207"/>
              <a:ext cx="319" cy="222"/>
              <a:chOff x="2967" y="478"/>
              <a:chExt cx="788" cy="625"/>
            </a:xfrm>
          </p:grpSpPr>
          <p:pic>
            <p:nvPicPr>
              <p:cNvPr id="237951" name="Picture 585" descr="access_point_stylized_small">
                <a:extLst>
                  <a:ext uri="{FF2B5EF4-FFF2-40B4-BE49-F238E27FC236}">
                    <a16:creationId xmlns:a16="http://schemas.microsoft.com/office/drawing/2014/main" id="{D78849B0-657A-49C2-AD46-799E4C7FCD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7952" name="Picture 586" descr="antenna_radiation_stylized">
                <a:extLst>
                  <a:ext uri="{FF2B5EF4-FFF2-40B4-BE49-F238E27FC236}">
                    <a16:creationId xmlns:a16="http://schemas.microsoft.com/office/drawing/2014/main" id="{45D4D0BB-2DA7-44D2-9909-8414E3F9C7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37593" name="Freeform 587">
              <a:extLst>
                <a:ext uri="{FF2B5EF4-FFF2-40B4-BE49-F238E27FC236}">
                  <a16:creationId xmlns:a16="http://schemas.microsoft.com/office/drawing/2014/main" id="{72F21DA3-D64E-4459-A2CA-A0230273E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9" y="2224"/>
              <a:ext cx="828" cy="425"/>
            </a:xfrm>
            <a:custGeom>
              <a:avLst/>
              <a:gdLst>
                <a:gd name="T0" fmla="*/ 382 w 828"/>
                <a:gd name="T1" fmla="*/ 30 h 425"/>
                <a:gd name="T2" fmla="*/ 370 w 828"/>
                <a:gd name="T3" fmla="*/ 30 h 425"/>
                <a:gd name="T4" fmla="*/ 126 w 828"/>
                <a:gd name="T5" fmla="*/ 32 h 425"/>
                <a:gd name="T6" fmla="*/ 6 w 828"/>
                <a:gd name="T7" fmla="*/ 126 h 425"/>
                <a:gd name="T8" fmla="*/ 92 w 828"/>
                <a:gd name="T9" fmla="*/ 274 h 425"/>
                <a:gd name="T10" fmla="*/ 292 w 828"/>
                <a:gd name="T11" fmla="*/ 384 h 425"/>
                <a:gd name="T12" fmla="*/ 540 w 828"/>
                <a:gd name="T13" fmla="*/ 416 h 425"/>
                <a:gd name="T14" fmla="*/ 698 w 828"/>
                <a:gd name="T15" fmla="*/ 330 h 425"/>
                <a:gd name="T16" fmla="*/ 776 w 828"/>
                <a:gd name="T17" fmla="*/ 170 h 425"/>
                <a:gd name="T18" fmla="*/ 792 w 828"/>
                <a:gd name="T19" fmla="*/ 22 h 425"/>
                <a:gd name="T20" fmla="*/ 560 w 828"/>
                <a:gd name="T21" fmla="*/ 38 h 425"/>
                <a:gd name="T22" fmla="*/ 382 w 828"/>
                <a:gd name="T23" fmla="*/ 30 h 42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828"/>
                <a:gd name="T37" fmla="*/ 0 h 425"/>
                <a:gd name="T38" fmla="*/ 828 w 828"/>
                <a:gd name="T39" fmla="*/ 425 h 42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828" h="425">
                  <a:moveTo>
                    <a:pt x="382" y="30"/>
                  </a:moveTo>
                  <a:cubicBezTo>
                    <a:pt x="350" y="29"/>
                    <a:pt x="413" y="30"/>
                    <a:pt x="370" y="30"/>
                  </a:cubicBezTo>
                  <a:cubicBezTo>
                    <a:pt x="327" y="30"/>
                    <a:pt x="187" y="16"/>
                    <a:pt x="126" y="32"/>
                  </a:cubicBezTo>
                  <a:cubicBezTo>
                    <a:pt x="65" y="48"/>
                    <a:pt x="12" y="86"/>
                    <a:pt x="6" y="126"/>
                  </a:cubicBezTo>
                  <a:cubicBezTo>
                    <a:pt x="0" y="166"/>
                    <a:pt x="44" y="231"/>
                    <a:pt x="92" y="274"/>
                  </a:cubicBezTo>
                  <a:cubicBezTo>
                    <a:pt x="140" y="317"/>
                    <a:pt x="217" y="360"/>
                    <a:pt x="292" y="384"/>
                  </a:cubicBezTo>
                  <a:cubicBezTo>
                    <a:pt x="367" y="408"/>
                    <a:pt x="472" y="425"/>
                    <a:pt x="540" y="416"/>
                  </a:cubicBezTo>
                  <a:cubicBezTo>
                    <a:pt x="608" y="407"/>
                    <a:pt x="659" y="371"/>
                    <a:pt x="698" y="330"/>
                  </a:cubicBezTo>
                  <a:cubicBezTo>
                    <a:pt x="737" y="289"/>
                    <a:pt x="760" y="221"/>
                    <a:pt x="776" y="170"/>
                  </a:cubicBezTo>
                  <a:cubicBezTo>
                    <a:pt x="792" y="119"/>
                    <a:pt x="828" y="44"/>
                    <a:pt x="792" y="22"/>
                  </a:cubicBezTo>
                  <a:cubicBezTo>
                    <a:pt x="756" y="0"/>
                    <a:pt x="630" y="37"/>
                    <a:pt x="560" y="38"/>
                  </a:cubicBezTo>
                  <a:cubicBezTo>
                    <a:pt x="490" y="39"/>
                    <a:pt x="414" y="31"/>
                    <a:pt x="382" y="3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594" name="Freeform 588">
              <a:extLst>
                <a:ext uri="{FF2B5EF4-FFF2-40B4-BE49-F238E27FC236}">
                  <a16:creationId xmlns:a16="http://schemas.microsoft.com/office/drawing/2014/main" id="{F4897049-4DE1-4DDB-AC3F-DBD4A8EC4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263"/>
              <a:ext cx="1090" cy="709"/>
            </a:xfrm>
            <a:custGeom>
              <a:avLst/>
              <a:gdLst>
                <a:gd name="T0" fmla="*/ 207402493 w 765"/>
                <a:gd name="T1" fmla="*/ 95765015 h 459"/>
                <a:gd name="T2" fmla="*/ 140549145 w 765"/>
                <a:gd name="T3" fmla="*/ 680005382 h 459"/>
                <a:gd name="T4" fmla="*/ 47018431 w 765"/>
                <a:gd name="T5" fmla="*/ 967812540 h 459"/>
                <a:gd name="T6" fmla="*/ 6718573 w 765"/>
                <a:gd name="T7" fmla="*/ 2147483646 h 459"/>
                <a:gd name="T8" fmla="*/ 87941052 w 765"/>
                <a:gd name="T9" fmla="*/ 2147483646 h 459"/>
                <a:gd name="T10" fmla="*/ 169050136 w 765"/>
                <a:gd name="T11" fmla="*/ 2147483646 h 459"/>
                <a:gd name="T12" fmla="*/ 285337134 w 765"/>
                <a:gd name="T13" fmla="*/ 2147483646 h 459"/>
                <a:gd name="T14" fmla="*/ 341448798 w 765"/>
                <a:gd name="T15" fmla="*/ 2147483646 h 459"/>
                <a:gd name="T16" fmla="*/ 367538880 w 765"/>
                <a:gd name="T17" fmla="*/ 2147483646 h 459"/>
                <a:gd name="T18" fmla="*/ 366893090 w 765"/>
                <a:gd name="T19" fmla="*/ 1532876763 h 459"/>
                <a:gd name="T20" fmla="*/ 323800920 w 765"/>
                <a:gd name="T21" fmla="*/ 334380861 h 459"/>
                <a:gd name="T22" fmla="*/ 207402493 w 765"/>
                <a:gd name="T23" fmla="*/ 95765015 h 4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65"/>
                <a:gd name="T37" fmla="*/ 0 h 459"/>
                <a:gd name="T38" fmla="*/ 765 w 765"/>
                <a:gd name="T39" fmla="*/ 459 h 45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65" h="459">
                  <a:moveTo>
                    <a:pt x="424" y="10"/>
                  </a:moveTo>
                  <a:cubicBezTo>
                    <a:pt x="362" y="16"/>
                    <a:pt x="343" y="55"/>
                    <a:pt x="288" y="70"/>
                  </a:cubicBezTo>
                  <a:cubicBezTo>
                    <a:pt x="233" y="85"/>
                    <a:pt x="142" y="56"/>
                    <a:pt x="96" y="100"/>
                  </a:cubicBezTo>
                  <a:cubicBezTo>
                    <a:pt x="50" y="144"/>
                    <a:pt x="0" y="279"/>
                    <a:pt x="14" y="336"/>
                  </a:cubicBezTo>
                  <a:cubicBezTo>
                    <a:pt x="28" y="393"/>
                    <a:pt x="125" y="429"/>
                    <a:pt x="180" y="444"/>
                  </a:cubicBezTo>
                  <a:cubicBezTo>
                    <a:pt x="235" y="459"/>
                    <a:pt x="279" y="426"/>
                    <a:pt x="346" y="426"/>
                  </a:cubicBezTo>
                  <a:cubicBezTo>
                    <a:pt x="413" y="426"/>
                    <a:pt x="525" y="443"/>
                    <a:pt x="584" y="444"/>
                  </a:cubicBezTo>
                  <a:cubicBezTo>
                    <a:pt x="643" y="445"/>
                    <a:pt x="670" y="446"/>
                    <a:pt x="698" y="434"/>
                  </a:cubicBezTo>
                  <a:cubicBezTo>
                    <a:pt x="726" y="422"/>
                    <a:pt x="743" y="418"/>
                    <a:pt x="752" y="372"/>
                  </a:cubicBezTo>
                  <a:cubicBezTo>
                    <a:pt x="761" y="326"/>
                    <a:pt x="765" y="214"/>
                    <a:pt x="750" y="158"/>
                  </a:cubicBezTo>
                  <a:cubicBezTo>
                    <a:pt x="735" y="102"/>
                    <a:pt x="716" y="58"/>
                    <a:pt x="662" y="34"/>
                  </a:cubicBezTo>
                  <a:cubicBezTo>
                    <a:pt x="608" y="10"/>
                    <a:pt x="505" y="0"/>
                    <a:pt x="424" y="1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595" name="Line 589">
              <a:extLst>
                <a:ext uri="{FF2B5EF4-FFF2-40B4-BE49-F238E27FC236}">
                  <a16:creationId xmlns:a16="http://schemas.microsoft.com/office/drawing/2014/main" id="{2ABDE0C3-FFF0-4D85-8FD4-14B5917B4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" y="2404"/>
              <a:ext cx="103" cy="7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596" name="Line 590">
              <a:extLst>
                <a:ext uri="{FF2B5EF4-FFF2-40B4-BE49-F238E27FC236}">
                  <a16:creationId xmlns:a16="http://schemas.microsoft.com/office/drawing/2014/main" id="{2D4A4E7F-A5D2-462C-93D2-11C945D1B3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20" y="2354"/>
              <a:ext cx="176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597" name="Line 591">
              <a:extLst>
                <a:ext uri="{FF2B5EF4-FFF2-40B4-BE49-F238E27FC236}">
                  <a16:creationId xmlns:a16="http://schemas.microsoft.com/office/drawing/2014/main" id="{4ED8BF0E-3801-46EB-A03F-8376F8215C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9" y="2408"/>
              <a:ext cx="85" cy="6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598" name="Line 592">
              <a:extLst>
                <a:ext uri="{FF2B5EF4-FFF2-40B4-BE49-F238E27FC236}">
                  <a16:creationId xmlns:a16="http://schemas.microsoft.com/office/drawing/2014/main" id="{9D90678D-AA82-4F2A-A7C2-96478E2EED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5" y="1632"/>
              <a:ext cx="321" cy="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599" name="Line 593">
              <a:extLst>
                <a:ext uri="{FF2B5EF4-FFF2-40B4-BE49-F238E27FC236}">
                  <a16:creationId xmlns:a16="http://schemas.microsoft.com/office/drawing/2014/main" id="{CD974A97-FE4D-4431-8399-015B974C7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5" y="2961"/>
              <a:ext cx="246" cy="116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600" name="Line 594">
              <a:extLst>
                <a:ext uri="{FF2B5EF4-FFF2-40B4-BE49-F238E27FC236}">
                  <a16:creationId xmlns:a16="http://schemas.microsoft.com/office/drawing/2014/main" id="{B35021CA-D693-44A9-8FFC-B2BCF3D66D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4" y="2953"/>
              <a:ext cx="203" cy="12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601" name="Line 595">
              <a:extLst>
                <a:ext uri="{FF2B5EF4-FFF2-40B4-BE49-F238E27FC236}">
                  <a16:creationId xmlns:a16="http://schemas.microsoft.com/office/drawing/2014/main" id="{4E96AF99-D7CD-4151-AD85-7662A9D81D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1" y="3137"/>
              <a:ext cx="6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602" name="Line 596">
              <a:extLst>
                <a:ext uri="{FF2B5EF4-FFF2-40B4-BE49-F238E27FC236}">
                  <a16:creationId xmlns:a16="http://schemas.microsoft.com/office/drawing/2014/main" id="{5B710DEC-EB5E-4F5C-8B39-8668EA849C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3" y="1572"/>
              <a:ext cx="78" cy="5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603" name="Line 597">
              <a:extLst>
                <a:ext uri="{FF2B5EF4-FFF2-40B4-BE49-F238E27FC236}">
                  <a16:creationId xmlns:a16="http://schemas.microsoft.com/office/drawing/2014/main" id="{FCE32B2D-F447-43F6-8F4A-5F04EEFDE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5" y="1681"/>
              <a:ext cx="0" cy="52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604" name="Line 598">
              <a:extLst>
                <a:ext uri="{FF2B5EF4-FFF2-40B4-BE49-F238E27FC236}">
                  <a16:creationId xmlns:a16="http://schemas.microsoft.com/office/drawing/2014/main" id="{FFCC4E18-892D-4B7C-857C-CCE586AAFE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3" y="1616"/>
              <a:ext cx="166" cy="182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605" name="Line 599">
              <a:extLst>
                <a:ext uri="{FF2B5EF4-FFF2-40B4-BE49-F238E27FC236}">
                  <a16:creationId xmlns:a16="http://schemas.microsoft.com/office/drawing/2014/main" id="{96004A3A-E991-40E4-95D7-E72090158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3" y="1615"/>
              <a:ext cx="0" cy="124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606" name="Line 600">
              <a:extLst>
                <a:ext uri="{FF2B5EF4-FFF2-40B4-BE49-F238E27FC236}">
                  <a16:creationId xmlns:a16="http://schemas.microsoft.com/office/drawing/2014/main" id="{2660364F-8EDC-486D-B928-92ED6B2BA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808"/>
              <a:ext cx="119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607" name="Line 601">
              <a:extLst>
                <a:ext uri="{FF2B5EF4-FFF2-40B4-BE49-F238E27FC236}">
                  <a16:creationId xmlns:a16="http://schemas.microsoft.com/office/drawing/2014/main" id="{332D7B93-8FC9-41AD-B1E2-EF47C2606F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4" y="1802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608" name="Line 602">
              <a:extLst>
                <a:ext uri="{FF2B5EF4-FFF2-40B4-BE49-F238E27FC236}">
                  <a16:creationId xmlns:a16="http://schemas.microsoft.com/office/drawing/2014/main" id="{0A7D43D6-2EFD-427C-962D-DC79768D77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6" y="1850"/>
              <a:ext cx="62" cy="444"/>
            </a:xfrm>
            <a:prstGeom prst="line">
              <a:avLst/>
            </a:prstGeom>
            <a:noFill/>
            <a:ln w="9525">
              <a:solidFill>
                <a:srgbClr val="96969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609" name="Line 603">
              <a:extLst>
                <a:ext uri="{FF2B5EF4-FFF2-40B4-BE49-F238E27FC236}">
                  <a16:creationId xmlns:a16="http://schemas.microsoft.com/office/drawing/2014/main" id="{5A440A64-A3AA-4447-A144-1D6EF9393F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69" y="1850"/>
              <a:ext cx="70" cy="458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610" name="Line 604">
              <a:extLst>
                <a:ext uri="{FF2B5EF4-FFF2-40B4-BE49-F238E27FC236}">
                  <a16:creationId xmlns:a16="http://schemas.microsoft.com/office/drawing/2014/main" id="{674B53C3-BC38-4A42-BD8D-AEF4981678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1" y="2569"/>
              <a:ext cx="143" cy="275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7611" name="Line 605">
              <a:extLst>
                <a:ext uri="{FF2B5EF4-FFF2-40B4-BE49-F238E27FC236}">
                  <a16:creationId xmlns:a16="http://schemas.microsoft.com/office/drawing/2014/main" id="{AE862B26-B844-494D-88E9-391BC2BFE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" y="1801"/>
              <a:ext cx="112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37612" name="Group 606">
              <a:extLst>
                <a:ext uri="{FF2B5EF4-FFF2-40B4-BE49-F238E27FC236}">
                  <a16:creationId xmlns:a16="http://schemas.microsoft.com/office/drawing/2014/main" id="{B6A1F054-23AE-476A-A40B-4EB32310FE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3" y="1163"/>
              <a:ext cx="295" cy="391"/>
              <a:chOff x="1653" y="3023"/>
              <a:chExt cx="622" cy="911"/>
            </a:xfrm>
          </p:grpSpPr>
          <p:sp>
            <p:nvSpPr>
              <p:cNvPr id="237934" name="Line 270">
                <a:extLst>
                  <a:ext uri="{FF2B5EF4-FFF2-40B4-BE49-F238E27FC236}">
                    <a16:creationId xmlns:a16="http://schemas.microsoft.com/office/drawing/2014/main" id="{6E53C6C4-B9FA-4127-BFD0-A76896E62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66" y="3287"/>
                <a:ext cx="188" cy="586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237935" name="Line 271">
                <a:extLst>
                  <a:ext uri="{FF2B5EF4-FFF2-40B4-BE49-F238E27FC236}">
                    <a16:creationId xmlns:a16="http://schemas.microsoft.com/office/drawing/2014/main" id="{EF25AE65-AC81-4D7B-9FBC-059E65ABA8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4" y="3287"/>
                <a:ext cx="188" cy="58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237936" name="Line 272">
                <a:extLst>
                  <a:ext uri="{FF2B5EF4-FFF2-40B4-BE49-F238E27FC236}">
                    <a16:creationId xmlns:a16="http://schemas.microsoft.com/office/drawing/2014/main" id="{978CD19F-5A7B-443C-AFDE-82ABC6EA5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6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237937" name="Line 273">
                <a:extLst>
                  <a:ext uri="{FF2B5EF4-FFF2-40B4-BE49-F238E27FC236}">
                    <a16:creationId xmlns:a16="http://schemas.microsoft.com/office/drawing/2014/main" id="{1BABA49E-FE29-459D-A42C-1ADED6964E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54" y="3870"/>
                <a:ext cx="188" cy="6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237938" name="Line 274">
                <a:extLst>
                  <a:ext uri="{FF2B5EF4-FFF2-40B4-BE49-F238E27FC236}">
                    <a16:creationId xmlns:a16="http://schemas.microsoft.com/office/drawing/2014/main" id="{C223CBAD-FD6D-4A6F-B1F3-A4CBF50DB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4" y="3300"/>
                <a:ext cx="0" cy="63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237939" name="Line 275">
                <a:extLst>
                  <a:ext uri="{FF2B5EF4-FFF2-40B4-BE49-F238E27FC236}">
                    <a16:creationId xmlns:a16="http://schemas.microsoft.com/office/drawing/2014/main" id="{15C4CE63-0FE2-41F0-A041-077310C3D2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6" y="3810"/>
                <a:ext cx="188" cy="63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237940" name="Line 276">
                <a:extLst>
                  <a:ext uri="{FF2B5EF4-FFF2-40B4-BE49-F238E27FC236}">
                    <a16:creationId xmlns:a16="http://schemas.microsoft.com/office/drawing/2014/main" id="{7751448F-D827-428A-9C7F-300115953D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54" y="3810"/>
                <a:ext cx="188" cy="60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237941" name="Line 277">
                <a:extLst>
                  <a:ext uri="{FF2B5EF4-FFF2-40B4-BE49-F238E27FC236}">
                    <a16:creationId xmlns:a16="http://schemas.microsoft.com/office/drawing/2014/main" id="{38A1658E-6D4F-4A0B-B4A2-92A19B35A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6" y="3618"/>
                <a:ext cx="108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237942" name="Line 278">
                <a:extLst>
                  <a:ext uri="{FF2B5EF4-FFF2-40B4-BE49-F238E27FC236}">
                    <a16:creationId xmlns:a16="http://schemas.microsoft.com/office/drawing/2014/main" id="{5A7D9C13-F023-449D-BB5C-311344C980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618"/>
                <a:ext cx="114" cy="4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237943" name="Line 279">
                <a:extLst>
                  <a:ext uri="{FF2B5EF4-FFF2-40B4-BE49-F238E27FC236}">
                    <a16:creationId xmlns:a16="http://schemas.microsoft.com/office/drawing/2014/main" id="{4DD66B45-9630-41FB-9CC9-AFB5B2FC09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0" y="3704"/>
                <a:ext cx="139" cy="65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237944" name="Line 280">
                <a:extLst>
                  <a:ext uri="{FF2B5EF4-FFF2-40B4-BE49-F238E27FC236}">
                    <a16:creationId xmlns:a16="http://schemas.microsoft.com/office/drawing/2014/main" id="{EA42802B-29AE-4F5B-80AC-B85CB27D80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717"/>
                <a:ext cx="140" cy="57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237945" name="Line 281">
                <a:extLst>
                  <a:ext uri="{FF2B5EF4-FFF2-40B4-BE49-F238E27FC236}">
                    <a16:creationId xmlns:a16="http://schemas.microsoft.com/office/drawing/2014/main" id="{941FEBB8-D05A-46EF-B771-8B9469087A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530"/>
                <a:ext cx="72" cy="24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237946" name="Line 282">
                <a:extLst>
                  <a:ext uri="{FF2B5EF4-FFF2-40B4-BE49-F238E27FC236}">
                    <a16:creationId xmlns:a16="http://schemas.microsoft.com/office/drawing/2014/main" id="{7FF3F09F-DA32-4F3A-9159-DF26585FD0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54" y="3409"/>
                <a:ext cx="45" cy="18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237947" name="Line 283">
                <a:extLst>
                  <a:ext uri="{FF2B5EF4-FFF2-40B4-BE49-F238E27FC236}">
                    <a16:creationId xmlns:a16="http://schemas.microsoft.com/office/drawing/2014/main" id="{901E83BC-D673-48CB-9D2C-32ED5E7435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3" y="3522"/>
                <a:ext cx="87" cy="32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237948" name="Line 284">
                <a:extLst>
                  <a:ext uri="{FF2B5EF4-FFF2-40B4-BE49-F238E27FC236}">
                    <a16:creationId xmlns:a16="http://schemas.microsoft.com/office/drawing/2014/main" id="{362E5386-B567-4BAE-8A40-F0364F7755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2" y="3404"/>
                <a:ext cx="50" cy="31"/>
              </a:xfrm>
              <a:prstGeom prst="line">
                <a:avLst/>
              </a:prstGeom>
              <a:noFill/>
              <a:ln w="19050">
                <a:solidFill>
                  <a:srgbClr val="80808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  <p:sp>
            <p:nvSpPr>
              <p:cNvPr id="237949" name="Oval 622">
                <a:extLst>
                  <a:ext uri="{FF2B5EF4-FFF2-40B4-BE49-F238E27FC236}">
                    <a16:creationId xmlns:a16="http://schemas.microsoft.com/office/drawing/2014/main" id="{25378D3A-DABD-492E-A7EF-6EC54E0A1F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1" y="3233"/>
                <a:ext cx="63" cy="68"/>
              </a:xfrm>
              <a:prstGeom prst="ellipse">
                <a:avLst/>
              </a:prstGeom>
              <a:solidFill>
                <a:srgbClr val="808080"/>
              </a:solidFill>
              <a:ln w="9525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pic>
            <p:nvPicPr>
              <p:cNvPr id="237950" name="Picture 623" descr="cell_tower_radiation_gray">
                <a:extLst>
                  <a:ext uri="{FF2B5EF4-FFF2-40B4-BE49-F238E27FC236}">
                    <a16:creationId xmlns:a16="http://schemas.microsoft.com/office/drawing/2014/main" id="{3ECDCA1F-852E-4769-91E9-DE41FA51A1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53" y="3023"/>
                <a:ext cx="622" cy="5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37613" name="Group 624">
              <a:extLst>
                <a:ext uri="{FF2B5EF4-FFF2-40B4-BE49-F238E27FC236}">
                  <a16:creationId xmlns:a16="http://schemas.microsoft.com/office/drawing/2014/main" id="{F72F4470-1FFC-4DD6-AC48-9F5F72272A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2" y="1516"/>
              <a:ext cx="286" cy="160"/>
              <a:chOff x="3843" y="1516"/>
              <a:chExt cx="286" cy="160"/>
            </a:xfrm>
          </p:grpSpPr>
          <p:sp>
            <p:nvSpPr>
              <p:cNvPr id="237925" name="Line 625">
                <a:extLst>
                  <a:ext uri="{FF2B5EF4-FFF2-40B4-BE49-F238E27FC236}">
                    <a16:creationId xmlns:a16="http://schemas.microsoft.com/office/drawing/2014/main" id="{1BEC1252-5DED-44A2-85F6-DEE8E912A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3" y="1516"/>
                <a:ext cx="96" cy="6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926" name="Oval 407">
                <a:extLst>
                  <a:ext uri="{FF2B5EF4-FFF2-40B4-BE49-F238E27FC236}">
                    <a16:creationId xmlns:a16="http://schemas.microsoft.com/office/drawing/2014/main" id="{195BA500-7D7F-48EE-8DF8-C2E9A7044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1616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927" name="Rectangle 410">
                <a:extLst>
                  <a:ext uri="{FF2B5EF4-FFF2-40B4-BE49-F238E27FC236}">
                    <a16:creationId xmlns:a16="http://schemas.microsoft.com/office/drawing/2014/main" id="{3C2A50BB-9C68-4493-917A-102CE84E2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1610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928" name="Oval 411">
                <a:extLst>
                  <a:ext uri="{FF2B5EF4-FFF2-40B4-BE49-F238E27FC236}">
                    <a16:creationId xmlns:a16="http://schemas.microsoft.com/office/drawing/2014/main" id="{4396652E-D259-4617-ABDF-A17CEBC33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3" y="1569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7929" name="Group 629">
                <a:extLst>
                  <a:ext uri="{FF2B5EF4-FFF2-40B4-BE49-F238E27FC236}">
                    <a16:creationId xmlns:a16="http://schemas.microsoft.com/office/drawing/2014/main" id="{434A2FD6-2300-47AC-935A-31CCB8FBAA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2" y="1587"/>
                <a:ext cx="138" cy="33"/>
                <a:chOff x="2468" y="1332"/>
                <a:chExt cx="310" cy="60"/>
              </a:xfrm>
            </p:grpSpPr>
            <p:sp>
              <p:nvSpPr>
                <p:cNvPr id="237932" name="Freeform 630">
                  <a:extLst>
                    <a:ext uri="{FF2B5EF4-FFF2-40B4-BE49-F238E27FC236}">
                      <a16:creationId xmlns:a16="http://schemas.microsoft.com/office/drawing/2014/main" id="{D8D532B7-DB29-4496-852A-D2EEE84AE8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933" name="Freeform 631">
                  <a:extLst>
                    <a:ext uri="{FF2B5EF4-FFF2-40B4-BE49-F238E27FC236}">
                      <a16:creationId xmlns:a16="http://schemas.microsoft.com/office/drawing/2014/main" id="{AF29AC8E-7775-45A3-8F35-B1EAF4D807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930" name="Line 632">
                <a:extLst>
                  <a:ext uri="{FF2B5EF4-FFF2-40B4-BE49-F238E27FC236}">
                    <a16:creationId xmlns:a16="http://schemas.microsoft.com/office/drawing/2014/main" id="{650013E2-0BF2-4CE7-8271-53AE1D850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4" y="1602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931" name="Line 633">
                <a:extLst>
                  <a:ext uri="{FF2B5EF4-FFF2-40B4-BE49-F238E27FC236}">
                    <a16:creationId xmlns:a16="http://schemas.microsoft.com/office/drawing/2014/main" id="{158115EA-BFE5-47E5-A5D4-9B8C4320ED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7" y="1604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37614" name="Group 634">
              <a:extLst>
                <a:ext uri="{FF2B5EF4-FFF2-40B4-BE49-F238E27FC236}">
                  <a16:creationId xmlns:a16="http://schemas.microsoft.com/office/drawing/2014/main" id="{777F0A90-CE8D-429A-AA46-7F37E0D25F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7" y="1571"/>
              <a:ext cx="246" cy="110"/>
              <a:chOff x="4334" y="1470"/>
              <a:chExt cx="246" cy="107"/>
            </a:xfrm>
          </p:grpSpPr>
          <p:sp>
            <p:nvSpPr>
              <p:cNvPr id="237917" name="Oval 407">
                <a:extLst>
                  <a:ext uri="{FF2B5EF4-FFF2-40B4-BE49-F238E27FC236}">
                    <a16:creationId xmlns:a16="http://schemas.microsoft.com/office/drawing/2014/main" id="{85A72636-1251-48E2-863F-B688F1D3F7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918" name="Rectangle 410">
                <a:extLst>
                  <a:ext uri="{FF2B5EF4-FFF2-40B4-BE49-F238E27FC236}">
                    <a16:creationId xmlns:a16="http://schemas.microsoft.com/office/drawing/2014/main" id="{C3CD2896-1321-4BDB-B9AE-1047A6F7C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919" name="Oval 411">
                <a:extLst>
                  <a:ext uri="{FF2B5EF4-FFF2-40B4-BE49-F238E27FC236}">
                    <a16:creationId xmlns:a16="http://schemas.microsoft.com/office/drawing/2014/main" id="{D51F19DE-49E6-48D5-BC29-D8D568A882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7920" name="Group 638">
                <a:extLst>
                  <a:ext uri="{FF2B5EF4-FFF2-40B4-BE49-F238E27FC236}">
                    <a16:creationId xmlns:a16="http://schemas.microsoft.com/office/drawing/2014/main" id="{1688ED5C-552E-4F2F-B135-50FD62531C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37923" name="Freeform 639">
                  <a:extLst>
                    <a:ext uri="{FF2B5EF4-FFF2-40B4-BE49-F238E27FC236}">
                      <a16:creationId xmlns:a16="http://schemas.microsoft.com/office/drawing/2014/main" id="{E41289D0-5342-4E02-8C9E-BD27C9770D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924" name="Freeform 640">
                  <a:extLst>
                    <a:ext uri="{FF2B5EF4-FFF2-40B4-BE49-F238E27FC236}">
                      <a16:creationId xmlns:a16="http://schemas.microsoft.com/office/drawing/2014/main" id="{7DD33E2B-D725-432C-B7F8-9B11719F9E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921" name="Line 641">
                <a:extLst>
                  <a:ext uri="{FF2B5EF4-FFF2-40B4-BE49-F238E27FC236}">
                    <a16:creationId xmlns:a16="http://schemas.microsoft.com/office/drawing/2014/main" id="{9613C5F6-0446-46CD-8A73-E74E0C5CB3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922" name="Line 642">
                <a:extLst>
                  <a:ext uri="{FF2B5EF4-FFF2-40B4-BE49-F238E27FC236}">
                    <a16:creationId xmlns:a16="http://schemas.microsoft.com/office/drawing/2014/main" id="{B9C059E0-53EB-4205-91C2-6FACEAB54D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37615" name="Group 643">
              <a:extLst>
                <a:ext uri="{FF2B5EF4-FFF2-40B4-BE49-F238E27FC236}">
                  <a16:creationId xmlns:a16="http://schemas.microsoft.com/office/drawing/2014/main" id="{5CE73B75-51EF-44F5-863A-12E16161C6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4" y="1737"/>
              <a:ext cx="246" cy="110"/>
              <a:chOff x="4334" y="1470"/>
              <a:chExt cx="246" cy="107"/>
            </a:xfrm>
          </p:grpSpPr>
          <p:sp>
            <p:nvSpPr>
              <p:cNvPr id="237909" name="Oval 407">
                <a:extLst>
                  <a:ext uri="{FF2B5EF4-FFF2-40B4-BE49-F238E27FC236}">
                    <a16:creationId xmlns:a16="http://schemas.microsoft.com/office/drawing/2014/main" id="{8951496A-8029-45A1-B812-D44AF3499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910" name="Rectangle 410">
                <a:extLst>
                  <a:ext uri="{FF2B5EF4-FFF2-40B4-BE49-F238E27FC236}">
                    <a16:creationId xmlns:a16="http://schemas.microsoft.com/office/drawing/2014/main" id="{0F21872B-616E-4B84-80A7-86000EE5E9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911" name="Oval 411">
                <a:extLst>
                  <a:ext uri="{FF2B5EF4-FFF2-40B4-BE49-F238E27FC236}">
                    <a16:creationId xmlns:a16="http://schemas.microsoft.com/office/drawing/2014/main" id="{DF883714-9FA2-42D6-83CB-2BCC0AF7D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7912" name="Group 647">
                <a:extLst>
                  <a:ext uri="{FF2B5EF4-FFF2-40B4-BE49-F238E27FC236}">
                    <a16:creationId xmlns:a16="http://schemas.microsoft.com/office/drawing/2014/main" id="{BAA0B8E3-B34D-49FB-9FC3-30774B792F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37915" name="Freeform 648">
                  <a:extLst>
                    <a:ext uri="{FF2B5EF4-FFF2-40B4-BE49-F238E27FC236}">
                      <a16:creationId xmlns:a16="http://schemas.microsoft.com/office/drawing/2014/main" id="{C8404EBB-F5A1-4EE3-ABBE-3D54E3DD5B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916" name="Freeform 649">
                  <a:extLst>
                    <a:ext uri="{FF2B5EF4-FFF2-40B4-BE49-F238E27FC236}">
                      <a16:creationId xmlns:a16="http://schemas.microsoft.com/office/drawing/2014/main" id="{48798E6E-3F90-4299-A647-81EA288983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913" name="Line 650">
                <a:extLst>
                  <a:ext uri="{FF2B5EF4-FFF2-40B4-BE49-F238E27FC236}">
                    <a16:creationId xmlns:a16="http://schemas.microsoft.com/office/drawing/2014/main" id="{5F93595E-42FC-4A40-A6E5-70CAE13970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914" name="Line 651">
                <a:extLst>
                  <a:ext uri="{FF2B5EF4-FFF2-40B4-BE49-F238E27FC236}">
                    <a16:creationId xmlns:a16="http://schemas.microsoft.com/office/drawing/2014/main" id="{9523A433-93D2-46A4-871C-1C1D878B4A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37616" name="Group 652">
              <a:extLst>
                <a:ext uri="{FF2B5EF4-FFF2-40B4-BE49-F238E27FC236}">
                  <a16:creationId xmlns:a16="http://schemas.microsoft.com/office/drawing/2014/main" id="{5374B826-A6F5-4149-87D6-D20C02CDFE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0" y="1738"/>
              <a:ext cx="246" cy="110"/>
              <a:chOff x="4334" y="1470"/>
              <a:chExt cx="246" cy="107"/>
            </a:xfrm>
          </p:grpSpPr>
          <p:sp>
            <p:nvSpPr>
              <p:cNvPr id="237901" name="Oval 407">
                <a:extLst>
                  <a:ext uri="{FF2B5EF4-FFF2-40B4-BE49-F238E27FC236}">
                    <a16:creationId xmlns:a16="http://schemas.microsoft.com/office/drawing/2014/main" id="{57FA44BB-9BAC-4CBA-B429-463B6E7013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902" name="Rectangle 410">
                <a:extLst>
                  <a:ext uri="{FF2B5EF4-FFF2-40B4-BE49-F238E27FC236}">
                    <a16:creationId xmlns:a16="http://schemas.microsoft.com/office/drawing/2014/main" id="{9FDFB214-711B-41EC-8B45-F2F0564C5C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903" name="Oval 411">
                <a:extLst>
                  <a:ext uri="{FF2B5EF4-FFF2-40B4-BE49-F238E27FC236}">
                    <a16:creationId xmlns:a16="http://schemas.microsoft.com/office/drawing/2014/main" id="{2E20FA95-92FB-40F8-802A-3ECD162557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7904" name="Group 656">
                <a:extLst>
                  <a:ext uri="{FF2B5EF4-FFF2-40B4-BE49-F238E27FC236}">
                    <a16:creationId xmlns:a16="http://schemas.microsoft.com/office/drawing/2014/main" id="{B106E388-8E26-452B-8DD6-9E87208A107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37907" name="Freeform 657">
                  <a:extLst>
                    <a:ext uri="{FF2B5EF4-FFF2-40B4-BE49-F238E27FC236}">
                      <a16:creationId xmlns:a16="http://schemas.microsoft.com/office/drawing/2014/main" id="{2E98EDD7-0D0F-4B01-B18C-8F9D25B687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908" name="Freeform 658">
                  <a:extLst>
                    <a:ext uri="{FF2B5EF4-FFF2-40B4-BE49-F238E27FC236}">
                      <a16:creationId xmlns:a16="http://schemas.microsoft.com/office/drawing/2014/main" id="{9C797FCD-ABB1-407E-BDFE-36C55AC9CF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905" name="Line 659">
                <a:extLst>
                  <a:ext uri="{FF2B5EF4-FFF2-40B4-BE49-F238E27FC236}">
                    <a16:creationId xmlns:a16="http://schemas.microsoft.com/office/drawing/2014/main" id="{D29BDB06-E24B-48EF-8B5C-A75B20FD0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906" name="Line 660">
                <a:extLst>
                  <a:ext uri="{FF2B5EF4-FFF2-40B4-BE49-F238E27FC236}">
                    <a16:creationId xmlns:a16="http://schemas.microsoft.com/office/drawing/2014/main" id="{371A31F5-3FA2-4ECF-941D-493BDC1AA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37617" name="Group 661">
              <a:extLst>
                <a:ext uri="{FF2B5EF4-FFF2-40B4-BE49-F238E27FC236}">
                  <a16:creationId xmlns:a16="http://schemas.microsoft.com/office/drawing/2014/main" id="{C830AF5B-06EA-4889-B5E5-C8E4B9C187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4" y="1508"/>
              <a:ext cx="246" cy="110"/>
              <a:chOff x="4334" y="1470"/>
              <a:chExt cx="246" cy="107"/>
            </a:xfrm>
          </p:grpSpPr>
          <p:sp>
            <p:nvSpPr>
              <p:cNvPr id="237893" name="Oval 407">
                <a:extLst>
                  <a:ext uri="{FF2B5EF4-FFF2-40B4-BE49-F238E27FC236}">
                    <a16:creationId xmlns:a16="http://schemas.microsoft.com/office/drawing/2014/main" id="{ADCD8951-1915-41D5-9714-B5071BD50A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94" name="Rectangle 410">
                <a:extLst>
                  <a:ext uri="{FF2B5EF4-FFF2-40B4-BE49-F238E27FC236}">
                    <a16:creationId xmlns:a16="http://schemas.microsoft.com/office/drawing/2014/main" id="{F67242DE-4C78-4CA9-9EEE-E62C5F6C4B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95" name="Oval 411">
                <a:extLst>
                  <a:ext uri="{FF2B5EF4-FFF2-40B4-BE49-F238E27FC236}">
                    <a16:creationId xmlns:a16="http://schemas.microsoft.com/office/drawing/2014/main" id="{88342454-332A-4CA9-BDFE-C0B791515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7896" name="Group 665">
                <a:extLst>
                  <a:ext uri="{FF2B5EF4-FFF2-40B4-BE49-F238E27FC236}">
                    <a16:creationId xmlns:a16="http://schemas.microsoft.com/office/drawing/2014/main" id="{94CDFF89-79D1-4689-ADFE-E0EA28F86B3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37899" name="Freeform 666">
                  <a:extLst>
                    <a:ext uri="{FF2B5EF4-FFF2-40B4-BE49-F238E27FC236}">
                      <a16:creationId xmlns:a16="http://schemas.microsoft.com/office/drawing/2014/main" id="{BC27DD44-C226-4488-87D3-252AC10249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900" name="Freeform 667">
                  <a:extLst>
                    <a:ext uri="{FF2B5EF4-FFF2-40B4-BE49-F238E27FC236}">
                      <a16:creationId xmlns:a16="http://schemas.microsoft.com/office/drawing/2014/main" id="{594A6C8C-72FD-418A-9DF2-0316872063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897" name="Line 668">
                <a:extLst>
                  <a:ext uri="{FF2B5EF4-FFF2-40B4-BE49-F238E27FC236}">
                    <a16:creationId xmlns:a16="http://schemas.microsoft.com/office/drawing/2014/main" id="{48AEAFC6-BBD2-44FA-A44E-4E3F4D829A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898" name="Line 669">
                <a:extLst>
                  <a:ext uri="{FF2B5EF4-FFF2-40B4-BE49-F238E27FC236}">
                    <a16:creationId xmlns:a16="http://schemas.microsoft.com/office/drawing/2014/main" id="{68BAB385-8813-454A-88E6-21C8732E57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6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37618" name="Group 670">
              <a:extLst>
                <a:ext uri="{FF2B5EF4-FFF2-40B4-BE49-F238E27FC236}">
                  <a16:creationId xmlns:a16="http://schemas.microsoft.com/office/drawing/2014/main" id="{43DA7992-2A96-4191-ADCA-701E768BAB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74" y="2296"/>
              <a:ext cx="310" cy="130"/>
              <a:chOff x="4334" y="1470"/>
              <a:chExt cx="246" cy="107"/>
            </a:xfrm>
          </p:grpSpPr>
          <p:sp>
            <p:nvSpPr>
              <p:cNvPr id="237885" name="Oval 407">
                <a:extLst>
                  <a:ext uri="{FF2B5EF4-FFF2-40B4-BE49-F238E27FC236}">
                    <a16:creationId xmlns:a16="http://schemas.microsoft.com/office/drawing/2014/main" id="{A7B04A6B-2CC6-4012-ADBB-BBC95B4CD4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86" name="Rectangle 410">
                <a:extLst>
                  <a:ext uri="{FF2B5EF4-FFF2-40B4-BE49-F238E27FC236}">
                    <a16:creationId xmlns:a16="http://schemas.microsoft.com/office/drawing/2014/main" id="{ABCA2C21-223C-43F7-81C9-A8622B4C09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87" name="Oval 411">
                <a:extLst>
                  <a:ext uri="{FF2B5EF4-FFF2-40B4-BE49-F238E27FC236}">
                    <a16:creationId xmlns:a16="http://schemas.microsoft.com/office/drawing/2014/main" id="{D4A08E63-B651-46A0-8C88-B73EDBDA5E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7888" name="Group 674">
                <a:extLst>
                  <a:ext uri="{FF2B5EF4-FFF2-40B4-BE49-F238E27FC236}">
                    <a16:creationId xmlns:a16="http://schemas.microsoft.com/office/drawing/2014/main" id="{7271CAFD-C94F-45D0-A223-9C8C96EB3B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37891" name="Freeform 675">
                  <a:extLst>
                    <a:ext uri="{FF2B5EF4-FFF2-40B4-BE49-F238E27FC236}">
                      <a16:creationId xmlns:a16="http://schemas.microsoft.com/office/drawing/2014/main" id="{A6ECFAF4-F594-4617-AA67-4C007172CB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92" name="Freeform 676">
                  <a:extLst>
                    <a:ext uri="{FF2B5EF4-FFF2-40B4-BE49-F238E27FC236}">
                      <a16:creationId xmlns:a16="http://schemas.microsoft.com/office/drawing/2014/main" id="{F41EF02C-663B-44E9-9D00-83299A504A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889" name="Line 677">
                <a:extLst>
                  <a:ext uri="{FF2B5EF4-FFF2-40B4-BE49-F238E27FC236}">
                    <a16:creationId xmlns:a16="http://schemas.microsoft.com/office/drawing/2014/main" id="{1774968D-26F8-4DAD-9732-84E20F7CAF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890" name="Line 678">
                <a:extLst>
                  <a:ext uri="{FF2B5EF4-FFF2-40B4-BE49-F238E27FC236}">
                    <a16:creationId xmlns:a16="http://schemas.microsoft.com/office/drawing/2014/main" id="{16E534CC-5FDC-4646-AB81-B7487F72E3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sp>
          <p:nvSpPr>
            <p:cNvPr id="237619" name="Line 679">
              <a:extLst>
                <a:ext uri="{FF2B5EF4-FFF2-40B4-BE49-F238E27FC236}">
                  <a16:creationId xmlns:a16="http://schemas.microsoft.com/office/drawing/2014/main" id="{98B04E69-DF6F-475E-A376-07BE136E9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9" y="2358"/>
              <a:ext cx="428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37620" name="Group 680">
              <a:extLst>
                <a:ext uri="{FF2B5EF4-FFF2-40B4-BE49-F238E27FC236}">
                  <a16:creationId xmlns:a16="http://schemas.microsoft.com/office/drawing/2014/main" id="{B6122A06-7CFA-4AE6-9E96-218353B855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2288"/>
              <a:ext cx="310" cy="130"/>
              <a:chOff x="4334" y="1470"/>
              <a:chExt cx="246" cy="107"/>
            </a:xfrm>
          </p:grpSpPr>
          <p:sp>
            <p:nvSpPr>
              <p:cNvPr id="237877" name="Oval 407">
                <a:extLst>
                  <a:ext uri="{FF2B5EF4-FFF2-40B4-BE49-F238E27FC236}">
                    <a16:creationId xmlns:a16="http://schemas.microsoft.com/office/drawing/2014/main" id="{CDCF1C11-9F9A-4F5B-B835-52204E4D0D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78" name="Rectangle 410">
                <a:extLst>
                  <a:ext uri="{FF2B5EF4-FFF2-40B4-BE49-F238E27FC236}">
                    <a16:creationId xmlns:a16="http://schemas.microsoft.com/office/drawing/2014/main" id="{DFA81C5A-9897-4D1C-A876-D5E440B84F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79" name="Oval 411">
                <a:extLst>
                  <a:ext uri="{FF2B5EF4-FFF2-40B4-BE49-F238E27FC236}">
                    <a16:creationId xmlns:a16="http://schemas.microsoft.com/office/drawing/2014/main" id="{2F965037-9D87-4C52-9FAE-C5C03648B1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7880" name="Group 684">
                <a:extLst>
                  <a:ext uri="{FF2B5EF4-FFF2-40B4-BE49-F238E27FC236}">
                    <a16:creationId xmlns:a16="http://schemas.microsoft.com/office/drawing/2014/main" id="{B68F2EFC-C3C9-4187-A3EC-815F61DB45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37883" name="Freeform 685">
                  <a:extLst>
                    <a:ext uri="{FF2B5EF4-FFF2-40B4-BE49-F238E27FC236}">
                      <a16:creationId xmlns:a16="http://schemas.microsoft.com/office/drawing/2014/main" id="{D2C1649C-4985-4631-8636-B34F22BDD9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84" name="Freeform 686">
                  <a:extLst>
                    <a:ext uri="{FF2B5EF4-FFF2-40B4-BE49-F238E27FC236}">
                      <a16:creationId xmlns:a16="http://schemas.microsoft.com/office/drawing/2014/main" id="{D5079BD5-39D3-4E2C-A73F-2AC97B81CC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881" name="Line 687">
                <a:extLst>
                  <a:ext uri="{FF2B5EF4-FFF2-40B4-BE49-F238E27FC236}">
                    <a16:creationId xmlns:a16="http://schemas.microsoft.com/office/drawing/2014/main" id="{802F2603-EB12-4FA1-9DE5-7D22A50C6B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882" name="Line 688">
                <a:extLst>
                  <a:ext uri="{FF2B5EF4-FFF2-40B4-BE49-F238E27FC236}">
                    <a16:creationId xmlns:a16="http://schemas.microsoft.com/office/drawing/2014/main" id="{FB0DAB8B-CE5C-4352-B693-C058175223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37621" name="Group 689">
              <a:extLst>
                <a:ext uri="{FF2B5EF4-FFF2-40B4-BE49-F238E27FC236}">
                  <a16:creationId xmlns:a16="http://schemas.microsoft.com/office/drawing/2014/main" id="{375A3029-E615-4087-ACD8-F32B7F09F0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0" y="2464"/>
              <a:ext cx="310" cy="130"/>
              <a:chOff x="4334" y="1470"/>
              <a:chExt cx="246" cy="107"/>
            </a:xfrm>
          </p:grpSpPr>
          <p:sp>
            <p:nvSpPr>
              <p:cNvPr id="237869" name="Oval 407">
                <a:extLst>
                  <a:ext uri="{FF2B5EF4-FFF2-40B4-BE49-F238E27FC236}">
                    <a16:creationId xmlns:a16="http://schemas.microsoft.com/office/drawing/2014/main" id="{80A11FBB-66CD-478D-888E-EF993FAD3D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70" name="Rectangle 410">
                <a:extLst>
                  <a:ext uri="{FF2B5EF4-FFF2-40B4-BE49-F238E27FC236}">
                    <a16:creationId xmlns:a16="http://schemas.microsoft.com/office/drawing/2014/main" id="{AE38648E-0258-4783-B4CB-610FBD9A8B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71" name="Oval 411">
                <a:extLst>
                  <a:ext uri="{FF2B5EF4-FFF2-40B4-BE49-F238E27FC236}">
                    <a16:creationId xmlns:a16="http://schemas.microsoft.com/office/drawing/2014/main" id="{E56018B9-C5FE-43DC-A359-BDD575FB3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7872" name="Group 693">
                <a:extLst>
                  <a:ext uri="{FF2B5EF4-FFF2-40B4-BE49-F238E27FC236}">
                    <a16:creationId xmlns:a16="http://schemas.microsoft.com/office/drawing/2014/main" id="{7C3E3F2C-30DC-43F0-878D-15AB5EC700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37875" name="Freeform 694">
                  <a:extLst>
                    <a:ext uri="{FF2B5EF4-FFF2-40B4-BE49-F238E27FC236}">
                      <a16:creationId xmlns:a16="http://schemas.microsoft.com/office/drawing/2014/main" id="{D619EF88-9D4C-4AEE-809A-AB8A6E26A8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76" name="Freeform 695">
                  <a:extLst>
                    <a:ext uri="{FF2B5EF4-FFF2-40B4-BE49-F238E27FC236}">
                      <a16:creationId xmlns:a16="http://schemas.microsoft.com/office/drawing/2014/main" id="{9C1E38B4-C23A-4371-9D3D-42A940BFE5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873" name="Line 696">
                <a:extLst>
                  <a:ext uri="{FF2B5EF4-FFF2-40B4-BE49-F238E27FC236}">
                    <a16:creationId xmlns:a16="http://schemas.microsoft.com/office/drawing/2014/main" id="{163A0CDE-9CB3-46DE-ADC1-14F6728ECB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874" name="Line 697">
                <a:extLst>
                  <a:ext uri="{FF2B5EF4-FFF2-40B4-BE49-F238E27FC236}">
                    <a16:creationId xmlns:a16="http://schemas.microsoft.com/office/drawing/2014/main" id="{8C8EEB3A-FCF0-4BFD-B390-80259F62BE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4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37622" name="Group 698">
              <a:extLst>
                <a:ext uri="{FF2B5EF4-FFF2-40B4-BE49-F238E27FC236}">
                  <a16:creationId xmlns:a16="http://schemas.microsoft.com/office/drawing/2014/main" id="{6D9B8195-C963-44C7-9BB7-FECC4F13C5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2" y="3028"/>
              <a:ext cx="392" cy="154"/>
              <a:chOff x="4334" y="1470"/>
              <a:chExt cx="246" cy="107"/>
            </a:xfrm>
          </p:grpSpPr>
          <p:sp>
            <p:nvSpPr>
              <p:cNvPr id="237861" name="Oval 407">
                <a:extLst>
                  <a:ext uri="{FF2B5EF4-FFF2-40B4-BE49-F238E27FC236}">
                    <a16:creationId xmlns:a16="http://schemas.microsoft.com/office/drawing/2014/main" id="{E4B367DC-3BF5-44F2-A914-1A749E0EC7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62" name="Rectangle 410">
                <a:extLst>
                  <a:ext uri="{FF2B5EF4-FFF2-40B4-BE49-F238E27FC236}">
                    <a16:creationId xmlns:a16="http://schemas.microsoft.com/office/drawing/2014/main" id="{4F056683-10D8-4E1E-9EF3-030808D32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63" name="Oval 411">
                <a:extLst>
                  <a:ext uri="{FF2B5EF4-FFF2-40B4-BE49-F238E27FC236}">
                    <a16:creationId xmlns:a16="http://schemas.microsoft.com/office/drawing/2014/main" id="{9E50E134-D76C-40B7-9D80-95EDC34A3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7864" name="Group 702">
                <a:extLst>
                  <a:ext uri="{FF2B5EF4-FFF2-40B4-BE49-F238E27FC236}">
                    <a16:creationId xmlns:a16="http://schemas.microsoft.com/office/drawing/2014/main" id="{33425F3A-4333-437B-B3A1-E12C6D93D5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37867" name="Freeform 703">
                  <a:extLst>
                    <a:ext uri="{FF2B5EF4-FFF2-40B4-BE49-F238E27FC236}">
                      <a16:creationId xmlns:a16="http://schemas.microsoft.com/office/drawing/2014/main" id="{63589468-DF5D-48CA-9B89-7D7CF67497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68" name="Freeform 704">
                  <a:extLst>
                    <a:ext uri="{FF2B5EF4-FFF2-40B4-BE49-F238E27FC236}">
                      <a16:creationId xmlns:a16="http://schemas.microsoft.com/office/drawing/2014/main" id="{142C600B-0447-4A1A-82D0-4B0569D1A0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865" name="Line 705">
                <a:extLst>
                  <a:ext uri="{FF2B5EF4-FFF2-40B4-BE49-F238E27FC236}">
                    <a16:creationId xmlns:a16="http://schemas.microsoft.com/office/drawing/2014/main" id="{6E069B2C-90A4-47E4-92DF-713D2F78DA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866" name="Line 706">
                <a:extLst>
                  <a:ext uri="{FF2B5EF4-FFF2-40B4-BE49-F238E27FC236}">
                    <a16:creationId xmlns:a16="http://schemas.microsoft.com/office/drawing/2014/main" id="{47C1595F-F3F0-4ACB-BAD6-835B2208C0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37623" name="Group 707">
              <a:extLst>
                <a:ext uri="{FF2B5EF4-FFF2-40B4-BE49-F238E27FC236}">
                  <a16:creationId xmlns:a16="http://schemas.microsoft.com/office/drawing/2014/main" id="{8B450DD4-F57F-4486-B60B-8FFF78C364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8" y="2840"/>
              <a:ext cx="392" cy="154"/>
              <a:chOff x="4334" y="1470"/>
              <a:chExt cx="246" cy="107"/>
            </a:xfrm>
          </p:grpSpPr>
          <p:sp>
            <p:nvSpPr>
              <p:cNvPr id="237853" name="Oval 407">
                <a:extLst>
                  <a:ext uri="{FF2B5EF4-FFF2-40B4-BE49-F238E27FC236}">
                    <a16:creationId xmlns:a16="http://schemas.microsoft.com/office/drawing/2014/main" id="{13AD9501-2DA7-4C71-A51A-BEB346CD6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54" name="Rectangle 410">
                <a:extLst>
                  <a:ext uri="{FF2B5EF4-FFF2-40B4-BE49-F238E27FC236}">
                    <a16:creationId xmlns:a16="http://schemas.microsoft.com/office/drawing/2014/main" id="{9B3336C7-C9B0-48F0-85F4-0F59806A67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55" name="Oval 411">
                <a:extLst>
                  <a:ext uri="{FF2B5EF4-FFF2-40B4-BE49-F238E27FC236}">
                    <a16:creationId xmlns:a16="http://schemas.microsoft.com/office/drawing/2014/main" id="{00286266-562F-4C12-8812-9B07B0425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7856" name="Group 711">
                <a:extLst>
                  <a:ext uri="{FF2B5EF4-FFF2-40B4-BE49-F238E27FC236}">
                    <a16:creationId xmlns:a16="http://schemas.microsoft.com/office/drawing/2014/main" id="{0105D621-E188-4D3D-AAE4-D156D38CE6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37859" name="Freeform 712">
                  <a:extLst>
                    <a:ext uri="{FF2B5EF4-FFF2-40B4-BE49-F238E27FC236}">
                      <a16:creationId xmlns:a16="http://schemas.microsoft.com/office/drawing/2014/main" id="{7DD3BD4A-8D9A-4014-9B16-4D02E7E31B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60" name="Freeform 713">
                  <a:extLst>
                    <a:ext uri="{FF2B5EF4-FFF2-40B4-BE49-F238E27FC236}">
                      <a16:creationId xmlns:a16="http://schemas.microsoft.com/office/drawing/2014/main" id="{BD3CE22A-14E6-474F-8FCF-45D4283B9C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857" name="Line 714">
                <a:extLst>
                  <a:ext uri="{FF2B5EF4-FFF2-40B4-BE49-F238E27FC236}">
                    <a16:creationId xmlns:a16="http://schemas.microsoft.com/office/drawing/2014/main" id="{E42318B2-7E47-4BA0-97BF-608ADC355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858" name="Line 715">
                <a:extLst>
                  <a:ext uri="{FF2B5EF4-FFF2-40B4-BE49-F238E27FC236}">
                    <a16:creationId xmlns:a16="http://schemas.microsoft.com/office/drawing/2014/main" id="{BD7DA0CA-04CD-49DC-A03E-8E279E7401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37624" name="Group 716">
              <a:extLst>
                <a:ext uri="{FF2B5EF4-FFF2-40B4-BE49-F238E27FC236}">
                  <a16:creationId xmlns:a16="http://schemas.microsoft.com/office/drawing/2014/main" id="{196B6F94-A701-4497-BE4C-54D376A723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2" y="3056"/>
              <a:ext cx="392" cy="154"/>
              <a:chOff x="4334" y="1470"/>
              <a:chExt cx="246" cy="107"/>
            </a:xfrm>
          </p:grpSpPr>
          <p:sp>
            <p:nvSpPr>
              <p:cNvPr id="237846" name="Oval 407">
                <a:extLst>
                  <a:ext uri="{FF2B5EF4-FFF2-40B4-BE49-F238E27FC236}">
                    <a16:creationId xmlns:a16="http://schemas.microsoft.com/office/drawing/2014/main" id="{F2E3E099-6A51-4180-8E85-3B8974E33B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47" name="Rectangle 410">
                <a:extLst>
                  <a:ext uri="{FF2B5EF4-FFF2-40B4-BE49-F238E27FC236}">
                    <a16:creationId xmlns:a16="http://schemas.microsoft.com/office/drawing/2014/main" id="{B24365B5-FA4D-4B3D-AD96-00C4443B00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48" name="Oval 411">
                <a:extLst>
                  <a:ext uri="{FF2B5EF4-FFF2-40B4-BE49-F238E27FC236}">
                    <a16:creationId xmlns:a16="http://schemas.microsoft.com/office/drawing/2014/main" id="{FC1E61A7-86B5-43E3-AAB7-C99BFA8F39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7849" name="Group 720">
                <a:extLst>
                  <a:ext uri="{FF2B5EF4-FFF2-40B4-BE49-F238E27FC236}">
                    <a16:creationId xmlns:a16="http://schemas.microsoft.com/office/drawing/2014/main" id="{8CA79E85-59BA-4A60-A16E-0BFDA6327A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37851" name="Freeform 721">
                  <a:extLst>
                    <a:ext uri="{FF2B5EF4-FFF2-40B4-BE49-F238E27FC236}">
                      <a16:creationId xmlns:a16="http://schemas.microsoft.com/office/drawing/2014/main" id="{FEDD3434-8DA0-4627-A7AC-9E0DB4C9CA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52" name="Freeform 722">
                  <a:extLst>
                    <a:ext uri="{FF2B5EF4-FFF2-40B4-BE49-F238E27FC236}">
                      <a16:creationId xmlns:a16="http://schemas.microsoft.com/office/drawing/2014/main" id="{97FC2EAB-733C-4471-955F-65C3B4CF77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850" name="Line 724">
                <a:extLst>
                  <a:ext uri="{FF2B5EF4-FFF2-40B4-BE49-F238E27FC236}">
                    <a16:creationId xmlns:a16="http://schemas.microsoft.com/office/drawing/2014/main" id="{0439E507-CDE8-4FD0-9B89-615659E3D7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7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37625" name="Group 725">
              <a:extLst>
                <a:ext uri="{FF2B5EF4-FFF2-40B4-BE49-F238E27FC236}">
                  <a16:creationId xmlns:a16="http://schemas.microsoft.com/office/drawing/2014/main" id="{3894EC7B-C6EA-446D-AB0E-1EC4352F3F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2" y="2296"/>
              <a:ext cx="246" cy="108"/>
              <a:chOff x="4334" y="1470"/>
              <a:chExt cx="246" cy="107"/>
            </a:xfrm>
          </p:grpSpPr>
          <p:sp>
            <p:nvSpPr>
              <p:cNvPr id="237838" name="Oval 407">
                <a:extLst>
                  <a:ext uri="{FF2B5EF4-FFF2-40B4-BE49-F238E27FC236}">
                    <a16:creationId xmlns:a16="http://schemas.microsoft.com/office/drawing/2014/main" id="{3ED1B518-65DD-4507-A81A-29487395F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7"/>
                <a:ext cx="244" cy="6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39" name="Rectangle 410">
                <a:extLst>
                  <a:ext uri="{FF2B5EF4-FFF2-40B4-BE49-F238E27FC236}">
                    <a16:creationId xmlns:a16="http://schemas.microsoft.com/office/drawing/2014/main" id="{79946DA4-CFF2-4E32-B5D0-4959762E19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5" y="1511"/>
                <a:ext cx="245" cy="37"/>
              </a:xfrm>
              <a:prstGeom prst="rect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840" name="Oval 411">
                <a:extLst>
                  <a:ext uri="{FF2B5EF4-FFF2-40B4-BE49-F238E27FC236}">
                    <a16:creationId xmlns:a16="http://schemas.microsoft.com/office/drawing/2014/main" id="{77A2EFA3-F1A9-40FD-AB0D-0145592ABF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4" y="1470"/>
                <a:ext cx="244" cy="70"/>
              </a:xfrm>
              <a:prstGeom prst="ellipse">
                <a:avLst/>
              </a:prstGeom>
              <a:gradFill rotWithShape="1">
                <a:gsLst>
                  <a:gs pos="0">
                    <a:schemeClr val="folHlink"/>
                  </a:gs>
                  <a:gs pos="100000">
                    <a:srgbClr val="EAEAEA"/>
                  </a:gs>
                </a:gsLst>
                <a:lin ang="0" scaled="1"/>
              </a:gra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7841" name="Group 729">
                <a:extLst>
                  <a:ext uri="{FF2B5EF4-FFF2-40B4-BE49-F238E27FC236}">
                    <a16:creationId xmlns:a16="http://schemas.microsoft.com/office/drawing/2014/main" id="{CBE23503-1129-4FE3-BDDF-DC2AC596A6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3" y="1488"/>
                <a:ext cx="138" cy="33"/>
                <a:chOff x="2468" y="1332"/>
                <a:chExt cx="310" cy="60"/>
              </a:xfrm>
            </p:grpSpPr>
            <p:sp>
              <p:nvSpPr>
                <p:cNvPr id="237844" name="Freeform 730">
                  <a:extLst>
                    <a:ext uri="{FF2B5EF4-FFF2-40B4-BE49-F238E27FC236}">
                      <a16:creationId xmlns:a16="http://schemas.microsoft.com/office/drawing/2014/main" id="{AAF008FA-B952-49E4-9062-BCF904E451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45" name="Freeform 731">
                  <a:extLst>
                    <a:ext uri="{FF2B5EF4-FFF2-40B4-BE49-F238E27FC236}">
                      <a16:creationId xmlns:a16="http://schemas.microsoft.com/office/drawing/2014/main" id="{BAEF8139-6D6C-41E8-92E0-F42105429F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gradFill rotWithShape="1">
                  <a:gsLst>
                    <a:gs pos="0">
                      <a:schemeClr val="folHlink"/>
                    </a:gs>
                    <a:gs pos="100000">
                      <a:srgbClr val="EAEAEA"/>
                    </a:gs>
                  </a:gsLst>
                  <a:lin ang="0" scaled="1"/>
                </a:gradFill>
                <a:ln w="12700" cmpd="sng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842" name="Line 732">
                <a:extLst>
                  <a:ext uri="{FF2B5EF4-FFF2-40B4-BE49-F238E27FC236}">
                    <a16:creationId xmlns:a16="http://schemas.microsoft.com/office/drawing/2014/main" id="{961674F4-CEFE-45B1-BF42-104DFE90A7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5" y="1503"/>
                <a:ext cx="0" cy="5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843" name="Line 733">
                <a:extLst>
                  <a:ext uri="{FF2B5EF4-FFF2-40B4-BE49-F238E27FC236}">
                    <a16:creationId xmlns:a16="http://schemas.microsoft.com/office/drawing/2014/main" id="{A65B55CE-5FE9-46B1-8AFD-B4F1D80811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8" y="1505"/>
                <a:ext cx="0" cy="49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37626" name="Group 734">
              <a:extLst>
                <a:ext uri="{FF2B5EF4-FFF2-40B4-BE49-F238E27FC236}">
                  <a16:creationId xmlns:a16="http://schemas.microsoft.com/office/drawing/2014/main" id="{AEF8F618-D4C7-452F-B213-0EF8D8ADF8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1" y="3153"/>
              <a:ext cx="281" cy="266"/>
              <a:chOff x="5072" y="3611"/>
              <a:chExt cx="459" cy="380"/>
            </a:xfrm>
          </p:grpSpPr>
          <p:grpSp>
            <p:nvGrpSpPr>
              <p:cNvPr id="237824" name="Group 735">
                <a:extLst>
                  <a:ext uri="{FF2B5EF4-FFF2-40B4-BE49-F238E27FC236}">
                    <a16:creationId xmlns:a16="http://schemas.microsoft.com/office/drawing/2014/main" id="{57186073-1B34-4AF8-B943-829E6C1C65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237826" name="Freeform 736">
                  <a:extLst>
                    <a:ext uri="{FF2B5EF4-FFF2-40B4-BE49-F238E27FC236}">
                      <a16:creationId xmlns:a16="http://schemas.microsoft.com/office/drawing/2014/main" id="{8F9F0BE3-C497-4E86-956E-F67D093DAA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27" name="Freeform 737">
                  <a:extLst>
                    <a:ext uri="{FF2B5EF4-FFF2-40B4-BE49-F238E27FC236}">
                      <a16:creationId xmlns:a16="http://schemas.microsoft.com/office/drawing/2014/main" id="{BFF6FACE-1BB2-46A1-B100-3A03965D98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28" name="Freeform 738">
                  <a:extLst>
                    <a:ext uri="{FF2B5EF4-FFF2-40B4-BE49-F238E27FC236}">
                      <a16:creationId xmlns:a16="http://schemas.microsoft.com/office/drawing/2014/main" id="{A9C12D07-78A2-4E6C-AE41-0930BBF107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29" name="Freeform 739">
                  <a:extLst>
                    <a:ext uri="{FF2B5EF4-FFF2-40B4-BE49-F238E27FC236}">
                      <a16:creationId xmlns:a16="http://schemas.microsoft.com/office/drawing/2014/main" id="{CB605AD6-1C6C-4551-9267-ED06B88C9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30" name="Freeform 740">
                  <a:extLst>
                    <a:ext uri="{FF2B5EF4-FFF2-40B4-BE49-F238E27FC236}">
                      <a16:creationId xmlns:a16="http://schemas.microsoft.com/office/drawing/2014/main" id="{7DA00B18-99DD-4048-A71D-89C0AE8FE9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31" name="Freeform 741">
                  <a:extLst>
                    <a:ext uri="{FF2B5EF4-FFF2-40B4-BE49-F238E27FC236}">
                      <a16:creationId xmlns:a16="http://schemas.microsoft.com/office/drawing/2014/main" id="{F5E36799-4066-42DE-A88D-BD9F2B1353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32" name="Freeform 742">
                  <a:extLst>
                    <a:ext uri="{FF2B5EF4-FFF2-40B4-BE49-F238E27FC236}">
                      <a16:creationId xmlns:a16="http://schemas.microsoft.com/office/drawing/2014/main" id="{E4FE3C5D-8389-46D9-A353-E21D3C55AE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33" name="Freeform 743">
                  <a:extLst>
                    <a:ext uri="{FF2B5EF4-FFF2-40B4-BE49-F238E27FC236}">
                      <a16:creationId xmlns:a16="http://schemas.microsoft.com/office/drawing/2014/main" id="{5EE965B5-759D-4BC2-9B5C-4EACA59577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34" name="Freeform 744">
                  <a:extLst>
                    <a:ext uri="{FF2B5EF4-FFF2-40B4-BE49-F238E27FC236}">
                      <a16:creationId xmlns:a16="http://schemas.microsoft.com/office/drawing/2014/main" id="{268E447A-0358-46B8-B6D5-3ADCA5BDF2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35" name="Freeform 745">
                  <a:extLst>
                    <a:ext uri="{FF2B5EF4-FFF2-40B4-BE49-F238E27FC236}">
                      <a16:creationId xmlns:a16="http://schemas.microsoft.com/office/drawing/2014/main" id="{CF805D2B-DE9A-415A-81FA-5BC9033A71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36" name="Freeform 746">
                  <a:extLst>
                    <a:ext uri="{FF2B5EF4-FFF2-40B4-BE49-F238E27FC236}">
                      <a16:creationId xmlns:a16="http://schemas.microsoft.com/office/drawing/2014/main" id="{7830F32C-8195-45F1-B11A-A17C68810B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37" name="Freeform 747">
                  <a:extLst>
                    <a:ext uri="{FF2B5EF4-FFF2-40B4-BE49-F238E27FC236}">
                      <a16:creationId xmlns:a16="http://schemas.microsoft.com/office/drawing/2014/main" id="{2225D2F2-AEE0-4030-BE0F-4789561966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pic>
            <p:nvPicPr>
              <p:cNvPr id="237825" name="Picture 748" descr="access_point_stylized_gray_small">
                <a:extLst>
                  <a:ext uri="{FF2B5EF4-FFF2-40B4-BE49-F238E27FC236}">
                    <a16:creationId xmlns:a16="http://schemas.microsoft.com/office/drawing/2014/main" id="{556E267A-3A32-43EF-82D5-053736DE41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37627" name="Group 749">
              <a:extLst>
                <a:ext uri="{FF2B5EF4-FFF2-40B4-BE49-F238E27FC236}">
                  <a16:creationId xmlns:a16="http://schemas.microsoft.com/office/drawing/2014/main" id="{075118FF-4605-42CC-ACC4-ACA751125F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2211"/>
              <a:ext cx="251" cy="226"/>
              <a:chOff x="5072" y="3611"/>
              <a:chExt cx="459" cy="380"/>
            </a:xfrm>
          </p:grpSpPr>
          <p:grpSp>
            <p:nvGrpSpPr>
              <p:cNvPr id="237810" name="Group 750">
                <a:extLst>
                  <a:ext uri="{FF2B5EF4-FFF2-40B4-BE49-F238E27FC236}">
                    <a16:creationId xmlns:a16="http://schemas.microsoft.com/office/drawing/2014/main" id="{584A2D41-1C33-41A5-A28B-984981D227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4" y="3611"/>
                <a:ext cx="387" cy="99"/>
                <a:chOff x="5030" y="2639"/>
                <a:chExt cx="387" cy="99"/>
              </a:xfrm>
            </p:grpSpPr>
            <p:sp>
              <p:nvSpPr>
                <p:cNvPr id="237812" name="Freeform 751">
                  <a:extLst>
                    <a:ext uri="{FF2B5EF4-FFF2-40B4-BE49-F238E27FC236}">
                      <a16:creationId xmlns:a16="http://schemas.microsoft.com/office/drawing/2014/main" id="{4DE99440-FFB0-4FAE-937F-F37E474B8C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34" y="2657"/>
                  <a:ext cx="69" cy="55"/>
                </a:xfrm>
                <a:custGeom>
                  <a:avLst/>
                  <a:gdLst>
                    <a:gd name="T0" fmla="*/ 0 w 199"/>
                    <a:gd name="T1" fmla="*/ 0 h 232"/>
                    <a:gd name="T2" fmla="*/ 0 w 199"/>
                    <a:gd name="T3" fmla="*/ 0 h 232"/>
                    <a:gd name="T4" fmla="*/ 0 w 199"/>
                    <a:gd name="T5" fmla="*/ 0 h 232"/>
                    <a:gd name="T6" fmla="*/ 0 w 199"/>
                    <a:gd name="T7" fmla="*/ 0 h 232"/>
                    <a:gd name="T8" fmla="*/ 0 w 199"/>
                    <a:gd name="T9" fmla="*/ 0 h 232"/>
                    <a:gd name="T10" fmla="*/ 0 w 199"/>
                    <a:gd name="T11" fmla="*/ 0 h 232"/>
                    <a:gd name="T12" fmla="*/ 0 w 199"/>
                    <a:gd name="T13" fmla="*/ 0 h 232"/>
                    <a:gd name="T14" fmla="*/ 0 w 199"/>
                    <a:gd name="T15" fmla="*/ 0 h 232"/>
                    <a:gd name="T16" fmla="*/ 0 w 199"/>
                    <a:gd name="T17" fmla="*/ 0 h 232"/>
                    <a:gd name="T18" fmla="*/ 0 w 199"/>
                    <a:gd name="T19" fmla="*/ 0 h 232"/>
                    <a:gd name="T20" fmla="*/ 0 w 199"/>
                    <a:gd name="T21" fmla="*/ 0 h 232"/>
                    <a:gd name="T22" fmla="*/ 0 w 199"/>
                    <a:gd name="T23" fmla="*/ 0 h 232"/>
                    <a:gd name="T24" fmla="*/ 0 w 199"/>
                    <a:gd name="T25" fmla="*/ 0 h 232"/>
                    <a:gd name="T26" fmla="*/ 0 w 199"/>
                    <a:gd name="T27" fmla="*/ 0 h 232"/>
                    <a:gd name="T28" fmla="*/ 0 w 199"/>
                    <a:gd name="T29" fmla="*/ 0 h 232"/>
                    <a:gd name="T30" fmla="*/ 0 w 199"/>
                    <a:gd name="T31" fmla="*/ 0 h 232"/>
                    <a:gd name="T32" fmla="*/ 0 w 199"/>
                    <a:gd name="T33" fmla="*/ 0 h 232"/>
                    <a:gd name="T34" fmla="*/ 0 w 199"/>
                    <a:gd name="T35" fmla="*/ 0 h 232"/>
                    <a:gd name="T36" fmla="*/ 0 w 199"/>
                    <a:gd name="T37" fmla="*/ 0 h 232"/>
                    <a:gd name="T38" fmla="*/ 0 w 199"/>
                    <a:gd name="T39" fmla="*/ 0 h 232"/>
                    <a:gd name="T40" fmla="*/ 0 w 199"/>
                    <a:gd name="T41" fmla="*/ 0 h 232"/>
                    <a:gd name="T42" fmla="*/ 0 w 199"/>
                    <a:gd name="T43" fmla="*/ 0 h 232"/>
                    <a:gd name="T44" fmla="*/ 0 w 199"/>
                    <a:gd name="T45" fmla="*/ 0 h 232"/>
                    <a:gd name="T46" fmla="*/ 0 w 199"/>
                    <a:gd name="T47" fmla="*/ 0 h 232"/>
                    <a:gd name="T48" fmla="*/ 0 w 199"/>
                    <a:gd name="T49" fmla="*/ 0 h 232"/>
                    <a:gd name="T50" fmla="*/ 0 w 199"/>
                    <a:gd name="T51" fmla="*/ 0 h 232"/>
                    <a:gd name="T52" fmla="*/ 0 w 199"/>
                    <a:gd name="T53" fmla="*/ 0 h 232"/>
                    <a:gd name="T54" fmla="*/ 0 w 199"/>
                    <a:gd name="T55" fmla="*/ 0 h 232"/>
                    <a:gd name="T56" fmla="*/ 0 w 199"/>
                    <a:gd name="T57" fmla="*/ 0 h 232"/>
                    <a:gd name="T58" fmla="*/ 0 w 199"/>
                    <a:gd name="T59" fmla="*/ 0 h 232"/>
                    <a:gd name="T60" fmla="*/ 0 w 199"/>
                    <a:gd name="T61" fmla="*/ 0 h 232"/>
                    <a:gd name="T62" fmla="*/ 0 w 199"/>
                    <a:gd name="T63" fmla="*/ 0 h 232"/>
                    <a:gd name="T64" fmla="*/ 0 w 199"/>
                    <a:gd name="T65" fmla="*/ 0 h 232"/>
                    <a:gd name="T66" fmla="*/ 0 w 199"/>
                    <a:gd name="T67" fmla="*/ 0 h 232"/>
                    <a:gd name="T68" fmla="*/ 0 w 199"/>
                    <a:gd name="T69" fmla="*/ 0 h 232"/>
                    <a:gd name="T70" fmla="*/ 0 w 199"/>
                    <a:gd name="T71" fmla="*/ 0 h 232"/>
                    <a:gd name="T72" fmla="*/ 0 w 199"/>
                    <a:gd name="T73" fmla="*/ 0 h 232"/>
                    <a:gd name="T74" fmla="*/ 0 w 199"/>
                    <a:gd name="T75" fmla="*/ 0 h 232"/>
                    <a:gd name="T76" fmla="*/ 0 w 199"/>
                    <a:gd name="T77" fmla="*/ 0 h 232"/>
                    <a:gd name="T78" fmla="*/ 0 w 199"/>
                    <a:gd name="T79" fmla="*/ 0 h 232"/>
                    <a:gd name="T80" fmla="*/ 0 w 199"/>
                    <a:gd name="T81" fmla="*/ 0 h 232"/>
                    <a:gd name="T82" fmla="*/ 0 w 199"/>
                    <a:gd name="T83" fmla="*/ 0 h 232"/>
                    <a:gd name="T84" fmla="*/ 0 w 199"/>
                    <a:gd name="T85" fmla="*/ 0 h 232"/>
                    <a:gd name="T86" fmla="*/ 0 w 199"/>
                    <a:gd name="T87" fmla="*/ 0 h 232"/>
                    <a:gd name="T88" fmla="*/ 0 w 199"/>
                    <a:gd name="T89" fmla="*/ 0 h 232"/>
                    <a:gd name="T90" fmla="*/ 0 w 199"/>
                    <a:gd name="T91" fmla="*/ 0 h 232"/>
                    <a:gd name="T92" fmla="*/ 0 w 199"/>
                    <a:gd name="T93" fmla="*/ 0 h 232"/>
                    <a:gd name="T94" fmla="*/ 0 w 199"/>
                    <a:gd name="T95" fmla="*/ 0 h 232"/>
                    <a:gd name="T96" fmla="*/ 0 w 199"/>
                    <a:gd name="T97" fmla="*/ 0 h 232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199"/>
                    <a:gd name="T148" fmla="*/ 0 h 232"/>
                    <a:gd name="T149" fmla="*/ 199 w 199"/>
                    <a:gd name="T150" fmla="*/ 232 h 232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199" h="232">
                      <a:moveTo>
                        <a:pt x="70" y="29"/>
                      </a:moveTo>
                      <a:lnTo>
                        <a:pt x="55" y="39"/>
                      </a:lnTo>
                      <a:lnTo>
                        <a:pt x="42" y="50"/>
                      </a:lnTo>
                      <a:lnTo>
                        <a:pt x="30" y="63"/>
                      </a:lnTo>
                      <a:lnTo>
                        <a:pt x="20" y="77"/>
                      </a:lnTo>
                      <a:lnTo>
                        <a:pt x="12" y="91"/>
                      </a:lnTo>
                      <a:lnTo>
                        <a:pt x="6" y="108"/>
                      </a:lnTo>
                      <a:lnTo>
                        <a:pt x="2" y="125"/>
                      </a:lnTo>
                      <a:lnTo>
                        <a:pt x="0" y="142"/>
                      </a:lnTo>
                      <a:lnTo>
                        <a:pt x="2" y="166"/>
                      </a:lnTo>
                      <a:lnTo>
                        <a:pt x="12" y="186"/>
                      </a:lnTo>
                      <a:lnTo>
                        <a:pt x="26" y="203"/>
                      </a:lnTo>
                      <a:lnTo>
                        <a:pt x="45" y="216"/>
                      </a:lnTo>
                      <a:lnTo>
                        <a:pt x="66" y="226"/>
                      </a:lnTo>
                      <a:lnTo>
                        <a:pt x="88" y="230"/>
                      </a:lnTo>
                      <a:lnTo>
                        <a:pt x="111" y="232"/>
                      </a:lnTo>
                      <a:lnTo>
                        <a:pt x="134" y="228"/>
                      </a:lnTo>
                      <a:lnTo>
                        <a:pt x="138" y="228"/>
                      </a:lnTo>
                      <a:lnTo>
                        <a:pt x="143" y="226"/>
                      </a:lnTo>
                      <a:lnTo>
                        <a:pt x="147" y="222"/>
                      </a:lnTo>
                      <a:lnTo>
                        <a:pt x="148" y="218"/>
                      </a:lnTo>
                      <a:lnTo>
                        <a:pt x="145" y="212"/>
                      </a:lnTo>
                      <a:lnTo>
                        <a:pt x="141" y="207"/>
                      </a:lnTo>
                      <a:lnTo>
                        <a:pt x="135" y="203"/>
                      </a:lnTo>
                      <a:lnTo>
                        <a:pt x="129" y="201"/>
                      </a:lnTo>
                      <a:lnTo>
                        <a:pt x="117" y="197"/>
                      </a:lnTo>
                      <a:lnTo>
                        <a:pt x="105" y="195"/>
                      </a:lnTo>
                      <a:lnTo>
                        <a:pt x="94" y="193"/>
                      </a:lnTo>
                      <a:lnTo>
                        <a:pt x="83" y="190"/>
                      </a:lnTo>
                      <a:lnTo>
                        <a:pt x="73" y="187"/>
                      </a:lnTo>
                      <a:lnTo>
                        <a:pt x="62" y="182"/>
                      </a:lnTo>
                      <a:lnTo>
                        <a:pt x="53" y="176"/>
                      </a:lnTo>
                      <a:lnTo>
                        <a:pt x="43" y="167"/>
                      </a:lnTo>
                      <a:lnTo>
                        <a:pt x="40" y="128"/>
                      </a:lnTo>
                      <a:lnTo>
                        <a:pt x="49" y="96"/>
                      </a:lnTo>
                      <a:lnTo>
                        <a:pt x="68" y="71"/>
                      </a:lnTo>
                      <a:lnTo>
                        <a:pt x="94" y="50"/>
                      </a:lnTo>
                      <a:lnTo>
                        <a:pt x="122" y="34"/>
                      </a:lnTo>
                      <a:lnTo>
                        <a:pt x="151" y="21"/>
                      </a:lnTo>
                      <a:lnTo>
                        <a:pt x="178" y="12"/>
                      </a:lnTo>
                      <a:lnTo>
                        <a:pt x="199" y="4"/>
                      </a:lnTo>
                      <a:lnTo>
                        <a:pt x="186" y="1"/>
                      </a:lnTo>
                      <a:lnTo>
                        <a:pt x="172" y="0"/>
                      </a:lnTo>
                      <a:lnTo>
                        <a:pt x="156" y="2"/>
                      </a:lnTo>
                      <a:lnTo>
                        <a:pt x="138" y="4"/>
                      </a:lnTo>
                      <a:lnTo>
                        <a:pt x="121" y="10"/>
                      </a:lnTo>
                      <a:lnTo>
                        <a:pt x="103" y="16"/>
                      </a:lnTo>
                      <a:lnTo>
                        <a:pt x="86" y="23"/>
                      </a:lnTo>
                      <a:lnTo>
                        <a:pt x="70" y="2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13" name="Freeform 752">
                  <a:extLst>
                    <a:ext uri="{FF2B5EF4-FFF2-40B4-BE49-F238E27FC236}">
                      <a16:creationId xmlns:a16="http://schemas.microsoft.com/office/drawing/2014/main" id="{0A514B89-628A-422C-ACF4-C8EDADE4A1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2" y="2656"/>
                  <a:ext cx="47" cy="42"/>
                </a:xfrm>
                <a:custGeom>
                  <a:avLst/>
                  <a:gdLst>
                    <a:gd name="T0" fmla="*/ 0 w 128"/>
                    <a:gd name="T1" fmla="*/ 0 h 180"/>
                    <a:gd name="T2" fmla="*/ 0 w 128"/>
                    <a:gd name="T3" fmla="*/ 0 h 180"/>
                    <a:gd name="T4" fmla="*/ 0 w 128"/>
                    <a:gd name="T5" fmla="*/ 0 h 180"/>
                    <a:gd name="T6" fmla="*/ 0 w 128"/>
                    <a:gd name="T7" fmla="*/ 0 h 180"/>
                    <a:gd name="T8" fmla="*/ 0 w 128"/>
                    <a:gd name="T9" fmla="*/ 0 h 180"/>
                    <a:gd name="T10" fmla="*/ 0 w 128"/>
                    <a:gd name="T11" fmla="*/ 0 h 180"/>
                    <a:gd name="T12" fmla="*/ 0 w 128"/>
                    <a:gd name="T13" fmla="*/ 0 h 180"/>
                    <a:gd name="T14" fmla="*/ 0 w 128"/>
                    <a:gd name="T15" fmla="*/ 0 h 180"/>
                    <a:gd name="T16" fmla="*/ 0 w 128"/>
                    <a:gd name="T17" fmla="*/ 0 h 180"/>
                    <a:gd name="T18" fmla="*/ 0 w 128"/>
                    <a:gd name="T19" fmla="*/ 0 h 180"/>
                    <a:gd name="T20" fmla="*/ 0 w 128"/>
                    <a:gd name="T21" fmla="*/ 0 h 180"/>
                    <a:gd name="T22" fmla="*/ 0 w 128"/>
                    <a:gd name="T23" fmla="*/ 0 h 180"/>
                    <a:gd name="T24" fmla="*/ 0 w 128"/>
                    <a:gd name="T25" fmla="*/ 0 h 180"/>
                    <a:gd name="T26" fmla="*/ 0 w 128"/>
                    <a:gd name="T27" fmla="*/ 0 h 180"/>
                    <a:gd name="T28" fmla="*/ 0 w 128"/>
                    <a:gd name="T29" fmla="*/ 0 h 180"/>
                    <a:gd name="T30" fmla="*/ 0 w 128"/>
                    <a:gd name="T31" fmla="*/ 0 h 180"/>
                    <a:gd name="T32" fmla="*/ 0 w 128"/>
                    <a:gd name="T33" fmla="*/ 0 h 180"/>
                    <a:gd name="T34" fmla="*/ 0 w 128"/>
                    <a:gd name="T35" fmla="*/ 0 h 180"/>
                    <a:gd name="T36" fmla="*/ 0 w 128"/>
                    <a:gd name="T37" fmla="*/ 0 h 180"/>
                    <a:gd name="T38" fmla="*/ 0 w 128"/>
                    <a:gd name="T39" fmla="*/ 0 h 180"/>
                    <a:gd name="T40" fmla="*/ 0 w 128"/>
                    <a:gd name="T41" fmla="*/ 0 h 180"/>
                    <a:gd name="T42" fmla="*/ 0 w 128"/>
                    <a:gd name="T43" fmla="*/ 0 h 180"/>
                    <a:gd name="T44" fmla="*/ 0 w 128"/>
                    <a:gd name="T45" fmla="*/ 0 h 180"/>
                    <a:gd name="T46" fmla="*/ 0 w 128"/>
                    <a:gd name="T47" fmla="*/ 0 h 180"/>
                    <a:gd name="T48" fmla="*/ 0 w 128"/>
                    <a:gd name="T49" fmla="*/ 0 h 180"/>
                    <a:gd name="T50" fmla="*/ 0 w 128"/>
                    <a:gd name="T51" fmla="*/ 0 h 180"/>
                    <a:gd name="T52" fmla="*/ 0 w 128"/>
                    <a:gd name="T53" fmla="*/ 0 h 180"/>
                    <a:gd name="T54" fmla="*/ 0 w 128"/>
                    <a:gd name="T55" fmla="*/ 0 h 180"/>
                    <a:gd name="T56" fmla="*/ 0 w 128"/>
                    <a:gd name="T57" fmla="*/ 0 h 180"/>
                    <a:gd name="T58" fmla="*/ 0 w 128"/>
                    <a:gd name="T59" fmla="*/ 0 h 180"/>
                    <a:gd name="T60" fmla="*/ 0 w 128"/>
                    <a:gd name="T61" fmla="*/ 0 h 180"/>
                    <a:gd name="T62" fmla="*/ 0 w 128"/>
                    <a:gd name="T63" fmla="*/ 0 h 180"/>
                    <a:gd name="T64" fmla="*/ 0 w 128"/>
                    <a:gd name="T65" fmla="*/ 0 h 180"/>
                    <a:gd name="T66" fmla="*/ 0 w 128"/>
                    <a:gd name="T67" fmla="*/ 0 h 180"/>
                    <a:gd name="T68" fmla="*/ 0 w 128"/>
                    <a:gd name="T69" fmla="*/ 0 h 180"/>
                    <a:gd name="T70" fmla="*/ 0 w 128"/>
                    <a:gd name="T71" fmla="*/ 0 h 180"/>
                    <a:gd name="T72" fmla="*/ 0 w 128"/>
                    <a:gd name="T73" fmla="*/ 0 h 180"/>
                    <a:gd name="T74" fmla="*/ 0 w 128"/>
                    <a:gd name="T75" fmla="*/ 0 h 180"/>
                    <a:gd name="T76" fmla="*/ 0 w 128"/>
                    <a:gd name="T77" fmla="*/ 0 h 180"/>
                    <a:gd name="T78" fmla="*/ 0 w 128"/>
                    <a:gd name="T79" fmla="*/ 0 h 180"/>
                    <a:gd name="T80" fmla="*/ 0 w 128"/>
                    <a:gd name="T81" fmla="*/ 0 h 180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0"/>
                    <a:gd name="T125" fmla="*/ 128 w 128"/>
                    <a:gd name="T126" fmla="*/ 180 h 180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0">
                      <a:moveTo>
                        <a:pt x="108" y="59"/>
                      </a:moveTo>
                      <a:lnTo>
                        <a:pt x="113" y="77"/>
                      </a:lnTo>
                      <a:lnTo>
                        <a:pt x="111" y="94"/>
                      </a:lnTo>
                      <a:lnTo>
                        <a:pt x="103" y="108"/>
                      </a:lnTo>
                      <a:lnTo>
                        <a:pt x="91" y="121"/>
                      </a:lnTo>
                      <a:lnTo>
                        <a:pt x="77" y="132"/>
                      </a:lnTo>
                      <a:lnTo>
                        <a:pt x="61" y="144"/>
                      </a:lnTo>
                      <a:lnTo>
                        <a:pt x="45" y="154"/>
                      </a:lnTo>
                      <a:lnTo>
                        <a:pt x="30" y="164"/>
                      </a:lnTo>
                      <a:lnTo>
                        <a:pt x="28" y="168"/>
                      </a:lnTo>
                      <a:lnTo>
                        <a:pt x="27" y="170"/>
                      </a:lnTo>
                      <a:lnTo>
                        <a:pt x="27" y="174"/>
                      </a:lnTo>
                      <a:lnTo>
                        <a:pt x="28" y="177"/>
                      </a:lnTo>
                      <a:lnTo>
                        <a:pt x="32" y="179"/>
                      </a:lnTo>
                      <a:lnTo>
                        <a:pt x="35" y="180"/>
                      </a:lnTo>
                      <a:lnTo>
                        <a:pt x="37" y="180"/>
                      </a:lnTo>
                      <a:lnTo>
                        <a:pt x="41" y="179"/>
                      </a:lnTo>
                      <a:lnTo>
                        <a:pt x="60" y="169"/>
                      </a:lnTo>
                      <a:lnTo>
                        <a:pt x="77" y="158"/>
                      </a:lnTo>
                      <a:lnTo>
                        <a:pt x="94" y="145"/>
                      </a:lnTo>
                      <a:lnTo>
                        <a:pt x="109" y="130"/>
                      </a:lnTo>
                      <a:lnTo>
                        <a:pt x="120" y="114"/>
                      </a:lnTo>
                      <a:lnTo>
                        <a:pt x="127" y="95"/>
                      </a:lnTo>
                      <a:lnTo>
                        <a:pt x="128" y="76"/>
                      </a:lnTo>
                      <a:lnTo>
                        <a:pt x="123" y="55"/>
                      </a:lnTo>
                      <a:lnTo>
                        <a:pt x="113" y="39"/>
                      </a:lnTo>
                      <a:lnTo>
                        <a:pt x="97" y="25"/>
                      </a:lnTo>
                      <a:lnTo>
                        <a:pt x="79" y="15"/>
                      </a:lnTo>
                      <a:lnTo>
                        <a:pt x="57" y="7"/>
                      </a:lnTo>
                      <a:lnTo>
                        <a:pt x="36" y="2"/>
                      </a:lnTo>
                      <a:lnTo>
                        <a:pt x="19" y="0"/>
                      </a:lnTo>
                      <a:lnTo>
                        <a:pt x="6" y="0"/>
                      </a:lnTo>
                      <a:lnTo>
                        <a:pt x="0" y="4"/>
                      </a:lnTo>
                      <a:lnTo>
                        <a:pt x="14" y="9"/>
                      </a:lnTo>
                      <a:lnTo>
                        <a:pt x="29" y="14"/>
                      </a:lnTo>
                      <a:lnTo>
                        <a:pt x="46" y="19"/>
                      </a:lnTo>
                      <a:lnTo>
                        <a:pt x="61" y="23"/>
                      </a:lnTo>
                      <a:lnTo>
                        <a:pt x="76" y="29"/>
                      </a:lnTo>
                      <a:lnTo>
                        <a:pt x="89" y="37"/>
                      </a:lnTo>
                      <a:lnTo>
                        <a:pt x="100" y="46"/>
                      </a:lnTo>
                      <a:lnTo>
                        <a:pt x="108" y="5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14" name="Freeform 753">
                  <a:extLst>
                    <a:ext uri="{FF2B5EF4-FFF2-40B4-BE49-F238E27FC236}">
                      <a16:creationId xmlns:a16="http://schemas.microsoft.com/office/drawing/2014/main" id="{465F8773-E8E8-45CC-BF88-ED8910D49B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9" y="2646"/>
                  <a:ext cx="114" cy="88"/>
                </a:xfrm>
                <a:custGeom>
                  <a:avLst/>
                  <a:gdLst>
                    <a:gd name="T0" fmla="*/ 0 w 322"/>
                    <a:gd name="T1" fmla="*/ 0 h 378"/>
                    <a:gd name="T2" fmla="*/ 0 w 322"/>
                    <a:gd name="T3" fmla="*/ 0 h 378"/>
                    <a:gd name="T4" fmla="*/ 0 w 322"/>
                    <a:gd name="T5" fmla="*/ 0 h 378"/>
                    <a:gd name="T6" fmla="*/ 0 w 322"/>
                    <a:gd name="T7" fmla="*/ 0 h 378"/>
                    <a:gd name="T8" fmla="*/ 0 w 322"/>
                    <a:gd name="T9" fmla="*/ 0 h 378"/>
                    <a:gd name="T10" fmla="*/ 0 w 322"/>
                    <a:gd name="T11" fmla="*/ 0 h 378"/>
                    <a:gd name="T12" fmla="*/ 0 w 322"/>
                    <a:gd name="T13" fmla="*/ 0 h 378"/>
                    <a:gd name="T14" fmla="*/ 0 w 322"/>
                    <a:gd name="T15" fmla="*/ 0 h 378"/>
                    <a:gd name="T16" fmla="*/ 0 w 322"/>
                    <a:gd name="T17" fmla="*/ 0 h 378"/>
                    <a:gd name="T18" fmla="*/ 0 w 322"/>
                    <a:gd name="T19" fmla="*/ 0 h 378"/>
                    <a:gd name="T20" fmla="*/ 0 w 322"/>
                    <a:gd name="T21" fmla="*/ 0 h 378"/>
                    <a:gd name="T22" fmla="*/ 0 w 322"/>
                    <a:gd name="T23" fmla="*/ 0 h 378"/>
                    <a:gd name="T24" fmla="*/ 0 w 322"/>
                    <a:gd name="T25" fmla="*/ 0 h 378"/>
                    <a:gd name="T26" fmla="*/ 0 w 322"/>
                    <a:gd name="T27" fmla="*/ 0 h 378"/>
                    <a:gd name="T28" fmla="*/ 0 w 322"/>
                    <a:gd name="T29" fmla="*/ 0 h 378"/>
                    <a:gd name="T30" fmla="*/ 0 w 322"/>
                    <a:gd name="T31" fmla="*/ 0 h 378"/>
                    <a:gd name="T32" fmla="*/ 0 w 322"/>
                    <a:gd name="T33" fmla="*/ 0 h 378"/>
                    <a:gd name="T34" fmla="*/ 0 w 322"/>
                    <a:gd name="T35" fmla="*/ 0 h 378"/>
                    <a:gd name="T36" fmla="*/ 0 w 322"/>
                    <a:gd name="T37" fmla="*/ 0 h 378"/>
                    <a:gd name="T38" fmla="*/ 0 w 322"/>
                    <a:gd name="T39" fmla="*/ 0 h 378"/>
                    <a:gd name="T40" fmla="*/ 0 w 322"/>
                    <a:gd name="T41" fmla="*/ 0 h 378"/>
                    <a:gd name="T42" fmla="*/ 0 w 322"/>
                    <a:gd name="T43" fmla="*/ 0 h 378"/>
                    <a:gd name="T44" fmla="*/ 0 w 322"/>
                    <a:gd name="T45" fmla="*/ 0 h 378"/>
                    <a:gd name="T46" fmla="*/ 0 w 322"/>
                    <a:gd name="T47" fmla="*/ 0 h 378"/>
                    <a:gd name="T48" fmla="*/ 0 w 322"/>
                    <a:gd name="T49" fmla="*/ 0 h 378"/>
                    <a:gd name="T50" fmla="*/ 0 w 322"/>
                    <a:gd name="T51" fmla="*/ 0 h 378"/>
                    <a:gd name="T52" fmla="*/ 0 w 322"/>
                    <a:gd name="T53" fmla="*/ 0 h 378"/>
                    <a:gd name="T54" fmla="*/ 0 w 322"/>
                    <a:gd name="T55" fmla="*/ 0 h 378"/>
                    <a:gd name="T56" fmla="*/ 0 w 322"/>
                    <a:gd name="T57" fmla="*/ 0 h 378"/>
                    <a:gd name="T58" fmla="*/ 0 w 322"/>
                    <a:gd name="T59" fmla="*/ 0 h 378"/>
                    <a:gd name="T60" fmla="*/ 0 w 322"/>
                    <a:gd name="T61" fmla="*/ 0 h 378"/>
                    <a:gd name="T62" fmla="*/ 0 w 322"/>
                    <a:gd name="T63" fmla="*/ 0 h 378"/>
                    <a:gd name="T64" fmla="*/ 0 w 322"/>
                    <a:gd name="T65" fmla="*/ 0 h 378"/>
                    <a:gd name="T66" fmla="*/ 0 w 322"/>
                    <a:gd name="T67" fmla="*/ 0 h 378"/>
                    <a:gd name="T68" fmla="*/ 0 w 322"/>
                    <a:gd name="T69" fmla="*/ 0 h 378"/>
                    <a:gd name="T70" fmla="*/ 0 w 322"/>
                    <a:gd name="T71" fmla="*/ 0 h 378"/>
                    <a:gd name="T72" fmla="*/ 0 w 322"/>
                    <a:gd name="T73" fmla="*/ 0 h 378"/>
                    <a:gd name="T74" fmla="*/ 0 w 322"/>
                    <a:gd name="T75" fmla="*/ 0 h 378"/>
                    <a:gd name="T76" fmla="*/ 0 w 322"/>
                    <a:gd name="T77" fmla="*/ 0 h 378"/>
                    <a:gd name="T78" fmla="*/ 0 w 322"/>
                    <a:gd name="T79" fmla="*/ 0 h 378"/>
                    <a:gd name="T80" fmla="*/ 0 w 322"/>
                    <a:gd name="T81" fmla="*/ 0 h 378"/>
                    <a:gd name="T82" fmla="*/ 0 w 322"/>
                    <a:gd name="T83" fmla="*/ 0 h 378"/>
                    <a:gd name="T84" fmla="*/ 0 w 322"/>
                    <a:gd name="T85" fmla="*/ 0 h 378"/>
                    <a:gd name="T86" fmla="*/ 0 w 322"/>
                    <a:gd name="T87" fmla="*/ 0 h 378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2"/>
                    <a:gd name="T133" fmla="*/ 0 h 378"/>
                    <a:gd name="T134" fmla="*/ 322 w 322"/>
                    <a:gd name="T135" fmla="*/ 378 h 378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2" h="378">
                      <a:moveTo>
                        <a:pt x="125" y="49"/>
                      </a:moveTo>
                      <a:lnTo>
                        <a:pt x="100" y="70"/>
                      </a:lnTo>
                      <a:lnTo>
                        <a:pt x="76" y="90"/>
                      </a:lnTo>
                      <a:lnTo>
                        <a:pt x="53" y="115"/>
                      </a:lnTo>
                      <a:lnTo>
                        <a:pt x="34" y="140"/>
                      </a:lnTo>
                      <a:lnTo>
                        <a:pt x="17" y="166"/>
                      </a:lnTo>
                      <a:lnTo>
                        <a:pt x="5" y="195"/>
                      </a:lnTo>
                      <a:lnTo>
                        <a:pt x="0" y="226"/>
                      </a:lnTo>
                      <a:lnTo>
                        <a:pt x="1" y="258"/>
                      </a:lnTo>
                      <a:lnTo>
                        <a:pt x="3" y="266"/>
                      </a:lnTo>
                      <a:lnTo>
                        <a:pt x="5" y="275"/>
                      </a:lnTo>
                      <a:lnTo>
                        <a:pt x="9" y="282"/>
                      </a:lnTo>
                      <a:lnTo>
                        <a:pt x="14" y="290"/>
                      </a:lnTo>
                      <a:lnTo>
                        <a:pt x="19" y="297"/>
                      </a:lnTo>
                      <a:lnTo>
                        <a:pt x="26" y="304"/>
                      </a:lnTo>
                      <a:lnTo>
                        <a:pt x="32" y="310"/>
                      </a:lnTo>
                      <a:lnTo>
                        <a:pt x="41" y="314"/>
                      </a:lnTo>
                      <a:lnTo>
                        <a:pt x="56" y="324"/>
                      </a:lnTo>
                      <a:lnTo>
                        <a:pt x="71" y="332"/>
                      </a:lnTo>
                      <a:lnTo>
                        <a:pt x="86" y="338"/>
                      </a:lnTo>
                      <a:lnTo>
                        <a:pt x="103" y="344"/>
                      </a:lnTo>
                      <a:lnTo>
                        <a:pt x="119" y="350"/>
                      </a:lnTo>
                      <a:lnTo>
                        <a:pt x="136" y="355"/>
                      </a:lnTo>
                      <a:lnTo>
                        <a:pt x="152" y="359"/>
                      </a:lnTo>
                      <a:lnTo>
                        <a:pt x="168" y="363"/>
                      </a:lnTo>
                      <a:lnTo>
                        <a:pt x="186" y="366"/>
                      </a:lnTo>
                      <a:lnTo>
                        <a:pt x="202" y="368"/>
                      </a:lnTo>
                      <a:lnTo>
                        <a:pt x="220" y="371"/>
                      </a:lnTo>
                      <a:lnTo>
                        <a:pt x="238" y="373"/>
                      </a:lnTo>
                      <a:lnTo>
                        <a:pt x="254" y="374"/>
                      </a:lnTo>
                      <a:lnTo>
                        <a:pt x="272" y="375"/>
                      </a:lnTo>
                      <a:lnTo>
                        <a:pt x="289" y="376"/>
                      </a:lnTo>
                      <a:lnTo>
                        <a:pt x="306" y="378"/>
                      </a:lnTo>
                      <a:lnTo>
                        <a:pt x="311" y="378"/>
                      </a:lnTo>
                      <a:lnTo>
                        <a:pt x="316" y="375"/>
                      </a:lnTo>
                      <a:lnTo>
                        <a:pt x="320" y="371"/>
                      </a:lnTo>
                      <a:lnTo>
                        <a:pt x="322" y="366"/>
                      </a:lnTo>
                      <a:lnTo>
                        <a:pt x="322" y="360"/>
                      </a:lnTo>
                      <a:lnTo>
                        <a:pt x="320" y="356"/>
                      </a:lnTo>
                      <a:lnTo>
                        <a:pt x="315" y="352"/>
                      </a:lnTo>
                      <a:lnTo>
                        <a:pt x="309" y="350"/>
                      </a:lnTo>
                      <a:lnTo>
                        <a:pt x="294" y="347"/>
                      </a:lnTo>
                      <a:lnTo>
                        <a:pt x="279" y="344"/>
                      </a:lnTo>
                      <a:lnTo>
                        <a:pt x="263" y="341"/>
                      </a:lnTo>
                      <a:lnTo>
                        <a:pt x="247" y="338"/>
                      </a:lnTo>
                      <a:lnTo>
                        <a:pt x="232" y="336"/>
                      </a:lnTo>
                      <a:lnTo>
                        <a:pt x="216" y="334"/>
                      </a:lnTo>
                      <a:lnTo>
                        <a:pt x="200" y="332"/>
                      </a:lnTo>
                      <a:lnTo>
                        <a:pt x="185" y="328"/>
                      </a:lnTo>
                      <a:lnTo>
                        <a:pt x="170" y="326"/>
                      </a:lnTo>
                      <a:lnTo>
                        <a:pt x="154" y="322"/>
                      </a:lnTo>
                      <a:lnTo>
                        <a:pt x="139" y="318"/>
                      </a:lnTo>
                      <a:lnTo>
                        <a:pt x="124" y="314"/>
                      </a:lnTo>
                      <a:lnTo>
                        <a:pt x="110" y="309"/>
                      </a:lnTo>
                      <a:lnTo>
                        <a:pt x="94" y="303"/>
                      </a:lnTo>
                      <a:lnTo>
                        <a:pt x="80" y="297"/>
                      </a:lnTo>
                      <a:lnTo>
                        <a:pt x="66" y="289"/>
                      </a:lnTo>
                      <a:lnTo>
                        <a:pt x="55" y="281"/>
                      </a:lnTo>
                      <a:lnTo>
                        <a:pt x="45" y="271"/>
                      </a:lnTo>
                      <a:lnTo>
                        <a:pt x="38" y="259"/>
                      </a:lnTo>
                      <a:lnTo>
                        <a:pt x="35" y="245"/>
                      </a:lnTo>
                      <a:lnTo>
                        <a:pt x="34" y="232"/>
                      </a:lnTo>
                      <a:lnTo>
                        <a:pt x="35" y="216"/>
                      </a:lnTo>
                      <a:lnTo>
                        <a:pt x="38" y="200"/>
                      </a:lnTo>
                      <a:lnTo>
                        <a:pt x="43" y="187"/>
                      </a:lnTo>
                      <a:lnTo>
                        <a:pt x="51" y="170"/>
                      </a:lnTo>
                      <a:lnTo>
                        <a:pt x="60" y="152"/>
                      </a:lnTo>
                      <a:lnTo>
                        <a:pt x="71" y="137"/>
                      </a:lnTo>
                      <a:lnTo>
                        <a:pt x="83" y="124"/>
                      </a:lnTo>
                      <a:lnTo>
                        <a:pt x="94" y="110"/>
                      </a:lnTo>
                      <a:lnTo>
                        <a:pt x="107" y="96"/>
                      </a:lnTo>
                      <a:lnTo>
                        <a:pt x="123" y="82"/>
                      </a:lnTo>
                      <a:lnTo>
                        <a:pt x="138" y="69"/>
                      </a:lnTo>
                      <a:lnTo>
                        <a:pt x="153" y="57"/>
                      </a:lnTo>
                      <a:lnTo>
                        <a:pt x="173" y="47"/>
                      </a:lnTo>
                      <a:lnTo>
                        <a:pt x="195" y="38"/>
                      </a:lnTo>
                      <a:lnTo>
                        <a:pt x="218" y="28"/>
                      </a:lnTo>
                      <a:lnTo>
                        <a:pt x="238" y="20"/>
                      </a:lnTo>
                      <a:lnTo>
                        <a:pt x="254" y="13"/>
                      </a:lnTo>
                      <a:lnTo>
                        <a:pt x="264" y="7"/>
                      </a:lnTo>
                      <a:lnTo>
                        <a:pt x="268" y="2"/>
                      </a:lnTo>
                      <a:lnTo>
                        <a:pt x="256" y="0"/>
                      </a:lnTo>
                      <a:lnTo>
                        <a:pt x="240" y="1"/>
                      </a:lnTo>
                      <a:lnTo>
                        <a:pt x="221" y="4"/>
                      </a:lnTo>
                      <a:lnTo>
                        <a:pt x="201" y="10"/>
                      </a:lnTo>
                      <a:lnTo>
                        <a:pt x="180" y="18"/>
                      </a:lnTo>
                      <a:lnTo>
                        <a:pt x="160" y="27"/>
                      </a:lnTo>
                      <a:lnTo>
                        <a:pt x="141" y="38"/>
                      </a:lnTo>
                      <a:lnTo>
                        <a:pt x="125" y="49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15" name="Freeform 754">
                  <a:extLst>
                    <a:ext uri="{FF2B5EF4-FFF2-40B4-BE49-F238E27FC236}">
                      <a16:creationId xmlns:a16="http://schemas.microsoft.com/office/drawing/2014/main" id="{0C33B80A-360B-4DF2-A5EC-9A0BC8899F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50" y="2643"/>
                  <a:ext cx="99" cy="59"/>
                </a:xfrm>
                <a:custGeom>
                  <a:avLst/>
                  <a:gdLst>
                    <a:gd name="T0" fmla="*/ 0 w 283"/>
                    <a:gd name="T1" fmla="*/ 0 h 252"/>
                    <a:gd name="T2" fmla="*/ 0 w 283"/>
                    <a:gd name="T3" fmla="*/ 0 h 252"/>
                    <a:gd name="T4" fmla="*/ 0 w 283"/>
                    <a:gd name="T5" fmla="*/ 0 h 252"/>
                    <a:gd name="T6" fmla="*/ 0 w 283"/>
                    <a:gd name="T7" fmla="*/ 0 h 252"/>
                    <a:gd name="T8" fmla="*/ 0 w 283"/>
                    <a:gd name="T9" fmla="*/ 0 h 252"/>
                    <a:gd name="T10" fmla="*/ 0 w 283"/>
                    <a:gd name="T11" fmla="*/ 0 h 252"/>
                    <a:gd name="T12" fmla="*/ 0 w 283"/>
                    <a:gd name="T13" fmla="*/ 0 h 252"/>
                    <a:gd name="T14" fmla="*/ 0 w 283"/>
                    <a:gd name="T15" fmla="*/ 0 h 252"/>
                    <a:gd name="T16" fmla="*/ 0 w 283"/>
                    <a:gd name="T17" fmla="*/ 0 h 252"/>
                    <a:gd name="T18" fmla="*/ 0 w 283"/>
                    <a:gd name="T19" fmla="*/ 0 h 252"/>
                    <a:gd name="T20" fmla="*/ 0 w 283"/>
                    <a:gd name="T21" fmla="*/ 0 h 252"/>
                    <a:gd name="T22" fmla="*/ 0 w 283"/>
                    <a:gd name="T23" fmla="*/ 0 h 252"/>
                    <a:gd name="T24" fmla="*/ 0 w 283"/>
                    <a:gd name="T25" fmla="*/ 0 h 252"/>
                    <a:gd name="T26" fmla="*/ 0 w 283"/>
                    <a:gd name="T27" fmla="*/ 0 h 252"/>
                    <a:gd name="T28" fmla="*/ 0 w 283"/>
                    <a:gd name="T29" fmla="*/ 0 h 252"/>
                    <a:gd name="T30" fmla="*/ 0 w 283"/>
                    <a:gd name="T31" fmla="*/ 0 h 252"/>
                    <a:gd name="T32" fmla="*/ 0 w 283"/>
                    <a:gd name="T33" fmla="*/ 0 h 252"/>
                    <a:gd name="T34" fmla="*/ 0 w 283"/>
                    <a:gd name="T35" fmla="*/ 0 h 252"/>
                    <a:gd name="T36" fmla="*/ 0 w 283"/>
                    <a:gd name="T37" fmla="*/ 0 h 252"/>
                    <a:gd name="T38" fmla="*/ 0 w 283"/>
                    <a:gd name="T39" fmla="*/ 0 h 252"/>
                    <a:gd name="T40" fmla="*/ 0 w 283"/>
                    <a:gd name="T41" fmla="*/ 0 h 252"/>
                    <a:gd name="T42" fmla="*/ 0 w 283"/>
                    <a:gd name="T43" fmla="*/ 0 h 252"/>
                    <a:gd name="T44" fmla="*/ 0 w 283"/>
                    <a:gd name="T45" fmla="*/ 0 h 252"/>
                    <a:gd name="T46" fmla="*/ 0 w 283"/>
                    <a:gd name="T47" fmla="*/ 0 h 252"/>
                    <a:gd name="T48" fmla="*/ 0 w 283"/>
                    <a:gd name="T49" fmla="*/ 0 h 252"/>
                    <a:gd name="T50" fmla="*/ 0 w 283"/>
                    <a:gd name="T51" fmla="*/ 0 h 252"/>
                    <a:gd name="T52" fmla="*/ 0 w 283"/>
                    <a:gd name="T53" fmla="*/ 0 h 252"/>
                    <a:gd name="T54" fmla="*/ 0 w 283"/>
                    <a:gd name="T55" fmla="*/ 0 h 252"/>
                    <a:gd name="T56" fmla="*/ 0 w 283"/>
                    <a:gd name="T57" fmla="*/ 0 h 252"/>
                    <a:gd name="T58" fmla="*/ 0 w 283"/>
                    <a:gd name="T59" fmla="*/ 0 h 252"/>
                    <a:gd name="T60" fmla="*/ 0 w 283"/>
                    <a:gd name="T61" fmla="*/ 0 h 252"/>
                    <a:gd name="T62" fmla="*/ 0 w 283"/>
                    <a:gd name="T63" fmla="*/ 0 h 252"/>
                    <a:gd name="T64" fmla="*/ 0 w 283"/>
                    <a:gd name="T65" fmla="*/ 0 h 252"/>
                    <a:gd name="T66" fmla="*/ 0 w 283"/>
                    <a:gd name="T67" fmla="*/ 0 h 252"/>
                    <a:gd name="T68" fmla="*/ 0 w 283"/>
                    <a:gd name="T69" fmla="*/ 0 h 252"/>
                    <a:gd name="T70" fmla="*/ 0 w 283"/>
                    <a:gd name="T71" fmla="*/ 0 h 252"/>
                    <a:gd name="T72" fmla="*/ 0 w 283"/>
                    <a:gd name="T73" fmla="*/ 0 h 252"/>
                    <a:gd name="T74" fmla="*/ 0 w 283"/>
                    <a:gd name="T75" fmla="*/ 0 h 252"/>
                    <a:gd name="T76" fmla="*/ 0 w 283"/>
                    <a:gd name="T77" fmla="*/ 0 h 252"/>
                    <a:gd name="T78" fmla="*/ 0 w 283"/>
                    <a:gd name="T79" fmla="*/ 0 h 252"/>
                    <a:gd name="T80" fmla="*/ 0 w 283"/>
                    <a:gd name="T81" fmla="*/ 0 h 252"/>
                    <a:gd name="T82" fmla="*/ 0 w 283"/>
                    <a:gd name="T83" fmla="*/ 0 h 252"/>
                    <a:gd name="T84" fmla="*/ 0 w 283"/>
                    <a:gd name="T85" fmla="*/ 0 h 252"/>
                    <a:gd name="T86" fmla="*/ 0 w 283"/>
                    <a:gd name="T87" fmla="*/ 0 h 252"/>
                    <a:gd name="T88" fmla="*/ 0 w 283"/>
                    <a:gd name="T89" fmla="*/ 0 h 252"/>
                    <a:gd name="T90" fmla="*/ 0 w 283"/>
                    <a:gd name="T91" fmla="*/ 0 h 252"/>
                    <a:gd name="T92" fmla="*/ 0 w 283"/>
                    <a:gd name="T93" fmla="*/ 0 h 252"/>
                    <a:gd name="T94" fmla="*/ 0 w 283"/>
                    <a:gd name="T95" fmla="*/ 0 h 252"/>
                    <a:gd name="T96" fmla="*/ 0 w 283"/>
                    <a:gd name="T97" fmla="*/ 0 h 252"/>
                    <a:gd name="T98" fmla="*/ 0 w 283"/>
                    <a:gd name="T99" fmla="*/ 0 h 252"/>
                    <a:gd name="T100" fmla="*/ 0 w 283"/>
                    <a:gd name="T101" fmla="*/ 0 h 252"/>
                    <a:gd name="T102" fmla="*/ 0 w 283"/>
                    <a:gd name="T103" fmla="*/ 0 h 252"/>
                    <a:gd name="T104" fmla="*/ 0 w 283"/>
                    <a:gd name="T105" fmla="*/ 0 h 252"/>
                    <a:gd name="T106" fmla="*/ 0 w 283"/>
                    <a:gd name="T107" fmla="*/ 0 h 252"/>
                    <a:gd name="T108" fmla="*/ 0 w 283"/>
                    <a:gd name="T109" fmla="*/ 0 h 252"/>
                    <a:gd name="T110" fmla="*/ 0 w 283"/>
                    <a:gd name="T111" fmla="*/ 0 h 252"/>
                    <a:gd name="T112" fmla="*/ 0 w 283"/>
                    <a:gd name="T113" fmla="*/ 0 h 252"/>
                    <a:gd name="T114" fmla="*/ 0 w 283"/>
                    <a:gd name="T115" fmla="*/ 0 h 252"/>
                    <a:gd name="T116" fmla="*/ 0 w 283"/>
                    <a:gd name="T117" fmla="*/ 0 h 252"/>
                    <a:gd name="T118" fmla="*/ 0 w 283"/>
                    <a:gd name="T119" fmla="*/ 0 h 252"/>
                    <a:gd name="T120" fmla="*/ 0 w 283"/>
                    <a:gd name="T121" fmla="*/ 0 h 252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3"/>
                    <a:gd name="T184" fmla="*/ 0 h 252"/>
                    <a:gd name="T185" fmla="*/ 283 w 283"/>
                    <a:gd name="T186" fmla="*/ 252 h 252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3" h="252">
                      <a:moveTo>
                        <a:pt x="235" y="77"/>
                      </a:moveTo>
                      <a:lnTo>
                        <a:pt x="248" y="91"/>
                      </a:lnTo>
                      <a:lnTo>
                        <a:pt x="256" y="107"/>
                      </a:lnTo>
                      <a:lnTo>
                        <a:pt x="259" y="124"/>
                      </a:lnTo>
                      <a:lnTo>
                        <a:pt x="259" y="142"/>
                      </a:lnTo>
                      <a:lnTo>
                        <a:pt x="257" y="157"/>
                      </a:lnTo>
                      <a:lnTo>
                        <a:pt x="252" y="170"/>
                      </a:lnTo>
                      <a:lnTo>
                        <a:pt x="244" y="183"/>
                      </a:lnTo>
                      <a:lnTo>
                        <a:pt x="236" y="193"/>
                      </a:lnTo>
                      <a:lnTo>
                        <a:pt x="225" y="204"/>
                      </a:lnTo>
                      <a:lnTo>
                        <a:pt x="215" y="214"/>
                      </a:lnTo>
                      <a:lnTo>
                        <a:pt x="204" y="224"/>
                      </a:lnTo>
                      <a:lnTo>
                        <a:pt x="194" y="234"/>
                      </a:lnTo>
                      <a:lnTo>
                        <a:pt x="191" y="238"/>
                      </a:lnTo>
                      <a:lnTo>
                        <a:pt x="191" y="241"/>
                      </a:lnTo>
                      <a:lnTo>
                        <a:pt x="191" y="245"/>
                      </a:lnTo>
                      <a:lnTo>
                        <a:pt x="194" y="248"/>
                      </a:lnTo>
                      <a:lnTo>
                        <a:pt x="197" y="250"/>
                      </a:lnTo>
                      <a:lnTo>
                        <a:pt x="202" y="252"/>
                      </a:lnTo>
                      <a:lnTo>
                        <a:pt x="205" y="250"/>
                      </a:lnTo>
                      <a:lnTo>
                        <a:pt x="209" y="248"/>
                      </a:lnTo>
                      <a:lnTo>
                        <a:pt x="232" y="233"/>
                      </a:lnTo>
                      <a:lnTo>
                        <a:pt x="252" y="214"/>
                      </a:lnTo>
                      <a:lnTo>
                        <a:pt x="268" y="192"/>
                      </a:lnTo>
                      <a:lnTo>
                        <a:pt x="278" y="167"/>
                      </a:lnTo>
                      <a:lnTo>
                        <a:pt x="283" y="141"/>
                      </a:lnTo>
                      <a:lnTo>
                        <a:pt x="280" y="115"/>
                      </a:lnTo>
                      <a:lnTo>
                        <a:pt x="271" y="91"/>
                      </a:lnTo>
                      <a:lnTo>
                        <a:pt x="252" y="69"/>
                      </a:lnTo>
                      <a:lnTo>
                        <a:pt x="238" y="57"/>
                      </a:lnTo>
                      <a:lnTo>
                        <a:pt x="222" y="48"/>
                      </a:lnTo>
                      <a:lnTo>
                        <a:pt x="204" y="39"/>
                      </a:lnTo>
                      <a:lnTo>
                        <a:pt x="184" y="31"/>
                      </a:lnTo>
                      <a:lnTo>
                        <a:pt x="164" y="23"/>
                      </a:lnTo>
                      <a:lnTo>
                        <a:pt x="144" y="17"/>
                      </a:lnTo>
                      <a:lnTo>
                        <a:pt x="123" y="13"/>
                      </a:lnTo>
                      <a:lnTo>
                        <a:pt x="103" y="8"/>
                      </a:lnTo>
                      <a:lnTo>
                        <a:pt x="83" y="5"/>
                      </a:lnTo>
                      <a:lnTo>
                        <a:pt x="66" y="2"/>
                      </a:lnTo>
                      <a:lnTo>
                        <a:pt x="48" y="0"/>
                      </a:lnTo>
                      <a:lnTo>
                        <a:pt x="34" y="0"/>
                      </a:lnTo>
                      <a:lnTo>
                        <a:pt x="21" y="0"/>
                      </a:lnTo>
                      <a:lnTo>
                        <a:pt x="11" y="0"/>
                      </a:lnTo>
                      <a:lnTo>
                        <a:pt x="4" y="2"/>
                      </a:lnTo>
                      <a:lnTo>
                        <a:pt x="0" y="5"/>
                      </a:lnTo>
                      <a:lnTo>
                        <a:pt x="12" y="7"/>
                      </a:lnTo>
                      <a:lnTo>
                        <a:pt x="24" y="8"/>
                      </a:lnTo>
                      <a:lnTo>
                        <a:pt x="38" y="10"/>
                      </a:lnTo>
                      <a:lnTo>
                        <a:pt x="52" y="13"/>
                      </a:lnTo>
                      <a:lnTo>
                        <a:pt x="66" y="16"/>
                      </a:lnTo>
                      <a:lnTo>
                        <a:pt x="82" y="18"/>
                      </a:lnTo>
                      <a:lnTo>
                        <a:pt x="98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4"/>
                      </a:lnTo>
                      <a:lnTo>
                        <a:pt x="162" y="39"/>
                      </a:lnTo>
                      <a:lnTo>
                        <a:pt x="177" y="45"/>
                      </a:lnTo>
                      <a:lnTo>
                        <a:pt x="193" y="52"/>
                      </a:lnTo>
                      <a:lnTo>
                        <a:pt x="208" y="60"/>
                      </a:lnTo>
                      <a:lnTo>
                        <a:pt x="222" y="68"/>
                      </a:lnTo>
                      <a:lnTo>
                        <a:pt x="235" y="7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16" name="Freeform 755">
                  <a:extLst>
                    <a:ext uri="{FF2B5EF4-FFF2-40B4-BE49-F238E27FC236}">
                      <a16:creationId xmlns:a16="http://schemas.microsoft.com/office/drawing/2014/main" id="{D33FF0F3-2AAD-4D60-BF48-22FDE6D3F3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47" y="2671"/>
                  <a:ext cx="40" cy="55"/>
                </a:xfrm>
                <a:custGeom>
                  <a:avLst/>
                  <a:gdLst>
                    <a:gd name="T0" fmla="*/ 0 w 114"/>
                    <a:gd name="T1" fmla="*/ 0 h 238"/>
                    <a:gd name="T2" fmla="*/ 0 w 114"/>
                    <a:gd name="T3" fmla="*/ 0 h 238"/>
                    <a:gd name="T4" fmla="*/ 0 w 114"/>
                    <a:gd name="T5" fmla="*/ 0 h 238"/>
                    <a:gd name="T6" fmla="*/ 0 w 114"/>
                    <a:gd name="T7" fmla="*/ 0 h 238"/>
                    <a:gd name="T8" fmla="*/ 0 w 114"/>
                    <a:gd name="T9" fmla="*/ 0 h 238"/>
                    <a:gd name="T10" fmla="*/ 0 w 114"/>
                    <a:gd name="T11" fmla="*/ 0 h 238"/>
                    <a:gd name="T12" fmla="*/ 0 w 114"/>
                    <a:gd name="T13" fmla="*/ 0 h 238"/>
                    <a:gd name="T14" fmla="*/ 0 w 114"/>
                    <a:gd name="T15" fmla="*/ 0 h 238"/>
                    <a:gd name="T16" fmla="*/ 0 w 114"/>
                    <a:gd name="T17" fmla="*/ 0 h 238"/>
                    <a:gd name="T18" fmla="*/ 0 w 114"/>
                    <a:gd name="T19" fmla="*/ 0 h 238"/>
                    <a:gd name="T20" fmla="*/ 0 w 114"/>
                    <a:gd name="T21" fmla="*/ 0 h 238"/>
                    <a:gd name="T22" fmla="*/ 0 w 114"/>
                    <a:gd name="T23" fmla="*/ 0 h 238"/>
                    <a:gd name="T24" fmla="*/ 0 w 114"/>
                    <a:gd name="T25" fmla="*/ 0 h 238"/>
                    <a:gd name="T26" fmla="*/ 0 w 114"/>
                    <a:gd name="T27" fmla="*/ 0 h 238"/>
                    <a:gd name="T28" fmla="*/ 0 w 114"/>
                    <a:gd name="T29" fmla="*/ 0 h 238"/>
                    <a:gd name="T30" fmla="*/ 0 w 114"/>
                    <a:gd name="T31" fmla="*/ 0 h 238"/>
                    <a:gd name="T32" fmla="*/ 0 w 114"/>
                    <a:gd name="T33" fmla="*/ 0 h 238"/>
                    <a:gd name="T34" fmla="*/ 0 w 114"/>
                    <a:gd name="T35" fmla="*/ 0 h 238"/>
                    <a:gd name="T36" fmla="*/ 0 w 114"/>
                    <a:gd name="T37" fmla="*/ 0 h 238"/>
                    <a:gd name="T38" fmla="*/ 0 w 114"/>
                    <a:gd name="T39" fmla="*/ 0 h 238"/>
                    <a:gd name="T40" fmla="*/ 0 w 114"/>
                    <a:gd name="T41" fmla="*/ 0 h 238"/>
                    <a:gd name="T42" fmla="*/ 0 w 114"/>
                    <a:gd name="T43" fmla="*/ 0 h 238"/>
                    <a:gd name="T44" fmla="*/ 0 w 114"/>
                    <a:gd name="T45" fmla="*/ 0 h 238"/>
                    <a:gd name="T46" fmla="*/ 0 w 114"/>
                    <a:gd name="T47" fmla="*/ 0 h 238"/>
                    <a:gd name="T48" fmla="*/ 0 w 114"/>
                    <a:gd name="T49" fmla="*/ 0 h 238"/>
                    <a:gd name="T50" fmla="*/ 0 w 114"/>
                    <a:gd name="T51" fmla="*/ 0 h 238"/>
                    <a:gd name="T52" fmla="*/ 0 w 114"/>
                    <a:gd name="T53" fmla="*/ 0 h 238"/>
                    <a:gd name="T54" fmla="*/ 0 w 114"/>
                    <a:gd name="T55" fmla="*/ 0 h 238"/>
                    <a:gd name="T56" fmla="*/ 0 w 114"/>
                    <a:gd name="T57" fmla="*/ 0 h 238"/>
                    <a:gd name="T58" fmla="*/ 0 w 114"/>
                    <a:gd name="T59" fmla="*/ 0 h 238"/>
                    <a:gd name="T60" fmla="*/ 0 w 114"/>
                    <a:gd name="T61" fmla="*/ 0 h 238"/>
                    <a:gd name="T62" fmla="*/ 0 w 114"/>
                    <a:gd name="T63" fmla="*/ 0 h 238"/>
                    <a:gd name="T64" fmla="*/ 0 w 114"/>
                    <a:gd name="T65" fmla="*/ 0 h 238"/>
                    <a:gd name="T66" fmla="*/ 0 w 114"/>
                    <a:gd name="T67" fmla="*/ 0 h 238"/>
                    <a:gd name="T68" fmla="*/ 0 w 114"/>
                    <a:gd name="T69" fmla="*/ 0 h 238"/>
                    <a:gd name="T70" fmla="*/ 0 w 114"/>
                    <a:gd name="T71" fmla="*/ 0 h 238"/>
                    <a:gd name="T72" fmla="*/ 0 w 114"/>
                    <a:gd name="T73" fmla="*/ 0 h 238"/>
                    <a:gd name="T74" fmla="*/ 0 w 114"/>
                    <a:gd name="T75" fmla="*/ 0 h 238"/>
                    <a:gd name="T76" fmla="*/ 0 w 114"/>
                    <a:gd name="T77" fmla="*/ 0 h 238"/>
                    <a:gd name="T78" fmla="*/ 0 w 114"/>
                    <a:gd name="T79" fmla="*/ 0 h 238"/>
                    <a:gd name="T80" fmla="*/ 0 w 114"/>
                    <a:gd name="T81" fmla="*/ 0 h 238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4"/>
                    <a:gd name="T124" fmla="*/ 0 h 238"/>
                    <a:gd name="T125" fmla="*/ 114 w 114"/>
                    <a:gd name="T126" fmla="*/ 238 h 238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4" h="238">
                      <a:moveTo>
                        <a:pt x="0" y="130"/>
                      </a:moveTo>
                      <a:lnTo>
                        <a:pt x="0" y="149"/>
                      </a:lnTo>
                      <a:lnTo>
                        <a:pt x="4" y="168"/>
                      </a:lnTo>
                      <a:lnTo>
                        <a:pt x="12" y="185"/>
                      </a:lnTo>
                      <a:lnTo>
                        <a:pt x="24" y="200"/>
                      </a:lnTo>
                      <a:lnTo>
                        <a:pt x="38" y="213"/>
                      </a:lnTo>
                      <a:lnTo>
                        <a:pt x="55" y="224"/>
                      </a:lnTo>
                      <a:lnTo>
                        <a:pt x="73" y="232"/>
                      </a:lnTo>
                      <a:lnTo>
                        <a:pt x="92" y="237"/>
                      </a:lnTo>
                      <a:lnTo>
                        <a:pt x="98" y="238"/>
                      </a:lnTo>
                      <a:lnTo>
                        <a:pt x="104" y="235"/>
                      </a:lnTo>
                      <a:lnTo>
                        <a:pt x="109" y="232"/>
                      </a:lnTo>
                      <a:lnTo>
                        <a:pt x="111" y="227"/>
                      </a:lnTo>
                      <a:lnTo>
                        <a:pt x="111" y="222"/>
                      </a:lnTo>
                      <a:lnTo>
                        <a:pt x="110" y="216"/>
                      </a:lnTo>
                      <a:lnTo>
                        <a:pt x="106" y="211"/>
                      </a:lnTo>
                      <a:lnTo>
                        <a:pt x="100" y="209"/>
                      </a:lnTo>
                      <a:lnTo>
                        <a:pt x="82" y="202"/>
                      </a:lnTo>
                      <a:lnTo>
                        <a:pt x="64" y="193"/>
                      </a:lnTo>
                      <a:lnTo>
                        <a:pt x="50" y="180"/>
                      </a:lnTo>
                      <a:lnTo>
                        <a:pt x="39" y="167"/>
                      </a:lnTo>
                      <a:lnTo>
                        <a:pt x="32" y="149"/>
                      </a:lnTo>
                      <a:lnTo>
                        <a:pt x="29" y="131"/>
                      </a:lnTo>
                      <a:lnTo>
                        <a:pt x="29" y="111"/>
                      </a:lnTo>
                      <a:lnTo>
                        <a:pt x="35" y="91"/>
                      </a:lnTo>
                      <a:lnTo>
                        <a:pt x="42" y="76"/>
                      </a:lnTo>
                      <a:lnTo>
                        <a:pt x="51" y="62"/>
                      </a:lnTo>
                      <a:lnTo>
                        <a:pt x="62" y="49"/>
                      </a:lnTo>
                      <a:lnTo>
                        <a:pt x="73" y="38"/>
                      </a:lnTo>
                      <a:lnTo>
                        <a:pt x="84" y="28"/>
                      </a:lnTo>
                      <a:lnTo>
                        <a:pt x="96" y="18"/>
                      </a:lnTo>
                      <a:lnTo>
                        <a:pt x="106" y="9"/>
                      </a:lnTo>
                      <a:lnTo>
                        <a:pt x="114" y="1"/>
                      </a:lnTo>
                      <a:lnTo>
                        <a:pt x="106" y="0"/>
                      </a:lnTo>
                      <a:lnTo>
                        <a:pt x="93" y="6"/>
                      </a:lnTo>
                      <a:lnTo>
                        <a:pt x="76" y="18"/>
                      </a:lnTo>
                      <a:lnTo>
                        <a:pt x="56" y="36"/>
                      </a:lnTo>
                      <a:lnTo>
                        <a:pt x="37" y="57"/>
                      </a:lnTo>
                      <a:lnTo>
                        <a:pt x="20" y="80"/>
                      </a:lnTo>
                      <a:lnTo>
                        <a:pt x="7" y="106"/>
                      </a:lnTo>
                      <a:lnTo>
                        <a:pt x="0" y="130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17" name="Freeform 756">
                  <a:extLst>
                    <a:ext uri="{FF2B5EF4-FFF2-40B4-BE49-F238E27FC236}">
                      <a16:creationId xmlns:a16="http://schemas.microsoft.com/office/drawing/2014/main" id="{BE9FABDE-E529-4655-B499-C488F6365D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0" y="2639"/>
                  <a:ext cx="87" cy="73"/>
                </a:xfrm>
                <a:custGeom>
                  <a:avLst/>
                  <a:gdLst>
                    <a:gd name="T0" fmla="*/ 0 w 246"/>
                    <a:gd name="T1" fmla="*/ 0 h 310"/>
                    <a:gd name="T2" fmla="*/ 0 w 246"/>
                    <a:gd name="T3" fmla="*/ 0 h 310"/>
                    <a:gd name="T4" fmla="*/ 0 w 246"/>
                    <a:gd name="T5" fmla="*/ 0 h 310"/>
                    <a:gd name="T6" fmla="*/ 0 w 246"/>
                    <a:gd name="T7" fmla="*/ 0 h 310"/>
                    <a:gd name="T8" fmla="*/ 0 w 246"/>
                    <a:gd name="T9" fmla="*/ 0 h 310"/>
                    <a:gd name="T10" fmla="*/ 0 w 246"/>
                    <a:gd name="T11" fmla="*/ 0 h 310"/>
                    <a:gd name="T12" fmla="*/ 0 w 246"/>
                    <a:gd name="T13" fmla="*/ 0 h 310"/>
                    <a:gd name="T14" fmla="*/ 0 w 246"/>
                    <a:gd name="T15" fmla="*/ 0 h 310"/>
                    <a:gd name="T16" fmla="*/ 0 w 246"/>
                    <a:gd name="T17" fmla="*/ 0 h 310"/>
                    <a:gd name="T18" fmla="*/ 0 w 246"/>
                    <a:gd name="T19" fmla="*/ 0 h 310"/>
                    <a:gd name="T20" fmla="*/ 0 w 246"/>
                    <a:gd name="T21" fmla="*/ 0 h 310"/>
                    <a:gd name="T22" fmla="*/ 0 w 246"/>
                    <a:gd name="T23" fmla="*/ 0 h 310"/>
                    <a:gd name="T24" fmla="*/ 0 w 246"/>
                    <a:gd name="T25" fmla="*/ 0 h 310"/>
                    <a:gd name="T26" fmla="*/ 0 w 246"/>
                    <a:gd name="T27" fmla="*/ 0 h 310"/>
                    <a:gd name="T28" fmla="*/ 0 w 246"/>
                    <a:gd name="T29" fmla="*/ 0 h 310"/>
                    <a:gd name="T30" fmla="*/ 0 w 246"/>
                    <a:gd name="T31" fmla="*/ 0 h 310"/>
                    <a:gd name="T32" fmla="*/ 0 w 246"/>
                    <a:gd name="T33" fmla="*/ 0 h 310"/>
                    <a:gd name="T34" fmla="*/ 0 w 246"/>
                    <a:gd name="T35" fmla="*/ 0 h 310"/>
                    <a:gd name="T36" fmla="*/ 0 w 246"/>
                    <a:gd name="T37" fmla="*/ 0 h 310"/>
                    <a:gd name="T38" fmla="*/ 0 w 246"/>
                    <a:gd name="T39" fmla="*/ 0 h 310"/>
                    <a:gd name="T40" fmla="*/ 0 w 246"/>
                    <a:gd name="T41" fmla="*/ 0 h 310"/>
                    <a:gd name="T42" fmla="*/ 0 w 246"/>
                    <a:gd name="T43" fmla="*/ 0 h 310"/>
                    <a:gd name="T44" fmla="*/ 0 w 246"/>
                    <a:gd name="T45" fmla="*/ 0 h 310"/>
                    <a:gd name="T46" fmla="*/ 0 w 246"/>
                    <a:gd name="T47" fmla="*/ 0 h 310"/>
                    <a:gd name="T48" fmla="*/ 0 w 246"/>
                    <a:gd name="T49" fmla="*/ 0 h 310"/>
                    <a:gd name="T50" fmla="*/ 0 w 246"/>
                    <a:gd name="T51" fmla="*/ 0 h 310"/>
                    <a:gd name="T52" fmla="*/ 0 w 246"/>
                    <a:gd name="T53" fmla="*/ 0 h 310"/>
                    <a:gd name="T54" fmla="*/ 0 w 246"/>
                    <a:gd name="T55" fmla="*/ 0 h 310"/>
                    <a:gd name="T56" fmla="*/ 0 w 246"/>
                    <a:gd name="T57" fmla="*/ 0 h 310"/>
                    <a:gd name="T58" fmla="*/ 0 w 246"/>
                    <a:gd name="T59" fmla="*/ 0 h 310"/>
                    <a:gd name="T60" fmla="*/ 0 w 246"/>
                    <a:gd name="T61" fmla="*/ 0 h 310"/>
                    <a:gd name="T62" fmla="*/ 0 w 246"/>
                    <a:gd name="T63" fmla="*/ 0 h 310"/>
                    <a:gd name="T64" fmla="*/ 0 w 246"/>
                    <a:gd name="T65" fmla="*/ 0 h 310"/>
                    <a:gd name="T66" fmla="*/ 0 w 246"/>
                    <a:gd name="T67" fmla="*/ 0 h 310"/>
                    <a:gd name="T68" fmla="*/ 0 w 246"/>
                    <a:gd name="T69" fmla="*/ 0 h 310"/>
                    <a:gd name="T70" fmla="*/ 0 w 246"/>
                    <a:gd name="T71" fmla="*/ 0 h 310"/>
                    <a:gd name="T72" fmla="*/ 0 w 246"/>
                    <a:gd name="T73" fmla="*/ 0 h 310"/>
                    <a:gd name="T74" fmla="*/ 0 w 246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6"/>
                    <a:gd name="T115" fmla="*/ 0 h 310"/>
                    <a:gd name="T116" fmla="*/ 246 w 246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6" h="310">
                      <a:moveTo>
                        <a:pt x="199" y="116"/>
                      </a:moveTo>
                      <a:lnTo>
                        <a:pt x="207" y="124"/>
                      </a:lnTo>
                      <a:lnTo>
                        <a:pt x="214" y="133"/>
                      </a:lnTo>
                      <a:lnTo>
                        <a:pt x="219" y="143"/>
                      </a:lnTo>
                      <a:lnTo>
                        <a:pt x="223" y="154"/>
                      </a:lnTo>
                      <a:lnTo>
                        <a:pt x="225" y="164"/>
                      </a:lnTo>
                      <a:lnTo>
                        <a:pt x="225" y="176"/>
                      </a:lnTo>
                      <a:lnTo>
                        <a:pt x="221" y="187"/>
                      </a:lnTo>
                      <a:lnTo>
                        <a:pt x="216" y="197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8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3" y="264"/>
                      </a:lnTo>
                      <a:lnTo>
                        <a:pt x="132" y="274"/>
                      </a:lnTo>
                      <a:lnTo>
                        <a:pt x="129" y="278"/>
                      </a:lnTo>
                      <a:lnTo>
                        <a:pt x="126" y="282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1" y="305"/>
                      </a:lnTo>
                      <a:lnTo>
                        <a:pt x="125" y="309"/>
                      </a:lnTo>
                      <a:lnTo>
                        <a:pt x="130" y="310"/>
                      </a:lnTo>
                      <a:lnTo>
                        <a:pt x="134" y="310"/>
                      </a:lnTo>
                      <a:lnTo>
                        <a:pt x="139" y="309"/>
                      </a:lnTo>
                      <a:lnTo>
                        <a:pt x="143" y="305"/>
                      </a:lnTo>
                      <a:lnTo>
                        <a:pt x="154" y="293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19" y="233"/>
                      </a:lnTo>
                      <a:lnTo>
                        <a:pt x="231" y="219"/>
                      </a:lnTo>
                      <a:lnTo>
                        <a:pt x="239" y="204"/>
                      </a:lnTo>
                      <a:lnTo>
                        <a:pt x="245" y="187"/>
                      </a:lnTo>
                      <a:lnTo>
                        <a:pt x="246" y="170"/>
                      </a:lnTo>
                      <a:lnTo>
                        <a:pt x="242" y="153"/>
                      </a:lnTo>
                      <a:lnTo>
                        <a:pt x="236" y="136"/>
                      </a:lnTo>
                      <a:lnTo>
                        <a:pt x="227" y="120"/>
                      </a:lnTo>
                      <a:lnTo>
                        <a:pt x="215" y="107"/>
                      </a:lnTo>
                      <a:lnTo>
                        <a:pt x="201" y="94"/>
                      </a:lnTo>
                      <a:lnTo>
                        <a:pt x="187" y="82"/>
                      </a:lnTo>
                      <a:lnTo>
                        <a:pt x="177" y="74"/>
                      </a:lnTo>
                      <a:lnTo>
                        <a:pt x="165" y="68"/>
                      </a:lnTo>
                      <a:lnTo>
                        <a:pt x="152" y="60"/>
                      </a:lnTo>
                      <a:lnTo>
                        <a:pt x="139" y="51"/>
                      </a:lnTo>
                      <a:lnTo>
                        <a:pt x="126" y="43"/>
                      </a:lnTo>
                      <a:lnTo>
                        <a:pt x="112" y="35"/>
                      </a:lnTo>
                      <a:lnTo>
                        <a:pt x="98" y="28"/>
                      </a:lnTo>
                      <a:lnTo>
                        <a:pt x="85" y="22"/>
                      </a:lnTo>
                      <a:lnTo>
                        <a:pt x="72" y="16"/>
                      </a:lnTo>
                      <a:lnTo>
                        <a:pt x="59" y="10"/>
                      </a:lnTo>
                      <a:lnTo>
                        <a:pt x="46" y="7"/>
                      </a:lnTo>
                      <a:lnTo>
                        <a:pt x="35" y="3"/>
                      </a:lnTo>
                      <a:lnTo>
                        <a:pt x="24" y="1"/>
                      </a:lnTo>
                      <a:lnTo>
                        <a:pt x="15" y="0"/>
                      </a:lnTo>
                      <a:lnTo>
                        <a:pt x="7" y="1"/>
                      </a:lnTo>
                      <a:lnTo>
                        <a:pt x="0" y="3"/>
                      </a:lnTo>
                      <a:lnTo>
                        <a:pt x="8" y="6"/>
                      </a:lnTo>
                      <a:lnTo>
                        <a:pt x="17" y="9"/>
                      </a:lnTo>
                      <a:lnTo>
                        <a:pt x="28" y="14"/>
                      </a:lnTo>
                      <a:lnTo>
                        <a:pt x="38" y="18"/>
                      </a:lnTo>
                      <a:lnTo>
                        <a:pt x="51" y="24"/>
                      </a:lnTo>
                      <a:lnTo>
                        <a:pt x="64" y="30"/>
                      </a:lnTo>
                      <a:lnTo>
                        <a:pt x="78" y="37"/>
                      </a:lnTo>
                      <a:lnTo>
                        <a:pt x="92" y="43"/>
                      </a:lnTo>
                      <a:lnTo>
                        <a:pt x="106" y="51"/>
                      </a:lnTo>
                      <a:lnTo>
                        <a:pt x="120" y="60"/>
                      </a:lnTo>
                      <a:lnTo>
                        <a:pt x="134" y="69"/>
                      </a:lnTo>
                      <a:lnTo>
                        <a:pt x="148" y="78"/>
                      </a:lnTo>
                      <a:lnTo>
                        <a:pt x="163" y="87"/>
                      </a:lnTo>
                      <a:lnTo>
                        <a:pt x="175" y="96"/>
                      </a:lnTo>
                      <a:lnTo>
                        <a:pt x="187" y="105"/>
                      </a:lnTo>
                      <a:lnTo>
                        <a:pt x="199" y="11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18" name="Freeform 757">
                  <a:extLst>
                    <a:ext uri="{FF2B5EF4-FFF2-40B4-BE49-F238E27FC236}">
                      <a16:creationId xmlns:a16="http://schemas.microsoft.com/office/drawing/2014/main" id="{D6E2A4CA-CABE-4121-9020-445E39930D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115" y="2660"/>
                  <a:ext cx="69" cy="55"/>
                </a:xfrm>
                <a:custGeom>
                  <a:avLst/>
                  <a:gdLst>
                    <a:gd name="T0" fmla="*/ 0 w 198"/>
                    <a:gd name="T1" fmla="*/ 0 h 236"/>
                    <a:gd name="T2" fmla="*/ 0 w 198"/>
                    <a:gd name="T3" fmla="*/ 0 h 236"/>
                    <a:gd name="T4" fmla="*/ 0 w 198"/>
                    <a:gd name="T5" fmla="*/ 0 h 236"/>
                    <a:gd name="T6" fmla="*/ 0 w 198"/>
                    <a:gd name="T7" fmla="*/ 0 h 236"/>
                    <a:gd name="T8" fmla="*/ 0 w 198"/>
                    <a:gd name="T9" fmla="*/ 0 h 236"/>
                    <a:gd name="T10" fmla="*/ 0 w 198"/>
                    <a:gd name="T11" fmla="*/ 0 h 236"/>
                    <a:gd name="T12" fmla="*/ 0 w 198"/>
                    <a:gd name="T13" fmla="*/ 0 h 236"/>
                    <a:gd name="T14" fmla="*/ 0 w 198"/>
                    <a:gd name="T15" fmla="*/ 0 h 236"/>
                    <a:gd name="T16" fmla="*/ 0 w 198"/>
                    <a:gd name="T17" fmla="*/ 0 h 236"/>
                    <a:gd name="T18" fmla="*/ 0 w 198"/>
                    <a:gd name="T19" fmla="*/ 0 h 236"/>
                    <a:gd name="T20" fmla="*/ 0 w 198"/>
                    <a:gd name="T21" fmla="*/ 0 h 236"/>
                    <a:gd name="T22" fmla="*/ 0 w 198"/>
                    <a:gd name="T23" fmla="*/ 0 h 236"/>
                    <a:gd name="T24" fmla="*/ 0 w 198"/>
                    <a:gd name="T25" fmla="*/ 0 h 236"/>
                    <a:gd name="T26" fmla="*/ 0 w 198"/>
                    <a:gd name="T27" fmla="*/ 0 h 236"/>
                    <a:gd name="T28" fmla="*/ 0 w 198"/>
                    <a:gd name="T29" fmla="*/ 0 h 236"/>
                    <a:gd name="T30" fmla="*/ 0 w 198"/>
                    <a:gd name="T31" fmla="*/ 0 h 236"/>
                    <a:gd name="T32" fmla="*/ 0 w 198"/>
                    <a:gd name="T33" fmla="*/ 0 h 236"/>
                    <a:gd name="T34" fmla="*/ 0 w 198"/>
                    <a:gd name="T35" fmla="*/ 0 h 236"/>
                    <a:gd name="T36" fmla="*/ 0 w 198"/>
                    <a:gd name="T37" fmla="*/ 0 h 236"/>
                    <a:gd name="T38" fmla="*/ 0 w 198"/>
                    <a:gd name="T39" fmla="*/ 0 h 236"/>
                    <a:gd name="T40" fmla="*/ 0 w 198"/>
                    <a:gd name="T41" fmla="*/ 0 h 236"/>
                    <a:gd name="T42" fmla="*/ 0 w 198"/>
                    <a:gd name="T43" fmla="*/ 0 h 236"/>
                    <a:gd name="T44" fmla="*/ 0 w 198"/>
                    <a:gd name="T45" fmla="*/ 0 h 236"/>
                    <a:gd name="T46" fmla="*/ 0 w 198"/>
                    <a:gd name="T47" fmla="*/ 0 h 236"/>
                    <a:gd name="T48" fmla="*/ 0 w 198"/>
                    <a:gd name="T49" fmla="*/ 0 h 236"/>
                    <a:gd name="T50" fmla="*/ 0 w 198"/>
                    <a:gd name="T51" fmla="*/ 0 h 236"/>
                    <a:gd name="T52" fmla="*/ 0 w 198"/>
                    <a:gd name="T53" fmla="*/ 0 h 236"/>
                    <a:gd name="T54" fmla="*/ 0 w 198"/>
                    <a:gd name="T55" fmla="*/ 0 h 236"/>
                    <a:gd name="T56" fmla="*/ 0 w 198"/>
                    <a:gd name="T57" fmla="*/ 0 h 236"/>
                    <a:gd name="T58" fmla="*/ 0 w 198"/>
                    <a:gd name="T59" fmla="*/ 0 h 236"/>
                    <a:gd name="T60" fmla="*/ 0 w 198"/>
                    <a:gd name="T61" fmla="*/ 0 h 236"/>
                    <a:gd name="T62" fmla="*/ 0 w 198"/>
                    <a:gd name="T63" fmla="*/ 0 h 236"/>
                    <a:gd name="T64" fmla="*/ 0 w 198"/>
                    <a:gd name="T65" fmla="*/ 0 h 236"/>
                    <a:gd name="T66" fmla="*/ 0 w 198"/>
                    <a:gd name="T67" fmla="*/ 0 h 236"/>
                    <a:gd name="T68" fmla="*/ 0 w 198"/>
                    <a:gd name="T69" fmla="*/ 0 h 236"/>
                    <a:gd name="T70" fmla="*/ 0 w 198"/>
                    <a:gd name="T71" fmla="*/ 0 h 236"/>
                    <a:gd name="T72" fmla="*/ 0 w 198"/>
                    <a:gd name="T73" fmla="*/ 0 h 236"/>
                    <a:gd name="T74" fmla="*/ 0 w 198"/>
                    <a:gd name="T75" fmla="*/ 0 h 236"/>
                    <a:gd name="T76" fmla="*/ 0 w 198"/>
                    <a:gd name="T77" fmla="*/ 0 h 236"/>
                    <a:gd name="T78" fmla="*/ 0 w 198"/>
                    <a:gd name="T79" fmla="*/ 0 h 236"/>
                    <a:gd name="T80" fmla="*/ 0 w 198"/>
                    <a:gd name="T81" fmla="*/ 0 h 236"/>
                    <a:gd name="T82" fmla="*/ 0 w 198"/>
                    <a:gd name="T83" fmla="*/ 0 h 236"/>
                    <a:gd name="T84" fmla="*/ 0 w 198"/>
                    <a:gd name="T85" fmla="*/ 0 h 236"/>
                    <a:gd name="T86" fmla="*/ 0 w 198"/>
                    <a:gd name="T87" fmla="*/ 0 h 236"/>
                    <a:gd name="T88" fmla="*/ 0 w 198"/>
                    <a:gd name="T89" fmla="*/ 0 h 236"/>
                    <a:gd name="T90" fmla="*/ 0 w 198"/>
                    <a:gd name="T91" fmla="*/ 0 h 236"/>
                    <a:gd name="T92" fmla="*/ 0 w 198"/>
                    <a:gd name="T93" fmla="*/ 0 h 236"/>
                    <a:gd name="T94" fmla="*/ 0 w 198"/>
                    <a:gd name="T95" fmla="*/ 0 h 236"/>
                    <a:gd name="T96" fmla="*/ 0 w 198"/>
                    <a:gd name="T97" fmla="*/ 0 h 236"/>
                    <a:gd name="T98" fmla="*/ 0 w 198"/>
                    <a:gd name="T99" fmla="*/ 0 h 236"/>
                    <a:gd name="T100" fmla="*/ 0 w 198"/>
                    <a:gd name="T101" fmla="*/ 0 h 236"/>
                    <a:gd name="T102" fmla="*/ 0 w 198"/>
                    <a:gd name="T103" fmla="*/ 0 h 236"/>
                    <a:gd name="T104" fmla="*/ 0 w 198"/>
                    <a:gd name="T105" fmla="*/ 0 h 236"/>
                    <a:gd name="T106" fmla="*/ 0 w 198"/>
                    <a:gd name="T107" fmla="*/ 0 h 236"/>
                    <a:gd name="T108" fmla="*/ 0 w 198"/>
                    <a:gd name="T109" fmla="*/ 0 h 236"/>
                    <a:gd name="T110" fmla="*/ 0 w 198"/>
                    <a:gd name="T111" fmla="*/ 0 h 236"/>
                    <a:gd name="T112" fmla="*/ 0 w 198"/>
                    <a:gd name="T113" fmla="*/ 0 h 236"/>
                    <a:gd name="T114" fmla="*/ 0 w 198"/>
                    <a:gd name="T115" fmla="*/ 0 h 236"/>
                    <a:gd name="T116" fmla="*/ 0 w 198"/>
                    <a:gd name="T117" fmla="*/ 0 h 236"/>
                    <a:gd name="T118" fmla="*/ 0 w 198"/>
                    <a:gd name="T119" fmla="*/ 0 h 236"/>
                    <a:gd name="T120" fmla="*/ 0 w 198"/>
                    <a:gd name="T121" fmla="*/ 0 h 2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198"/>
                    <a:gd name="T184" fmla="*/ 0 h 236"/>
                    <a:gd name="T185" fmla="*/ 198 w 198"/>
                    <a:gd name="T186" fmla="*/ 236 h 2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198" h="236">
                      <a:moveTo>
                        <a:pt x="73" y="36"/>
                      </a:moveTo>
                      <a:lnTo>
                        <a:pt x="58" y="46"/>
                      </a:lnTo>
                      <a:lnTo>
                        <a:pt x="46" y="58"/>
                      </a:lnTo>
                      <a:lnTo>
                        <a:pt x="33" y="72"/>
                      </a:lnTo>
                      <a:lnTo>
                        <a:pt x="22" y="85"/>
                      </a:lnTo>
                      <a:lnTo>
                        <a:pt x="14" y="100"/>
                      </a:lnTo>
                      <a:lnTo>
                        <a:pt x="7" y="115"/>
                      </a:lnTo>
                      <a:lnTo>
                        <a:pt x="2" y="130"/>
                      </a:lnTo>
                      <a:lnTo>
                        <a:pt x="0" y="146"/>
                      </a:lnTo>
                      <a:lnTo>
                        <a:pt x="2" y="170"/>
                      </a:lnTo>
                      <a:lnTo>
                        <a:pt x="12" y="190"/>
                      </a:lnTo>
                      <a:lnTo>
                        <a:pt x="26" y="207"/>
                      </a:lnTo>
                      <a:lnTo>
                        <a:pt x="43" y="220"/>
                      </a:lnTo>
                      <a:lnTo>
                        <a:pt x="64" y="229"/>
                      </a:lnTo>
                      <a:lnTo>
                        <a:pt x="88" y="235"/>
                      </a:lnTo>
                      <a:lnTo>
                        <a:pt x="110" y="236"/>
                      </a:lnTo>
                      <a:lnTo>
                        <a:pt x="132" y="232"/>
                      </a:lnTo>
                      <a:lnTo>
                        <a:pt x="137" y="232"/>
                      </a:lnTo>
                      <a:lnTo>
                        <a:pt x="142" y="230"/>
                      </a:lnTo>
                      <a:lnTo>
                        <a:pt x="145" y="226"/>
                      </a:lnTo>
                      <a:lnTo>
                        <a:pt x="146" y="221"/>
                      </a:lnTo>
                      <a:lnTo>
                        <a:pt x="145" y="219"/>
                      </a:lnTo>
                      <a:lnTo>
                        <a:pt x="142" y="219"/>
                      </a:lnTo>
                      <a:lnTo>
                        <a:pt x="137" y="217"/>
                      </a:lnTo>
                      <a:lnTo>
                        <a:pt x="131" y="217"/>
                      </a:lnTo>
                      <a:lnTo>
                        <a:pt x="124" y="217"/>
                      </a:lnTo>
                      <a:lnTo>
                        <a:pt x="118" y="217"/>
                      </a:lnTo>
                      <a:lnTo>
                        <a:pt x="112" y="217"/>
                      </a:lnTo>
                      <a:lnTo>
                        <a:pt x="109" y="217"/>
                      </a:lnTo>
                      <a:lnTo>
                        <a:pt x="97" y="216"/>
                      </a:lnTo>
                      <a:lnTo>
                        <a:pt x="87" y="215"/>
                      </a:lnTo>
                      <a:lnTo>
                        <a:pt x="75" y="214"/>
                      </a:lnTo>
                      <a:lnTo>
                        <a:pt x="63" y="211"/>
                      </a:lnTo>
                      <a:lnTo>
                        <a:pt x="51" y="207"/>
                      </a:lnTo>
                      <a:lnTo>
                        <a:pt x="40" y="199"/>
                      </a:lnTo>
                      <a:lnTo>
                        <a:pt x="29" y="189"/>
                      </a:lnTo>
                      <a:lnTo>
                        <a:pt x="17" y="174"/>
                      </a:lnTo>
                      <a:lnTo>
                        <a:pt x="15" y="157"/>
                      </a:lnTo>
                      <a:lnTo>
                        <a:pt x="16" y="141"/>
                      </a:lnTo>
                      <a:lnTo>
                        <a:pt x="21" y="124"/>
                      </a:lnTo>
                      <a:lnTo>
                        <a:pt x="28" y="109"/>
                      </a:lnTo>
                      <a:lnTo>
                        <a:pt x="39" y="96"/>
                      </a:lnTo>
                      <a:lnTo>
                        <a:pt x="50" y="82"/>
                      </a:lnTo>
                      <a:lnTo>
                        <a:pt x="63" y="70"/>
                      </a:lnTo>
                      <a:lnTo>
                        <a:pt x="78" y="59"/>
                      </a:lnTo>
                      <a:lnTo>
                        <a:pt x="94" y="49"/>
                      </a:lnTo>
                      <a:lnTo>
                        <a:pt x="110" y="39"/>
                      </a:lnTo>
                      <a:lnTo>
                        <a:pt x="126" y="31"/>
                      </a:lnTo>
                      <a:lnTo>
                        <a:pt x="142" y="24"/>
                      </a:lnTo>
                      <a:lnTo>
                        <a:pt x="158" y="19"/>
                      </a:lnTo>
                      <a:lnTo>
                        <a:pt x="172" y="13"/>
                      </a:lnTo>
                      <a:lnTo>
                        <a:pt x="186" y="10"/>
                      </a:lnTo>
                      <a:lnTo>
                        <a:pt x="198" y="7"/>
                      </a:lnTo>
                      <a:lnTo>
                        <a:pt x="190" y="3"/>
                      </a:lnTo>
                      <a:lnTo>
                        <a:pt x="177" y="0"/>
                      </a:lnTo>
                      <a:lnTo>
                        <a:pt x="162" y="3"/>
                      </a:lnTo>
                      <a:lnTo>
                        <a:pt x="144" y="6"/>
                      </a:lnTo>
                      <a:lnTo>
                        <a:pt x="124" y="12"/>
                      </a:lnTo>
                      <a:lnTo>
                        <a:pt x="105" y="19"/>
                      </a:lnTo>
                      <a:lnTo>
                        <a:pt x="88" y="28"/>
                      </a:lnTo>
                      <a:lnTo>
                        <a:pt x="7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19" name="Freeform 758">
                  <a:extLst>
                    <a:ext uri="{FF2B5EF4-FFF2-40B4-BE49-F238E27FC236}">
                      <a16:creationId xmlns:a16="http://schemas.microsoft.com/office/drawing/2014/main" id="{BE550603-879C-4412-A9E6-08F04C1BC1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33" y="2660"/>
                  <a:ext cx="47" cy="42"/>
                </a:xfrm>
                <a:custGeom>
                  <a:avLst/>
                  <a:gdLst>
                    <a:gd name="T0" fmla="*/ 0 w 128"/>
                    <a:gd name="T1" fmla="*/ 0 h 183"/>
                    <a:gd name="T2" fmla="*/ 0 w 128"/>
                    <a:gd name="T3" fmla="*/ 0 h 183"/>
                    <a:gd name="T4" fmla="*/ 0 w 128"/>
                    <a:gd name="T5" fmla="*/ 0 h 183"/>
                    <a:gd name="T6" fmla="*/ 0 w 128"/>
                    <a:gd name="T7" fmla="*/ 0 h 183"/>
                    <a:gd name="T8" fmla="*/ 0 w 128"/>
                    <a:gd name="T9" fmla="*/ 0 h 183"/>
                    <a:gd name="T10" fmla="*/ 0 w 128"/>
                    <a:gd name="T11" fmla="*/ 0 h 183"/>
                    <a:gd name="T12" fmla="*/ 0 w 128"/>
                    <a:gd name="T13" fmla="*/ 0 h 183"/>
                    <a:gd name="T14" fmla="*/ 0 w 128"/>
                    <a:gd name="T15" fmla="*/ 0 h 183"/>
                    <a:gd name="T16" fmla="*/ 0 w 128"/>
                    <a:gd name="T17" fmla="*/ 0 h 183"/>
                    <a:gd name="T18" fmla="*/ 0 w 128"/>
                    <a:gd name="T19" fmla="*/ 0 h 183"/>
                    <a:gd name="T20" fmla="*/ 0 w 128"/>
                    <a:gd name="T21" fmla="*/ 0 h 183"/>
                    <a:gd name="T22" fmla="*/ 0 w 128"/>
                    <a:gd name="T23" fmla="*/ 0 h 183"/>
                    <a:gd name="T24" fmla="*/ 0 w 128"/>
                    <a:gd name="T25" fmla="*/ 0 h 183"/>
                    <a:gd name="T26" fmla="*/ 0 w 128"/>
                    <a:gd name="T27" fmla="*/ 0 h 183"/>
                    <a:gd name="T28" fmla="*/ 0 w 128"/>
                    <a:gd name="T29" fmla="*/ 0 h 183"/>
                    <a:gd name="T30" fmla="*/ 0 w 128"/>
                    <a:gd name="T31" fmla="*/ 0 h 183"/>
                    <a:gd name="T32" fmla="*/ 0 w 128"/>
                    <a:gd name="T33" fmla="*/ 0 h 183"/>
                    <a:gd name="T34" fmla="*/ 0 w 128"/>
                    <a:gd name="T35" fmla="*/ 0 h 183"/>
                    <a:gd name="T36" fmla="*/ 0 w 128"/>
                    <a:gd name="T37" fmla="*/ 0 h 183"/>
                    <a:gd name="T38" fmla="*/ 0 w 128"/>
                    <a:gd name="T39" fmla="*/ 0 h 183"/>
                    <a:gd name="T40" fmla="*/ 0 w 128"/>
                    <a:gd name="T41" fmla="*/ 0 h 183"/>
                    <a:gd name="T42" fmla="*/ 0 w 128"/>
                    <a:gd name="T43" fmla="*/ 0 h 183"/>
                    <a:gd name="T44" fmla="*/ 0 w 128"/>
                    <a:gd name="T45" fmla="*/ 0 h 183"/>
                    <a:gd name="T46" fmla="*/ 0 w 128"/>
                    <a:gd name="T47" fmla="*/ 0 h 183"/>
                    <a:gd name="T48" fmla="*/ 0 w 128"/>
                    <a:gd name="T49" fmla="*/ 0 h 183"/>
                    <a:gd name="T50" fmla="*/ 0 w 128"/>
                    <a:gd name="T51" fmla="*/ 0 h 183"/>
                    <a:gd name="T52" fmla="*/ 0 w 128"/>
                    <a:gd name="T53" fmla="*/ 0 h 183"/>
                    <a:gd name="T54" fmla="*/ 0 w 128"/>
                    <a:gd name="T55" fmla="*/ 0 h 183"/>
                    <a:gd name="T56" fmla="*/ 0 w 128"/>
                    <a:gd name="T57" fmla="*/ 0 h 183"/>
                    <a:gd name="T58" fmla="*/ 0 w 128"/>
                    <a:gd name="T59" fmla="*/ 0 h 183"/>
                    <a:gd name="T60" fmla="*/ 0 w 128"/>
                    <a:gd name="T61" fmla="*/ 0 h 183"/>
                    <a:gd name="T62" fmla="*/ 0 w 128"/>
                    <a:gd name="T63" fmla="*/ 0 h 183"/>
                    <a:gd name="T64" fmla="*/ 0 w 128"/>
                    <a:gd name="T65" fmla="*/ 0 h 183"/>
                    <a:gd name="T66" fmla="*/ 0 w 128"/>
                    <a:gd name="T67" fmla="*/ 0 h 183"/>
                    <a:gd name="T68" fmla="*/ 0 w 128"/>
                    <a:gd name="T69" fmla="*/ 0 h 183"/>
                    <a:gd name="T70" fmla="*/ 0 w 128"/>
                    <a:gd name="T71" fmla="*/ 0 h 183"/>
                    <a:gd name="T72" fmla="*/ 0 w 128"/>
                    <a:gd name="T73" fmla="*/ 0 h 183"/>
                    <a:gd name="T74" fmla="*/ 0 w 128"/>
                    <a:gd name="T75" fmla="*/ 0 h 183"/>
                    <a:gd name="T76" fmla="*/ 0 w 128"/>
                    <a:gd name="T77" fmla="*/ 0 h 183"/>
                    <a:gd name="T78" fmla="*/ 0 w 128"/>
                    <a:gd name="T79" fmla="*/ 0 h 183"/>
                    <a:gd name="T80" fmla="*/ 0 w 128"/>
                    <a:gd name="T81" fmla="*/ 0 h 18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28"/>
                    <a:gd name="T124" fmla="*/ 0 h 183"/>
                    <a:gd name="T125" fmla="*/ 128 w 128"/>
                    <a:gd name="T126" fmla="*/ 183 h 183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28" h="183">
                      <a:moveTo>
                        <a:pt x="108" y="61"/>
                      </a:moveTo>
                      <a:lnTo>
                        <a:pt x="111" y="80"/>
                      </a:lnTo>
                      <a:lnTo>
                        <a:pt x="109" y="97"/>
                      </a:lnTo>
                      <a:lnTo>
                        <a:pt x="101" y="110"/>
                      </a:lnTo>
                      <a:lnTo>
                        <a:pt x="89" y="123"/>
                      </a:lnTo>
                      <a:lnTo>
                        <a:pt x="75" y="134"/>
                      </a:lnTo>
                      <a:lnTo>
                        <a:pt x="60" y="145"/>
                      </a:lnTo>
                      <a:lnTo>
                        <a:pt x="43" y="156"/>
                      </a:lnTo>
                      <a:lnTo>
                        <a:pt x="29" y="167"/>
                      </a:lnTo>
                      <a:lnTo>
                        <a:pt x="27" y="170"/>
                      </a:lnTo>
                      <a:lnTo>
                        <a:pt x="26" y="172"/>
                      </a:lnTo>
                      <a:lnTo>
                        <a:pt x="26" y="176"/>
                      </a:lnTo>
                      <a:lnTo>
                        <a:pt x="28" y="179"/>
                      </a:lnTo>
                      <a:lnTo>
                        <a:pt x="30" y="182"/>
                      </a:lnTo>
                      <a:lnTo>
                        <a:pt x="34" y="183"/>
                      </a:lnTo>
                      <a:lnTo>
                        <a:pt x="37" y="183"/>
                      </a:lnTo>
                      <a:lnTo>
                        <a:pt x="41" y="182"/>
                      </a:lnTo>
                      <a:lnTo>
                        <a:pt x="58" y="171"/>
                      </a:lnTo>
                      <a:lnTo>
                        <a:pt x="76" y="160"/>
                      </a:lnTo>
                      <a:lnTo>
                        <a:pt x="92" y="147"/>
                      </a:lnTo>
                      <a:lnTo>
                        <a:pt x="108" y="132"/>
                      </a:lnTo>
                      <a:lnTo>
                        <a:pt x="118" y="116"/>
                      </a:lnTo>
                      <a:lnTo>
                        <a:pt x="125" y="98"/>
                      </a:lnTo>
                      <a:lnTo>
                        <a:pt x="128" y="78"/>
                      </a:lnTo>
                      <a:lnTo>
                        <a:pt x="123" y="58"/>
                      </a:lnTo>
                      <a:lnTo>
                        <a:pt x="112" y="41"/>
                      </a:lnTo>
                      <a:lnTo>
                        <a:pt x="98" y="28"/>
                      </a:lnTo>
                      <a:lnTo>
                        <a:pt x="80" y="16"/>
                      </a:lnTo>
                      <a:lnTo>
                        <a:pt x="61" y="8"/>
                      </a:lnTo>
                      <a:lnTo>
                        <a:pt x="41" y="2"/>
                      </a:lnTo>
                      <a:lnTo>
                        <a:pt x="23" y="0"/>
                      </a:lnTo>
                      <a:lnTo>
                        <a:pt x="9" y="1"/>
                      </a:lnTo>
                      <a:lnTo>
                        <a:pt x="0" y="6"/>
                      </a:lnTo>
                      <a:lnTo>
                        <a:pt x="16" y="10"/>
                      </a:lnTo>
                      <a:lnTo>
                        <a:pt x="33" y="14"/>
                      </a:lnTo>
                      <a:lnTo>
                        <a:pt x="48" y="17"/>
                      </a:lnTo>
                      <a:lnTo>
                        <a:pt x="63" y="22"/>
                      </a:lnTo>
                      <a:lnTo>
                        <a:pt x="77" y="28"/>
                      </a:lnTo>
                      <a:lnTo>
                        <a:pt x="90" y="36"/>
                      </a:lnTo>
                      <a:lnTo>
                        <a:pt x="101" y="46"/>
                      </a:lnTo>
                      <a:lnTo>
                        <a:pt x="108" y="6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20" name="Freeform 759">
                  <a:extLst>
                    <a:ext uri="{FF2B5EF4-FFF2-40B4-BE49-F238E27FC236}">
                      <a16:creationId xmlns:a16="http://schemas.microsoft.com/office/drawing/2014/main" id="{961D7CC9-5977-4B19-84DD-754FBD4A93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70" y="2650"/>
                  <a:ext cx="112" cy="88"/>
                </a:xfrm>
                <a:custGeom>
                  <a:avLst/>
                  <a:gdLst>
                    <a:gd name="T0" fmla="*/ 0 w 323"/>
                    <a:gd name="T1" fmla="*/ 0 h 379"/>
                    <a:gd name="T2" fmla="*/ 0 w 323"/>
                    <a:gd name="T3" fmla="*/ 0 h 379"/>
                    <a:gd name="T4" fmla="*/ 0 w 323"/>
                    <a:gd name="T5" fmla="*/ 0 h 379"/>
                    <a:gd name="T6" fmla="*/ 0 w 323"/>
                    <a:gd name="T7" fmla="*/ 0 h 379"/>
                    <a:gd name="T8" fmla="*/ 0 w 323"/>
                    <a:gd name="T9" fmla="*/ 0 h 379"/>
                    <a:gd name="T10" fmla="*/ 0 w 323"/>
                    <a:gd name="T11" fmla="*/ 0 h 379"/>
                    <a:gd name="T12" fmla="*/ 0 w 323"/>
                    <a:gd name="T13" fmla="*/ 0 h 379"/>
                    <a:gd name="T14" fmla="*/ 0 w 323"/>
                    <a:gd name="T15" fmla="*/ 0 h 379"/>
                    <a:gd name="T16" fmla="*/ 0 w 323"/>
                    <a:gd name="T17" fmla="*/ 0 h 379"/>
                    <a:gd name="T18" fmla="*/ 0 w 323"/>
                    <a:gd name="T19" fmla="*/ 0 h 379"/>
                    <a:gd name="T20" fmla="*/ 0 w 323"/>
                    <a:gd name="T21" fmla="*/ 0 h 379"/>
                    <a:gd name="T22" fmla="*/ 0 w 323"/>
                    <a:gd name="T23" fmla="*/ 0 h 379"/>
                    <a:gd name="T24" fmla="*/ 0 w 323"/>
                    <a:gd name="T25" fmla="*/ 0 h 379"/>
                    <a:gd name="T26" fmla="*/ 0 w 323"/>
                    <a:gd name="T27" fmla="*/ 0 h 379"/>
                    <a:gd name="T28" fmla="*/ 0 w 323"/>
                    <a:gd name="T29" fmla="*/ 0 h 379"/>
                    <a:gd name="T30" fmla="*/ 0 w 323"/>
                    <a:gd name="T31" fmla="*/ 0 h 379"/>
                    <a:gd name="T32" fmla="*/ 0 w 323"/>
                    <a:gd name="T33" fmla="*/ 0 h 379"/>
                    <a:gd name="T34" fmla="*/ 0 w 323"/>
                    <a:gd name="T35" fmla="*/ 0 h 379"/>
                    <a:gd name="T36" fmla="*/ 0 w 323"/>
                    <a:gd name="T37" fmla="*/ 0 h 379"/>
                    <a:gd name="T38" fmla="*/ 0 w 323"/>
                    <a:gd name="T39" fmla="*/ 0 h 379"/>
                    <a:gd name="T40" fmla="*/ 0 w 323"/>
                    <a:gd name="T41" fmla="*/ 0 h 379"/>
                    <a:gd name="T42" fmla="*/ 0 w 323"/>
                    <a:gd name="T43" fmla="*/ 0 h 379"/>
                    <a:gd name="T44" fmla="*/ 0 w 323"/>
                    <a:gd name="T45" fmla="*/ 0 h 379"/>
                    <a:gd name="T46" fmla="*/ 0 w 323"/>
                    <a:gd name="T47" fmla="*/ 0 h 379"/>
                    <a:gd name="T48" fmla="*/ 0 w 323"/>
                    <a:gd name="T49" fmla="*/ 0 h 379"/>
                    <a:gd name="T50" fmla="*/ 0 w 323"/>
                    <a:gd name="T51" fmla="*/ 0 h 379"/>
                    <a:gd name="T52" fmla="*/ 0 w 323"/>
                    <a:gd name="T53" fmla="*/ 0 h 379"/>
                    <a:gd name="T54" fmla="*/ 0 w 323"/>
                    <a:gd name="T55" fmla="*/ 0 h 379"/>
                    <a:gd name="T56" fmla="*/ 0 w 323"/>
                    <a:gd name="T57" fmla="*/ 0 h 379"/>
                    <a:gd name="T58" fmla="*/ 0 w 323"/>
                    <a:gd name="T59" fmla="*/ 0 h 379"/>
                    <a:gd name="T60" fmla="*/ 0 w 323"/>
                    <a:gd name="T61" fmla="*/ 0 h 379"/>
                    <a:gd name="T62" fmla="*/ 0 w 323"/>
                    <a:gd name="T63" fmla="*/ 0 h 379"/>
                    <a:gd name="T64" fmla="*/ 0 w 323"/>
                    <a:gd name="T65" fmla="*/ 0 h 379"/>
                    <a:gd name="T66" fmla="*/ 0 w 323"/>
                    <a:gd name="T67" fmla="*/ 0 h 379"/>
                    <a:gd name="T68" fmla="*/ 0 w 323"/>
                    <a:gd name="T69" fmla="*/ 0 h 379"/>
                    <a:gd name="T70" fmla="*/ 0 w 323"/>
                    <a:gd name="T71" fmla="*/ 0 h 379"/>
                    <a:gd name="T72" fmla="*/ 0 w 323"/>
                    <a:gd name="T73" fmla="*/ 0 h 379"/>
                    <a:gd name="T74" fmla="*/ 0 w 323"/>
                    <a:gd name="T75" fmla="*/ 0 h 379"/>
                    <a:gd name="T76" fmla="*/ 0 w 323"/>
                    <a:gd name="T77" fmla="*/ 0 h 379"/>
                    <a:gd name="T78" fmla="*/ 0 w 323"/>
                    <a:gd name="T79" fmla="*/ 0 h 379"/>
                    <a:gd name="T80" fmla="*/ 0 w 323"/>
                    <a:gd name="T81" fmla="*/ 0 h 379"/>
                    <a:gd name="T82" fmla="*/ 0 w 323"/>
                    <a:gd name="T83" fmla="*/ 0 h 379"/>
                    <a:gd name="T84" fmla="*/ 0 w 323"/>
                    <a:gd name="T85" fmla="*/ 0 h 379"/>
                    <a:gd name="T86" fmla="*/ 0 w 323"/>
                    <a:gd name="T87" fmla="*/ 0 h 379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323"/>
                    <a:gd name="T133" fmla="*/ 0 h 379"/>
                    <a:gd name="T134" fmla="*/ 323 w 323"/>
                    <a:gd name="T135" fmla="*/ 379 h 379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323" h="379">
                      <a:moveTo>
                        <a:pt x="126" y="50"/>
                      </a:moveTo>
                      <a:lnTo>
                        <a:pt x="101" y="70"/>
                      </a:lnTo>
                      <a:lnTo>
                        <a:pt x="76" y="92"/>
                      </a:lnTo>
                      <a:lnTo>
                        <a:pt x="54" y="115"/>
                      </a:lnTo>
                      <a:lnTo>
                        <a:pt x="34" y="140"/>
                      </a:lnTo>
                      <a:lnTo>
                        <a:pt x="18" y="167"/>
                      </a:lnTo>
                      <a:lnTo>
                        <a:pt x="6" y="196"/>
                      </a:lnTo>
                      <a:lnTo>
                        <a:pt x="0" y="227"/>
                      </a:lnTo>
                      <a:lnTo>
                        <a:pt x="1" y="259"/>
                      </a:lnTo>
                      <a:lnTo>
                        <a:pt x="4" y="267"/>
                      </a:lnTo>
                      <a:lnTo>
                        <a:pt x="7" y="277"/>
                      </a:lnTo>
                      <a:lnTo>
                        <a:pt x="11" y="283"/>
                      </a:lnTo>
                      <a:lnTo>
                        <a:pt x="15" y="291"/>
                      </a:lnTo>
                      <a:lnTo>
                        <a:pt x="21" y="298"/>
                      </a:lnTo>
                      <a:lnTo>
                        <a:pt x="27" y="305"/>
                      </a:lnTo>
                      <a:lnTo>
                        <a:pt x="34" y="311"/>
                      </a:lnTo>
                      <a:lnTo>
                        <a:pt x="41" y="316"/>
                      </a:lnTo>
                      <a:lnTo>
                        <a:pt x="57" y="325"/>
                      </a:lnTo>
                      <a:lnTo>
                        <a:pt x="72" y="333"/>
                      </a:lnTo>
                      <a:lnTo>
                        <a:pt x="87" y="340"/>
                      </a:lnTo>
                      <a:lnTo>
                        <a:pt x="103" y="345"/>
                      </a:lnTo>
                      <a:lnTo>
                        <a:pt x="120" y="351"/>
                      </a:lnTo>
                      <a:lnTo>
                        <a:pt x="136" y="356"/>
                      </a:lnTo>
                      <a:lnTo>
                        <a:pt x="153" y="360"/>
                      </a:lnTo>
                      <a:lnTo>
                        <a:pt x="169" y="364"/>
                      </a:lnTo>
                      <a:lnTo>
                        <a:pt x="187" y="367"/>
                      </a:lnTo>
                      <a:lnTo>
                        <a:pt x="204" y="370"/>
                      </a:lnTo>
                      <a:lnTo>
                        <a:pt x="221" y="372"/>
                      </a:lnTo>
                      <a:lnTo>
                        <a:pt x="238" y="374"/>
                      </a:lnTo>
                      <a:lnTo>
                        <a:pt x="256" y="375"/>
                      </a:lnTo>
                      <a:lnTo>
                        <a:pt x="273" y="376"/>
                      </a:lnTo>
                      <a:lnTo>
                        <a:pt x="290" y="378"/>
                      </a:lnTo>
                      <a:lnTo>
                        <a:pt x="307" y="379"/>
                      </a:lnTo>
                      <a:lnTo>
                        <a:pt x="312" y="379"/>
                      </a:lnTo>
                      <a:lnTo>
                        <a:pt x="317" y="375"/>
                      </a:lnTo>
                      <a:lnTo>
                        <a:pt x="320" y="372"/>
                      </a:lnTo>
                      <a:lnTo>
                        <a:pt x="323" y="366"/>
                      </a:lnTo>
                      <a:lnTo>
                        <a:pt x="323" y="360"/>
                      </a:lnTo>
                      <a:lnTo>
                        <a:pt x="320" y="356"/>
                      </a:lnTo>
                      <a:lnTo>
                        <a:pt x="316" y="352"/>
                      </a:lnTo>
                      <a:lnTo>
                        <a:pt x="311" y="351"/>
                      </a:lnTo>
                      <a:lnTo>
                        <a:pt x="295" y="351"/>
                      </a:lnTo>
                      <a:lnTo>
                        <a:pt x="279" y="351"/>
                      </a:lnTo>
                      <a:lnTo>
                        <a:pt x="263" y="350"/>
                      </a:lnTo>
                      <a:lnTo>
                        <a:pt x="248" y="349"/>
                      </a:lnTo>
                      <a:lnTo>
                        <a:pt x="231" y="348"/>
                      </a:lnTo>
                      <a:lnTo>
                        <a:pt x="215" y="345"/>
                      </a:lnTo>
                      <a:lnTo>
                        <a:pt x="200" y="343"/>
                      </a:lnTo>
                      <a:lnTo>
                        <a:pt x="183" y="341"/>
                      </a:lnTo>
                      <a:lnTo>
                        <a:pt x="168" y="337"/>
                      </a:lnTo>
                      <a:lnTo>
                        <a:pt x="151" y="334"/>
                      </a:lnTo>
                      <a:lnTo>
                        <a:pt x="136" y="329"/>
                      </a:lnTo>
                      <a:lnTo>
                        <a:pt x="121" y="325"/>
                      </a:lnTo>
                      <a:lnTo>
                        <a:pt x="106" y="320"/>
                      </a:lnTo>
                      <a:lnTo>
                        <a:pt x="92" y="313"/>
                      </a:lnTo>
                      <a:lnTo>
                        <a:pt x="76" y="306"/>
                      </a:lnTo>
                      <a:lnTo>
                        <a:pt x="62" y="300"/>
                      </a:lnTo>
                      <a:lnTo>
                        <a:pt x="51" y="291"/>
                      </a:lnTo>
                      <a:lnTo>
                        <a:pt x="41" y="280"/>
                      </a:lnTo>
                      <a:lnTo>
                        <a:pt x="35" y="269"/>
                      </a:lnTo>
                      <a:lnTo>
                        <a:pt x="31" y="255"/>
                      </a:lnTo>
                      <a:lnTo>
                        <a:pt x="31" y="239"/>
                      </a:lnTo>
                      <a:lnTo>
                        <a:pt x="33" y="218"/>
                      </a:lnTo>
                      <a:lnTo>
                        <a:pt x="38" y="197"/>
                      </a:lnTo>
                      <a:lnTo>
                        <a:pt x="42" y="182"/>
                      </a:lnTo>
                      <a:lnTo>
                        <a:pt x="51" y="165"/>
                      </a:lnTo>
                      <a:lnTo>
                        <a:pt x="60" y="150"/>
                      </a:lnTo>
                      <a:lnTo>
                        <a:pt x="68" y="136"/>
                      </a:lnTo>
                      <a:lnTo>
                        <a:pt x="79" y="124"/>
                      </a:lnTo>
                      <a:lnTo>
                        <a:pt x="89" y="111"/>
                      </a:lnTo>
                      <a:lnTo>
                        <a:pt x="101" y="100"/>
                      </a:lnTo>
                      <a:lnTo>
                        <a:pt x="114" y="88"/>
                      </a:lnTo>
                      <a:lnTo>
                        <a:pt x="129" y="76"/>
                      </a:lnTo>
                      <a:lnTo>
                        <a:pt x="144" y="64"/>
                      </a:lnTo>
                      <a:lnTo>
                        <a:pt x="162" y="53"/>
                      </a:lnTo>
                      <a:lnTo>
                        <a:pt x="181" y="41"/>
                      </a:lnTo>
                      <a:lnTo>
                        <a:pt x="201" y="31"/>
                      </a:lnTo>
                      <a:lnTo>
                        <a:pt x="219" y="22"/>
                      </a:lnTo>
                      <a:lnTo>
                        <a:pt x="237" y="14"/>
                      </a:lnTo>
                      <a:lnTo>
                        <a:pt x="253" y="7"/>
                      </a:lnTo>
                      <a:lnTo>
                        <a:pt x="268" y="1"/>
                      </a:lnTo>
                      <a:lnTo>
                        <a:pt x="255" y="0"/>
                      </a:lnTo>
                      <a:lnTo>
                        <a:pt x="238" y="1"/>
                      </a:lnTo>
                      <a:lnTo>
                        <a:pt x="221" y="5"/>
                      </a:lnTo>
                      <a:lnTo>
                        <a:pt x="201" y="11"/>
                      </a:lnTo>
                      <a:lnTo>
                        <a:pt x="181" y="19"/>
                      </a:lnTo>
                      <a:lnTo>
                        <a:pt x="161" y="28"/>
                      </a:lnTo>
                      <a:lnTo>
                        <a:pt x="142" y="39"/>
                      </a:lnTo>
                      <a:lnTo>
                        <a:pt x="126" y="5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21" name="Freeform 760">
                  <a:extLst>
                    <a:ext uri="{FF2B5EF4-FFF2-40B4-BE49-F238E27FC236}">
                      <a16:creationId xmlns:a16="http://schemas.microsoft.com/office/drawing/2014/main" id="{226EEA60-5DF4-491F-92AE-7A01AB894A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29" y="2647"/>
                  <a:ext cx="99" cy="59"/>
                </a:xfrm>
                <a:custGeom>
                  <a:avLst/>
                  <a:gdLst>
                    <a:gd name="T0" fmla="*/ 0 w 282"/>
                    <a:gd name="T1" fmla="*/ 0 h 253"/>
                    <a:gd name="T2" fmla="*/ 0 w 282"/>
                    <a:gd name="T3" fmla="*/ 0 h 253"/>
                    <a:gd name="T4" fmla="*/ 0 w 282"/>
                    <a:gd name="T5" fmla="*/ 0 h 253"/>
                    <a:gd name="T6" fmla="*/ 0 w 282"/>
                    <a:gd name="T7" fmla="*/ 0 h 253"/>
                    <a:gd name="T8" fmla="*/ 0 w 282"/>
                    <a:gd name="T9" fmla="*/ 0 h 253"/>
                    <a:gd name="T10" fmla="*/ 0 w 282"/>
                    <a:gd name="T11" fmla="*/ 0 h 253"/>
                    <a:gd name="T12" fmla="*/ 0 w 282"/>
                    <a:gd name="T13" fmla="*/ 0 h 253"/>
                    <a:gd name="T14" fmla="*/ 0 w 282"/>
                    <a:gd name="T15" fmla="*/ 0 h 253"/>
                    <a:gd name="T16" fmla="*/ 0 w 282"/>
                    <a:gd name="T17" fmla="*/ 0 h 253"/>
                    <a:gd name="T18" fmla="*/ 0 w 282"/>
                    <a:gd name="T19" fmla="*/ 0 h 253"/>
                    <a:gd name="T20" fmla="*/ 0 w 282"/>
                    <a:gd name="T21" fmla="*/ 0 h 253"/>
                    <a:gd name="T22" fmla="*/ 0 w 282"/>
                    <a:gd name="T23" fmla="*/ 0 h 253"/>
                    <a:gd name="T24" fmla="*/ 0 w 282"/>
                    <a:gd name="T25" fmla="*/ 0 h 253"/>
                    <a:gd name="T26" fmla="*/ 0 w 282"/>
                    <a:gd name="T27" fmla="*/ 0 h 253"/>
                    <a:gd name="T28" fmla="*/ 0 w 282"/>
                    <a:gd name="T29" fmla="*/ 0 h 253"/>
                    <a:gd name="T30" fmla="*/ 0 w 282"/>
                    <a:gd name="T31" fmla="*/ 0 h 253"/>
                    <a:gd name="T32" fmla="*/ 0 w 282"/>
                    <a:gd name="T33" fmla="*/ 0 h 253"/>
                    <a:gd name="T34" fmla="*/ 0 w 282"/>
                    <a:gd name="T35" fmla="*/ 0 h 253"/>
                    <a:gd name="T36" fmla="*/ 0 w 282"/>
                    <a:gd name="T37" fmla="*/ 0 h 253"/>
                    <a:gd name="T38" fmla="*/ 0 w 282"/>
                    <a:gd name="T39" fmla="*/ 0 h 253"/>
                    <a:gd name="T40" fmla="*/ 0 w 282"/>
                    <a:gd name="T41" fmla="*/ 0 h 253"/>
                    <a:gd name="T42" fmla="*/ 0 w 282"/>
                    <a:gd name="T43" fmla="*/ 0 h 253"/>
                    <a:gd name="T44" fmla="*/ 0 w 282"/>
                    <a:gd name="T45" fmla="*/ 0 h 253"/>
                    <a:gd name="T46" fmla="*/ 0 w 282"/>
                    <a:gd name="T47" fmla="*/ 0 h 253"/>
                    <a:gd name="T48" fmla="*/ 0 w 282"/>
                    <a:gd name="T49" fmla="*/ 0 h 253"/>
                    <a:gd name="T50" fmla="*/ 0 w 282"/>
                    <a:gd name="T51" fmla="*/ 0 h 253"/>
                    <a:gd name="T52" fmla="*/ 0 w 282"/>
                    <a:gd name="T53" fmla="*/ 0 h 253"/>
                    <a:gd name="T54" fmla="*/ 0 w 282"/>
                    <a:gd name="T55" fmla="*/ 0 h 253"/>
                    <a:gd name="T56" fmla="*/ 0 w 282"/>
                    <a:gd name="T57" fmla="*/ 0 h 253"/>
                    <a:gd name="T58" fmla="*/ 0 w 282"/>
                    <a:gd name="T59" fmla="*/ 0 h 253"/>
                    <a:gd name="T60" fmla="*/ 0 w 282"/>
                    <a:gd name="T61" fmla="*/ 0 h 253"/>
                    <a:gd name="T62" fmla="*/ 0 w 282"/>
                    <a:gd name="T63" fmla="*/ 0 h 253"/>
                    <a:gd name="T64" fmla="*/ 0 w 282"/>
                    <a:gd name="T65" fmla="*/ 0 h 253"/>
                    <a:gd name="T66" fmla="*/ 0 w 282"/>
                    <a:gd name="T67" fmla="*/ 0 h 253"/>
                    <a:gd name="T68" fmla="*/ 0 w 282"/>
                    <a:gd name="T69" fmla="*/ 0 h 253"/>
                    <a:gd name="T70" fmla="*/ 0 w 282"/>
                    <a:gd name="T71" fmla="*/ 0 h 253"/>
                    <a:gd name="T72" fmla="*/ 0 w 282"/>
                    <a:gd name="T73" fmla="*/ 0 h 253"/>
                    <a:gd name="T74" fmla="*/ 0 w 282"/>
                    <a:gd name="T75" fmla="*/ 0 h 253"/>
                    <a:gd name="T76" fmla="*/ 0 w 282"/>
                    <a:gd name="T77" fmla="*/ 0 h 253"/>
                    <a:gd name="T78" fmla="*/ 0 w 282"/>
                    <a:gd name="T79" fmla="*/ 0 h 253"/>
                    <a:gd name="T80" fmla="*/ 0 w 282"/>
                    <a:gd name="T81" fmla="*/ 0 h 253"/>
                    <a:gd name="T82" fmla="*/ 0 w 282"/>
                    <a:gd name="T83" fmla="*/ 0 h 253"/>
                    <a:gd name="T84" fmla="*/ 0 w 282"/>
                    <a:gd name="T85" fmla="*/ 0 h 253"/>
                    <a:gd name="T86" fmla="*/ 0 w 282"/>
                    <a:gd name="T87" fmla="*/ 0 h 253"/>
                    <a:gd name="T88" fmla="*/ 0 w 282"/>
                    <a:gd name="T89" fmla="*/ 0 h 253"/>
                    <a:gd name="T90" fmla="*/ 0 w 282"/>
                    <a:gd name="T91" fmla="*/ 0 h 253"/>
                    <a:gd name="T92" fmla="*/ 0 w 282"/>
                    <a:gd name="T93" fmla="*/ 0 h 253"/>
                    <a:gd name="T94" fmla="*/ 0 w 282"/>
                    <a:gd name="T95" fmla="*/ 0 h 253"/>
                    <a:gd name="T96" fmla="*/ 0 w 282"/>
                    <a:gd name="T97" fmla="*/ 0 h 253"/>
                    <a:gd name="T98" fmla="*/ 0 w 282"/>
                    <a:gd name="T99" fmla="*/ 0 h 253"/>
                    <a:gd name="T100" fmla="*/ 0 w 282"/>
                    <a:gd name="T101" fmla="*/ 0 h 253"/>
                    <a:gd name="T102" fmla="*/ 0 w 282"/>
                    <a:gd name="T103" fmla="*/ 0 h 253"/>
                    <a:gd name="T104" fmla="*/ 0 w 282"/>
                    <a:gd name="T105" fmla="*/ 0 h 253"/>
                    <a:gd name="T106" fmla="*/ 0 w 282"/>
                    <a:gd name="T107" fmla="*/ 0 h 253"/>
                    <a:gd name="T108" fmla="*/ 0 w 282"/>
                    <a:gd name="T109" fmla="*/ 0 h 253"/>
                    <a:gd name="T110" fmla="*/ 0 w 282"/>
                    <a:gd name="T111" fmla="*/ 0 h 253"/>
                    <a:gd name="T112" fmla="*/ 0 w 282"/>
                    <a:gd name="T113" fmla="*/ 0 h 253"/>
                    <a:gd name="T114" fmla="*/ 0 w 282"/>
                    <a:gd name="T115" fmla="*/ 0 h 253"/>
                    <a:gd name="T116" fmla="*/ 0 w 282"/>
                    <a:gd name="T117" fmla="*/ 0 h 253"/>
                    <a:gd name="T118" fmla="*/ 0 w 282"/>
                    <a:gd name="T119" fmla="*/ 0 h 253"/>
                    <a:gd name="T120" fmla="*/ 0 w 282"/>
                    <a:gd name="T121" fmla="*/ 0 h 253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282"/>
                    <a:gd name="T184" fmla="*/ 0 h 253"/>
                    <a:gd name="T185" fmla="*/ 282 w 282"/>
                    <a:gd name="T186" fmla="*/ 253 h 253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282" h="253">
                      <a:moveTo>
                        <a:pt x="235" y="78"/>
                      </a:moveTo>
                      <a:lnTo>
                        <a:pt x="248" y="92"/>
                      </a:lnTo>
                      <a:lnTo>
                        <a:pt x="255" y="108"/>
                      </a:lnTo>
                      <a:lnTo>
                        <a:pt x="259" y="125"/>
                      </a:lnTo>
                      <a:lnTo>
                        <a:pt x="259" y="144"/>
                      </a:lnTo>
                      <a:lnTo>
                        <a:pt x="257" y="159"/>
                      </a:lnTo>
                      <a:lnTo>
                        <a:pt x="252" y="171"/>
                      </a:lnTo>
                      <a:lnTo>
                        <a:pt x="244" y="184"/>
                      </a:lnTo>
                      <a:lnTo>
                        <a:pt x="236" y="194"/>
                      </a:lnTo>
                      <a:lnTo>
                        <a:pt x="225" y="206"/>
                      </a:lnTo>
                      <a:lnTo>
                        <a:pt x="215" y="215"/>
                      </a:lnTo>
                      <a:lnTo>
                        <a:pt x="204" y="225"/>
                      </a:lnTo>
                      <a:lnTo>
                        <a:pt x="194" y="236"/>
                      </a:lnTo>
                      <a:lnTo>
                        <a:pt x="191" y="239"/>
                      </a:lnTo>
                      <a:lnTo>
                        <a:pt x="190" y="242"/>
                      </a:lnTo>
                      <a:lnTo>
                        <a:pt x="191" y="246"/>
                      </a:lnTo>
                      <a:lnTo>
                        <a:pt x="194" y="249"/>
                      </a:lnTo>
                      <a:lnTo>
                        <a:pt x="197" y="252"/>
                      </a:lnTo>
                      <a:lnTo>
                        <a:pt x="201" y="253"/>
                      </a:lnTo>
                      <a:lnTo>
                        <a:pt x="205" y="252"/>
                      </a:lnTo>
                      <a:lnTo>
                        <a:pt x="209" y="249"/>
                      </a:lnTo>
                      <a:lnTo>
                        <a:pt x="232" y="234"/>
                      </a:lnTo>
                      <a:lnTo>
                        <a:pt x="251" y="215"/>
                      </a:lnTo>
                      <a:lnTo>
                        <a:pt x="267" y="192"/>
                      </a:lnTo>
                      <a:lnTo>
                        <a:pt x="278" y="168"/>
                      </a:lnTo>
                      <a:lnTo>
                        <a:pt x="282" y="141"/>
                      </a:lnTo>
                      <a:lnTo>
                        <a:pt x="279" y="116"/>
                      </a:lnTo>
                      <a:lnTo>
                        <a:pt x="270" y="92"/>
                      </a:lnTo>
                      <a:lnTo>
                        <a:pt x="251" y="70"/>
                      </a:lnTo>
                      <a:lnTo>
                        <a:pt x="237" y="59"/>
                      </a:lnTo>
                      <a:lnTo>
                        <a:pt x="221" y="48"/>
                      </a:lnTo>
                      <a:lnTo>
                        <a:pt x="202" y="39"/>
                      </a:lnTo>
                      <a:lnTo>
                        <a:pt x="183" y="31"/>
                      </a:lnTo>
                      <a:lnTo>
                        <a:pt x="163" y="24"/>
                      </a:lnTo>
                      <a:lnTo>
                        <a:pt x="142" y="18"/>
                      </a:lnTo>
                      <a:lnTo>
                        <a:pt x="122" y="13"/>
                      </a:lnTo>
                      <a:lnTo>
                        <a:pt x="101" y="8"/>
                      </a:lnTo>
                      <a:lnTo>
                        <a:pt x="82" y="5"/>
                      </a:lnTo>
                      <a:lnTo>
                        <a:pt x="63" y="2"/>
                      </a:lnTo>
                      <a:lnTo>
                        <a:pt x="47" y="0"/>
                      </a:lnTo>
                      <a:lnTo>
                        <a:pt x="32" y="0"/>
                      </a:lnTo>
                      <a:lnTo>
                        <a:pt x="19" y="0"/>
                      </a:lnTo>
                      <a:lnTo>
                        <a:pt x="10" y="1"/>
                      </a:lnTo>
                      <a:lnTo>
                        <a:pt x="4" y="4"/>
                      </a:lnTo>
                      <a:lnTo>
                        <a:pt x="0" y="6"/>
                      </a:lnTo>
                      <a:lnTo>
                        <a:pt x="12" y="8"/>
                      </a:lnTo>
                      <a:lnTo>
                        <a:pt x="25" y="9"/>
                      </a:lnTo>
                      <a:lnTo>
                        <a:pt x="38" y="12"/>
                      </a:lnTo>
                      <a:lnTo>
                        <a:pt x="52" y="14"/>
                      </a:lnTo>
                      <a:lnTo>
                        <a:pt x="67" y="16"/>
                      </a:lnTo>
                      <a:lnTo>
                        <a:pt x="82" y="18"/>
                      </a:lnTo>
                      <a:lnTo>
                        <a:pt x="97" y="22"/>
                      </a:lnTo>
                      <a:lnTo>
                        <a:pt x="114" y="25"/>
                      </a:lnTo>
                      <a:lnTo>
                        <a:pt x="129" y="30"/>
                      </a:lnTo>
                      <a:lnTo>
                        <a:pt x="146" y="35"/>
                      </a:lnTo>
                      <a:lnTo>
                        <a:pt x="162" y="40"/>
                      </a:lnTo>
                      <a:lnTo>
                        <a:pt x="177" y="46"/>
                      </a:lnTo>
                      <a:lnTo>
                        <a:pt x="192" y="53"/>
                      </a:lnTo>
                      <a:lnTo>
                        <a:pt x="208" y="60"/>
                      </a:lnTo>
                      <a:lnTo>
                        <a:pt x="222" y="69"/>
                      </a:lnTo>
                      <a:lnTo>
                        <a:pt x="235" y="7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22" name="Freeform 761">
                  <a:extLst>
                    <a:ext uri="{FF2B5EF4-FFF2-40B4-BE49-F238E27FC236}">
                      <a16:creationId xmlns:a16="http://schemas.microsoft.com/office/drawing/2014/main" id="{E8B1A20D-E3AF-437F-BE24-FA88C649A9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30" y="2680"/>
                  <a:ext cx="40" cy="54"/>
                </a:xfrm>
                <a:custGeom>
                  <a:avLst/>
                  <a:gdLst>
                    <a:gd name="T0" fmla="*/ 0 w 115"/>
                    <a:gd name="T1" fmla="*/ 0 h 236"/>
                    <a:gd name="T2" fmla="*/ 0 w 115"/>
                    <a:gd name="T3" fmla="*/ 0 h 236"/>
                    <a:gd name="T4" fmla="*/ 0 w 115"/>
                    <a:gd name="T5" fmla="*/ 0 h 236"/>
                    <a:gd name="T6" fmla="*/ 0 w 115"/>
                    <a:gd name="T7" fmla="*/ 0 h 236"/>
                    <a:gd name="T8" fmla="*/ 0 w 115"/>
                    <a:gd name="T9" fmla="*/ 0 h 236"/>
                    <a:gd name="T10" fmla="*/ 0 w 115"/>
                    <a:gd name="T11" fmla="*/ 0 h 236"/>
                    <a:gd name="T12" fmla="*/ 0 w 115"/>
                    <a:gd name="T13" fmla="*/ 0 h 236"/>
                    <a:gd name="T14" fmla="*/ 0 w 115"/>
                    <a:gd name="T15" fmla="*/ 0 h 236"/>
                    <a:gd name="T16" fmla="*/ 0 w 115"/>
                    <a:gd name="T17" fmla="*/ 0 h 236"/>
                    <a:gd name="T18" fmla="*/ 0 w 115"/>
                    <a:gd name="T19" fmla="*/ 0 h 236"/>
                    <a:gd name="T20" fmla="*/ 0 w 115"/>
                    <a:gd name="T21" fmla="*/ 0 h 236"/>
                    <a:gd name="T22" fmla="*/ 0 w 115"/>
                    <a:gd name="T23" fmla="*/ 0 h 236"/>
                    <a:gd name="T24" fmla="*/ 0 w 115"/>
                    <a:gd name="T25" fmla="*/ 0 h 236"/>
                    <a:gd name="T26" fmla="*/ 0 w 115"/>
                    <a:gd name="T27" fmla="*/ 0 h 236"/>
                    <a:gd name="T28" fmla="*/ 0 w 115"/>
                    <a:gd name="T29" fmla="*/ 0 h 236"/>
                    <a:gd name="T30" fmla="*/ 0 w 115"/>
                    <a:gd name="T31" fmla="*/ 0 h 236"/>
                    <a:gd name="T32" fmla="*/ 0 w 115"/>
                    <a:gd name="T33" fmla="*/ 0 h 236"/>
                    <a:gd name="T34" fmla="*/ 0 w 115"/>
                    <a:gd name="T35" fmla="*/ 0 h 236"/>
                    <a:gd name="T36" fmla="*/ 0 w 115"/>
                    <a:gd name="T37" fmla="*/ 0 h 236"/>
                    <a:gd name="T38" fmla="*/ 0 w 115"/>
                    <a:gd name="T39" fmla="*/ 0 h 236"/>
                    <a:gd name="T40" fmla="*/ 0 w 115"/>
                    <a:gd name="T41" fmla="*/ 0 h 236"/>
                    <a:gd name="T42" fmla="*/ 0 w 115"/>
                    <a:gd name="T43" fmla="*/ 0 h 236"/>
                    <a:gd name="T44" fmla="*/ 0 w 115"/>
                    <a:gd name="T45" fmla="*/ 0 h 236"/>
                    <a:gd name="T46" fmla="*/ 0 w 115"/>
                    <a:gd name="T47" fmla="*/ 0 h 236"/>
                    <a:gd name="T48" fmla="*/ 0 w 115"/>
                    <a:gd name="T49" fmla="*/ 0 h 236"/>
                    <a:gd name="T50" fmla="*/ 0 w 115"/>
                    <a:gd name="T51" fmla="*/ 0 h 236"/>
                    <a:gd name="T52" fmla="*/ 0 w 115"/>
                    <a:gd name="T53" fmla="*/ 0 h 236"/>
                    <a:gd name="T54" fmla="*/ 0 w 115"/>
                    <a:gd name="T55" fmla="*/ 0 h 236"/>
                    <a:gd name="T56" fmla="*/ 0 w 115"/>
                    <a:gd name="T57" fmla="*/ 0 h 236"/>
                    <a:gd name="T58" fmla="*/ 0 w 115"/>
                    <a:gd name="T59" fmla="*/ 0 h 236"/>
                    <a:gd name="T60" fmla="*/ 0 w 115"/>
                    <a:gd name="T61" fmla="*/ 0 h 236"/>
                    <a:gd name="T62" fmla="*/ 0 w 115"/>
                    <a:gd name="T63" fmla="*/ 0 h 236"/>
                    <a:gd name="T64" fmla="*/ 0 w 115"/>
                    <a:gd name="T65" fmla="*/ 0 h 236"/>
                    <a:gd name="T66" fmla="*/ 0 w 115"/>
                    <a:gd name="T67" fmla="*/ 0 h 236"/>
                    <a:gd name="T68" fmla="*/ 0 w 115"/>
                    <a:gd name="T69" fmla="*/ 0 h 236"/>
                    <a:gd name="T70" fmla="*/ 0 w 115"/>
                    <a:gd name="T71" fmla="*/ 0 h 236"/>
                    <a:gd name="T72" fmla="*/ 0 w 115"/>
                    <a:gd name="T73" fmla="*/ 0 h 236"/>
                    <a:gd name="T74" fmla="*/ 0 w 115"/>
                    <a:gd name="T75" fmla="*/ 0 h 236"/>
                    <a:gd name="T76" fmla="*/ 0 w 115"/>
                    <a:gd name="T77" fmla="*/ 0 h 236"/>
                    <a:gd name="T78" fmla="*/ 0 w 115"/>
                    <a:gd name="T79" fmla="*/ 0 h 236"/>
                    <a:gd name="T80" fmla="*/ 0 w 115"/>
                    <a:gd name="T81" fmla="*/ 0 h 2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15"/>
                    <a:gd name="T124" fmla="*/ 0 h 236"/>
                    <a:gd name="T125" fmla="*/ 115 w 115"/>
                    <a:gd name="T126" fmla="*/ 236 h 2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15" h="236">
                      <a:moveTo>
                        <a:pt x="0" y="128"/>
                      </a:moveTo>
                      <a:lnTo>
                        <a:pt x="0" y="148"/>
                      </a:lnTo>
                      <a:lnTo>
                        <a:pt x="5" y="166"/>
                      </a:lnTo>
                      <a:lnTo>
                        <a:pt x="13" y="184"/>
                      </a:lnTo>
                      <a:lnTo>
                        <a:pt x="24" y="198"/>
                      </a:lnTo>
                      <a:lnTo>
                        <a:pt x="39" y="211"/>
                      </a:lnTo>
                      <a:lnTo>
                        <a:pt x="55" y="223"/>
                      </a:lnTo>
                      <a:lnTo>
                        <a:pt x="74" y="231"/>
                      </a:lnTo>
                      <a:lnTo>
                        <a:pt x="92" y="235"/>
                      </a:lnTo>
                      <a:lnTo>
                        <a:pt x="98" y="236"/>
                      </a:lnTo>
                      <a:lnTo>
                        <a:pt x="104" y="234"/>
                      </a:lnTo>
                      <a:lnTo>
                        <a:pt x="109" y="231"/>
                      </a:lnTo>
                      <a:lnTo>
                        <a:pt x="111" y="226"/>
                      </a:lnTo>
                      <a:lnTo>
                        <a:pt x="111" y="220"/>
                      </a:lnTo>
                      <a:lnTo>
                        <a:pt x="110" y="215"/>
                      </a:lnTo>
                      <a:lnTo>
                        <a:pt x="107" y="210"/>
                      </a:lnTo>
                      <a:lnTo>
                        <a:pt x="101" y="208"/>
                      </a:lnTo>
                      <a:lnTo>
                        <a:pt x="82" y="201"/>
                      </a:lnTo>
                      <a:lnTo>
                        <a:pt x="64" y="192"/>
                      </a:lnTo>
                      <a:lnTo>
                        <a:pt x="50" y="179"/>
                      </a:lnTo>
                      <a:lnTo>
                        <a:pt x="40" y="165"/>
                      </a:lnTo>
                      <a:lnTo>
                        <a:pt x="33" y="148"/>
                      </a:lnTo>
                      <a:lnTo>
                        <a:pt x="29" y="130"/>
                      </a:lnTo>
                      <a:lnTo>
                        <a:pt x="29" y="110"/>
                      </a:lnTo>
                      <a:lnTo>
                        <a:pt x="35" y="89"/>
                      </a:lnTo>
                      <a:lnTo>
                        <a:pt x="43" y="74"/>
                      </a:lnTo>
                      <a:lnTo>
                        <a:pt x="56" y="60"/>
                      </a:lnTo>
                      <a:lnTo>
                        <a:pt x="70" y="46"/>
                      </a:lnTo>
                      <a:lnTo>
                        <a:pt x="85" y="33"/>
                      </a:lnTo>
                      <a:lnTo>
                        <a:pt x="98" y="23"/>
                      </a:lnTo>
                      <a:lnTo>
                        <a:pt x="109" y="12"/>
                      </a:lnTo>
                      <a:lnTo>
                        <a:pt x="115" y="6"/>
                      </a:lnTo>
                      <a:lnTo>
                        <a:pt x="115" y="0"/>
                      </a:lnTo>
                      <a:lnTo>
                        <a:pt x="102" y="4"/>
                      </a:lnTo>
                      <a:lnTo>
                        <a:pt x="85" y="12"/>
                      </a:lnTo>
                      <a:lnTo>
                        <a:pt x="68" y="26"/>
                      </a:lnTo>
                      <a:lnTo>
                        <a:pt x="49" y="42"/>
                      </a:lnTo>
                      <a:lnTo>
                        <a:pt x="32" y="61"/>
                      </a:lnTo>
                      <a:lnTo>
                        <a:pt x="17" y="82"/>
                      </a:lnTo>
                      <a:lnTo>
                        <a:pt x="6" y="105"/>
                      </a:lnTo>
                      <a:lnTo>
                        <a:pt x="0" y="12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823" name="Freeform 762">
                  <a:extLst>
                    <a:ext uri="{FF2B5EF4-FFF2-40B4-BE49-F238E27FC236}">
                      <a16:creationId xmlns:a16="http://schemas.microsoft.com/office/drawing/2014/main" id="{80993BAB-BB00-4AE3-AE33-D505E10CEC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1" y="2643"/>
                  <a:ext cx="87" cy="73"/>
                </a:xfrm>
                <a:custGeom>
                  <a:avLst/>
                  <a:gdLst>
                    <a:gd name="T0" fmla="*/ 0 w 245"/>
                    <a:gd name="T1" fmla="*/ 0 h 310"/>
                    <a:gd name="T2" fmla="*/ 0 w 245"/>
                    <a:gd name="T3" fmla="*/ 0 h 310"/>
                    <a:gd name="T4" fmla="*/ 0 w 245"/>
                    <a:gd name="T5" fmla="*/ 0 h 310"/>
                    <a:gd name="T6" fmla="*/ 0 w 245"/>
                    <a:gd name="T7" fmla="*/ 0 h 310"/>
                    <a:gd name="T8" fmla="*/ 0 w 245"/>
                    <a:gd name="T9" fmla="*/ 0 h 310"/>
                    <a:gd name="T10" fmla="*/ 0 w 245"/>
                    <a:gd name="T11" fmla="*/ 0 h 310"/>
                    <a:gd name="T12" fmla="*/ 0 w 245"/>
                    <a:gd name="T13" fmla="*/ 0 h 310"/>
                    <a:gd name="T14" fmla="*/ 0 w 245"/>
                    <a:gd name="T15" fmla="*/ 0 h 310"/>
                    <a:gd name="T16" fmla="*/ 0 w 245"/>
                    <a:gd name="T17" fmla="*/ 0 h 310"/>
                    <a:gd name="T18" fmla="*/ 0 w 245"/>
                    <a:gd name="T19" fmla="*/ 0 h 310"/>
                    <a:gd name="T20" fmla="*/ 0 w 245"/>
                    <a:gd name="T21" fmla="*/ 0 h 310"/>
                    <a:gd name="T22" fmla="*/ 0 w 245"/>
                    <a:gd name="T23" fmla="*/ 0 h 310"/>
                    <a:gd name="T24" fmla="*/ 0 w 245"/>
                    <a:gd name="T25" fmla="*/ 0 h 310"/>
                    <a:gd name="T26" fmla="*/ 0 w 245"/>
                    <a:gd name="T27" fmla="*/ 0 h 310"/>
                    <a:gd name="T28" fmla="*/ 0 w 245"/>
                    <a:gd name="T29" fmla="*/ 0 h 310"/>
                    <a:gd name="T30" fmla="*/ 0 w 245"/>
                    <a:gd name="T31" fmla="*/ 0 h 310"/>
                    <a:gd name="T32" fmla="*/ 0 w 245"/>
                    <a:gd name="T33" fmla="*/ 0 h 310"/>
                    <a:gd name="T34" fmla="*/ 0 w 245"/>
                    <a:gd name="T35" fmla="*/ 0 h 310"/>
                    <a:gd name="T36" fmla="*/ 0 w 245"/>
                    <a:gd name="T37" fmla="*/ 0 h 310"/>
                    <a:gd name="T38" fmla="*/ 0 w 245"/>
                    <a:gd name="T39" fmla="*/ 0 h 310"/>
                    <a:gd name="T40" fmla="*/ 0 w 245"/>
                    <a:gd name="T41" fmla="*/ 0 h 310"/>
                    <a:gd name="T42" fmla="*/ 0 w 245"/>
                    <a:gd name="T43" fmla="*/ 0 h 310"/>
                    <a:gd name="T44" fmla="*/ 0 w 245"/>
                    <a:gd name="T45" fmla="*/ 0 h 310"/>
                    <a:gd name="T46" fmla="*/ 0 w 245"/>
                    <a:gd name="T47" fmla="*/ 0 h 310"/>
                    <a:gd name="T48" fmla="*/ 0 w 245"/>
                    <a:gd name="T49" fmla="*/ 0 h 310"/>
                    <a:gd name="T50" fmla="*/ 0 w 245"/>
                    <a:gd name="T51" fmla="*/ 0 h 310"/>
                    <a:gd name="T52" fmla="*/ 0 w 245"/>
                    <a:gd name="T53" fmla="*/ 0 h 310"/>
                    <a:gd name="T54" fmla="*/ 0 w 245"/>
                    <a:gd name="T55" fmla="*/ 0 h 310"/>
                    <a:gd name="T56" fmla="*/ 0 w 245"/>
                    <a:gd name="T57" fmla="*/ 0 h 310"/>
                    <a:gd name="T58" fmla="*/ 0 w 245"/>
                    <a:gd name="T59" fmla="*/ 0 h 310"/>
                    <a:gd name="T60" fmla="*/ 0 w 245"/>
                    <a:gd name="T61" fmla="*/ 0 h 310"/>
                    <a:gd name="T62" fmla="*/ 0 w 245"/>
                    <a:gd name="T63" fmla="*/ 0 h 310"/>
                    <a:gd name="T64" fmla="*/ 0 w 245"/>
                    <a:gd name="T65" fmla="*/ 0 h 310"/>
                    <a:gd name="T66" fmla="*/ 0 w 245"/>
                    <a:gd name="T67" fmla="*/ 0 h 310"/>
                    <a:gd name="T68" fmla="*/ 0 w 245"/>
                    <a:gd name="T69" fmla="*/ 0 h 310"/>
                    <a:gd name="T70" fmla="*/ 0 w 245"/>
                    <a:gd name="T71" fmla="*/ 0 h 310"/>
                    <a:gd name="T72" fmla="*/ 0 w 245"/>
                    <a:gd name="T73" fmla="*/ 0 h 310"/>
                    <a:gd name="T74" fmla="*/ 0 w 245"/>
                    <a:gd name="T75" fmla="*/ 0 h 31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45"/>
                    <a:gd name="T115" fmla="*/ 0 h 310"/>
                    <a:gd name="T116" fmla="*/ 245 w 245"/>
                    <a:gd name="T117" fmla="*/ 310 h 31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45" h="310">
                      <a:moveTo>
                        <a:pt x="200" y="116"/>
                      </a:moveTo>
                      <a:lnTo>
                        <a:pt x="208" y="124"/>
                      </a:lnTo>
                      <a:lnTo>
                        <a:pt x="214" y="133"/>
                      </a:lnTo>
                      <a:lnTo>
                        <a:pt x="220" y="144"/>
                      </a:lnTo>
                      <a:lnTo>
                        <a:pt x="223" y="154"/>
                      </a:lnTo>
                      <a:lnTo>
                        <a:pt x="226" y="164"/>
                      </a:lnTo>
                      <a:lnTo>
                        <a:pt x="224" y="176"/>
                      </a:lnTo>
                      <a:lnTo>
                        <a:pt x="222" y="187"/>
                      </a:lnTo>
                      <a:lnTo>
                        <a:pt x="216" y="198"/>
                      </a:lnTo>
                      <a:lnTo>
                        <a:pt x="208" y="209"/>
                      </a:lnTo>
                      <a:lnTo>
                        <a:pt x="199" y="219"/>
                      </a:lnTo>
                      <a:lnTo>
                        <a:pt x="188" y="229"/>
                      </a:lnTo>
                      <a:lnTo>
                        <a:pt x="177" y="238"/>
                      </a:lnTo>
                      <a:lnTo>
                        <a:pt x="166" y="246"/>
                      </a:lnTo>
                      <a:lnTo>
                        <a:pt x="154" y="255"/>
                      </a:lnTo>
                      <a:lnTo>
                        <a:pt x="142" y="264"/>
                      </a:lnTo>
                      <a:lnTo>
                        <a:pt x="132" y="275"/>
                      </a:lnTo>
                      <a:lnTo>
                        <a:pt x="128" y="278"/>
                      </a:lnTo>
                      <a:lnTo>
                        <a:pt x="126" y="283"/>
                      </a:lnTo>
                      <a:lnTo>
                        <a:pt x="124" y="287"/>
                      </a:lnTo>
                      <a:lnTo>
                        <a:pt x="121" y="292"/>
                      </a:lnTo>
                      <a:lnTo>
                        <a:pt x="120" y="296"/>
                      </a:lnTo>
                      <a:lnTo>
                        <a:pt x="120" y="301"/>
                      </a:lnTo>
                      <a:lnTo>
                        <a:pt x="122" y="306"/>
                      </a:lnTo>
                      <a:lnTo>
                        <a:pt x="126" y="309"/>
                      </a:lnTo>
                      <a:lnTo>
                        <a:pt x="131" y="310"/>
                      </a:lnTo>
                      <a:lnTo>
                        <a:pt x="135" y="310"/>
                      </a:lnTo>
                      <a:lnTo>
                        <a:pt x="139" y="309"/>
                      </a:lnTo>
                      <a:lnTo>
                        <a:pt x="142" y="306"/>
                      </a:lnTo>
                      <a:lnTo>
                        <a:pt x="154" y="292"/>
                      </a:lnTo>
                      <a:lnTo>
                        <a:pt x="167" y="280"/>
                      </a:lnTo>
                      <a:lnTo>
                        <a:pt x="180" y="269"/>
                      </a:lnTo>
                      <a:lnTo>
                        <a:pt x="194" y="257"/>
                      </a:lnTo>
                      <a:lnTo>
                        <a:pt x="207" y="246"/>
                      </a:lnTo>
                      <a:lnTo>
                        <a:pt x="220" y="233"/>
                      </a:lnTo>
                      <a:lnTo>
                        <a:pt x="230" y="219"/>
                      </a:lnTo>
                      <a:lnTo>
                        <a:pt x="238" y="204"/>
                      </a:lnTo>
                      <a:lnTo>
                        <a:pt x="244" y="186"/>
                      </a:lnTo>
                      <a:lnTo>
                        <a:pt x="245" y="169"/>
                      </a:lnTo>
                      <a:lnTo>
                        <a:pt x="243" y="152"/>
                      </a:lnTo>
                      <a:lnTo>
                        <a:pt x="237" y="134"/>
                      </a:lnTo>
                      <a:lnTo>
                        <a:pt x="228" y="119"/>
                      </a:lnTo>
                      <a:lnTo>
                        <a:pt x="217" y="105"/>
                      </a:lnTo>
                      <a:lnTo>
                        <a:pt x="203" y="93"/>
                      </a:lnTo>
                      <a:lnTo>
                        <a:pt x="188" y="83"/>
                      </a:lnTo>
                      <a:lnTo>
                        <a:pt x="176" y="76"/>
                      </a:lnTo>
                      <a:lnTo>
                        <a:pt x="163" y="69"/>
                      </a:lnTo>
                      <a:lnTo>
                        <a:pt x="151" y="61"/>
                      </a:lnTo>
                      <a:lnTo>
                        <a:pt x="136" y="54"/>
                      </a:lnTo>
                      <a:lnTo>
                        <a:pt x="122" y="46"/>
                      </a:lnTo>
                      <a:lnTo>
                        <a:pt x="107" y="39"/>
                      </a:lnTo>
                      <a:lnTo>
                        <a:pt x="93" y="31"/>
                      </a:lnTo>
                      <a:lnTo>
                        <a:pt x="79" y="24"/>
                      </a:lnTo>
                      <a:lnTo>
                        <a:pt x="66" y="18"/>
                      </a:lnTo>
                      <a:lnTo>
                        <a:pt x="53" y="13"/>
                      </a:lnTo>
                      <a:lnTo>
                        <a:pt x="40" y="8"/>
                      </a:lnTo>
                      <a:lnTo>
                        <a:pt x="30" y="5"/>
                      </a:lnTo>
                      <a:lnTo>
                        <a:pt x="20" y="1"/>
                      </a:lnTo>
                      <a:lnTo>
                        <a:pt x="1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lnTo>
                        <a:pt x="11" y="8"/>
                      </a:lnTo>
                      <a:lnTo>
                        <a:pt x="23" y="14"/>
                      </a:lnTo>
                      <a:lnTo>
                        <a:pt x="36" y="20"/>
                      </a:lnTo>
                      <a:lnTo>
                        <a:pt x="47" y="25"/>
                      </a:lnTo>
                      <a:lnTo>
                        <a:pt x="60" y="31"/>
                      </a:lnTo>
                      <a:lnTo>
                        <a:pt x="73" y="37"/>
                      </a:lnTo>
                      <a:lnTo>
                        <a:pt x="86" y="44"/>
                      </a:lnTo>
                      <a:lnTo>
                        <a:pt x="99" y="51"/>
                      </a:lnTo>
                      <a:lnTo>
                        <a:pt x="113" y="57"/>
                      </a:lnTo>
                      <a:lnTo>
                        <a:pt x="126" y="64"/>
                      </a:lnTo>
                      <a:lnTo>
                        <a:pt x="139" y="71"/>
                      </a:lnTo>
                      <a:lnTo>
                        <a:pt x="152" y="79"/>
                      </a:lnTo>
                      <a:lnTo>
                        <a:pt x="165" y="88"/>
                      </a:lnTo>
                      <a:lnTo>
                        <a:pt x="176" y="96"/>
                      </a:lnTo>
                      <a:lnTo>
                        <a:pt x="188" y="106"/>
                      </a:lnTo>
                      <a:lnTo>
                        <a:pt x="200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pic>
            <p:nvPicPr>
              <p:cNvPr id="237811" name="Picture 763" descr="access_point_stylized_gray_small">
                <a:extLst>
                  <a:ext uri="{FF2B5EF4-FFF2-40B4-BE49-F238E27FC236}">
                    <a16:creationId xmlns:a16="http://schemas.microsoft.com/office/drawing/2014/main" id="{715E61CB-22C9-4A16-BBEF-EE366A696F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72" y="3642"/>
                <a:ext cx="430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237628" name="Line 764">
              <a:extLst>
                <a:ext uri="{FF2B5EF4-FFF2-40B4-BE49-F238E27FC236}">
                  <a16:creationId xmlns:a16="http://schemas.microsoft.com/office/drawing/2014/main" id="{8196DC57-7283-4401-B07E-CC73A0554D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5034" y="3427"/>
              <a:ext cx="2" cy="54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grpSp>
          <p:nvGrpSpPr>
            <p:cNvPr id="237629" name="Group 765">
              <a:extLst>
                <a:ext uri="{FF2B5EF4-FFF2-40B4-BE49-F238E27FC236}">
                  <a16:creationId xmlns:a16="http://schemas.microsoft.com/office/drawing/2014/main" id="{9CF0F439-1FFF-412E-87E9-0B2E1D9EFBC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638" y="2856"/>
              <a:ext cx="261" cy="235"/>
              <a:chOff x="2839" y="3501"/>
              <a:chExt cx="755" cy="803"/>
            </a:xfrm>
          </p:grpSpPr>
          <p:pic>
            <p:nvPicPr>
              <p:cNvPr id="237808" name="Picture 766" descr="desktop_computer_stylized_medium">
                <a:extLst>
                  <a:ext uri="{FF2B5EF4-FFF2-40B4-BE49-F238E27FC236}">
                    <a16:creationId xmlns:a16="http://schemas.microsoft.com/office/drawing/2014/main" id="{C36B9739-0D1B-420F-9C4E-72A7C1844D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7809" name="Freeform 767">
                <a:extLst>
                  <a:ext uri="{FF2B5EF4-FFF2-40B4-BE49-F238E27FC236}">
                    <a16:creationId xmlns:a16="http://schemas.microsoft.com/office/drawing/2014/main" id="{D78FF833-90E4-4F3D-A515-F2A5E41077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237630" name="Group 768">
              <a:extLst>
                <a:ext uri="{FF2B5EF4-FFF2-40B4-BE49-F238E27FC236}">
                  <a16:creationId xmlns:a16="http://schemas.microsoft.com/office/drawing/2014/main" id="{63ACA1D4-5CA3-4677-92EC-AA949BEDE811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438" y="3121"/>
              <a:ext cx="304" cy="256"/>
              <a:chOff x="2839" y="3501"/>
              <a:chExt cx="755" cy="803"/>
            </a:xfrm>
          </p:grpSpPr>
          <p:pic>
            <p:nvPicPr>
              <p:cNvPr id="237806" name="Picture 769" descr="desktop_computer_stylized_medium">
                <a:extLst>
                  <a:ext uri="{FF2B5EF4-FFF2-40B4-BE49-F238E27FC236}">
                    <a16:creationId xmlns:a16="http://schemas.microsoft.com/office/drawing/2014/main" id="{F3B32D56-CC7F-4184-9CA2-5EAFEB05C55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7807" name="Freeform 770">
                <a:extLst>
                  <a:ext uri="{FF2B5EF4-FFF2-40B4-BE49-F238E27FC236}">
                    <a16:creationId xmlns:a16="http://schemas.microsoft.com/office/drawing/2014/main" id="{0778CBBA-431D-431E-9A7A-512BBA617B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237631" name="Group 771">
              <a:extLst>
                <a:ext uri="{FF2B5EF4-FFF2-40B4-BE49-F238E27FC236}">
                  <a16:creationId xmlns:a16="http://schemas.microsoft.com/office/drawing/2014/main" id="{4480A316-A3B5-4E72-BAC3-BED43168BBB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739" y="3311"/>
              <a:ext cx="269" cy="220"/>
              <a:chOff x="2839" y="3501"/>
              <a:chExt cx="755" cy="803"/>
            </a:xfrm>
          </p:grpSpPr>
          <p:pic>
            <p:nvPicPr>
              <p:cNvPr id="237804" name="Picture 772" descr="desktop_computer_stylized_medium">
                <a:extLst>
                  <a:ext uri="{FF2B5EF4-FFF2-40B4-BE49-F238E27FC236}">
                    <a16:creationId xmlns:a16="http://schemas.microsoft.com/office/drawing/2014/main" id="{BDAA4DAA-6071-407A-9A00-C5667ABC09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7805" name="Freeform 773">
                <a:extLst>
                  <a:ext uri="{FF2B5EF4-FFF2-40B4-BE49-F238E27FC236}">
                    <a16:creationId xmlns:a16="http://schemas.microsoft.com/office/drawing/2014/main" id="{D4EAE20B-C387-4EDB-A389-ABD75DC7F5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237632" name="Group 774">
              <a:extLst>
                <a:ext uri="{FF2B5EF4-FFF2-40B4-BE49-F238E27FC236}">
                  <a16:creationId xmlns:a16="http://schemas.microsoft.com/office/drawing/2014/main" id="{EBC40CBB-C74E-44AD-B2A6-651B0DA8FD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6" y="3300"/>
              <a:ext cx="269" cy="221"/>
              <a:chOff x="2839" y="3501"/>
              <a:chExt cx="755" cy="803"/>
            </a:xfrm>
          </p:grpSpPr>
          <p:pic>
            <p:nvPicPr>
              <p:cNvPr id="237802" name="Picture 775" descr="desktop_computer_stylized_medium">
                <a:extLst>
                  <a:ext uri="{FF2B5EF4-FFF2-40B4-BE49-F238E27FC236}">
                    <a16:creationId xmlns:a16="http://schemas.microsoft.com/office/drawing/2014/main" id="{0E2CF4C5-74E8-4AD2-8423-6D16D22A1AF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7803" name="Freeform 776">
                <a:extLst>
                  <a:ext uri="{FF2B5EF4-FFF2-40B4-BE49-F238E27FC236}">
                    <a16:creationId xmlns:a16="http://schemas.microsoft.com/office/drawing/2014/main" id="{719BB8B7-7447-4EA5-A236-D130063AF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pic>
          <p:nvPicPr>
            <p:cNvPr id="237633" name="Picture 777" descr="car_icon_small">
              <a:extLst>
                <a:ext uri="{FF2B5EF4-FFF2-40B4-BE49-F238E27FC236}">
                  <a16:creationId xmlns:a16="http://schemas.microsoft.com/office/drawing/2014/main" id="{730923B3-7C17-4769-B1AE-FBD5B85870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5" y="1084"/>
              <a:ext cx="53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37634" name="Group 778">
              <a:extLst>
                <a:ext uri="{FF2B5EF4-FFF2-40B4-BE49-F238E27FC236}">
                  <a16:creationId xmlns:a16="http://schemas.microsoft.com/office/drawing/2014/main" id="{B31104D5-E740-4483-ABF9-8F0E9C6C27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36" y="974"/>
              <a:ext cx="262" cy="243"/>
              <a:chOff x="2751" y="1851"/>
              <a:chExt cx="462" cy="478"/>
            </a:xfrm>
          </p:grpSpPr>
          <p:pic>
            <p:nvPicPr>
              <p:cNvPr id="237800" name="Picture 779" descr="iphone_stylized_small">
                <a:extLst>
                  <a:ext uri="{FF2B5EF4-FFF2-40B4-BE49-F238E27FC236}">
                    <a16:creationId xmlns:a16="http://schemas.microsoft.com/office/drawing/2014/main" id="{2FFBA9DE-D84A-4C2B-8E9B-756D3C1907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7801" name="Picture 780" descr="antenna_radiation_stylized">
                <a:extLst>
                  <a:ext uri="{FF2B5EF4-FFF2-40B4-BE49-F238E27FC236}">
                    <a16:creationId xmlns:a16="http://schemas.microsoft.com/office/drawing/2014/main" id="{EAA8DAC1-3BB9-4555-964D-5F244F00BE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237635" name="Group 781">
              <a:extLst>
                <a:ext uri="{FF2B5EF4-FFF2-40B4-BE49-F238E27FC236}">
                  <a16:creationId xmlns:a16="http://schemas.microsoft.com/office/drawing/2014/main" id="{73FB6168-6916-4977-98AF-E89D9F6A12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1" y="3151"/>
              <a:ext cx="143" cy="303"/>
              <a:chOff x="4140" y="429"/>
              <a:chExt cx="1425" cy="2396"/>
            </a:xfrm>
          </p:grpSpPr>
          <p:sp>
            <p:nvSpPr>
              <p:cNvPr id="237768" name="Freeform 782">
                <a:extLst>
                  <a:ext uri="{FF2B5EF4-FFF2-40B4-BE49-F238E27FC236}">
                    <a16:creationId xmlns:a16="http://schemas.microsoft.com/office/drawing/2014/main" id="{B6075445-5CB1-4BDD-8A49-9D60C89BF1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69" name="Rectangle 783">
                <a:extLst>
                  <a:ext uri="{FF2B5EF4-FFF2-40B4-BE49-F238E27FC236}">
                    <a16:creationId xmlns:a16="http://schemas.microsoft.com/office/drawing/2014/main" id="{AA301196-9053-484F-8B24-4C85C4F9F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70" name="Freeform 784">
                <a:extLst>
                  <a:ext uri="{FF2B5EF4-FFF2-40B4-BE49-F238E27FC236}">
                    <a16:creationId xmlns:a16="http://schemas.microsoft.com/office/drawing/2014/main" id="{9011F52C-9856-46BF-A386-B91EA50E5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71" name="Freeform 785">
                <a:extLst>
                  <a:ext uri="{FF2B5EF4-FFF2-40B4-BE49-F238E27FC236}">
                    <a16:creationId xmlns:a16="http://schemas.microsoft.com/office/drawing/2014/main" id="{B01F2C7C-EDED-422F-8638-8783FBAED9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72" name="Rectangle 786">
                <a:extLst>
                  <a:ext uri="{FF2B5EF4-FFF2-40B4-BE49-F238E27FC236}">
                    <a16:creationId xmlns:a16="http://schemas.microsoft.com/office/drawing/2014/main" id="{78B303E0-7156-4C88-B03B-C74916B5C6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237773" name="Group 787">
                <a:extLst>
                  <a:ext uri="{FF2B5EF4-FFF2-40B4-BE49-F238E27FC236}">
                    <a16:creationId xmlns:a16="http://schemas.microsoft.com/office/drawing/2014/main" id="{F8835ABF-4E33-4ABA-A7E8-1FB90137E7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37798" name="AutoShape 788">
                  <a:extLst>
                    <a:ext uri="{FF2B5EF4-FFF2-40B4-BE49-F238E27FC236}">
                      <a16:creationId xmlns:a16="http://schemas.microsoft.com/office/drawing/2014/main" id="{B005223F-479A-4354-B6F2-1D0E14B869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7799" name="AutoShape 789">
                  <a:extLst>
                    <a:ext uri="{FF2B5EF4-FFF2-40B4-BE49-F238E27FC236}">
                      <a16:creationId xmlns:a16="http://schemas.microsoft.com/office/drawing/2014/main" id="{A77DACA8-D1FC-4347-945B-BF8238642B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37774" name="Rectangle 790">
                <a:extLst>
                  <a:ext uri="{FF2B5EF4-FFF2-40B4-BE49-F238E27FC236}">
                    <a16:creationId xmlns:a16="http://schemas.microsoft.com/office/drawing/2014/main" id="{F6390988-66E8-4562-9B99-3114DE15C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237775" name="Group 791">
                <a:extLst>
                  <a:ext uri="{FF2B5EF4-FFF2-40B4-BE49-F238E27FC236}">
                    <a16:creationId xmlns:a16="http://schemas.microsoft.com/office/drawing/2014/main" id="{4AF2196A-6A83-48A3-8D92-89F9F3578B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37796" name="AutoShape 792">
                  <a:extLst>
                    <a:ext uri="{FF2B5EF4-FFF2-40B4-BE49-F238E27FC236}">
                      <a16:creationId xmlns:a16="http://schemas.microsoft.com/office/drawing/2014/main" id="{21BD33EB-3A32-44C5-BA8C-B3BF6D551F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7797" name="AutoShape 793">
                  <a:extLst>
                    <a:ext uri="{FF2B5EF4-FFF2-40B4-BE49-F238E27FC236}">
                      <a16:creationId xmlns:a16="http://schemas.microsoft.com/office/drawing/2014/main" id="{5F1A17E9-9929-4E6B-AFE1-23E9E7BB19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37776" name="Rectangle 794">
                <a:extLst>
                  <a:ext uri="{FF2B5EF4-FFF2-40B4-BE49-F238E27FC236}">
                    <a16:creationId xmlns:a16="http://schemas.microsoft.com/office/drawing/2014/main" id="{96AC7D43-2818-4054-AEC0-60A8492C87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77" name="Rectangle 795">
                <a:extLst>
                  <a:ext uri="{FF2B5EF4-FFF2-40B4-BE49-F238E27FC236}">
                    <a16:creationId xmlns:a16="http://schemas.microsoft.com/office/drawing/2014/main" id="{B726A5EF-750A-484E-A404-6791ED58D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237778" name="Group 796">
                <a:extLst>
                  <a:ext uri="{FF2B5EF4-FFF2-40B4-BE49-F238E27FC236}">
                    <a16:creationId xmlns:a16="http://schemas.microsoft.com/office/drawing/2014/main" id="{18F5B40B-E7DA-4A0A-8A47-D5475CC7AC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37794" name="AutoShape 797">
                  <a:extLst>
                    <a:ext uri="{FF2B5EF4-FFF2-40B4-BE49-F238E27FC236}">
                      <a16:creationId xmlns:a16="http://schemas.microsoft.com/office/drawing/2014/main" id="{9C6BA1B6-4265-484C-A11B-1C9CA6810E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7795" name="AutoShape 798">
                  <a:extLst>
                    <a:ext uri="{FF2B5EF4-FFF2-40B4-BE49-F238E27FC236}">
                      <a16:creationId xmlns:a16="http://schemas.microsoft.com/office/drawing/2014/main" id="{974710F1-49DC-4872-A815-5C0C530F67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37779" name="Freeform 799">
                <a:extLst>
                  <a:ext uri="{FF2B5EF4-FFF2-40B4-BE49-F238E27FC236}">
                    <a16:creationId xmlns:a16="http://schemas.microsoft.com/office/drawing/2014/main" id="{3DED68D1-F9F3-44BA-A580-3F1D2E7CB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37780" name="Group 800">
                <a:extLst>
                  <a:ext uri="{FF2B5EF4-FFF2-40B4-BE49-F238E27FC236}">
                    <a16:creationId xmlns:a16="http://schemas.microsoft.com/office/drawing/2014/main" id="{8EFA60B9-B1C0-4B3F-AC5A-018C5145C8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37792" name="AutoShape 801">
                  <a:extLst>
                    <a:ext uri="{FF2B5EF4-FFF2-40B4-BE49-F238E27FC236}">
                      <a16:creationId xmlns:a16="http://schemas.microsoft.com/office/drawing/2014/main" id="{9F2B7A08-A142-46AB-AC40-B67A97A7AF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7793" name="AutoShape 802">
                  <a:extLst>
                    <a:ext uri="{FF2B5EF4-FFF2-40B4-BE49-F238E27FC236}">
                      <a16:creationId xmlns:a16="http://schemas.microsoft.com/office/drawing/2014/main" id="{82E27AB1-66C2-4B8C-A728-7026FBDAA8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37781" name="Rectangle 803">
                <a:extLst>
                  <a:ext uri="{FF2B5EF4-FFF2-40B4-BE49-F238E27FC236}">
                    <a16:creationId xmlns:a16="http://schemas.microsoft.com/office/drawing/2014/main" id="{D8BCA2AC-1432-4672-8088-EFDDA4A87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82" name="Freeform 804">
                <a:extLst>
                  <a:ext uri="{FF2B5EF4-FFF2-40B4-BE49-F238E27FC236}">
                    <a16:creationId xmlns:a16="http://schemas.microsoft.com/office/drawing/2014/main" id="{79F25CEC-72FF-49C0-8575-0265E02C82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83" name="Freeform 805">
                <a:extLst>
                  <a:ext uri="{FF2B5EF4-FFF2-40B4-BE49-F238E27FC236}">
                    <a16:creationId xmlns:a16="http://schemas.microsoft.com/office/drawing/2014/main" id="{910A4D8A-AE8F-4BC6-A7C0-0403F343C3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84" name="Oval 806">
                <a:extLst>
                  <a:ext uri="{FF2B5EF4-FFF2-40B4-BE49-F238E27FC236}">
                    <a16:creationId xmlns:a16="http://schemas.microsoft.com/office/drawing/2014/main" id="{06D441F6-291D-4BC5-81EE-8D66F3521F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85" name="Freeform 807">
                <a:extLst>
                  <a:ext uri="{FF2B5EF4-FFF2-40B4-BE49-F238E27FC236}">
                    <a16:creationId xmlns:a16="http://schemas.microsoft.com/office/drawing/2014/main" id="{7F416391-DFC9-4ECD-B16B-13F018AE7B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86" name="AutoShape 808">
                <a:extLst>
                  <a:ext uri="{FF2B5EF4-FFF2-40B4-BE49-F238E27FC236}">
                    <a16:creationId xmlns:a16="http://schemas.microsoft.com/office/drawing/2014/main" id="{BFC0FBDF-761D-4F22-BED1-234B495186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87" name="AutoShape 809">
                <a:extLst>
                  <a:ext uri="{FF2B5EF4-FFF2-40B4-BE49-F238E27FC236}">
                    <a16:creationId xmlns:a16="http://schemas.microsoft.com/office/drawing/2014/main" id="{0705CA28-8A61-4D46-A89A-53B1CEDA8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88" name="Oval 810">
                <a:extLst>
                  <a:ext uri="{FF2B5EF4-FFF2-40B4-BE49-F238E27FC236}">
                    <a16:creationId xmlns:a16="http://schemas.microsoft.com/office/drawing/2014/main" id="{EE8B4961-08E0-473D-ADEF-9EF159D897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89" name="Oval 811">
                <a:extLst>
                  <a:ext uri="{FF2B5EF4-FFF2-40B4-BE49-F238E27FC236}">
                    <a16:creationId xmlns:a16="http://schemas.microsoft.com/office/drawing/2014/main" id="{CF45A5DC-595C-4D5D-86A9-865DDAEEC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790" name="Oval 812">
                <a:extLst>
                  <a:ext uri="{FF2B5EF4-FFF2-40B4-BE49-F238E27FC236}">
                    <a16:creationId xmlns:a16="http://schemas.microsoft.com/office/drawing/2014/main" id="{5F3CA549-FB04-4504-8811-6150744F9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91" name="Rectangle 813">
                <a:extLst>
                  <a:ext uri="{FF2B5EF4-FFF2-40B4-BE49-F238E27FC236}">
                    <a16:creationId xmlns:a16="http://schemas.microsoft.com/office/drawing/2014/main" id="{86150E8C-8EF1-491D-9E33-6B1E59F35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37636" name="Group 814">
              <a:extLst>
                <a:ext uri="{FF2B5EF4-FFF2-40B4-BE49-F238E27FC236}">
                  <a16:creationId xmlns:a16="http://schemas.microsoft.com/office/drawing/2014/main" id="{6C2C13FB-94DC-484F-AE01-F91CFEA450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3341"/>
              <a:ext cx="143" cy="303"/>
              <a:chOff x="4140" y="429"/>
              <a:chExt cx="1425" cy="2396"/>
            </a:xfrm>
          </p:grpSpPr>
          <p:sp>
            <p:nvSpPr>
              <p:cNvPr id="237736" name="Freeform 815">
                <a:extLst>
                  <a:ext uri="{FF2B5EF4-FFF2-40B4-BE49-F238E27FC236}">
                    <a16:creationId xmlns:a16="http://schemas.microsoft.com/office/drawing/2014/main" id="{7E8E3DE3-62B7-42EF-8078-69777004C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2 w 354"/>
                  <a:gd name="T3" fmla="*/ 3 h 2742"/>
                  <a:gd name="T4" fmla="*/ 2 w 354"/>
                  <a:gd name="T5" fmla="*/ 3 h 2742"/>
                  <a:gd name="T6" fmla="*/ 0 w 354"/>
                  <a:gd name="T7" fmla="*/ 3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37" name="Rectangle 816">
                <a:extLst>
                  <a:ext uri="{FF2B5EF4-FFF2-40B4-BE49-F238E27FC236}">
                    <a16:creationId xmlns:a16="http://schemas.microsoft.com/office/drawing/2014/main" id="{83A0465A-64CC-44CF-B270-A8112139B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38" name="Freeform 817">
                <a:extLst>
                  <a:ext uri="{FF2B5EF4-FFF2-40B4-BE49-F238E27FC236}">
                    <a16:creationId xmlns:a16="http://schemas.microsoft.com/office/drawing/2014/main" id="{1AB8517D-1C37-429D-8101-098254FDE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3 h 2537"/>
                  <a:gd name="T4" fmla="*/ 2 w 211"/>
                  <a:gd name="T5" fmla="*/ 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39" name="Freeform 818">
                <a:extLst>
                  <a:ext uri="{FF2B5EF4-FFF2-40B4-BE49-F238E27FC236}">
                    <a16:creationId xmlns:a16="http://schemas.microsoft.com/office/drawing/2014/main" id="{F992C02C-D8AC-4D6C-AA60-4E18F2A158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3 h 226"/>
                  <a:gd name="T4" fmla="*/ 2 w 328"/>
                  <a:gd name="T5" fmla="*/ 3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40" name="Rectangle 819">
                <a:extLst>
                  <a:ext uri="{FF2B5EF4-FFF2-40B4-BE49-F238E27FC236}">
                    <a16:creationId xmlns:a16="http://schemas.microsoft.com/office/drawing/2014/main" id="{01FBCF9A-9859-480A-BC67-CDF750BCB2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237741" name="Group 820">
                <a:extLst>
                  <a:ext uri="{FF2B5EF4-FFF2-40B4-BE49-F238E27FC236}">
                    <a16:creationId xmlns:a16="http://schemas.microsoft.com/office/drawing/2014/main" id="{8EEAD611-40E4-4951-9938-8E3F3DEFA6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37766" name="AutoShape 821">
                  <a:extLst>
                    <a:ext uri="{FF2B5EF4-FFF2-40B4-BE49-F238E27FC236}">
                      <a16:creationId xmlns:a16="http://schemas.microsoft.com/office/drawing/2014/main" id="{AAF7D7B9-7F41-401D-A5AA-6C2E62FA91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7767" name="AutoShape 822">
                  <a:extLst>
                    <a:ext uri="{FF2B5EF4-FFF2-40B4-BE49-F238E27FC236}">
                      <a16:creationId xmlns:a16="http://schemas.microsoft.com/office/drawing/2014/main" id="{B2D4720D-B038-4E6F-86A7-193365C14E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37742" name="Rectangle 823">
                <a:extLst>
                  <a:ext uri="{FF2B5EF4-FFF2-40B4-BE49-F238E27FC236}">
                    <a16:creationId xmlns:a16="http://schemas.microsoft.com/office/drawing/2014/main" id="{E3B7D9C9-F0BF-49C1-9BA6-9BC272BEF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237743" name="Group 824">
                <a:extLst>
                  <a:ext uri="{FF2B5EF4-FFF2-40B4-BE49-F238E27FC236}">
                    <a16:creationId xmlns:a16="http://schemas.microsoft.com/office/drawing/2014/main" id="{1460315E-1AB3-4015-B5BA-1761543DD5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37764" name="AutoShape 825">
                  <a:extLst>
                    <a:ext uri="{FF2B5EF4-FFF2-40B4-BE49-F238E27FC236}">
                      <a16:creationId xmlns:a16="http://schemas.microsoft.com/office/drawing/2014/main" id="{158BD4D7-C1B9-4401-825A-FCC4DB35EA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7765" name="AutoShape 826">
                  <a:extLst>
                    <a:ext uri="{FF2B5EF4-FFF2-40B4-BE49-F238E27FC236}">
                      <a16:creationId xmlns:a16="http://schemas.microsoft.com/office/drawing/2014/main" id="{E26EDD70-11E3-4A1D-8E13-FA9A000591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37744" name="Rectangle 827">
                <a:extLst>
                  <a:ext uri="{FF2B5EF4-FFF2-40B4-BE49-F238E27FC236}">
                    <a16:creationId xmlns:a16="http://schemas.microsoft.com/office/drawing/2014/main" id="{F645CDE0-018B-4264-8EAE-1ADBE6CE5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45" name="Rectangle 828">
                <a:extLst>
                  <a:ext uri="{FF2B5EF4-FFF2-40B4-BE49-F238E27FC236}">
                    <a16:creationId xmlns:a16="http://schemas.microsoft.com/office/drawing/2014/main" id="{516E4FC2-33F9-4BF7-9E1B-72A07874DA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237746" name="Group 829">
                <a:extLst>
                  <a:ext uri="{FF2B5EF4-FFF2-40B4-BE49-F238E27FC236}">
                    <a16:creationId xmlns:a16="http://schemas.microsoft.com/office/drawing/2014/main" id="{6A3C7C0E-23C8-4D01-BC7C-F4AB40E5C9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37762" name="AutoShape 830">
                  <a:extLst>
                    <a:ext uri="{FF2B5EF4-FFF2-40B4-BE49-F238E27FC236}">
                      <a16:creationId xmlns:a16="http://schemas.microsoft.com/office/drawing/2014/main" id="{E11D3039-16EC-41B2-A57B-7DE78FF61B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7763" name="AutoShape 831">
                  <a:extLst>
                    <a:ext uri="{FF2B5EF4-FFF2-40B4-BE49-F238E27FC236}">
                      <a16:creationId xmlns:a16="http://schemas.microsoft.com/office/drawing/2014/main" id="{18A0683C-8C48-4A89-97D1-F4DA31CB53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37747" name="Freeform 832">
                <a:extLst>
                  <a:ext uri="{FF2B5EF4-FFF2-40B4-BE49-F238E27FC236}">
                    <a16:creationId xmlns:a16="http://schemas.microsoft.com/office/drawing/2014/main" id="{65F56B25-411E-4330-A43F-033119306E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2 w 328"/>
                  <a:gd name="T3" fmla="*/ 2 h 226"/>
                  <a:gd name="T4" fmla="*/ 2 w 328"/>
                  <a:gd name="T5" fmla="*/ 2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37748" name="Group 833">
                <a:extLst>
                  <a:ext uri="{FF2B5EF4-FFF2-40B4-BE49-F238E27FC236}">
                    <a16:creationId xmlns:a16="http://schemas.microsoft.com/office/drawing/2014/main" id="{B1210FD7-F917-4727-A879-79112FC063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37760" name="AutoShape 834">
                  <a:extLst>
                    <a:ext uri="{FF2B5EF4-FFF2-40B4-BE49-F238E27FC236}">
                      <a16:creationId xmlns:a16="http://schemas.microsoft.com/office/drawing/2014/main" id="{40893C5D-D4B0-4E82-B4A0-8127431165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7761" name="AutoShape 835">
                  <a:extLst>
                    <a:ext uri="{FF2B5EF4-FFF2-40B4-BE49-F238E27FC236}">
                      <a16:creationId xmlns:a16="http://schemas.microsoft.com/office/drawing/2014/main" id="{F2F34AE2-38F3-4A94-BBC6-C0A0C95D2D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lnSpc>
                      <a:spcPct val="100000"/>
                    </a:lnSpc>
                    <a:buClr>
                      <a:schemeClr val="accent2"/>
                    </a:buClr>
                    <a:buSzPct val="85000"/>
                    <a:buFont typeface="ZapfDingbats" pitchFamily="82" charset="2"/>
                    <a:buNone/>
                  </a:pPr>
                  <a:endParaRPr lang="zh-TW" altLang="zh-TW" sz="20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37749" name="Rectangle 836">
                <a:extLst>
                  <a:ext uri="{FF2B5EF4-FFF2-40B4-BE49-F238E27FC236}">
                    <a16:creationId xmlns:a16="http://schemas.microsoft.com/office/drawing/2014/main" id="{59DE1277-C7DC-4BA1-99B1-7622A7F3F6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50" name="Freeform 837">
                <a:extLst>
                  <a:ext uri="{FF2B5EF4-FFF2-40B4-BE49-F238E27FC236}">
                    <a16:creationId xmlns:a16="http://schemas.microsoft.com/office/drawing/2014/main" id="{7BE29DCB-5961-4ABE-A24B-BFCA4B6C14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2 w 296"/>
                  <a:gd name="T3" fmla="*/ 2 h 256"/>
                  <a:gd name="T4" fmla="*/ 2 w 296"/>
                  <a:gd name="T5" fmla="*/ 2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51" name="Freeform 838">
                <a:extLst>
                  <a:ext uri="{FF2B5EF4-FFF2-40B4-BE49-F238E27FC236}">
                    <a16:creationId xmlns:a16="http://schemas.microsoft.com/office/drawing/2014/main" id="{A12CCAF1-A219-4CAB-9371-384267A65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2 w 304"/>
                  <a:gd name="T3" fmla="*/ 2 h 288"/>
                  <a:gd name="T4" fmla="*/ 2 w 304"/>
                  <a:gd name="T5" fmla="*/ 2 h 288"/>
                  <a:gd name="T6" fmla="*/ 2 w 304"/>
                  <a:gd name="T7" fmla="*/ 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52" name="Oval 839">
                <a:extLst>
                  <a:ext uri="{FF2B5EF4-FFF2-40B4-BE49-F238E27FC236}">
                    <a16:creationId xmlns:a16="http://schemas.microsoft.com/office/drawing/2014/main" id="{4089B168-D39A-44CF-861A-DB5D11226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53" name="Freeform 840">
                <a:extLst>
                  <a:ext uri="{FF2B5EF4-FFF2-40B4-BE49-F238E27FC236}">
                    <a16:creationId xmlns:a16="http://schemas.microsoft.com/office/drawing/2014/main" id="{708196CA-7446-4DD2-A9FB-1F92EC953E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3 h 240"/>
                  <a:gd name="T4" fmla="*/ 2 w 306"/>
                  <a:gd name="T5" fmla="*/ 3 h 240"/>
                  <a:gd name="T6" fmla="*/ 2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54" name="AutoShape 841">
                <a:extLst>
                  <a:ext uri="{FF2B5EF4-FFF2-40B4-BE49-F238E27FC236}">
                    <a16:creationId xmlns:a16="http://schemas.microsoft.com/office/drawing/2014/main" id="{2E0039AA-8355-4736-8983-08FEBA7A3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55" name="AutoShape 842">
                <a:extLst>
                  <a:ext uri="{FF2B5EF4-FFF2-40B4-BE49-F238E27FC236}">
                    <a16:creationId xmlns:a16="http://schemas.microsoft.com/office/drawing/2014/main" id="{FC478BC1-E476-4A3E-98B5-CB50BCE935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56" name="Oval 843">
                <a:extLst>
                  <a:ext uri="{FF2B5EF4-FFF2-40B4-BE49-F238E27FC236}">
                    <a16:creationId xmlns:a16="http://schemas.microsoft.com/office/drawing/2014/main" id="{2FA847BF-DD03-4D71-8A93-A8C0A3E03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57" name="Oval 844">
                <a:extLst>
                  <a:ext uri="{FF2B5EF4-FFF2-40B4-BE49-F238E27FC236}">
                    <a16:creationId xmlns:a16="http://schemas.microsoft.com/office/drawing/2014/main" id="{92E603A1-49F1-4E41-8F5F-72C34E2020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180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7758" name="Oval 845">
                <a:extLst>
                  <a:ext uri="{FF2B5EF4-FFF2-40B4-BE49-F238E27FC236}">
                    <a16:creationId xmlns:a16="http://schemas.microsoft.com/office/drawing/2014/main" id="{918CD150-F31D-4E42-A740-4A11355EF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7759" name="Rectangle 846">
                <a:extLst>
                  <a:ext uri="{FF2B5EF4-FFF2-40B4-BE49-F238E27FC236}">
                    <a16:creationId xmlns:a16="http://schemas.microsoft.com/office/drawing/2014/main" id="{3A617650-5CEF-4203-8C6F-32ACBEA30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37637" name="Group 847">
              <a:extLst>
                <a:ext uri="{FF2B5EF4-FFF2-40B4-BE49-F238E27FC236}">
                  <a16:creationId xmlns:a16="http://schemas.microsoft.com/office/drawing/2014/main" id="{245C83F1-58CF-44D0-9AA8-1127980DE9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0" y="1287"/>
              <a:ext cx="337" cy="257"/>
              <a:chOff x="877" y="1008"/>
              <a:chExt cx="2747" cy="2591"/>
            </a:xfrm>
          </p:grpSpPr>
          <p:pic>
            <p:nvPicPr>
              <p:cNvPr id="237713" name="Picture 848" descr="antenna_stylized">
                <a:extLst>
                  <a:ext uri="{FF2B5EF4-FFF2-40B4-BE49-F238E27FC236}">
                    <a16:creationId xmlns:a16="http://schemas.microsoft.com/office/drawing/2014/main" id="{C90B4DC8-9997-454B-99EF-5130DAF6FD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7714" name="Picture 849" descr="laptop_keyboard">
                <a:extLst>
                  <a:ext uri="{FF2B5EF4-FFF2-40B4-BE49-F238E27FC236}">
                    <a16:creationId xmlns:a16="http://schemas.microsoft.com/office/drawing/2014/main" id="{D48D7DE0-27DC-45CD-BFB7-A9166EB6F9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7715" name="Freeform 850">
                <a:extLst>
                  <a:ext uri="{FF2B5EF4-FFF2-40B4-BE49-F238E27FC236}">
                    <a16:creationId xmlns:a16="http://schemas.microsoft.com/office/drawing/2014/main" id="{F1C13F6E-336F-4F51-9557-A5E298E877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237716" name="Picture 851" descr="screen">
                <a:extLst>
                  <a:ext uri="{FF2B5EF4-FFF2-40B4-BE49-F238E27FC236}">
                    <a16:creationId xmlns:a16="http://schemas.microsoft.com/office/drawing/2014/main" id="{C5527B77-664D-41A9-9D56-93D607C390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7717" name="Freeform 852">
                <a:extLst>
                  <a:ext uri="{FF2B5EF4-FFF2-40B4-BE49-F238E27FC236}">
                    <a16:creationId xmlns:a16="http://schemas.microsoft.com/office/drawing/2014/main" id="{1C336407-3FCB-43C5-AB82-3AE82DC31B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18" name="Freeform 853">
                <a:extLst>
                  <a:ext uri="{FF2B5EF4-FFF2-40B4-BE49-F238E27FC236}">
                    <a16:creationId xmlns:a16="http://schemas.microsoft.com/office/drawing/2014/main" id="{E74E37E9-6D90-4DA7-8484-34D970641A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19" name="Freeform 854">
                <a:extLst>
                  <a:ext uri="{FF2B5EF4-FFF2-40B4-BE49-F238E27FC236}">
                    <a16:creationId xmlns:a16="http://schemas.microsoft.com/office/drawing/2014/main" id="{106B5487-A176-430C-9459-FF7BA26502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20" name="Freeform 855">
                <a:extLst>
                  <a:ext uri="{FF2B5EF4-FFF2-40B4-BE49-F238E27FC236}">
                    <a16:creationId xmlns:a16="http://schemas.microsoft.com/office/drawing/2014/main" id="{A3A587FB-CFA9-41CB-829C-D816336D1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21" name="Freeform 856">
                <a:extLst>
                  <a:ext uri="{FF2B5EF4-FFF2-40B4-BE49-F238E27FC236}">
                    <a16:creationId xmlns:a16="http://schemas.microsoft.com/office/drawing/2014/main" id="{F34C1DA5-5CD1-492F-B813-5D655E826A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22" name="Freeform 857">
                <a:extLst>
                  <a:ext uri="{FF2B5EF4-FFF2-40B4-BE49-F238E27FC236}">
                    <a16:creationId xmlns:a16="http://schemas.microsoft.com/office/drawing/2014/main" id="{04E78F3A-2AE7-464C-A696-BB7AEB3996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37723" name="Group 858">
                <a:extLst>
                  <a:ext uri="{FF2B5EF4-FFF2-40B4-BE49-F238E27FC236}">
                    <a16:creationId xmlns:a16="http://schemas.microsoft.com/office/drawing/2014/main" id="{7E342FB1-1312-43D4-AEBB-26492B376C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37730" name="Freeform 859">
                  <a:extLst>
                    <a:ext uri="{FF2B5EF4-FFF2-40B4-BE49-F238E27FC236}">
                      <a16:creationId xmlns:a16="http://schemas.microsoft.com/office/drawing/2014/main" id="{A34CAE34-5C83-4F33-AB31-D93400BF0A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731" name="Freeform 860">
                  <a:extLst>
                    <a:ext uri="{FF2B5EF4-FFF2-40B4-BE49-F238E27FC236}">
                      <a16:creationId xmlns:a16="http://schemas.microsoft.com/office/drawing/2014/main" id="{688759E3-0F1A-4414-8C72-6BC21BE99C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732" name="Freeform 861">
                  <a:extLst>
                    <a:ext uri="{FF2B5EF4-FFF2-40B4-BE49-F238E27FC236}">
                      <a16:creationId xmlns:a16="http://schemas.microsoft.com/office/drawing/2014/main" id="{E3BD2C9C-2E32-479C-96E9-8AB0399835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733" name="Freeform 862">
                  <a:extLst>
                    <a:ext uri="{FF2B5EF4-FFF2-40B4-BE49-F238E27FC236}">
                      <a16:creationId xmlns:a16="http://schemas.microsoft.com/office/drawing/2014/main" id="{2FC689B5-8750-49F6-8560-A623EABD48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734" name="Freeform 863">
                  <a:extLst>
                    <a:ext uri="{FF2B5EF4-FFF2-40B4-BE49-F238E27FC236}">
                      <a16:creationId xmlns:a16="http://schemas.microsoft.com/office/drawing/2014/main" id="{03DA99C0-F009-4174-8811-C1D1521244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735" name="Freeform 864">
                  <a:extLst>
                    <a:ext uri="{FF2B5EF4-FFF2-40B4-BE49-F238E27FC236}">
                      <a16:creationId xmlns:a16="http://schemas.microsoft.com/office/drawing/2014/main" id="{5E4E4D52-77C1-4EAD-86FB-EEE1AD474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724" name="Freeform 865">
                <a:extLst>
                  <a:ext uri="{FF2B5EF4-FFF2-40B4-BE49-F238E27FC236}">
                    <a16:creationId xmlns:a16="http://schemas.microsoft.com/office/drawing/2014/main" id="{493BC0A7-DEA6-430D-B8C9-8D51092F7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25" name="Freeform 866">
                <a:extLst>
                  <a:ext uri="{FF2B5EF4-FFF2-40B4-BE49-F238E27FC236}">
                    <a16:creationId xmlns:a16="http://schemas.microsoft.com/office/drawing/2014/main" id="{5885F0F0-E65C-40FF-AC51-00AEF9CB48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26" name="Freeform 867">
                <a:extLst>
                  <a:ext uri="{FF2B5EF4-FFF2-40B4-BE49-F238E27FC236}">
                    <a16:creationId xmlns:a16="http://schemas.microsoft.com/office/drawing/2014/main" id="{C2A65F39-10FE-4E36-A736-D1C3C0B8BB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27" name="Freeform 868">
                <a:extLst>
                  <a:ext uri="{FF2B5EF4-FFF2-40B4-BE49-F238E27FC236}">
                    <a16:creationId xmlns:a16="http://schemas.microsoft.com/office/drawing/2014/main" id="{26D75F00-0E25-4E23-B901-ABE160892D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28" name="Freeform 869">
                <a:extLst>
                  <a:ext uri="{FF2B5EF4-FFF2-40B4-BE49-F238E27FC236}">
                    <a16:creationId xmlns:a16="http://schemas.microsoft.com/office/drawing/2014/main" id="{796EDF56-DD94-428C-A00A-509A4DBB42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29" name="Freeform 870">
                <a:extLst>
                  <a:ext uri="{FF2B5EF4-FFF2-40B4-BE49-F238E27FC236}">
                    <a16:creationId xmlns:a16="http://schemas.microsoft.com/office/drawing/2014/main" id="{E423A2F1-F6E9-4664-8410-C6F3CD38531E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37638" name="Group 871">
              <a:extLst>
                <a:ext uri="{FF2B5EF4-FFF2-40B4-BE49-F238E27FC236}">
                  <a16:creationId xmlns:a16="http://schemas.microsoft.com/office/drawing/2014/main" id="{8A7852CB-D195-40CF-A8C2-27D4F3FC12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9" y="3456"/>
              <a:ext cx="299" cy="257"/>
              <a:chOff x="877" y="1008"/>
              <a:chExt cx="2747" cy="2591"/>
            </a:xfrm>
          </p:grpSpPr>
          <p:pic>
            <p:nvPicPr>
              <p:cNvPr id="237690" name="Picture 872" descr="antenna_stylized">
                <a:extLst>
                  <a:ext uri="{FF2B5EF4-FFF2-40B4-BE49-F238E27FC236}">
                    <a16:creationId xmlns:a16="http://schemas.microsoft.com/office/drawing/2014/main" id="{831C444A-B85B-478D-97A9-E1E025E809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7691" name="Picture 873" descr="laptop_keyboard">
                <a:extLst>
                  <a:ext uri="{FF2B5EF4-FFF2-40B4-BE49-F238E27FC236}">
                    <a16:creationId xmlns:a16="http://schemas.microsoft.com/office/drawing/2014/main" id="{62FDB833-EA5D-4334-8D78-BA57888024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7692" name="Freeform 874">
                <a:extLst>
                  <a:ext uri="{FF2B5EF4-FFF2-40B4-BE49-F238E27FC236}">
                    <a16:creationId xmlns:a16="http://schemas.microsoft.com/office/drawing/2014/main" id="{A2F0408B-B9D8-4601-AC3D-C292EA9EB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237693" name="Picture 875" descr="screen">
                <a:extLst>
                  <a:ext uri="{FF2B5EF4-FFF2-40B4-BE49-F238E27FC236}">
                    <a16:creationId xmlns:a16="http://schemas.microsoft.com/office/drawing/2014/main" id="{0CB9D51D-E9A2-403F-9E02-D8E3E36FFC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7694" name="Freeform 876">
                <a:extLst>
                  <a:ext uri="{FF2B5EF4-FFF2-40B4-BE49-F238E27FC236}">
                    <a16:creationId xmlns:a16="http://schemas.microsoft.com/office/drawing/2014/main" id="{F6EBE7B5-1312-4545-BBA6-3CC9C8FBDA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95" name="Freeform 877">
                <a:extLst>
                  <a:ext uri="{FF2B5EF4-FFF2-40B4-BE49-F238E27FC236}">
                    <a16:creationId xmlns:a16="http://schemas.microsoft.com/office/drawing/2014/main" id="{CE8408F4-13D0-4962-948C-C5EB7E26A0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96" name="Freeform 878">
                <a:extLst>
                  <a:ext uri="{FF2B5EF4-FFF2-40B4-BE49-F238E27FC236}">
                    <a16:creationId xmlns:a16="http://schemas.microsoft.com/office/drawing/2014/main" id="{FB638026-EE53-4669-B234-E2C478A2C1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97" name="Freeform 879">
                <a:extLst>
                  <a:ext uri="{FF2B5EF4-FFF2-40B4-BE49-F238E27FC236}">
                    <a16:creationId xmlns:a16="http://schemas.microsoft.com/office/drawing/2014/main" id="{48544AD8-DB3A-42C8-93EA-262DC101B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98" name="Freeform 880">
                <a:extLst>
                  <a:ext uri="{FF2B5EF4-FFF2-40B4-BE49-F238E27FC236}">
                    <a16:creationId xmlns:a16="http://schemas.microsoft.com/office/drawing/2014/main" id="{1E823233-547F-454C-AC15-8D3D9A74BC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99" name="Freeform 881">
                <a:extLst>
                  <a:ext uri="{FF2B5EF4-FFF2-40B4-BE49-F238E27FC236}">
                    <a16:creationId xmlns:a16="http://schemas.microsoft.com/office/drawing/2014/main" id="{6059FCF1-6F04-4478-A623-6B86537669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37700" name="Group 882">
                <a:extLst>
                  <a:ext uri="{FF2B5EF4-FFF2-40B4-BE49-F238E27FC236}">
                    <a16:creationId xmlns:a16="http://schemas.microsoft.com/office/drawing/2014/main" id="{C7109590-F617-4EFF-AC34-CCC4C8D794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37707" name="Freeform 883">
                  <a:extLst>
                    <a:ext uri="{FF2B5EF4-FFF2-40B4-BE49-F238E27FC236}">
                      <a16:creationId xmlns:a16="http://schemas.microsoft.com/office/drawing/2014/main" id="{C4E906D1-A0E2-40F8-B77D-E84EF03D58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708" name="Freeform 884">
                  <a:extLst>
                    <a:ext uri="{FF2B5EF4-FFF2-40B4-BE49-F238E27FC236}">
                      <a16:creationId xmlns:a16="http://schemas.microsoft.com/office/drawing/2014/main" id="{F4C6B13D-E7EC-4C44-A495-BD30E47C9B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709" name="Freeform 885">
                  <a:extLst>
                    <a:ext uri="{FF2B5EF4-FFF2-40B4-BE49-F238E27FC236}">
                      <a16:creationId xmlns:a16="http://schemas.microsoft.com/office/drawing/2014/main" id="{733CE9F0-3728-4D22-8473-09856B7087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710" name="Freeform 886">
                  <a:extLst>
                    <a:ext uri="{FF2B5EF4-FFF2-40B4-BE49-F238E27FC236}">
                      <a16:creationId xmlns:a16="http://schemas.microsoft.com/office/drawing/2014/main" id="{89D37C18-F145-4E68-BBDD-0795C78F36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711" name="Freeform 887">
                  <a:extLst>
                    <a:ext uri="{FF2B5EF4-FFF2-40B4-BE49-F238E27FC236}">
                      <a16:creationId xmlns:a16="http://schemas.microsoft.com/office/drawing/2014/main" id="{78C83640-51B6-49B1-94F3-AD2C4F4DA9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712" name="Freeform 888">
                  <a:extLst>
                    <a:ext uri="{FF2B5EF4-FFF2-40B4-BE49-F238E27FC236}">
                      <a16:creationId xmlns:a16="http://schemas.microsoft.com/office/drawing/2014/main" id="{171B073E-731F-4732-946B-D770099D01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701" name="Freeform 889">
                <a:extLst>
                  <a:ext uri="{FF2B5EF4-FFF2-40B4-BE49-F238E27FC236}">
                    <a16:creationId xmlns:a16="http://schemas.microsoft.com/office/drawing/2014/main" id="{5A34ED25-F59F-4F50-93C9-E696A85AF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02" name="Freeform 890">
                <a:extLst>
                  <a:ext uri="{FF2B5EF4-FFF2-40B4-BE49-F238E27FC236}">
                    <a16:creationId xmlns:a16="http://schemas.microsoft.com/office/drawing/2014/main" id="{7582B1F6-C63F-41CC-BDD2-F5553FB96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03" name="Freeform 891">
                <a:extLst>
                  <a:ext uri="{FF2B5EF4-FFF2-40B4-BE49-F238E27FC236}">
                    <a16:creationId xmlns:a16="http://schemas.microsoft.com/office/drawing/2014/main" id="{8047B72F-4F52-419C-84BD-286778C636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04" name="Freeform 892">
                <a:extLst>
                  <a:ext uri="{FF2B5EF4-FFF2-40B4-BE49-F238E27FC236}">
                    <a16:creationId xmlns:a16="http://schemas.microsoft.com/office/drawing/2014/main" id="{79A0717A-D617-42EE-9D01-D48A6C1DF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05" name="Freeform 893">
                <a:extLst>
                  <a:ext uri="{FF2B5EF4-FFF2-40B4-BE49-F238E27FC236}">
                    <a16:creationId xmlns:a16="http://schemas.microsoft.com/office/drawing/2014/main" id="{03363BE3-737C-4D39-9ACF-BE99F0939E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706" name="Freeform 894">
                <a:extLst>
                  <a:ext uri="{FF2B5EF4-FFF2-40B4-BE49-F238E27FC236}">
                    <a16:creationId xmlns:a16="http://schemas.microsoft.com/office/drawing/2014/main" id="{6CFBFF67-85A7-4A55-9A5B-12DF4DB552D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37639" name="Group 895">
              <a:extLst>
                <a:ext uri="{FF2B5EF4-FFF2-40B4-BE49-F238E27FC236}">
                  <a16:creationId xmlns:a16="http://schemas.microsoft.com/office/drawing/2014/main" id="{ADBD1D99-9A82-4F27-AE75-121625FD2F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3" y="1916"/>
              <a:ext cx="280" cy="257"/>
              <a:chOff x="877" y="1008"/>
              <a:chExt cx="2747" cy="2591"/>
            </a:xfrm>
          </p:grpSpPr>
          <p:pic>
            <p:nvPicPr>
              <p:cNvPr id="237667" name="Picture 896" descr="antenna_stylized">
                <a:extLst>
                  <a:ext uri="{FF2B5EF4-FFF2-40B4-BE49-F238E27FC236}">
                    <a16:creationId xmlns:a16="http://schemas.microsoft.com/office/drawing/2014/main" id="{ACF6E36F-37E0-44F7-8060-6787137301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7668" name="Picture 897" descr="laptop_keyboard">
                <a:extLst>
                  <a:ext uri="{FF2B5EF4-FFF2-40B4-BE49-F238E27FC236}">
                    <a16:creationId xmlns:a16="http://schemas.microsoft.com/office/drawing/2014/main" id="{AC8655F2-123D-4B1A-8BDC-CE4DFF190C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7669" name="Freeform 898">
                <a:extLst>
                  <a:ext uri="{FF2B5EF4-FFF2-40B4-BE49-F238E27FC236}">
                    <a16:creationId xmlns:a16="http://schemas.microsoft.com/office/drawing/2014/main" id="{8ECF8C1E-7F12-4F3A-A6E6-C3C7B099BE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237670" name="Picture 899" descr="screen">
                <a:extLst>
                  <a:ext uri="{FF2B5EF4-FFF2-40B4-BE49-F238E27FC236}">
                    <a16:creationId xmlns:a16="http://schemas.microsoft.com/office/drawing/2014/main" id="{38D30C29-0C67-46CC-B7F2-1D02128700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7671" name="Freeform 900">
                <a:extLst>
                  <a:ext uri="{FF2B5EF4-FFF2-40B4-BE49-F238E27FC236}">
                    <a16:creationId xmlns:a16="http://schemas.microsoft.com/office/drawing/2014/main" id="{C78DBABD-D7D6-4500-B84C-5F2A43DC20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72" name="Freeform 901">
                <a:extLst>
                  <a:ext uri="{FF2B5EF4-FFF2-40B4-BE49-F238E27FC236}">
                    <a16:creationId xmlns:a16="http://schemas.microsoft.com/office/drawing/2014/main" id="{60BEADF1-D4F6-4A3F-953D-ADD235774D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73" name="Freeform 902">
                <a:extLst>
                  <a:ext uri="{FF2B5EF4-FFF2-40B4-BE49-F238E27FC236}">
                    <a16:creationId xmlns:a16="http://schemas.microsoft.com/office/drawing/2014/main" id="{DECC6BD4-0254-4AD3-9153-2502A4363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74" name="Freeform 903">
                <a:extLst>
                  <a:ext uri="{FF2B5EF4-FFF2-40B4-BE49-F238E27FC236}">
                    <a16:creationId xmlns:a16="http://schemas.microsoft.com/office/drawing/2014/main" id="{EE2A0415-B3C9-40EC-A1D9-A9EB3072DB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75" name="Freeform 904">
                <a:extLst>
                  <a:ext uri="{FF2B5EF4-FFF2-40B4-BE49-F238E27FC236}">
                    <a16:creationId xmlns:a16="http://schemas.microsoft.com/office/drawing/2014/main" id="{DFF2536D-6887-49D5-955C-11D4C17220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76" name="Freeform 905">
                <a:extLst>
                  <a:ext uri="{FF2B5EF4-FFF2-40B4-BE49-F238E27FC236}">
                    <a16:creationId xmlns:a16="http://schemas.microsoft.com/office/drawing/2014/main" id="{EA9FBA91-1D16-49E6-81E8-287CEC4332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37677" name="Group 906">
                <a:extLst>
                  <a:ext uri="{FF2B5EF4-FFF2-40B4-BE49-F238E27FC236}">
                    <a16:creationId xmlns:a16="http://schemas.microsoft.com/office/drawing/2014/main" id="{3B958DA4-8401-4D06-B979-400899A2E9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37684" name="Freeform 907">
                  <a:extLst>
                    <a:ext uri="{FF2B5EF4-FFF2-40B4-BE49-F238E27FC236}">
                      <a16:creationId xmlns:a16="http://schemas.microsoft.com/office/drawing/2014/main" id="{6D3BF38D-3CE6-46A9-8921-5BD9A36AC4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685" name="Freeform 908">
                  <a:extLst>
                    <a:ext uri="{FF2B5EF4-FFF2-40B4-BE49-F238E27FC236}">
                      <a16:creationId xmlns:a16="http://schemas.microsoft.com/office/drawing/2014/main" id="{370317B7-E4A1-4BA3-B74D-107216DA3B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686" name="Freeform 909">
                  <a:extLst>
                    <a:ext uri="{FF2B5EF4-FFF2-40B4-BE49-F238E27FC236}">
                      <a16:creationId xmlns:a16="http://schemas.microsoft.com/office/drawing/2014/main" id="{2700EFAA-EE28-4EB7-9301-4966770D9F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687" name="Freeform 910">
                  <a:extLst>
                    <a:ext uri="{FF2B5EF4-FFF2-40B4-BE49-F238E27FC236}">
                      <a16:creationId xmlns:a16="http://schemas.microsoft.com/office/drawing/2014/main" id="{8B48954D-063F-419C-83F5-5008F31E0F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688" name="Freeform 911">
                  <a:extLst>
                    <a:ext uri="{FF2B5EF4-FFF2-40B4-BE49-F238E27FC236}">
                      <a16:creationId xmlns:a16="http://schemas.microsoft.com/office/drawing/2014/main" id="{041E848F-6B8E-45BD-B9CF-04EB5AEA21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689" name="Freeform 912">
                  <a:extLst>
                    <a:ext uri="{FF2B5EF4-FFF2-40B4-BE49-F238E27FC236}">
                      <a16:creationId xmlns:a16="http://schemas.microsoft.com/office/drawing/2014/main" id="{1BB3618C-AACB-4F45-9265-F8DED2909C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678" name="Freeform 913">
                <a:extLst>
                  <a:ext uri="{FF2B5EF4-FFF2-40B4-BE49-F238E27FC236}">
                    <a16:creationId xmlns:a16="http://schemas.microsoft.com/office/drawing/2014/main" id="{69DAF5B1-F5A9-45E2-804B-3CB2121FF5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79" name="Freeform 914">
                <a:extLst>
                  <a:ext uri="{FF2B5EF4-FFF2-40B4-BE49-F238E27FC236}">
                    <a16:creationId xmlns:a16="http://schemas.microsoft.com/office/drawing/2014/main" id="{281F6379-F37D-4D7C-BCFA-FDC4461A63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80" name="Freeform 915">
                <a:extLst>
                  <a:ext uri="{FF2B5EF4-FFF2-40B4-BE49-F238E27FC236}">
                    <a16:creationId xmlns:a16="http://schemas.microsoft.com/office/drawing/2014/main" id="{AE2FD7B9-8A74-4729-B656-885E860E1A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81" name="Freeform 916">
                <a:extLst>
                  <a:ext uri="{FF2B5EF4-FFF2-40B4-BE49-F238E27FC236}">
                    <a16:creationId xmlns:a16="http://schemas.microsoft.com/office/drawing/2014/main" id="{E30E43BB-B3DA-4750-AD56-B24B7C5972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82" name="Freeform 917">
                <a:extLst>
                  <a:ext uri="{FF2B5EF4-FFF2-40B4-BE49-F238E27FC236}">
                    <a16:creationId xmlns:a16="http://schemas.microsoft.com/office/drawing/2014/main" id="{0FEB9924-0DA4-4FB5-8C78-FB0104EB62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83" name="Freeform 918">
                <a:extLst>
                  <a:ext uri="{FF2B5EF4-FFF2-40B4-BE49-F238E27FC236}">
                    <a16:creationId xmlns:a16="http://schemas.microsoft.com/office/drawing/2014/main" id="{0A27FA91-083A-4E5E-AD4B-89203DBDDC42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37640" name="Group 919">
              <a:extLst>
                <a:ext uri="{FF2B5EF4-FFF2-40B4-BE49-F238E27FC236}">
                  <a16:creationId xmlns:a16="http://schemas.microsoft.com/office/drawing/2014/main" id="{55964C48-CBFB-469E-A775-1F970C1917F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3742" y="2030"/>
              <a:ext cx="261" cy="235"/>
              <a:chOff x="2839" y="3501"/>
              <a:chExt cx="755" cy="803"/>
            </a:xfrm>
          </p:grpSpPr>
          <p:pic>
            <p:nvPicPr>
              <p:cNvPr id="237665" name="Picture 920" descr="desktop_computer_stylized_medium">
                <a:extLst>
                  <a:ext uri="{FF2B5EF4-FFF2-40B4-BE49-F238E27FC236}">
                    <a16:creationId xmlns:a16="http://schemas.microsoft.com/office/drawing/2014/main" id="{375FC44A-A554-41CC-B539-2E02EA23B6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7666" name="Freeform 921">
                <a:extLst>
                  <a:ext uri="{FF2B5EF4-FFF2-40B4-BE49-F238E27FC236}">
                    <a16:creationId xmlns:a16="http://schemas.microsoft.com/office/drawing/2014/main" id="{C99FFBF8-F881-431E-886C-D6F2078DEA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237641" name="Group 922">
              <a:extLst>
                <a:ext uri="{FF2B5EF4-FFF2-40B4-BE49-F238E27FC236}">
                  <a16:creationId xmlns:a16="http://schemas.microsoft.com/office/drawing/2014/main" id="{30C15864-9E13-47B6-8433-E35160BCFD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3" y="3416"/>
              <a:ext cx="299" cy="257"/>
              <a:chOff x="877" y="1008"/>
              <a:chExt cx="2747" cy="2591"/>
            </a:xfrm>
          </p:grpSpPr>
          <p:pic>
            <p:nvPicPr>
              <p:cNvPr id="237642" name="Picture 923" descr="antenna_stylized">
                <a:extLst>
                  <a:ext uri="{FF2B5EF4-FFF2-40B4-BE49-F238E27FC236}">
                    <a16:creationId xmlns:a16="http://schemas.microsoft.com/office/drawing/2014/main" id="{D4F0D0C1-D5D8-4418-8A42-363669225D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7" y="1008"/>
                <a:ext cx="2725" cy="14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37643" name="Picture 924" descr="laptop_keyboard">
                <a:extLst>
                  <a:ext uri="{FF2B5EF4-FFF2-40B4-BE49-F238E27FC236}">
                    <a16:creationId xmlns:a16="http://schemas.microsoft.com/office/drawing/2014/main" id="{70F9671C-5057-43D5-8209-27FF1E1AFC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1009" y="2586"/>
                <a:ext cx="2245" cy="1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7644" name="Freeform 925">
                <a:extLst>
                  <a:ext uri="{FF2B5EF4-FFF2-40B4-BE49-F238E27FC236}">
                    <a16:creationId xmlns:a16="http://schemas.microsoft.com/office/drawing/2014/main" id="{48D0F292-B1FC-41F9-9A0A-6F6FF13AB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3" y="1603"/>
                <a:ext cx="1807" cy="1322"/>
              </a:xfrm>
              <a:custGeom>
                <a:avLst/>
                <a:gdLst>
                  <a:gd name="T0" fmla="*/ 1 w 2982"/>
                  <a:gd name="T1" fmla="*/ 0 h 2442"/>
                  <a:gd name="T2" fmla="*/ 0 w 2982"/>
                  <a:gd name="T3" fmla="*/ 1 h 2442"/>
                  <a:gd name="T4" fmla="*/ 1 w 2982"/>
                  <a:gd name="T5" fmla="*/ 1 h 2442"/>
                  <a:gd name="T6" fmla="*/ 1 w 2982"/>
                  <a:gd name="T7" fmla="*/ 1 h 2442"/>
                  <a:gd name="T8" fmla="*/ 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HK" altLang="en-US"/>
              </a:p>
            </p:txBody>
          </p:sp>
          <p:pic>
            <p:nvPicPr>
              <p:cNvPr id="237645" name="Picture 926" descr="screen">
                <a:extLst>
                  <a:ext uri="{FF2B5EF4-FFF2-40B4-BE49-F238E27FC236}">
                    <a16:creationId xmlns:a16="http://schemas.microsoft.com/office/drawing/2014/main" id="{4E900252-427D-4602-9AFA-51904F5EF9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42" y="1637"/>
                <a:ext cx="1642" cy="1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7646" name="Freeform 927">
                <a:extLst>
                  <a:ext uri="{FF2B5EF4-FFF2-40B4-BE49-F238E27FC236}">
                    <a16:creationId xmlns:a16="http://schemas.microsoft.com/office/drawing/2014/main" id="{EFB262A5-1E65-4519-AAD0-E3C1F8EFD4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2" y="1564"/>
                <a:ext cx="1531" cy="246"/>
              </a:xfrm>
              <a:custGeom>
                <a:avLst/>
                <a:gdLst>
                  <a:gd name="T0" fmla="*/ 1 w 2528"/>
                  <a:gd name="T1" fmla="*/ 0 h 455"/>
                  <a:gd name="T2" fmla="*/ 1 w 2528"/>
                  <a:gd name="T3" fmla="*/ 1 h 455"/>
                  <a:gd name="T4" fmla="*/ 1 w 2528"/>
                  <a:gd name="T5" fmla="*/ 1 h 455"/>
                  <a:gd name="T6" fmla="*/ 0 w 2528"/>
                  <a:gd name="T7" fmla="*/ 1 h 455"/>
                  <a:gd name="T8" fmla="*/ 1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47" name="Freeform 928">
                <a:extLst>
                  <a:ext uri="{FF2B5EF4-FFF2-40B4-BE49-F238E27FC236}">
                    <a16:creationId xmlns:a16="http://schemas.microsoft.com/office/drawing/2014/main" id="{D3D330D2-3B5C-490E-BDAF-79E1AB6632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1562"/>
                <a:ext cx="425" cy="1024"/>
              </a:xfrm>
              <a:custGeom>
                <a:avLst/>
                <a:gdLst>
                  <a:gd name="T0" fmla="*/ 1 w 702"/>
                  <a:gd name="T1" fmla="*/ 0 h 1893"/>
                  <a:gd name="T2" fmla="*/ 0 w 702"/>
                  <a:gd name="T3" fmla="*/ 1 h 1893"/>
                  <a:gd name="T4" fmla="*/ 1 w 702"/>
                  <a:gd name="T5" fmla="*/ 1 h 1893"/>
                  <a:gd name="T6" fmla="*/ 1 w 702"/>
                  <a:gd name="T7" fmla="*/ 1 h 1893"/>
                  <a:gd name="T8" fmla="*/ 1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48" name="Freeform 929">
                <a:extLst>
                  <a:ext uri="{FF2B5EF4-FFF2-40B4-BE49-F238E27FC236}">
                    <a16:creationId xmlns:a16="http://schemas.microsoft.com/office/drawing/2014/main" id="{9AFA72CC-2C55-4C7A-AB8E-92993180B7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4" y="1745"/>
                <a:ext cx="458" cy="1182"/>
              </a:xfrm>
              <a:custGeom>
                <a:avLst/>
                <a:gdLst>
                  <a:gd name="T0" fmla="*/ 1 w 756"/>
                  <a:gd name="T1" fmla="*/ 0 h 2184"/>
                  <a:gd name="T2" fmla="*/ 1 w 756"/>
                  <a:gd name="T3" fmla="*/ 1 h 2184"/>
                  <a:gd name="T4" fmla="*/ 0 w 756"/>
                  <a:gd name="T5" fmla="*/ 1 h 2184"/>
                  <a:gd name="T6" fmla="*/ 1 w 756"/>
                  <a:gd name="T7" fmla="*/ 1 h 2184"/>
                  <a:gd name="T8" fmla="*/ 1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49" name="Freeform 930">
                <a:extLst>
                  <a:ext uri="{FF2B5EF4-FFF2-40B4-BE49-F238E27FC236}">
                    <a16:creationId xmlns:a16="http://schemas.microsoft.com/office/drawing/2014/main" id="{E632B265-5B16-4035-909B-B74558CC0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2" y="2534"/>
                <a:ext cx="1680" cy="399"/>
              </a:xfrm>
              <a:custGeom>
                <a:avLst/>
                <a:gdLst>
                  <a:gd name="T0" fmla="*/ 1 w 2773"/>
                  <a:gd name="T1" fmla="*/ 0 h 738"/>
                  <a:gd name="T2" fmla="*/ 0 w 2773"/>
                  <a:gd name="T3" fmla="*/ 1 h 738"/>
                  <a:gd name="T4" fmla="*/ 1 w 2773"/>
                  <a:gd name="T5" fmla="*/ 1 h 738"/>
                  <a:gd name="T6" fmla="*/ 1 w 2773"/>
                  <a:gd name="T7" fmla="*/ 1 h 738"/>
                  <a:gd name="T8" fmla="*/ 1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50" name="Freeform 931">
                <a:extLst>
                  <a:ext uri="{FF2B5EF4-FFF2-40B4-BE49-F238E27FC236}">
                    <a16:creationId xmlns:a16="http://schemas.microsoft.com/office/drawing/2014/main" id="{CA800103-23FF-4F7A-AF2B-90F4FB1855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5" y="1755"/>
                <a:ext cx="429" cy="1187"/>
              </a:xfrm>
              <a:custGeom>
                <a:avLst/>
                <a:gdLst>
                  <a:gd name="T0" fmla="*/ 1 w 637"/>
                  <a:gd name="T1" fmla="*/ 0 h 1659"/>
                  <a:gd name="T2" fmla="*/ 1 w 637"/>
                  <a:gd name="T3" fmla="*/ 0 h 1659"/>
                  <a:gd name="T4" fmla="*/ 1 w 637"/>
                  <a:gd name="T5" fmla="*/ 1 h 1659"/>
                  <a:gd name="T6" fmla="*/ 0 w 637"/>
                  <a:gd name="T7" fmla="*/ 1 h 1659"/>
                  <a:gd name="T8" fmla="*/ 1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51" name="Freeform 932">
                <a:extLst>
                  <a:ext uri="{FF2B5EF4-FFF2-40B4-BE49-F238E27FC236}">
                    <a16:creationId xmlns:a16="http://schemas.microsoft.com/office/drawing/2014/main" id="{5C72CE4E-9581-4FCA-AEA4-28729AC77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4" y="2587"/>
                <a:ext cx="1494" cy="394"/>
              </a:xfrm>
              <a:custGeom>
                <a:avLst/>
                <a:gdLst>
                  <a:gd name="T0" fmla="*/ 0 w 2216"/>
                  <a:gd name="T1" fmla="*/ 0 h 550"/>
                  <a:gd name="T2" fmla="*/ 1 w 2216"/>
                  <a:gd name="T3" fmla="*/ 1 h 550"/>
                  <a:gd name="T4" fmla="*/ 1 w 2216"/>
                  <a:gd name="T5" fmla="*/ 1 h 550"/>
                  <a:gd name="T6" fmla="*/ 1 w 2216"/>
                  <a:gd name="T7" fmla="*/ 1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37652" name="Group 933">
                <a:extLst>
                  <a:ext uri="{FF2B5EF4-FFF2-40B4-BE49-F238E27FC236}">
                    <a16:creationId xmlns:a16="http://schemas.microsoft.com/office/drawing/2014/main" id="{676A3406-8974-4A9A-BFE8-AF5A56F510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09" y="3008"/>
                <a:ext cx="507" cy="234"/>
                <a:chOff x="1740" y="2642"/>
                <a:chExt cx="752" cy="327"/>
              </a:xfrm>
            </p:grpSpPr>
            <p:sp>
              <p:nvSpPr>
                <p:cNvPr id="237659" name="Freeform 934">
                  <a:extLst>
                    <a:ext uri="{FF2B5EF4-FFF2-40B4-BE49-F238E27FC236}">
                      <a16:creationId xmlns:a16="http://schemas.microsoft.com/office/drawing/2014/main" id="{A5EA6168-C152-4121-B194-2CD3BBA504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660" name="Freeform 935">
                  <a:extLst>
                    <a:ext uri="{FF2B5EF4-FFF2-40B4-BE49-F238E27FC236}">
                      <a16:creationId xmlns:a16="http://schemas.microsoft.com/office/drawing/2014/main" id="{55450B24-AF22-4C52-A071-9A5F99D70B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661" name="Freeform 936">
                  <a:extLst>
                    <a:ext uri="{FF2B5EF4-FFF2-40B4-BE49-F238E27FC236}">
                      <a16:creationId xmlns:a16="http://schemas.microsoft.com/office/drawing/2014/main" id="{BC55991B-7DDF-409F-AC98-B7E26BC524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662" name="Freeform 937">
                  <a:extLst>
                    <a:ext uri="{FF2B5EF4-FFF2-40B4-BE49-F238E27FC236}">
                      <a16:creationId xmlns:a16="http://schemas.microsoft.com/office/drawing/2014/main" id="{89699A6F-4675-4CC8-94FE-E660A86A4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663" name="Freeform 938">
                  <a:extLst>
                    <a:ext uri="{FF2B5EF4-FFF2-40B4-BE49-F238E27FC236}">
                      <a16:creationId xmlns:a16="http://schemas.microsoft.com/office/drawing/2014/main" id="{0CE71F5F-AF34-43F1-AE63-CD462BCD03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37664" name="Freeform 939">
                  <a:extLst>
                    <a:ext uri="{FF2B5EF4-FFF2-40B4-BE49-F238E27FC236}">
                      <a16:creationId xmlns:a16="http://schemas.microsoft.com/office/drawing/2014/main" id="{4E122B96-449A-4BE6-A875-88491C9EEF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37653" name="Freeform 940">
                <a:extLst>
                  <a:ext uri="{FF2B5EF4-FFF2-40B4-BE49-F238E27FC236}">
                    <a16:creationId xmlns:a16="http://schemas.microsoft.com/office/drawing/2014/main" id="{AD355AAC-699C-4A61-A81B-EF984F676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" y="3043"/>
                <a:ext cx="614" cy="514"/>
              </a:xfrm>
              <a:custGeom>
                <a:avLst/>
                <a:gdLst>
                  <a:gd name="T0" fmla="*/ 1 w 990"/>
                  <a:gd name="T1" fmla="*/ 1 h 792"/>
                  <a:gd name="T2" fmla="*/ 1 w 990"/>
                  <a:gd name="T3" fmla="*/ 0 h 792"/>
                  <a:gd name="T4" fmla="*/ 1 w 990"/>
                  <a:gd name="T5" fmla="*/ 1 h 792"/>
                  <a:gd name="T6" fmla="*/ 0 w 990"/>
                  <a:gd name="T7" fmla="*/ 1 h 792"/>
                  <a:gd name="T8" fmla="*/ 1 w 990"/>
                  <a:gd name="T9" fmla="*/ 1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54" name="Freeform 941">
                <a:extLst>
                  <a:ext uri="{FF2B5EF4-FFF2-40B4-BE49-F238E27FC236}">
                    <a16:creationId xmlns:a16="http://schemas.microsoft.com/office/drawing/2014/main" id="{3F24249E-E709-478A-BBA2-43469EFAE3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3084"/>
                <a:ext cx="1571" cy="469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55" name="Freeform 942">
                <a:extLst>
                  <a:ext uri="{FF2B5EF4-FFF2-40B4-BE49-F238E27FC236}">
                    <a16:creationId xmlns:a16="http://schemas.microsoft.com/office/drawing/2014/main" id="{4FC9592E-89F3-45D8-9809-CD31EBB4A0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" y="2998"/>
                <a:ext cx="17" cy="95"/>
              </a:xfrm>
              <a:custGeom>
                <a:avLst/>
                <a:gdLst>
                  <a:gd name="T0" fmla="*/ 1 w 26"/>
                  <a:gd name="T1" fmla="*/ 1 h 147"/>
                  <a:gd name="T2" fmla="*/ 1 w 26"/>
                  <a:gd name="T3" fmla="*/ 1 h 147"/>
                  <a:gd name="T4" fmla="*/ 0 w 26"/>
                  <a:gd name="T5" fmla="*/ 1 h 147"/>
                  <a:gd name="T6" fmla="*/ 1 w 26"/>
                  <a:gd name="T7" fmla="*/ 0 h 147"/>
                  <a:gd name="T8" fmla="*/ 1 w 26"/>
                  <a:gd name="T9" fmla="*/ 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56" name="Freeform 943">
                <a:extLst>
                  <a:ext uri="{FF2B5EF4-FFF2-40B4-BE49-F238E27FC236}">
                    <a16:creationId xmlns:a16="http://schemas.microsoft.com/office/drawing/2014/main" id="{E8676C48-081C-44DF-929E-78E604FEA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2" y="2611"/>
                <a:ext cx="730" cy="393"/>
              </a:xfrm>
              <a:custGeom>
                <a:avLst/>
                <a:gdLst>
                  <a:gd name="T0" fmla="*/ 1 w 1176"/>
                  <a:gd name="T1" fmla="*/ 0 h 606"/>
                  <a:gd name="T2" fmla="*/ 0 w 1176"/>
                  <a:gd name="T3" fmla="*/ 1 h 606"/>
                  <a:gd name="T4" fmla="*/ 1 w 1176"/>
                  <a:gd name="T5" fmla="*/ 1 h 606"/>
                  <a:gd name="T6" fmla="*/ 1 w 1176"/>
                  <a:gd name="T7" fmla="*/ 1 h 606"/>
                  <a:gd name="T8" fmla="*/ 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57" name="Freeform 944">
                <a:extLst>
                  <a:ext uri="{FF2B5EF4-FFF2-40B4-BE49-F238E27FC236}">
                    <a16:creationId xmlns:a16="http://schemas.microsoft.com/office/drawing/2014/main" id="{96B3CA8D-6332-4C62-8BAE-0901A2D4C0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1" y="3018"/>
                <a:ext cx="1490" cy="451"/>
              </a:xfrm>
              <a:custGeom>
                <a:avLst/>
                <a:gdLst>
                  <a:gd name="T0" fmla="*/ 1 w 2532"/>
                  <a:gd name="T1" fmla="*/ 0 h 723"/>
                  <a:gd name="T2" fmla="*/ 1 w 2532"/>
                  <a:gd name="T3" fmla="*/ 0 h 723"/>
                  <a:gd name="T4" fmla="*/ 1 w 2532"/>
                  <a:gd name="T5" fmla="*/ 1 h 723"/>
                  <a:gd name="T6" fmla="*/ 1 w 2532"/>
                  <a:gd name="T7" fmla="*/ 1 h 723"/>
                  <a:gd name="T8" fmla="*/ 0 w 2532"/>
                  <a:gd name="T9" fmla="*/ 1 h 723"/>
                  <a:gd name="T10" fmla="*/ 1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37658" name="Freeform 945">
                <a:extLst>
                  <a:ext uri="{FF2B5EF4-FFF2-40B4-BE49-F238E27FC236}">
                    <a16:creationId xmlns:a16="http://schemas.microsoft.com/office/drawing/2014/main" id="{5EC44441-1F11-444D-B2FC-DB12D67E17C1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549" y="2986"/>
                <a:ext cx="608" cy="467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1 h 723"/>
                  <a:gd name="T6" fmla="*/ 0 w 2532"/>
                  <a:gd name="T7" fmla="*/ 1 h 723"/>
                  <a:gd name="T8" fmla="*/ 0 w 2532"/>
                  <a:gd name="T9" fmla="*/ 1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sp>
        <p:nvSpPr>
          <p:cNvPr id="237573" name="Rectangle 2">
            <a:extLst>
              <a:ext uri="{FF2B5EF4-FFF2-40B4-BE49-F238E27FC236}">
                <a16:creationId xmlns:a16="http://schemas.microsoft.com/office/drawing/2014/main" id="{6D8EAAF0-1780-4F34-AA16-D33DEEF7FC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1163" y="138113"/>
            <a:ext cx="7772400" cy="871537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Pure </a:t>
            </a:r>
            <a:r>
              <a:rPr lang="en-US" altLang="zh-TW" sz="4000">
                <a:ea typeface="ＭＳ Ｐゴシック" panose="020B0600070205080204" pitchFamily="34" charset="-128"/>
              </a:rPr>
              <a:t>P2P</a:t>
            </a:r>
            <a:r>
              <a:rPr lang="en-US" altLang="zh-TW">
                <a:ea typeface="ＭＳ Ｐゴシック" panose="020B0600070205080204" pitchFamily="34" charset="-128"/>
              </a:rPr>
              <a:t> architecture</a:t>
            </a:r>
          </a:p>
        </p:txBody>
      </p:sp>
      <p:sp>
        <p:nvSpPr>
          <p:cNvPr id="237574" name="Rectangle 3">
            <a:extLst>
              <a:ext uri="{FF2B5EF4-FFF2-40B4-BE49-F238E27FC236}">
                <a16:creationId xmlns:a16="http://schemas.microsoft.com/office/drawing/2014/main" id="{55696F38-A547-4DB4-9BA6-3EFD2F4D69A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55600" y="1276350"/>
            <a:ext cx="4049713" cy="4648200"/>
          </a:xfrm>
        </p:spPr>
        <p:txBody>
          <a:bodyPr/>
          <a:lstStyle/>
          <a:p>
            <a:r>
              <a:rPr lang="en-US" altLang="zh-TW" sz="2400" i="1" dirty="0">
                <a:ea typeface="ＭＳ Ｐゴシック" panose="020B0600070205080204" pitchFamily="34" charset="-128"/>
              </a:rPr>
              <a:t>no</a:t>
            </a:r>
            <a:r>
              <a:rPr lang="en-US" altLang="zh-TW" sz="2400" dirty="0">
                <a:ea typeface="ＭＳ Ｐゴシック" panose="020B0600070205080204" pitchFamily="34" charset="-128"/>
              </a:rPr>
              <a:t> always-on server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arbitrary end systems directly communicate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peers are intermittently connected and change IP addresses</a:t>
            </a:r>
            <a:endParaRPr lang="en-US" altLang="zh-TW" i="1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60000"/>
              </a:spcBef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examples: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file distribution (BitTorrent)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Streaming (</a:t>
            </a:r>
            <a:r>
              <a:rPr lang="en-US" altLang="zh-TW" dirty="0" err="1">
                <a:ea typeface="ＭＳ Ｐゴシック" panose="020B0600070205080204" pitchFamily="34" charset="-128"/>
              </a:rPr>
              <a:t>KanKan</a:t>
            </a:r>
            <a:r>
              <a:rPr lang="en-US" altLang="zh-TW" dirty="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VoIP (Skype)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2400" dirty="0">
              <a:ea typeface="ＭＳ Ｐゴシック" panose="020B0600070205080204" pitchFamily="34" charset="-128"/>
            </a:endParaRPr>
          </a:p>
          <a:p>
            <a:endParaRPr lang="en-US" altLang="zh-TW" sz="2400" dirty="0">
              <a:ea typeface="ＭＳ Ｐゴシック" panose="020B0600070205080204" pitchFamily="34" charset="-128"/>
            </a:endParaRPr>
          </a:p>
        </p:txBody>
      </p:sp>
      <p:sp>
        <p:nvSpPr>
          <p:cNvPr id="237575" name="Line 1034">
            <a:extLst>
              <a:ext uri="{FF2B5EF4-FFF2-40B4-BE49-F238E27FC236}">
                <a16:creationId xmlns:a16="http://schemas.microsoft.com/office/drawing/2014/main" id="{0EE22655-B3CB-4FCD-A80E-A33E5AE3109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83263" y="1597025"/>
            <a:ext cx="828675" cy="1203325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37576" name="Line 1035">
            <a:extLst>
              <a:ext uri="{FF2B5EF4-FFF2-40B4-BE49-F238E27FC236}">
                <a16:creationId xmlns:a16="http://schemas.microsoft.com/office/drawing/2014/main" id="{39780B0C-7FF2-47B3-B16B-FAB4045CF93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7850" y="3160713"/>
            <a:ext cx="30163" cy="155575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37577" name="Line 1036">
            <a:extLst>
              <a:ext uri="{FF2B5EF4-FFF2-40B4-BE49-F238E27FC236}">
                <a16:creationId xmlns:a16="http://schemas.microsoft.com/office/drawing/2014/main" id="{F8CA8798-7968-4283-8A0B-6F099C557C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8225" y="3260725"/>
            <a:ext cx="1296988" cy="203835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pic>
        <p:nvPicPr>
          <p:cNvPr id="237578" name="Picture 563" descr="underline_base">
            <a:extLst>
              <a:ext uri="{FF2B5EF4-FFF2-40B4-BE49-F238E27FC236}">
                <a16:creationId xmlns:a16="http://schemas.microsoft.com/office/drawing/2014/main" id="{54738132-2066-4C33-A4CC-BDAAA5E109C5}"/>
              </a:ext>
            </a:extLst>
          </p:cNvPr>
          <p:cNvPicPr>
            <a:picLocks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25" y="796925"/>
            <a:ext cx="54848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7">
            <a:extLst>
              <a:ext uri="{FF2B5EF4-FFF2-40B4-BE49-F238E27FC236}">
                <a16:creationId xmlns:a16="http://schemas.microsoft.com/office/drawing/2014/main" id="{AE426D62-5659-4257-81C2-2C4A945256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39619" name="Rectangle 8">
            <a:extLst>
              <a:ext uri="{FF2B5EF4-FFF2-40B4-BE49-F238E27FC236}">
                <a16:creationId xmlns:a16="http://schemas.microsoft.com/office/drawing/2014/main" id="{D1DF212A-12C5-449D-883D-CDF056205F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C3CC7FE9-BA48-4D9F-88AD-EF48984EE968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39620" name="Rectangle 2">
            <a:extLst>
              <a:ext uri="{FF2B5EF4-FFF2-40B4-BE49-F238E27FC236}">
                <a16:creationId xmlns:a16="http://schemas.microsoft.com/office/drawing/2014/main" id="{4CE55C2C-D6C0-4DEC-9868-1AB241A0BD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8450" y="153988"/>
            <a:ext cx="8520113" cy="773112"/>
          </a:xfrm>
        </p:spPr>
        <p:txBody>
          <a:bodyPr/>
          <a:lstStyle/>
          <a:p>
            <a:r>
              <a:rPr lang="en-US" altLang="zh-TW" sz="3600" dirty="0">
                <a:ea typeface="ＭＳ Ｐゴシック" panose="020B0600070205080204" pitchFamily="34" charset="-128"/>
              </a:rPr>
              <a:t>File distribution: client-server vs P2P</a:t>
            </a:r>
          </a:p>
        </p:txBody>
      </p:sp>
      <p:sp>
        <p:nvSpPr>
          <p:cNvPr id="239621" name="Rectangle 3">
            <a:extLst>
              <a:ext uri="{FF2B5EF4-FFF2-40B4-BE49-F238E27FC236}">
                <a16:creationId xmlns:a16="http://schemas.microsoft.com/office/drawing/2014/main" id="{EC02C450-8945-49A2-8F98-6A31F0C47C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5138" y="1227138"/>
            <a:ext cx="8258175" cy="8826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 u="sng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Question</a:t>
            </a:r>
            <a:r>
              <a:rPr lang="en-US" altLang="zh-TW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:</a:t>
            </a:r>
            <a:r>
              <a:rPr lang="en-US" altLang="zh-TW" dirty="0">
                <a:ea typeface="ＭＳ Ｐゴシック" panose="020B0600070205080204" pitchFamily="34" charset="-128"/>
              </a:rPr>
              <a:t> how much time to distribute file (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size </a:t>
            </a:r>
            <a:r>
              <a:rPr lang="en-US" altLang="zh-TW" i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F</a:t>
            </a:r>
            <a:r>
              <a:rPr lang="en-US" altLang="zh-TW" dirty="0">
                <a:ea typeface="ＭＳ Ｐゴシック" panose="020B0600070205080204" pitchFamily="34" charset="-128"/>
              </a:rPr>
              <a:t>) from one server to </a:t>
            </a:r>
            <a:r>
              <a:rPr lang="en-US" altLang="zh-TW" i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N peers</a:t>
            </a:r>
            <a:r>
              <a:rPr lang="en-US" altLang="zh-TW" dirty="0">
                <a:ea typeface="ＭＳ Ｐゴシック" panose="020B0600070205080204" pitchFamily="34" charset="-128"/>
              </a:rPr>
              <a:t>?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peer upload/download capacity is limited resource</a:t>
            </a:r>
          </a:p>
        </p:txBody>
      </p:sp>
      <p:sp>
        <p:nvSpPr>
          <p:cNvPr id="239622" name="Freeform 4">
            <a:extLst>
              <a:ext uri="{FF2B5EF4-FFF2-40B4-BE49-F238E27FC236}">
                <a16:creationId xmlns:a16="http://schemas.microsoft.com/office/drawing/2014/main" id="{CF95BF59-ACA4-4011-B1DE-1457B5161A5F}"/>
              </a:ext>
            </a:extLst>
          </p:cNvPr>
          <p:cNvSpPr>
            <a:spLocks/>
          </p:cNvSpPr>
          <p:nvPr/>
        </p:nvSpPr>
        <p:spPr bwMode="auto">
          <a:xfrm>
            <a:off x="2284413" y="4087813"/>
            <a:ext cx="3775075" cy="1755775"/>
          </a:xfrm>
          <a:custGeom>
            <a:avLst/>
            <a:gdLst>
              <a:gd name="T0" fmla="*/ 2147483646 w 1292"/>
              <a:gd name="T1" fmla="*/ 2147483646 h 1255"/>
              <a:gd name="T2" fmla="*/ 2147483646 w 1292"/>
              <a:gd name="T3" fmla="*/ 2147483646 h 1255"/>
              <a:gd name="T4" fmla="*/ 2147483646 w 1292"/>
              <a:gd name="T5" fmla="*/ 2147483646 h 1255"/>
              <a:gd name="T6" fmla="*/ 2147483646 w 1292"/>
              <a:gd name="T7" fmla="*/ 2147483646 h 1255"/>
              <a:gd name="T8" fmla="*/ 2147483646 w 1292"/>
              <a:gd name="T9" fmla="*/ 2147483646 h 1255"/>
              <a:gd name="T10" fmla="*/ 2147483646 w 1292"/>
              <a:gd name="T11" fmla="*/ 2147483646 h 1255"/>
              <a:gd name="T12" fmla="*/ 2147483646 w 1292"/>
              <a:gd name="T13" fmla="*/ 2147483646 h 1255"/>
              <a:gd name="T14" fmla="*/ 2147483646 w 1292"/>
              <a:gd name="T15" fmla="*/ 2147483646 h 1255"/>
              <a:gd name="T16" fmla="*/ 2147483646 w 1292"/>
              <a:gd name="T17" fmla="*/ 2147483646 h 1255"/>
              <a:gd name="T18" fmla="*/ 2147483646 w 1292"/>
              <a:gd name="T19" fmla="*/ 2147483646 h 1255"/>
              <a:gd name="T20" fmla="*/ 2147483646 w 1292"/>
              <a:gd name="T21" fmla="*/ 2147483646 h 1255"/>
              <a:gd name="T22" fmla="*/ 2147483646 w 1292"/>
              <a:gd name="T23" fmla="*/ 2147483646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39623" name="Line 14">
            <a:extLst>
              <a:ext uri="{FF2B5EF4-FFF2-40B4-BE49-F238E27FC236}">
                <a16:creationId xmlns:a16="http://schemas.microsoft.com/office/drawing/2014/main" id="{BC9B17B6-43B1-40A4-9E6F-D4D11177D3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9275" y="4051300"/>
            <a:ext cx="803275" cy="31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39624" name="Text Box 15">
            <a:extLst>
              <a:ext uri="{FF2B5EF4-FFF2-40B4-BE49-F238E27FC236}">
                <a16:creationId xmlns:a16="http://schemas.microsoft.com/office/drawing/2014/main" id="{8B61CE99-4834-4E7E-B026-E6FFFF0A44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3438" y="3849688"/>
            <a:ext cx="38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i="1">
                <a:latin typeface="Arial" panose="020B0604020202020204" pitchFamily="34" charset="0"/>
              </a:rPr>
              <a:t>u</a:t>
            </a:r>
            <a:r>
              <a:rPr lang="en-US" altLang="zh-TW" sz="1800" i="1" baseline="-25000"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239625" name="Line 39">
            <a:extLst>
              <a:ext uri="{FF2B5EF4-FFF2-40B4-BE49-F238E27FC236}">
                <a16:creationId xmlns:a16="http://schemas.microsoft.com/office/drawing/2014/main" id="{C74B46E8-596A-4967-A190-A1B0951D9C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6363" y="4962525"/>
            <a:ext cx="101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39626" name="Line 40">
            <a:extLst>
              <a:ext uri="{FF2B5EF4-FFF2-40B4-BE49-F238E27FC236}">
                <a16:creationId xmlns:a16="http://schemas.microsoft.com/office/drawing/2014/main" id="{F3C0BE79-365B-410E-8BA2-3144FEA0E4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31925" y="5110163"/>
            <a:ext cx="10033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39627" name="Text Box 41">
            <a:extLst>
              <a:ext uri="{FF2B5EF4-FFF2-40B4-BE49-F238E27FC236}">
                <a16:creationId xmlns:a16="http://schemas.microsoft.com/office/drawing/2014/main" id="{FF7428B8-13F7-493F-A470-B1F4E3D16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5288" y="457358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i="1">
                <a:latin typeface="Arial" panose="020B0604020202020204" pitchFamily="34" charset="0"/>
              </a:rPr>
              <a:t>u</a:t>
            </a:r>
            <a:r>
              <a:rPr lang="en-US" altLang="zh-TW" sz="1800" i="1" baseline="-25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239628" name="Text Box 42">
            <a:extLst>
              <a:ext uri="{FF2B5EF4-FFF2-40B4-BE49-F238E27FC236}">
                <a16:creationId xmlns:a16="http://schemas.microsoft.com/office/drawing/2014/main" id="{DEE90D47-DE4E-4ABE-8C11-EC6D2DFDD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6238" y="5087938"/>
            <a:ext cx="60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i="1">
                <a:latin typeface="Arial" panose="020B0604020202020204" pitchFamily="34" charset="0"/>
              </a:rPr>
              <a:t>d</a:t>
            </a:r>
            <a:r>
              <a:rPr lang="en-US" altLang="zh-TW" sz="1800" i="1" baseline="-25000">
                <a:latin typeface="Arial" panose="020B0604020202020204" pitchFamily="34" charset="0"/>
              </a:rPr>
              <a:t>N</a:t>
            </a:r>
          </a:p>
        </p:txBody>
      </p:sp>
      <p:sp>
        <p:nvSpPr>
          <p:cNvPr id="239629" name="Text Box 43">
            <a:extLst>
              <a:ext uri="{FF2B5EF4-FFF2-40B4-BE49-F238E27FC236}">
                <a16:creationId xmlns:a16="http://schemas.microsoft.com/office/drawing/2014/main" id="{0414B822-728F-4782-BEE3-933BA239E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175" y="4071938"/>
            <a:ext cx="1173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server</a:t>
            </a:r>
            <a:endParaRPr lang="en-US" altLang="zh-TW" sz="1800" baseline="-25000">
              <a:latin typeface="Arial" panose="020B0604020202020204" pitchFamily="34" charset="0"/>
            </a:endParaRPr>
          </a:p>
        </p:txBody>
      </p:sp>
      <p:sp>
        <p:nvSpPr>
          <p:cNvPr id="239630" name="Text Box 44">
            <a:extLst>
              <a:ext uri="{FF2B5EF4-FFF2-40B4-BE49-F238E27FC236}">
                <a16:creationId xmlns:a16="http://schemas.microsoft.com/office/drawing/2014/main" id="{2EDD60F8-0AA4-4A66-A21B-89D684F70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0" y="4598988"/>
            <a:ext cx="2546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  <a:latin typeface="Arial" panose="020B0604020202020204" pitchFamily="34" charset="0"/>
              </a:rPr>
              <a:t>network (with abundant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dirty="0">
                <a:solidFill>
                  <a:schemeClr val="bg1"/>
                </a:solidFill>
                <a:latin typeface="Arial" panose="020B0604020202020204" pitchFamily="34" charset="0"/>
              </a:rPr>
              <a:t> bandwidth)</a:t>
            </a:r>
          </a:p>
        </p:txBody>
      </p:sp>
      <p:sp>
        <p:nvSpPr>
          <p:cNvPr id="239631" name="Text Box 47">
            <a:extLst>
              <a:ext uri="{FF2B5EF4-FFF2-40B4-BE49-F238E27FC236}">
                <a16:creationId xmlns:a16="http://schemas.microsoft.com/office/drawing/2014/main" id="{97F11FE1-D9C2-4278-8DF9-65CE1791F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3824288"/>
            <a:ext cx="1397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>
                <a:latin typeface="Arial" panose="020B0604020202020204" pitchFamily="34" charset="0"/>
              </a:rPr>
              <a:t>file, size F</a:t>
            </a:r>
            <a:endParaRPr lang="en-US" altLang="zh-TW" sz="1600" i="1" baseline="-25000">
              <a:latin typeface="Arial" panose="020B0604020202020204" pitchFamily="34" charset="0"/>
            </a:endParaRPr>
          </a:p>
        </p:txBody>
      </p:sp>
      <p:sp>
        <p:nvSpPr>
          <p:cNvPr id="239632" name="Text Box 49">
            <a:extLst>
              <a:ext uri="{FF2B5EF4-FFF2-40B4-BE49-F238E27FC236}">
                <a16:creationId xmlns:a16="http://schemas.microsoft.com/office/drawing/2014/main" id="{B81C8913-37A5-4870-B077-3F1902DE7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2250" y="2725738"/>
            <a:ext cx="2014538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i="1" dirty="0">
                <a:solidFill>
                  <a:srgbClr val="CC0000"/>
                </a:solidFill>
                <a:latin typeface="Arial" panose="020B0604020202020204" pitchFamily="34" charset="0"/>
              </a:rPr>
              <a:t>u</a:t>
            </a:r>
            <a:r>
              <a:rPr lang="en-US" altLang="zh-TW" sz="1800" b="1" i="1" baseline="-25000" dirty="0">
                <a:solidFill>
                  <a:srgbClr val="CC0000"/>
                </a:solidFill>
                <a:latin typeface="Arial" panose="020B0604020202020204" pitchFamily="34" charset="0"/>
              </a:rPr>
              <a:t>s</a:t>
            </a:r>
            <a:r>
              <a:rPr lang="en-US" altLang="zh-TW" sz="1800" b="1" i="1" dirty="0">
                <a:solidFill>
                  <a:srgbClr val="CC0000"/>
                </a:solidFill>
                <a:latin typeface="Arial" panose="020B0604020202020204" pitchFamily="34" charset="0"/>
              </a:rPr>
              <a:t>:</a:t>
            </a:r>
            <a:r>
              <a:rPr lang="en-US" altLang="zh-TW" sz="1800" dirty="0">
                <a:latin typeface="Arial" panose="020B0604020202020204" pitchFamily="34" charset="0"/>
              </a:rPr>
              <a:t> server upload capacity</a:t>
            </a:r>
          </a:p>
        </p:txBody>
      </p:sp>
      <p:sp>
        <p:nvSpPr>
          <p:cNvPr id="239633" name="Text Box 50">
            <a:extLst>
              <a:ext uri="{FF2B5EF4-FFF2-40B4-BE49-F238E27FC236}">
                <a16:creationId xmlns:a16="http://schemas.microsoft.com/office/drawing/2014/main" id="{965D3962-AD4F-4F8D-85D9-4B3ACCE62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6975" y="5491163"/>
            <a:ext cx="2590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i="1" dirty="0" err="1">
                <a:solidFill>
                  <a:srgbClr val="CC0000"/>
                </a:solidFill>
                <a:latin typeface="Arial" panose="020B0604020202020204" pitchFamily="34" charset="0"/>
              </a:rPr>
              <a:t>u</a:t>
            </a:r>
            <a:r>
              <a:rPr lang="en-US" altLang="zh-TW" sz="1800" b="1" i="1" baseline="-25000" dirty="0" err="1">
                <a:solidFill>
                  <a:srgbClr val="CC0000"/>
                </a:solidFill>
                <a:latin typeface="Arial" panose="020B0604020202020204" pitchFamily="34" charset="0"/>
              </a:rPr>
              <a:t>i</a:t>
            </a:r>
            <a:r>
              <a:rPr lang="en-US" altLang="zh-TW" sz="1800" b="1" i="1" dirty="0">
                <a:solidFill>
                  <a:srgbClr val="CC0000"/>
                </a:solidFill>
                <a:latin typeface="Arial" panose="020B0604020202020204" pitchFamily="34" charset="0"/>
              </a:rPr>
              <a:t>:</a:t>
            </a:r>
            <a:r>
              <a:rPr lang="en-US" altLang="zh-TW" sz="1800" dirty="0">
                <a:latin typeface="Arial" panose="020B0604020202020204" pitchFamily="34" charset="0"/>
              </a:rPr>
              <a:t> peer </a:t>
            </a:r>
            <a:r>
              <a:rPr lang="en-US" altLang="zh-TW" sz="1800" dirty="0" err="1">
                <a:latin typeface="Arial" panose="020B0604020202020204" pitchFamily="34" charset="0"/>
              </a:rPr>
              <a:t>i</a:t>
            </a:r>
            <a:r>
              <a:rPr lang="en-US" altLang="zh-TW" sz="1800" dirty="0">
                <a:latin typeface="Arial" panose="020B0604020202020204" pitchFamily="34" charset="0"/>
              </a:rPr>
              <a:t> upload capacity</a:t>
            </a:r>
          </a:p>
        </p:txBody>
      </p:sp>
      <p:sp>
        <p:nvSpPr>
          <p:cNvPr id="239634" name="Text Box 51">
            <a:extLst>
              <a:ext uri="{FF2B5EF4-FFF2-40B4-BE49-F238E27FC236}">
                <a16:creationId xmlns:a16="http://schemas.microsoft.com/office/drawing/2014/main" id="{E9A37DD7-8FAD-41EE-B7EB-7CF1879E35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938" y="3622675"/>
            <a:ext cx="2122487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i="1" dirty="0">
                <a:solidFill>
                  <a:srgbClr val="CC0000"/>
                </a:solidFill>
                <a:latin typeface="Arial" panose="020B0604020202020204" pitchFamily="34" charset="0"/>
              </a:rPr>
              <a:t>d</a:t>
            </a:r>
            <a:r>
              <a:rPr lang="en-US" altLang="zh-TW" sz="1800" b="1" i="1" baseline="-25000" dirty="0">
                <a:solidFill>
                  <a:srgbClr val="CC0000"/>
                </a:solidFill>
                <a:latin typeface="Arial" panose="020B0604020202020204" pitchFamily="34" charset="0"/>
              </a:rPr>
              <a:t>i</a:t>
            </a:r>
            <a:r>
              <a:rPr lang="en-US" altLang="zh-TW" sz="1800" b="1" i="1" dirty="0">
                <a:solidFill>
                  <a:srgbClr val="CC0000"/>
                </a:solidFill>
                <a:latin typeface="Arial" panose="020B0604020202020204" pitchFamily="34" charset="0"/>
              </a:rPr>
              <a:t>:</a:t>
            </a:r>
            <a:r>
              <a:rPr lang="en-US" altLang="zh-TW" sz="1800" dirty="0">
                <a:latin typeface="Arial" panose="020B0604020202020204" pitchFamily="34" charset="0"/>
              </a:rPr>
              <a:t> peer </a:t>
            </a:r>
            <a:r>
              <a:rPr lang="en-US" altLang="zh-TW" sz="1800" dirty="0" err="1">
                <a:latin typeface="Arial" panose="020B0604020202020204" pitchFamily="34" charset="0"/>
              </a:rPr>
              <a:t>i</a:t>
            </a:r>
            <a:r>
              <a:rPr lang="en-US" altLang="zh-TW" sz="1800" dirty="0">
                <a:latin typeface="Arial" panose="020B0604020202020204" pitchFamily="34" charset="0"/>
              </a:rPr>
              <a:t> download capacity</a:t>
            </a:r>
          </a:p>
        </p:txBody>
      </p:sp>
      <p:pic>
        <p:nvPicPr>
          <p:cNvPr id="239635" name="Picture 53" descr="underline_base">
            <a:extLst>
              <a:ext uri="{FF2B5EF4-FFF2-40B4-BE49-F238E27FC236}">
                <a16:creationId xmlns:a16="http://schemas.microsoft.com/office/drawing/2014/main" id="{AB20EC4E-3124-48D6-A034-2084AC11261F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720725"/>
            <a:ext cx="68564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9636" name="AutoShape 327">
            <a:extLst>
              <a:ext uri="{FF2B5EF4-FFF2-40B4-BE49-F238E27FC236}">
                <a16:creationId xmlns:a16="http://schemas.microsoft.com/office/drawing/2014/main" id="{AC6566F6-1F92-448B-85E9-2C62DC05D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8" y="3270250"/>
            <a:ext cx="592137" cy="581025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2400"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239637" name="Group 76">
            <a:extLst>
              <a:ext uri="{FF2B5EF4-FFF2-40B4-BE49-F238E27FC236}">
                <a16:creationId xmlns:a16="http://schemas.microsoft.com/office/drawing/2014/main" id="{532DED10-2EBF-4BED-A1EF-E11D6B3F65F7}"/>
              </a:ext>
            </a:extLst>
          </p:cNvPr>
          <p:cNvGrpSpPr>
            <a:grpSpLocks/>
          </p:cNvGrpSpPr>
          <p:nvPr/>
        </p:nvGrpSpPr>
        <p:grpSpPr bwMode="auto">
          <a:xfrm>
            <a:off x="3498850" y="3548063"/>
            <a:ext cx="2138363" cy="903287"/>
            <a:chOff x="2204" y="2030"/>
            <a:chExt cx="1347" cy="774"/>
          </a:xfrm>
        </p:grpSpPr>
        <p:sp>
          <p:nvSpPr>
            <p:cNvPr id="239690" name="Text Box 19">
              <a:extLst>
                <a:ext uri="{FF2B5EF4-FFF2-40B4-BE49-F238E27FC236}">
                  <a16:creationId xmlns:a16="http://schemas.microsoft.com/office/drawing/2014/main" id="{9959548C-1E36-423B-ACD3-AFC859553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2271"/>
              <a:ext cx="384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i="1">
                  <a:latin typeface="Arial" panose="020B0604020202020204" pitchFamily="34" charset="0"/>
                </a:rPr>
                <a:t>u</a:t>
              </a:r>
              <a:r>
                <a:rPr lang="en-US" altLang="zh-TW" sz="1800" i="1" baseline="-250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39691" name="Line 22">
              <a:extLst>
                <a:ext uri="{FF2B5EF4-FFF2-40B4-BE49-F238E27FC236}">
                  <a16:creationId xmlns:a16="http://schemas.microsoft.com/office/drawing/2014/main" id="{BDD32DE7-59A4-450C-B26D-E00F51EE02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7" y="2133"/>
              <a:ext cx="200" cy="6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9692" name="Line 23">
              <a:extLst>
                <a:ext uri="{FF2B5EF4-FFF2-40B4-BE49-F238E27FC236}">
                  <a16:creationId xmlns:a16="http://schemas.microsoft.com/office/drawing/2014/main" id="{C263A9D0-232C-4B63-A618-211192F434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2" y="2141"/>
              <a:ext cx="208" cy="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9693" name="Text Box 24">
              <a:extLst>
                <a:ext uri="{FF2B5EF4-FFF2-40B4-BE49-F238E27FC236}">
                  <a16:creationId xmlns:a16="http://schemas.microsoft.com/office/drawing/2014/main" id="{9AB7EDC1-EC42-4BBC-B1C7-307855283B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7" y="2332"/>
              <a:ext cx="384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i="1">
                  <a:latin typeface="Arial" panose="020B0604020202020204" pitchFamily="34" charset="0"/>
                </a:rPr>
                <a:t>d</a:t>
              </a:r>
              <a:r>
                <a:rPr lang="en-US" altLang="zh-TW" sz="1800" i="1" baseline="-250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239694" name="Text Box 19">
              <a:extLst>
                <a:ext uri="{FF2B5EF4-FFF2-40B4-BE49-F238E27FC236}">
                  <a16:creationId xmlns:a16="http://schemas.microsoft.com/office/drawing/2014/main" id="{29726FB8-88F2-401B-9422-D5EBB7D866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167"/>
              <a:ext cx="384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i="1">
                  <a:latin typeface="Arial" panose="020B0604020202020204" pitchFamily="34" charset="0"/>
                </a:rPr>
                <a:t>u</a:t>
              </a:r>
              <a:r>
                <a:rPr lang="en-US" altLang="zh-TW" sz="1800" i="1" baseline="-250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239695" name="Line 22">
              <a:extLst>
                <a:ext uri="{FF2B5EF4-FFF2-40B4-BE49-F238E27FC236}">
                  <a16:creationId xmlns:a16="http://schemas.microsoft.com/office/drawing/2014/main" id="{A5C6570C-9770-4DB7-B096-2C162C9E5A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5" y="2030"/>
              <a:ext cx="200" cy="6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9696" name="Line 23">
              <a:extLst>
                <a:ext uri="{FF2B5EF4-FFF2-40B4-BE49-F238E27FC236}">
                  <a16:creationId xmlns:a16="http://schemas.microsoft.com/office/drawing/2014/main" id="{BF46E1D7-FAB6-4447-9EF4-B92643A2B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0" y="2038"/>
              <a:ext cx="208" cy="6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9697" name="Text Box 24">
              <a:extLst>
                <a:ext uri="{FF2B5EF4-FFF2-40B4-BE49-F238E27FC236}">
                  <a16:creationId xmlns:a16="http://schemas.microsoft.com/office/drawing/2014/main" id="{96EB1D70-62B9-4216-A6D8-FCD2EC4D42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2229"/>
              <a:ext cx="384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i="1">
                  <a:latin typeface="Arial" panose="020B0604020202020204" pitchFamily="34" charset="0"/>
                </a:rPr>
                <a:t>d</a:t>
              </a:r>
              <a:r>
                <a:rPr lang="en-US" altLang="zh-TW" sz="1800" i="1" baseline="-25000">
                  <a:latin typeface="Arial" panose="020B0604020202020204" pitchFamily="34" charset="0"/>
                </a:rPr>
                <a:t>1</a:t>
              </a:r>
            </a:p>
          </p:txBody>
        </p:sp>
      </p:grpSp>
      <p:sp>
        <p:nvSpPr>
          <p:cNvPr id="239638" name="Line 72">
            <a:extLst>
              <a:ext uri="{FF2B5EF4-FFF2-40B4-BE49-F238E27FC236}">
                <a16:creationId xmlns:a16="http://schemas.microsoft.com/office/drawing/2014/main" id="{0DCDD3E3-7629-4774-BDC9-1AE2874CC0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0913" y="4767263"/>
            <a:ext cx="1165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39639" name="Line 73">
            <a:extLst>
              <a:ext uri="{FF2B5EF4-FFF2-40B4-BE49-F238E27FC236}">
                <a16:creationId xmlns:a16="http://schemas.microsoft.com/office/drawing/2014/main" id="{18C4EDFA-F5B1-4DB4-B6EC-224229CD2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8850" y="4919663"/>
            <a:ext cx="11652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39640" name="Text Box 41">
            <a:extLst>
              <a:ext uri="{FF2B5EF4-FFF2-40B4-BE49-F238E27FC236}">
                <a16:creationId xmlns:a16="http://schemas.microsoft.com/office/drawing/2014/main" id="{A888FD43-4C7D-4D62-BB49-10933B0D5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0" y="43561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i="1">
                <a:latin typeface="Arial" panose="020B0604020202020204" pitchFamily="34" charset="0"/>
              </a:rPr>
              <a:t>d</a:t>
            </a:r>
            <a:r>
              <a:rPr lang="en-US" altLang="zh-TW" sz="1800" i="1" baseline="-250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239641" name="Text Box 41">
            <a:extLst>
              <a:ext uri="{FF2B5EF4-FFF2-40B4-BE49-F238E27FC236}">
                <a16:creationId xmlns:a16="http://schemas.microsoft.com/office/drawing/2014/main" id="{EAC607FC-5EDE-4C52-B917-589544B2C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063" y="4889500"/>
            <a:ext cx="609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i="1">
                <a:latin typeface="Arial" panose="020B0604020202020204" pitchFamily="34" charset="0"/>
              </a:rPr>
              <a:t>u</a:t>
            </a:r>
            <a:r>
              <a:rPr lang="en-US" altLang="zh-TW" sz="1800" i="1" baseline="-250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239642" name="Line 77">
            <a:extLst>
              <a:ext uri="{FF2B5EF4-FFF2-40B4-BE49-F238E27FC236}">
                <a16:creationId xmlns:a16="http://schemas.microsoft.com/office/drawing/2014/main" id="{DFF8553E-BF07-4BFB-809C-4ED08E778E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5363" y="3232150"/>
            <a:ext cx="0" cy="6635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39643" name="Line 78">
            <a:extLst>
              <a:ext uri="{FF2B5EF4-FFF2-40B4-BE49-F238E27FC236}">
                <a16:creationId xmlns:a16="http://schemas.microsoft.com/office/drawing/2014/main" id="{547CB8FD-E363-4EE5-9251-A3CC70DF54B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8588" y="4146550"/>
            <a:ext cx="369887" cy="4143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39644" name="Line 79">
            <a:extLst>
              <a:ext uri="{FF2B5EF4-FFF2-40B4-BE49-F238E27FC236}">
                <a16:creationId xmlns:a16="http://schemas.microsoft.com/office/drawing/2014/main" id="{AAB08B39-6E1D-4348-A48C-E269FE0E762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08750" y="5092700"/>
            <a:ext cx="369888" cy="4143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239645" name="Group 81">
            <a:extLst>
              <a:ext uri="{FF2B5EF4-FFF2-40B4-BE49-F238E27FC236}">
                <a16:creationId xmlns:a16="http://schemas.microsoft.com/office/drawing/2014/main" id="{D20B53F0-B6B1-4BBA-B9B8-DE63A2EB0139}"/>
              </a:ext>
            </a:extLst>
          </p:cNvPr>
          <p:cNvGrpSpPr>
            <a:grpSpLocks/>
          </p:cNvGrpSpPr>
          <p:nvPr/>
        </p:nvGrpSpPr>
        <p:grpSpPr bwMode="auto">
          <a:xfrm>
            <a:off x="1535113" y="3332163"/>
            <a:ext cx="465137" cy="803275"/>
            <a:chOff x="4140" y="429"/>
            <a:chExt cx="1425" cy="2396"/>
          </a:xfrm>
        </p:grpSpPr>
        <p:sp>
          <p:nvSpPr>
            <p:cNvPr id="239658" name="Freeform 82">
              <a:extLst>
                <a:ext uri="{FF2B5EF4-FFF2-40B4-BE49-F238E27FC236}">
                  <a16:creationId xmlns:a16="http://schemas.microsoft.com/office/drawing/2014/main" id="{661A350E-407C-4F03-B657-E5144D716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9659" name="Rectangle 83">
              <a:extLst>
                <a:ext uri="{FF2B5EF4-FFF2-40B4-BE49-F238E27FC236}">
                  <a16:creationId xmlns:a16="http://schemas.microsoft.com/office/drawing/2014/main" id="{E0283DDF-31A5-4968-8B7D-03E972967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6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39660" name="Freeform 84">
              <a:extLst>
                <a:ext uri="{FF2B5EF4-FFF2-40B4-BE49-F238E27FC236}">
                  <a16:creationId xmlns:a16="http://schemas.microsoft.com/office/drawing/2014/main" id="{4ABE408B-53A7-44BA-A5AB-C63281D9E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9661" name="Freeform 85">
              <a:extLst>
                <a:ext uri="{FF2B5EF4-FFF2-40B4-BE49-F238E27FC236}">
                  <a16:creationId xmlns:a16="http://schemas.microsoft.com/office/drawing/2014/main" id="{B7352D64-9DB8-44E0-AC52-C710A951A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9662" name="Rectangle 86">
              <a:extLst>
                <a:ext uri="{FF2B5EF4-FFF2-40B4-BE49-F238E27FC236}">
                  <a16:creationId xmlns:a16="http://schemas.microsoft.com/office/drawing/2014/main" id="{2CD8448F-08F4-410A-8059-A245D66F9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4"/>
              <a:ext cx="593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39663" name="Group 87">
              <a:extLst>
                <a:ext uri="{FF2B5EF4-FFF2-40B4-BE49-F238E27FC236}">
                  <a16:creationId xmlns:a16="http://schemas.microsoft.com/office/drawing/2014/main" id="{62831A84-F1C6-4E2E-AD02-F1FC011B38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9688" name="AutoShape 88">
                <a:extLst>
                  <a:ext uri="{FF2B5EF4-FFF2-40B4-BE49-F238E27FC236}">
                    <a16:creationId xmlns:a16="http://schemas.microsoft.com/office/drawing/2014/main" id="{1F081AA7-0996-4443-BECA-9FB50D976A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9689" name="AutoShape 89">
                <a:extLst>
                  <a:ext uri="{FF2B5EF4-FFF2-40B4-BE49-F238E27FC236}">
                    <a16:creationId xmlns:a16="http://schemas.microsoft.com/office/drawing/2014/main" id="{5651A84C-3C82-4D8F-B54A-ACBD0E7432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9664" name="Rectangle 90">
              <a:extLst>
                <a:ext uri="{FF2B5EF4-FFF2-40B4-BE49-F238E27FC236}">
                  <a16:creationId xmlns:a16="http://schemas.microsoft.com/office/drawing/2014/main" id="{39B1B2B0-09B4-4428-A830-09452F0AD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1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39665" name="Group 91">
              <a:extLst>
                <a:ext uri="{FF2B5EF4-FFF2-40B4-BE49-F238E27FC236}">
                  <a16:creationId xmlns:a16="http://schemas.microsoft.com/office/drawing/2014/main" id="{13DFD85A-080F-4A48-BB93-8B3BDCE64F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9686" name="AutoShape 92">
                <a:extLst>
                  <a:ext uri="{FF2B5EF4-FFF2-40B4-BE49-F238E27FC236}">
                    <a16:creationId xmlns:a16="http://schemas.microsoft.com/office/drawing/2014/main" id="{106EA468-9AF4-4927-A46D-2054E9C4F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6"/>
                <a:ext cx="722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9687" name="AutoShape 93">
                <a:extLst>
                  <a:ext uri="{FF2B5EF4-FFF2-40B4-BE49-F238E27FC236}">
                    <a16:creationId xmlns:a16="http://schemas.microsoft.com/office/drawing/2014/main" id="{7307045C-2725-4E45-836A-F9BD5BC4DB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1"/>
                <a:ext cx="68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9666" name="Rectangle 94">
              <a:extLst>
                <a:ext uri="{FF2B5EF4-FFF2-40B4-BE49-F238E27FC236}">
                  <a16:creationId xmlns:a16="http://schemas.microsoft.com/office/drawing/2014/main" id="{E31D467B-7815-461F-8BB3-2B5795BBF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3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39667" name="Rectangle 95">
              <a:extLst>
                <a:ext uri="{FF2B5EF4-FFF2-40B4-BE49-F238E27FC236}">
                  <a16:creationId xmlns:a16="http://schemas.microsoft.com/office/drawing/2014/main" id="{5F1F7412-631A-457D-BA40-3D3C209AA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39668" name="Group 96">
              <a:extLst>
                <a:ext uri="{FF2B5EF4-FFF2-40B4-BE49-F238E27FC236}">
                  <a16:creationId xmlns:a16="http://schemas.microsoft.com/office/drawing/2014/main" id="{973E918B-0010-46E8-AEE0-833664E9CA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9684" name="AutoShape 97">
                <a:extLst>
                  <a:ext uri="{FF2B5EF4-FFF2-40B4-BE49-F238E27FC236}">
                    <a16:creationId xmlns:a16="http://schemas.microsoft.com/office/drawing/2014/main" id="{915844FE-D24C-4276-A700-F7765424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9685" name="AutoShape 98">
                <a:extLst>
                  <a:ext uri="{FF2B5EF4-FFF2-40B4-BE49-F238E27FC236}">
                    <a16:creationId xmlns:a16="http://schemas.microsoft.com/office/drawing/2014/main" id="{0652D6B8-85CF-40C3-8916-56660B6713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9669" name="Freeform 99">
              <a:extLst>
                <a:ext uri="{FF2B5EF4-FFF2-40B4-BE49-F238E27FC236}">
                  <a16:creationId xmlns:a16="http://schemas.microsoft.com/office/drawing/2014/main" id="{66FFE331-209D-4442-ACF4-CDD80AF95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39670" name="Group 100">
              <a:extLst>
                <a:ext uri="{FF2B5EF4-FFF2-40B4-BE49-F238E27FC236}">
                  <a16:creationId xmlns:a16="http://schemas.microsoft.com/office/drawing/2014/main" id="{F85D4861-5FE6-425D-947E-0481504723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9682" name="AutoShape 101">
                <a:extLst>
                  <a:ext uri="{FF2B5EF4-FFF2-40B4-BE49-F238E27FC236}">
                    <a16:creationId xmlns:a16="http://schemas.microsoft.com/office/drawing/2014/main" id="{0AE7FE14-99A5-42D5-ABC4-33851DD44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9683" name="AutoShape 102">
                <a:extLst>
                  <a:ext uri="{FF2B5EF4-FFF2-40B4-BE49-F238E27FC236}">
                    <a16:creationId xmlns:a16="http://schemas.microsoft.com/office/drawing/2014/main" id="{406F2B6F-B38B-462B-B0D1-1EFF9AB17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9671" name="Rectangle 103">
              <a:extLst>
                <a:ext uri="{FF2B5EF4-FFF2-40B4-BE49-F238E27FC236}">
                  <a16:creationId xmlns:a16="http://schemas.microsoft.com/office/drawing/2014/main" id="{56DD78FB-F8EA-4AC9-8721-83C1C83D7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39672" name="Freeform 104">
              <a:extLst>
                <a:ext uri="{FF2B5EF4-FFF2-40B4-BE49-F238E27FC236}">
                  <a16:creationId xmlns:a16="http://schemas.microsoft.com/office/drawing/2014/main" id="{88A4B8C4-1CF8-419B-B314-0B5B18915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9673" name="Freeform 105">
              <a:extLst>
                <a:ext uri="{FF2B5EF4-FFF2-40B4-BE49-F238E27FC236}">
                  <a16:creationId xmlns:a16="http://schemas.microsoft.com/office/drawing/2014/main" id="{42EB8FB9-7267-4D48-ABDB-B7A23C9BD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9674" name="Oval 106">
              <a:extLst>
                <a:ext uri="{FF2B5EF4-FFF2-40B4-BE49-F238E27FC236}">
                  <a16:creationId xmlns:a16="http://schemas.microsoft.com/office/drawing/2014/main" id="{366B630A-A09D-4DFE-80E0-95DD007F1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2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39675" name="Freeform 107">
              <a:extLst>
                <a:ext uri="{FF2B5EF4-FFF2-40B4-BE49-F238E27FC236}">
                  <a16:creationId xmlns:a16="http://schemas.microsoft.com/office/drawing/2014/main" id="{4A399D11-112F-4A23-8323-954B067BF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39676" name="AutoShape 108">
              <a:extLst>
                <a:ext uri="{FF2B5EF4-FFF2-40B4-BE49-F238E27FC236}">
                  <a16:creationId xmlns:a16="http://schemas.microsoft.com/office/drawing/2014/main" id="{BC6F7CE1-5289-4846-8058-131FE42D2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39677" name="AutoShape 109">
              <a:extLst>
                <a:ext uri="{FF2B5EF4-FFF2-40B4-BE49-F238E27FC236}">
                  <a16:creationId xmlns:a16="http://schemas.microsoft.com/office/drawing/2014/main" id="{3975EAFD-8F1A-4928-9BF3-40F8CF00D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1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39678" name="Oval 110">
              <a:extLst>
                <a:ext uri="{FF2B5EF4-FFF2-40B4-BE49-F238E27FC236}">
                  <a16:creationId xmlns:a16="http://schemas.microsoft.com/office/drawing/2014/main" id="{6BCF893D-3289-411B-A1D1-64EB9D2D3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5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39679" name="Oval 111">
              <a:extLst>
                <a:ext uri="{FF2B5EF4-FFF2-40B4-BE49-F238E27FC236}">
                  <a16:creationId xmlns:a16="http://schemas.microsoft.com/office/drawing/2014/main" id="{69DE0693-DFD1-4119-959D-949E998F6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680" name="Oval 112">
              <a:extLst>
                <a:ext uri="{FF2B5EF4-FFF2-40B4-BE49-F238E27FC236}">
                  <a16:creationId xmlns:a16="http://schemas.microsoft.com/office/drawing/2014/main" id="{F06BAAE3-7E8C-4934-A3CA-7C3B3A49D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0"/>
              <a:ext cx="160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39681" name="Rectangle 113">
              <a:extLst>
                <a:ext uri="{FF2B5EF4-FFF2-40B4-BE49-F238E27FC236}">
                  <a16:creationId xmlns:a16="http://schemas.microsoft.com/office/drawing/2014/main" id="{A0CAB4E1-35B8-4D87-8790-FFDE1E2BA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5"/>
              <a:ext cx="83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39646" name="Group 114">
            <a:extLst>
              <a:ext uri="{FF2B5EF4-FFF2-40B4-BE49-F238E27FC236}">
                <a16:creationId xmlns:a16="http://schemas.microsoft.com/office/drawing/2014/main" id="{5CF3AA2B-C6CF-4E84-B569-AF3DA501F49D}"/>
              </a:ext>
            </a:extLst>
          </p:cNvPr>
          <p:cNvGrpSpPr>
            <a:grpSpLocks/>
          </p:cNvGrpSpPr>
          <p:nvPr/>
        </p:nvGrpSpPr>
        <p:grpSpPr bwMode="auto">
          <a:xfrm>
            <a:off x="444500" y="4635500"/>
            <a:ext cx="925513" cy="795338"/>
            <a:chOff x="-44" y="1473"/>
            <a:chExt cx="981" cy="1105"/>
          </a:xfrm>
        </p:grpSpPr>
        <p:pic>
          <p:nvPicPr>
            <p:cNvPr id="239656" name="Picture 115" descr="desktop_computer_stylized_medium">
              <a:extLst>
                <a:ext uri="{FF2B5EF4-FFF2-40B4-BE49-F238E27FC236}">
                  <a16:creationId xmlns:a16="http://schemas.microsoft.com/office/drawing/2014/main" id="{EF1D3452-4A54-4B0A-A223-BF3EA35208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9657" name="Freeform 116">
              <a:extLst>
                <a:ext uri="{FF2B5EF4-FFF2-40B4-BE49-F238E27FC236}">
                  <a16:creationId xmlns:a16="http://schemas.microsoft.com/office/drawing/2014/main" id="{91491DDD-F96A-4AA1-B91D-8C372D24B1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39647" name="Group 117">
            <a:extLst>
              <a:ext uri="{FF2B5EF4-FFF2-40B4-BE49-F238E27FC236}">
                <a16:creationId xmlns:a16="http://schemas.microsoft.com/office/drawing/2014/main" id="{E75C993D-7F8C-4DEE-B7EB-B8937DF7AE6B}"/>
              </a:ext>
            </a:extLst>
          </p:cNvPr>
          <p:cNvGrpSpPr>
            <a:grpSpLocks/>
          </p:cNvGrpSpPr>
          <p:nvPr/>
        </p:nvGrpSpPr>
        <p:grpSpPr bwMode="auto">
          <a:xfrm>
            <a:off x="3665538" y="2816225"/>
            <a:ext cx="925512" cy="795338"/>
            <a:chOff x="-44" y="1473"/>
            <a:chExt cx="981" cy="1105"/>
          </a:xfrm>
        </p:grpSpPr>
        <p:pic>
          <p:nvPicPr>
            <p:cNvPr id="239654" name="Picture 118" descr="desktop_computer_stylized_medium">
              <a:extLst>
                <a:ext uri="{FF2B5EF4-FFF2-40B4-BE49-F238E27FC236}">
                  <a16:creationId xmlns:a16="http://schemas.microsoft.com/office/drawing/2014/main" id="{93382632-2062-46F8-BF64-1E47308C6E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9655" name="Freeform 119">
              <a:extLst>
                <a:ext uri="{FF2B5EF4-FFF2-40B4-BE49-F238E27FC236}">
                  <a16:creationId xmlns:a16="http://schemas.microsoft.com/office/drawing/2014/main" id="{090A6D6A-B565-4DD7-9FDA-804460945A4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39648" name="Group 120">
            <a:extLst>
              <a:ext uri="{FF2B5EF4-FFF2-40B4-BE49-F238E27FC236}">
                <a16:creationId xmlns:a16="http://schemas.microsoft.com/office/drawing/2014/main" id="{377CC6CE-124E-4B21-A20D-4DEDE7B48092}"/>
              </a:ext>
            </a:extLst>
          </p:cNvPr>
          <p:cNvGrpSpPr>
            <a:grpSpLocks/>
          </p:cNvGrpSpPr>
          <p:nvPr/>
        </p:nvGrpSpPr>
        <p:grpSpPr bwMode="auto">
          <a:xfrm>
            <a:off x="4710113" y="2957513"/>
            <a:ext cx="925512" cy="795337"/>
            <a:chOff x="-44" y="1473"/>
            <a:chExt cx="981" cy="1105"/>
          </a:xfrm>
        </p:grpSpPr>
        <p:pic>
          <p:nvPicPr>
            <p:cNvPr id="239652" name="Picture 121" descr="desktop_computer_stylized_medium">
              <a:extLst>
                <a:ext uri="{FF2B5EF4-FFF2-40B4-BE49-F238E27FC236}">
                  <a16:creationId xmlns:a16="http://schemas.microsoft.com/office/drawing/2014/main" id="{7C5715E9-842F-4DB1-B81A-9EAE777739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9653" name="Freeform 122">
              <a:extLst>
                <a:ext uri="{FF2B5EF4-FFF2-40B4-BE49-F238E27FC236}">
                  <a16:creationId xmlns:a16="http://schemas.microsoft.com/office/drawing/2014/main" id="{008043B8-F41D-4092-AA63-D7BC873EBFC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39649" name="Group 123">
            <a:extLst>
              <a:ext uri="{FF2B5EF4-FFF2-40B4-BE49-F238E27FC236}">
                <a16:creationId xmlns:a16="http://schemas.microsoft.com/office/drawing/2014/main" id="{0CE36B5A-BC16-45BA-B3F3-FFFBCCE9231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80263" y="4405313"/>
            <a:ext cx="925512" cy="795337"/>
            <a:chOff x="-44" y="1473"/>
            <a:chExt cx="981" cy="1105"/>
          </a:xfrm>
        </p:grpSpPr>
        <p:pic>
          <p:nvPicPr>
            <p:cNvPr id="239650" name="Picture 124" descr="desktop_computer_stylized_medium">
              <a:extLst>
                <a:ext uri="{FF2B5EF4-FFF2-40B4-BE49-F238E27FC236}">
                  <a16:creationId xmlns:a16="http://schemas.microsoft.com/office/drawing/2014/main" id="{1129C911-F14F-4227-8A75-B47C13A0C1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9651" name="Freeform 125">
              <a:extLst>
                <a:ext uri="{FF2B5EF4-FFF2-40B4-BE49-F238E27FC236}">
                  <a16:creationId xmlns:a16="http://schemas.microsoft.com/office/drawing/2014/main" id="{4A4D1E87-58DA-4D76-9173-87F79D4EFD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32" grpId="0"/>
      <p:bldP spid="239633" grpId="0"/>
      <p:bldP spid="239634" grpId="0"/>
      <p:bldP spid="239642" grpId="0" animBg="1"/>
      <p:bldP spid="239643" grpId="0" animBg="1"/>
      <p:bldP spid="23964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7">
            <a:extLst>
              <a:ext uri="{FF2B5EF4-FFF2-40B4-BE49-F238E27FC236}">
                <a16:creationId xmlns:a16="http://schemas.microsoft.com/office/drawing/2014/main" id="{7A19741C-D7F7-498A-9651-DFCECFD410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41667" name="Rectangle 8">
            <a:extLst>
              <a:ext uri="{FF2B5EF4-FFF2-40B4-BE49-F238E27FC236}">
                <a16:creationId xmlns:a16="http://schemas.microsoft.com/office/drawing/2014/main" id="{DB4A5BC9-382E-45F3-96DD-D6C1D1C1DE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06D97748-7062-4E9A-B019-01A169F48F1C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41668" name="Rectangle 2">
            <a:extLst>
              <a:ext uri="{FF2B5EF4-FFF2-40B4-BE49-F238E27FC236}">
                <a16:creationId xmlns:a16="http://schemas.microsoft.com/office/drawing/2014/main" id="{69A11128-B7FD-4012-B400-79ACF761D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8450" y="61913"/>
            <a:ext cx="8520113" cy="1143000"/>
          </a:xfrm>
        </p:spPr>
        <p:txBody>
          <a:bodyPr/>
          <a:lstStyle/>
          <a:p>
            <a:r>
              <a:rPr lang="en-US" altLang="zh-TW" sz="3600">
                <a:ea typeface="ＭＳ Ｐゴシック" panose="020B0600070205080204" pitchFamily="34" charset="-128"/>
              </a:rPr>
              <a:t>File distribution time: </a:t>
            </a:r>
            <a:r>
              <a:rPr lang="en-US" altLang="zh-TW" sz="3600">
                <a:solidFill>
                  <a:srgbClr val="FF0000"/>
                </a:solidFill>
                <a:ea typeface="ＭＳ Ｐゴシック" panose="020B0600070205080204" pitchFamily="34" charset="-128"/>
              </a:rPr>
              <a:t>client-server</a:t>
            </a:r>
          </a:p>
        </p:txBody>
      </p:sp>
      <p:sp>
        <p:nvSpPr>
          <p:cNvPr id="241669" name="Rectangle 47">
            <a:extLst>
              <a:ext uri="{FF2B5EF4-FFF2-40B4-BE49-F238E27FC236}">
                <a16:creationId xmlns:a16="http://schemas.microsoft.com/office/drawing/2014/main" id="{35347753-2CF4-4DAF-A723-B315A2E6D9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263" y="1252538"/>
            <a:ext cx="4100512" cy="2014537"/>
          </a:xfrm>
        </p:spPr>
        <p:txBody>
          <a:bodyPr/>
          <a:lstStyle/>
          <a:p>
            <a:r>
              <a:rPr lang="en-US" altLang="zh-TW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Server upload: </a:t>
            </a:r>
            <a:r>
              <a:rPr lang="en-US" altLang="zh-TW" sz="2400" dirty="0">
                <a:ea typeface="ＭＳ Ｐゴシック" panose="020B0600070205080204" pitchFamily="34" charset="-128"/>
              </a:rPr>
              <a:t>must</a:t>
            </a:r>
            <a:r>
              <a:rPr lang="en-US" altLang="zh-TW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400" dirty="0">
                <a:ea typeface="ＭＳ Ｐゴシック" panose="020B0600070205080204" pitchFamily="34" charset="-128"/>
              </a:rPr>
              <a:t>sequentially send (upload) </a:t>
            </a:r>
            <a:r>
              <a:rPr lang="en-US" altLang="zh-TW" sz="2400" i="1" dirty="0">
                <a:ea typeface="ＭＳ Ｐゴシック" panose="020B0600070205080204" pitchFamily="34" charset="-128"/>
              </a:rPr>
              <a:t>N </a:t>
            </a:r>
            <a:r>
              <a:rPr lang="en-US" altLang="zh-TW" sz="2400" dirty="0">
                <a:ea typeface="ＭＳ Ｐゴシック" panose="020B0600070205080204" pitchFamily="34" charset="-128"/>
              </a:rPr>
              <a:t>file</a:t>
            </a:r>
            <a:r>
              <a:rPr lang="en-US" altLang="zh-TW" sz="2400" i="1" dirty="0">
                <a:ea typeface="ＭＳ Ｐゴシック" panose="020B0600070205080204" pitchFamily="34" charset="-128"/>
              </a:rPr>
              <a:t> </a:t>
            </a:r>
            <a:r>
              <a:rPr lang="en-US" altLang="zh-TW" sz="2400" dirty="0">
                <a:ea typeface="ＭＳ Ｐゴシック" panose="020B0600070205080204" pitchFamily="34" charset="-128"/>
              </a:rPr>
              <a:t>copies</a:t>
            </a:r>
            <a:r>
              <a:rPr lang="en-US" altLang="zh-TW" sz="2600" dirty="0">
                <a:ea typeface="ＭＳ Ｐゴシック" panose="020B0600070205080204" pitchFamily="34" charset="-128"/>
              </a:rPr>
              <a:t>:</a:t>
            </a:r>
          </a:p>
          <a:p>
            <a:pPr lvl="1">
              <a:lnSpc>
                <a:spcPct val="100000"/>
              </a:lnSpc>
              <a:buSzPct val="85000"/>
            </a:pPr>
            <a:r>
              <a:rPr lang="en-US" altLang="zh-TW" sz="2000" dirty="0">
                <a:ea typeface="ＭＳ Ｐゴシック" panose="020B0600070205080204" pitchFamily="34" charset="-128"/>
              </a:rPr>
              <a:t>time to send one copy: </a:t>
            </a:r>
            <a:r>
              <a:rPr lang="en-US" altLang="zh-TW" sz="2000" i="1" dirty="0">
                <a:ea typeface="ＭＳ Ｐゴシック" panose="020B0600070205080204" pitchFamily="34" charset="-128"/>
              </a:rPr>
              <a:t>F/u</a:t>
            </a:r>
            <a:r>
              <a:rPr lang="en-US" altLang="zh-TW" sz="2000" i="1" baseline="-25000" dirty="0">
                <a:ea typeface="ＭＳ Ｐゴシック" panose="020B0600070205080204" pitchFamily="34" charset="-128"/>
              </a:rPr>
              <a:t>s </a:t>
            </a:r>
            <a:endParaRPr lang="en-US" altLang="zh-TW" sz="2000" dirty="0">
              <a:ea typeface="ＭＳ Ｐゴシック" panose="020B0600070205080204" pitchFamily="34" charset="-128"/>
            </a:endParaRPr>
          </a:p>
          <a:p>
            <a:pPr lvl="1">
              <a:lnSpc>
                <a:spcPct val="100000"/>
              </a:lnSpc>
              <a:buSzPct val="85000"/>
            </a:pPr>
            <a:r>
              <a:rPr lang="en-US" altLang="zh-TW" sz="2000" dirty="0">
                <a:ea typeface="ＭＳ Ｐゴシック" panose="020B0600070205080204" pitchFamily="34" charset="-128"/>
              </a:rPr>
              <a:t>time to send N copies: </a:t>
            </a:r>
            <a:r>
              <a:rPr lang="en-US" altLang="zh-TW" sz="2000" i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NF/u</a:t>
            </a:r>
            <a:r>
              <a:rPr lang="en-US" altLang="zh-TW" sz="2000" i="1" baseline="-250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s</a:t>
            </a:r>
            <a:endParaRPr lang="en-US" altLang="zh-TW" sz="2000" dirty="0">
              <a:solidFill>
                <a:srgbClr val="0070C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45813" name="Line 53">
            <a:extLst>
              <a:ext uri="{FF2B5EF4-FFF2-40B4-BE49-F238E27FC236}">
                <a16:creationId xmlns:a16="http://schemas.microsoft.com/office/drawing/2014/main" id="{13EE029A-6BEF-43E3-9CCF-E7E327FD83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46750" y="5617119"/>
            <a:ext cx="430213" cy="6921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45814" name="Text Box 54">
            <a:extLst>
              <a:ext uri="{FF2B5EF4-FFF2-40B4-BE49-F238E27FC236}">
                <a16:creationId xmlns:a16="http://schemas.microsoft.com/office/drawing/2014/main" id="{A3B7ED96-1B25-4DC9-B207-35EC36B4D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4813" y="6271169"/>
            <a:ext cx="26701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increases linearly in N</a:t>
            </a:r>
          </a:p>
        </p:txBody>
      </p:sp>
      <p:sp>
        <p:nvSpPr>
          <p:cNvPr id="241672" name="Text Box 51">
            <a:extLst>
              <a:ext uri="{FF2B5EF4-FFF2-40B4-BE49-F238E27FC236}">
                <a16:creationId xmlns:a16="http://schemas.microsoft.com/office/drawing/2014/main" id="{4BBFB525-5C60-448D-BC76-38044AA9C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9363" y="4910682"/>
            <a:ext cx="27860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8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000" i="1" dirty="0">
                <a:latin typeface="Arial" panose="020B0604020202020204" pitchFamily="34" charset="0"/>
              </a:rPr>
              <a:t>time to  distribute F </a:t>
            </a:r>
          </a:p>
          <a:p>
            <a:pPr algn="r">
              <a:lnSpc>
                <a:spcPct val="8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000" i="1" dirty="0">
                <a:latin typeface="Arial" panose="020B0604020202020204" pitchFamily="34" charset="0"/>
              </a:rPr>
              <a:t>to N clients using </a:t>
            </a:r>
          </a:p>
          <a:p>
            <a:pPr algn="r">
              <a:lnSpc>
                <a:spcPct val="8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000" i="1" dirty="0">
                <a:latin typeface="Arial" panose="020B0604020202020204" pitchFamily="34" charset="0"/>
              </a:rPr>
              <a:t>client-server approach</a:t>
            </a:r>
            <a:r>
              <a:rPr lang="en-US" altLang="zh-TW" sz="2400" dirty="0">
                <a:latin typeface="Comic Sans MS" panose="030F0702030302020204" pitchFamily="66" charset="0"/>
              </a:rPr>
              <a:t> </a:t>
            </a:r>
            <a:endParaRPr lang="en-US" altLang="zh-TW" dirty="0">
              <a:latin typeface="Comic Sans MS" panose="030F0702030302020204" pitchFamily="66" charset="0"/>
            </a:endParaRPr>
          </a:p>
        </p:txBody>
      </p:sp>
      <p:sp>
        <p:nvSpPr>
          <p:cNvPr id="241673" name="Rectangle 55">
            <a:extLst>
              <a:ext uri="{FF2B5EF4-FFF2-40B4-BE49-F238E27FC236}">
                <a16:creationId xmlns:a16="http://schemas.microsoft.com/office/drawing/2014/main" id="{BC59CB93-3E7B-454F-8D13-C6774B931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288" y="4839244"/>
            <a:ext cx="7032625" cy="123507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Comic Sans MS" panose="030F0702030302020204" pitchFamily="66" charset="0"/>
            </a:endParaRPr>
          </a:p>
        </p:txBody>
      </p:sp>
      <p:pic>
        <p:nvPicPr>
          <p:cNvPr id="241674" name="Picture 58" descr="underline_base">
            <a:extLst>
              <a:ext uri="{FF2B5EF4-FFF2-40B4-BE49-F238E27FC236}">
                <a16:creationId xmlns:a16="http://schemas.microsoft.com/office/drawing/2014/main" id="{26554E41-5E8F-4ECF-A31B-2EA0B786E4D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857250"/>
            <a:ext cx="6518275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1675" name="Text Box 96">
            <a:extLst>
              <a:ext uri="{FF2B5EF4-FFF2-40B4-BE49-F238E27FC236}">
                <a16:creationId xmlns:a16="http://schemas.microsoft.com/office/drawing/2014/main" id="{8B2FE1DA-4DE8-44D4-8937-91B4D2FF7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6525" y="5153569"/>
            <a:ext cx="42482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i="1" dirty="0">
                <a:latin typeface="Arial" panose="020B0604020202020204" pitchFamily="34" charset="0"/>
              </a:rPr>
              <a:t> D</a:t>
            </a:r>
            <a:r>
              <a:rPr lang="en-US" altLang="zh-TW" i="1" baseline="-25000" dirty="0">
                <a:latin typeface="Arial" panose="020B0604020202020204" pitchFamily="34" charset="0"/>
              </a:rPr>
              <a:t>c-s</a:t>
            </a:r>
            <a:r>
              <a:rPr lang="en-US" altLang="zh-TW" i="1" dirty="0">
                <a:latin typeface="Arial" panose="020B0604020202020204" pitchFamily="34" charset="0"/>
              </a:rPr>
              <a:t> ≥ max{</a:t>
            </a:r>
            <a:r>
              <a:rPr lang="en-US" altLang="zh-TW" i="1" dirty="0">
                <a:solidFill>
                  <a:srgbClr val="0070C0"/>
                </a:solidFill>
                <a:latin typeface="Arial" panose="020B0604020202020204" pitchFamily="34" charset="0"/>
              </a:rPr>
              <a:t>NF/</a:t>
            </a:r>
            <a:r>
              <a:rPr lang="en-US" altLang="zh-TW" i="1" dirty="0" err="1">
                <a:solidFill>
                  <a:srgbClr val="0070C0"/>
                </a:solidFill>
                <a:latin typeface="Arial" panose="020B0604020202020204" pitchFamily="34" charset="0"/>
              </a:rPr>
              <a:t>u</a:t>
            </a:r>
            <a:r>
              <a:rPr lang="en-US" altLang="zh-TW" i="1" baseline="-25000" dirty="0" err="1">
                <a:solidFill>
                  <a:srgbClr val="0070C0"/>
                </a:solidFill>
                <a:latin typeface="Arial" panose="020B0604020202020204" pitchFamily="34" charset="0"/>
              </a:rPr>
              <a:t>s</a:t>
            </a:r>
            <a:r>
              <a:rPr lang="en-US" altLang="zh-TW" i="1" baseline="-25000" dirty="0" err="1">
                <a:latin typeface="Arial" panose="020B0604020202020204" pitchFamily="34" charset="0"/>
              </a:rPr>
              <a:t>,</a:t>
            </a:r>
            <a:r>
              <a:rPr lang="en-US" altLang="zh-TW" i="1" dirty="0" err="1">
                <a:latin typeface="Arial" panose="020B0604020202020204" pitchFamily="34" charset="0"/>
              </a:rPr>
              <a:t>,</a:t>
            </a:r>
            <a:r>
              <a:rPr lang="en-US" altLang="zh-TW" i="1" dirty="0" err="1">
                <a:solidFill>
                  <a:srgbClr val="00B050"/>
                </a:solidFill>
                <a:latin typeface="Arial" panose="020B0604020202020204" pitchFamily="34" charset="0"/>
              </a:rPr>
              <a:t>F</a:t>
            </a:r>
            <a:r>
              <a:rPr lang="en-US" altLang="zh-TW" i="1" dirty="0">
                <a:solidFill>
                  <a:srgbClr val="00B050"/>
                </a:solidFill>
                <a:latin typeface="Arial" panose="020B0604020202020204" pitchFamily="34" charset="0"/>
              </a:rPr>
              <a:t>/</a:t>
            </a:r>
            <a:r>
              <a:rPr lang="en-US" altLang="zh-TW" i="1" dirty="0" err="1">
                <a:solidFill>
                  <a:srgbClr val="00B050"/>
                </a:solidFill>
                <a:latin typeface="Arial" panose="020B0604020202020204" pitchFamily="34" charset="0"/>
              </a:rPr>
              <a:t>d</a:t>
            </a:r>
            <a:r>
              <a:rPr lang="en-US" altLang="zh-TW" i="1" baseline="-25000" dirty="0" err="1">
                <a:solidFill>
                  <a:srgbClr val="00B050"/>
                </a:solidFill>
                <a:latin typeface="Arial" panose="020B0604020202020204" pitchFamily="34" charset="0"/>
              </a:rPr>
              <a:t>min</a:t>
            </a:r>
            <a:r>
              <a:rPr lang="en-US" altLang="zh-TW" i="1" dirty="0">
                <a:latin typeface="Arial" panose="020B0604020202020204" pitchFamily="34" charset="0"/>
              </a:rPr>
              <a:t>}</a:t>
            </a:r>
            <a:r>
              <a:rPr lang="en-US" altLang="zh-TW" i="1" dirty="0">
                <a:solidFill>
                  <a:srgbClr val="CC0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41676" name="Rectangle 47">
            <a:extLst>
              <a:ext uri="{FF2B5EF4-FFF2-40B4-BE49-F238E27FC236}">
                <a16:creationId xmlns:a16="http://schemas.microsoft.com/office/drawing/2014/main" id="{56988C7F-3857-452E-8E98-A42DBB22D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3081338"/>
            <a:ext cx="4316412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 sz="2400" i="1" dirty="0">
                <a:solidFill>
                  <a:srgbClr val="CC0000"/>
                </a:solidFill>
              </a:rPr>
              <a:t>Client download: </a:t>
            </a:r>
            <a:r>
              <a:rPr lang="en-US" altLang="zh-TW" sz="2400" dirty="0"/>
              <a:t>each client must download file copy</a:t>
            </a:r>
          </a:p>
          <a:p>
            <a:pPr lvl="1"/>
            <a:r>
              <a:rPr lang="en-US" altLang="zh-TW" sz="2000" dirty="0" err="1"/>
              <a:t>d</a:t>
            </a:r>
            <a:r>
              <a:rPr lang="en-US" altLang="zh-TW" sz="2000" baseline="-25000" dirty="0" err="1"/>
              <a:t>min</a:t>
            </a:r>
            <a:r>
              <a:rPr lang="en-US" altLang="zh-TW" sz="2000" dirty="0"/>
              <a:t> = min client download rate</a:t>
            </a:r>
          </a:p>
          <a:p>
            <a:pPr lvl="1"/>
            <a:r>
              <a:rPr lang="en-US" altLang="zh-TW" sz="2000" dirty="0"/>
              <a:t>max client download time: </a:t>
            </a:r>
            <a:r>
              <a:rPr lang="en-US" altLang="zh-TW" sz="2000" dirty="0">
                <a:solidFill>
                  <a:srgbClr val="00B050"/>
                </a:solidFill>
              </a:rPr>
              <a:t>F/</a:t>
            </a:r>
            <a:r>
              <a:rPr lang="en-US" altLang="zh-TW" sz="2000" dirty="0" err="1">
                <a:solidFill>
                  <a:srgbClr val="00B050"/>
                </a:solidFill>
              </a:rPr>
              <a:t>d</a:t>
            </a:r>
            <a:r>
              <a:rPr lang="en-US" altLang="zh-TW" sz="2000" baseline="-25000" dirty="0" err="1">
                <a:solidFill>
                  <a:srgbClr val="00B050"/>
                </a:solidFill>
              </a:rPr>
              <a:t>min</a:t>
            </a:r>
            <a:r>
              <a:rPr lang="en-US" altLang="zh-TW" sz="2000" i="1" dirty="0">
                <a:solidFill>
                  <a:srgbClr val="00B050"/>
                </a:solidFill>
              </a:rPr>
              <a:t> </a:t>
            </a:r>
            <a:endParaRPr lang="en-US" altLang="zh-TW" sz="2000" dirty="0">
              <a:solidFill>
                <a:srgbClr val="00B050"/>
              </a:solidFill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4107D49-FB67-AFC5-D43C-AFE8CFED9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429" y="1648622"/>
            <a:ext cx="3343421" cy="2399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Rectangle 7">
            <a:extLst>
              <a:ext uri="{FF2B5EF4-FFF2-40B4-BE49-F238E27FC236}">
                <a16:creationId xmlns:a16="http://schemas.microsoft.com/office/drawing/2014/main" id="{D9B72E96-433A-47BF-8885-A48D90592E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43715" name="Rectangle 8">
            <a:extLst>
              <a:ext uri="{FF2B5EF4-FFF2-40B4-BE49-F238E27FC236}">
                <a16:creationId xmlns:a16="http://schemas.microsoft.com/office/drawing/2014/main" id="{F788153C-A87D-46E1-B9D1-733BA38A8B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EA1EE5CA-EA4F-4317-964D-A54AE1910A4F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43716" name="Rectangle 2">
            <a:extLst>
              <a:ext uri="{FF2B5EF4-FFF2-40B4-BE49-F238E27FC236}">
                <a16:creationId xmlns:a16="http://schemas.microsoft.com/office/drawing/2014/main" id="{D0DD8E1A-E3FD-4C52-BD7E-0659199740C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8450" y="61913"/>
            <a:ext cx="8520113" cy="1143000"/>
          </a:xfrm>
        </p:spPr>
        <p:txBody>
          <a:bodyPr/>
          <a:lstStyle/>
          <a:p>
            <a:r>
              <a:rPr lang="en-US" altLang="zh-TW" sz="3600">
                <a:ea typeface="ＭＳ Ｐゴシック" panose="020B0600070205080204" pitchFamily="34" charset="-128"/>
              </a:rPr>
              <a:t>File distribution time: </a:t>
            </a:r>
            <a:r>
              <a:rPr lang="en-US" altLang="zh-TW" sz="3600">
                <a:solidFill>
                  <a:srgbClr val="FF0000"/>
                </a:solidFill>
                <a:ea typeface="ＭＳ Ｐゴシック" panose="020B0600070205080204" pitchFamily="34" charset="-128"/>
              </a:rPr>
              <a:t>P2P</a:t>
            </a:r>
          </a:p>
        </p:txBody>
      </p:sp>
      <p:sp>
        <p:nvSpPr>
          <p:cNvPr id="243717" name="Rectangle 47">
            <a:extLst>
              <a:ext uri="{FF2B5EF4-FFF2-40B4-BE49-F238E27FC236}">
                <a16:creationId xmlns:a16="http://schemas.microsoft.com/office/drawing/2014/main" id="{28A2D21B-9463-4FB3-B7C7-A79C86CEC73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22263" y="1252538"/>
            <a:ext cx="4100512" cy="2014537"/>
          </a:xfrm>
        </p:spPr>
        <p:txBody>
          <a:bodyPr/>
          <a:lstStyle/>
          <a:p>
            <a:r>
              <a:rPr lang="en-US" altLang="zh-TW" sz="2400" i="1">
                <a:solidFill>
                  <a:srgbClr val="CC0000"/>
                </a:solidFill>
                <a:ea typeface="ＭＳ Ｐゴシック" panose="020B0600070205080204" pitchFamily="34" charset="-128"/>
              </a:rPr>
              <a:t>Server upload: </a:t>
            </a:r>
            <a:r>
              <a:rPr lang="en-US" altLang="zh-TW" sz="2400">
                <a:ea typeface="ＭＳ Ｐゴシック" panose="020B0600070205080204" pitchFamily="34" charset="-128"/>
              </a:rPr>
              <a:t>must</a:t>
            </a:r>
            <a:r>
              <a:rPr lang="en-US" altLang="zh-TW" sz="2400" i="1">
                <a:solidFill>
                  <a:srgbClr val="CC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zh-TW" sz="2400">
                <a:ea typeface="ＭＳ Ｐゴシック" panose="020B0600070205080204" pitchFamily="34" charset="-128"/>
              </a:rPr>
              <a:t>upload at least one</a:t>
            </a:r>
            <a:r>
              <a:rPr lang="en-US" altLang="zh-TW" sz="2400" i="1">
                <a:ea typeface="ＭＳ Ｐゴシック" panose="020B0600070205080204" pitchFamily="34" charset="-128"/>
              </a:rPr>
              <a:t> </a:t>
            </a:r>
            <a:r>
              <a:rPr lang="en-US" altLang="zh-TW" sz="2400">
                <a:ea typeface="ＭＳ Ｐゴシック" panose="020B0600070205080204" pitchFamily="34" charset="-128"/>
              </a:rPr>
              <a:t>copy</a:t>
            </a:r>
            <a:endParaRPr lang="en-US" altLang="zh-TW" sz="2600">
              <a:ea typeface="ＭＳ Ｐゴシック" panose="020B0600070205080204" pitchFamily="34" charset="-128"/>
            </a:endParaRPr>
          </a:p>
          <a:p>
            <a:pPr lvl="1">
              <a:lnSpc>
                <a:spcPct val="100000"/>
              </a:lnSpc>
              <a:buSzPct val="85000"/>
            </a:pPr>
            <a:r>
              <a:rPr lang="en-US" altLang="zh-TW" sz="2000">
                <a:ea typeface="ＭＳ Ｐゴシック" panose="020B0600070205080204" pitchFamily="34" charset="-128"/>
              </a:rPr>
              <a:t>time to send one copy: </a:t>
            </a:r>
            <a:r>
              <a:rPr lang="en-US" altLang="zh-TW" sz="2000" i="1">
                <a:ea typeface="ＭＳ Ｐゴシック" panose="020B0600070205080204" pitchFamily="34" charset="-128"/>
              </a:rPr>
              <a:t>F/u</a:t>
            </a:r>
            <a:r>
              <a:rPr lang="en-US" altLang="zh-TW" sz="2000" i="1" baseline="-25000">
                <a:ea typeface="ＭＳ Ｐゴシック" panose="020B0600070205080204" pitchFamily="34" charset="-128"/>
              </a:rPr>
              <a:t>s </a:t>
            </a:r>
            <a:endParaRPr lang="en-US" altLang="zh-TW" sz="2000">
              <a:ea typeface="ＭＳ Ｐゴシック" panose="020B0600070205080204" pitchFamily="34" charset="-128"/>
            </a:endParaRPr>
          </a:p>
        </p:txBody>
      </p:sp>
      <p:sp>
        <p:nvSpPr>
          <p:cNvPr id="243718" name="Text Box 51">
            <a:extLst>
              <a:ext uri="{FF2B5EF4-FFF2-40B4-BE49-F238E27FC236}">
                <a16:creationId xmlns:a16="http://schemas.microsoft.com/office/drawing/2014/main" id="{40730F60-2D04-4F16-AE96-00AAD1A2C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788" y="4464050"/>
            <a:ext cx="24098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8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000" i="1" dirty="0">
                <a:latin typeface="Arial" panose="020B0604020202020204" pitchFamily="34" charset="0"/>
              </a:rPr>
              <a:t>time to  distribute F </a:t>
            </a:r>
          </a:p>
          <a:p>
            <a:pPr algn="r">
              <a:lnSpc>
                <a:spcPct val="8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000" i="1" dirty="0">
                <a:latin typeface="Arial" panose="020B0604020202020204" pitchFamily="34" charset="0"/>
              </a:rPr>
              <a:t>to N clients using </a:t>
            </a:r>
          </a:p>
          <a:p>
            <a:pPr algn="r">
              <a:lnSpc>
                <a:spcPct val="8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000" i="1" dirty="0">
                <a:latin typeface="Arial" panose="020B0604020202020204" pitchFamily="34" charset="0"/>
              </a:rPr>
              <a:t>P2P approach</a:t>
            </a:r>
            <a:r>
              <a:rPr lang="en-US" altLang="zh-TW" sz="2400" dirty="0">
                <a:latin typeface="Comic Sans MS" panose="030F0702030302020204" pitchFamily="66" charset="0"/>
              </a:rPr>
              <a:t> </a:t>
            </a:r>
            <a:endParaRPr lang="en-US" altLang="zh-TW" dirty="0">
              <a:latin typeface="Comic Sans MS" panose="030F0702030302020204" pitchFamily="66" charset="0"/>
            </a:endParaRPr>
          </a:p>
        </p:txBody>
      </p:sp>
      <p:sp>
        <p:nvSpPr>
          <p:cNvPr id="243719" name="Rectangle 55">
            <a:extLst>
              <a:ext uri="{FF2B5EF4-FFF2-40B4-BE49-F238E27FC236}">
                <a16:creationId xmlns:a16="http://schemas.microsoft.com/office/drawing/2014/main" id="{A1DB893B-E0B3-469E-B1AA-54A836CEB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488" y="4371975"/>
            <a:ext cx="8726487" cy="123507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endParaRPr lang="zh-TW" altLang="zh-TW" sz="2400">
              <a:latin typeface="Comic Sans MS" panose="030F0702030302020204" pitchFamily="66" charset="0"/>
            </a:endParaRPr>
          </a:p>
        </p:txBody>
      </p:sp>
      <p:pic>
        <p:nvPicPr>
          <p:cNvPr id="243720" name="Picture 8" descr="underline_base">
            <a:extLst>
              <a:ext uri="{FF2B5EF4-FFF2-40B4-BE49-F238E27FC236}">
                <a16:creationId xmlns:a16="http://schemas.microsoft.com/office/drawing/2014/main" id="{20A0E7C5-6A10-4AE4-A44F-6D2F5D93DD7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857250"/>
            <a:ext cx="493871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3721" name="Freeform 4">
            <a:extLst>
              <a:ext uri="{FF2B5EF4-FFF2-40B4-BE49-F238E27FC236}">
                <a16:creationId xmlns:a16="http://schemas.microsoft.com/office/drawing/2014/main" id="{D3FCEB17-9EC7-4FB5-899F-0D02B052ECA5}"/>
              </a:ext>
            </a:extLst>
          </p:cNvPr>
          <p:cNvSpPr>
            <a:spLocks/>
          </p:cNvSpPr>
          <p:nvPr/>
        </p:nvSpPr>
        <p:spPr bwMode="auto">
          <a:xfrm>
            <a:off x="5600700" y="2111375"/>
            <a:ext cx="2136775" cy="1209675"/>
          </a:xfrm>
          <a:custGeom>
            <a:avLst/>
            <a:gdLst>
              <a:gd name="T0" fmla="*/ 2147483646 w 1292"/>
              <a:gd name="T1" fmla="*/ 2147483646 h 1255"/>
              <a:gd name="T2" fmla="*/ 2147483646 w 1292"/>
              <a:gd name="T3" fmla="*/ 2147483646 h 1255"/>
              <a:gd name="T4" fmla="*/ 2147483646 w 1292"/>
              <a:gd name="T5" fmla="*/ 2147483646 h 1255"/>
              <a:gd name="T6" fmla="*/ 2147483646 w 1292"/>
              <a:gd name="T7" fmla="*/ 2147483646 h 1255"/>
              <a:gd name="T8" fmla="*/ 2147483646 w 1292"/>
              <a:gd name="T9" fmla="*/ 2147483646 h 1255"/>
              <a:gd name="T10" fmla="*/ 2147483646 w 1292"/>
              <a:gd name="T11" fmla="*/ 2147483646 h 1255"/>
              <a:gd name="T12" fmla="*/ 2147483646 w 1292"/>
              <a:gd name="T13" fmla="*/ 2147483646 h 1255"/>
              <a:gd name="T14" fmla="*/ 2147483646 w 1292"/>
              <a:gd name="T15" fmla="*/ 2147483646 h 1255"/>
              <a:gd name="T16" fmla="*/ 2147483646 w 1292"/>
              <a:gd name="T17" fmla="*/ 2147483646 h 1255"/>
              <a:gd name="T18" fmla="*/ 2147483646 w 1292"/>
              <a:gd name="T19" fmla="*/ 2147483646 h 1255"/>
              <a:gd name="T20" fmla="*/ 2147483646 w 1292"/>
              <a:gd name="T21" fmla="*/ 2147483646 h 1255"/>
              <a:gd name="T22" fmla="*/ 2147483646 w 1292"/>
              <a:gd name="T23" fmla="*/ 2147483646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3722" name="Line 14">
            <a:extLst>
              <a:ext uri="{FF2B5EF4-FFF2-40B4-BE49-F238E27FC236}">
                <a16:creationId xmlns:a16="http://schemas.microsoft.com/office/drawing/2014/main" id="{13DB34F5-CECD-4863-B009-85B70E35E9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8763" y="2085975"/>
            <a:ext cx="455612" cy="214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43723" name="Text Box 15">
            <a:extLst>
              <a:ext uri="{FF2B5EF4-FFF2-40B4-BE49-F238E27FC236}">
                <a16:creationId xmlns:a16="http://schemas.microsoft.com/office/drawing/2014/main" id="{D6830F29-683A-4152-AB35-D284A4007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1763713"/>
            <a:ext cx="366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>
                <a:latin typeface="Arial" panose="020B0604020202020204" pitchFamily="34" charset="0"/>
              </a:rPr>
              <a:t>u</a:t>
            </a:r>
            <a:r>
              <a:rPr lang="en-US" altLang="zh-TW" sz="1600" i="1" baseline="-25000"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243724" name="Line 39">
            <a:extLst>
              <a:ext uri="{FF2B5EF4-FFF2-40B4-BE49-F238E27FC236}">
                <a16:creationId xmlns:a16="http://schemas.microsoft.com/office/drawing/2014/main" id="{1E32D92E-9B7D-49EF-B53B-90AD2276E2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9525" y="2713038"/>
            <a:ext cx="574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43725" name="Line 40">
            <a:extLst>
              <a:ext uri="{FF2B5EF4-FFF2-40B4-BE49-F238E27FC236}">
                <a16:creationId xmlns:a16="http://schemas.microsoft.com/office/drawing/2014/main" id="{10164D6A-9B10-436E-9FEE-8F4786CBAD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19688" y="2814638"/>
            <a:ext cx="566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43726" name="Text Box 44">
            <a:extLst>
              <a:ext uri="{FF2B5EF4-FFF2-40B4-BE49-F238E27FC236}">
                <a16:creationId xmlns:a16="http://schemas.microsoft.com/office/drawing/2014/main" id="{9E87E8AE-07A1-4531-9B99-E64766142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3313" y="2460625"/>
            <a:ext cx="895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>
                <a:solidFill>
                  <a:schemeClr val="bg1"/>
                </a:solidFill>
                <a:latin typeface="Arial" panose="020B0604020202020204" pitchFamily="34" charset="0"/>
              </a:rPr>
              <a:t>network</a:t>
            </a:r>
          </a:p>
        </p:txBody>
      </p:sp>
      <p:sp>
        <p:nvSpPr>
          <p:cNvPr id="243727" name="AutoShape 327">
            <a:extLst>
              <a:ext uri="{FF2B5EF4-FFF2-40B4-BE49-F238E27FC236}">
                <a16:creationId xmlns:a16="http://schemas.microsoft.com/office/drawing/2014/main" id="{3BA824AB-BE4C-4D2C-9713-4BCAC1F56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0275" y="1562100"/>
            <a:ext cx="334963" cy="401638"/>
          </a:xfrm>
          <a:prstGeom prst="can">
            <a:avLst>
              <a:gd name="adj" fmla="val 24242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TW" altLang="zh-TW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728" name="Line 22">
            <a:extLst>
              <a:ext uri="{FF2B5EF4-FFF2-40B4-BE49-F238E27FC236}">
                <a16:creationId xmlns:a16="http://schemas.microsoft.com/office/drawing/2014/main" id="{055ADC1D-656C-4444-9B31-686BA4FCE0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00875" y="1819275"/>
            <a:ext cx="180975" cy="53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43729" name="Line 23">
            <a:extLst>
              <a:ext uri="{FF2B5EF4-FFF2-40B4-BE49-F238E27FC236}">
                <a16:creationId xmlns:a16="http://schemas.microsoft.com/office/drawing/2014/main" id="{6ADD6536-6E68-44E9-B929-301E65E309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78663" y="1825625"/>
            <a:ext cx="187325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43730" name="Line 22">
            <a:extLst>
              <a:ext uri="{FF2B5EF4-FFF2-40B4-BE49-F238E27FC236}">
                <a16:creationId xmlns:a16="http://schemas.microsoft.com/office/drawing/2014/main" id="{47151DCB-01FC-4249-916A-65F78BEE7C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6675" y="1736725"/>
            <a:ext cx="179388" cy="530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43731" name="Line 23">
            <a:extLst>
              <a:ext uri="{FF2B5EF4-FFF2-40B4-BE49-F238E27FC236}">
                <a16:creationId xmlns:a16="http://schemas.microsoft.com/office/drawing/2014/main" id="{72A7533B-5184-48D4-837E-E5F98B42D2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92875" y="1743075"/>
            <a:ext cx="185738" cy="534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43732" name="Line 26">
            <a:extLst>
              <a:ext uri="{FF2B5EF4-FFF2-40B4-BE49-F238E27FC236}">
                <a16:creationId xmlns:a16="http://schemas.microsoft.com/office/drawing/2014/main" id="{FF23A32E-DFF3-4E1B-81F7-BB7D9ADCD87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3188" y="2579688"/>
            <a:ext cx="6588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43733" name="Line 27">
            <a:extLst>
              <a:ext uri="{FF2B5EF4-FFF2-40B4-BE49-F238E27FC236}">
                <a16:creationId xmlns:a16="http://schemas.microsoft.com/office/drawing/2014/main" id="{63907650-4B63-4317-A3F4-136B4880657C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6363" y="2682875"/>
            <a:ext cx="660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43734" name="Text Box 41">
            <a:extLst>
              <a:ext uri="{FF2B5EF4-FFF2-40B4-BE49-F238E27FC236}">
                <a16:creationId xmlns:a16="http://schemas.microsoft.com/office/drawing/2014/main" id="{9E3EBBD7-02DD-41FE-857A-6F435B62A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3675" y="2146300"/>
            <a:ext cx="450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>
                <a:latin typeface="Arial" panose="020B0604020202020204" pitchFamily="34" charset="0"/>
              </a:rPr>
              <a:t>d</a:t>
            </a:r>
            <a:r>
              <a:rPr lang="en-US" altLang="zh-TW" sz="1600" i="1" baseline="-25000">
                <a:latin typeface="Arial" panose="020B0604020202020204" pitchFamily="34" charset="0"/>
              </a:rPr>
              <a:t>i</a:t>
            </a:r>
          </a:p>
        </p:txBody>
      </p:sp>
      <p:sp>
        <p:nvSpPr>
          <p:cNvPr id="243735" name="Text Box 41">
            <a:extLst>
              <a:ext uri="{FF2B5EF4-FFF2-40B4-BE49-F238E27FC236}">
                <a16:creationId xmlns:a16="http://schemas.microsoft.com/office/drawing/2014/main" id="{A62FD569-F45B-4A17-81B7-DEF69E0CD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9550" y="2663825"/>
            <a:ext cx="5064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600" i="1" dirty="0" err="1">
                <a:solidFill>
                  <a:srgbClr val="FF0000"/>
                </a:solidFill>
                <a:latin typeface="Arial" panose="020B0604020202020204" pitchFamily="34" charset="0"/>
              </a:rPr>
              <a:t>u</a:t>
            </a:r>
            <a:r>
              <a:rPr lang="en-US" altLang="zh-TW" sz="1600" i="1" baseline="-25000" dirty="0" err="1">
                <a:solidFill>
                  <a:srgbClr val="FF0000"/>
                </a:solidFill>
                <a:latin typeface="Arial" panose="020B0604020202020204" pitchFamily="34" charset="0"/>
              </a:rPr>
              <a:t>i</a:t>
            </a:r>
            <a:endParaRPr lang="en-US" altLang="zh-TW" sz="1600" i="1" baseline="-250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43736" name="Text Box 47">
            <a:extLst>
              <a:ext uri="{FF2B5EF4-FFF2-40B4-BE49-F238E27FC236}">
                <a16:creationId xmlns:a16="http://schemas.microsoft.com/office/drawing/2014/main" id="{7209E10D-61B7-4252-8BB9-93BA1F809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8975" y="1616075"/>
            <a:ext cx="790575" cy="30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400" i="1">
                <a:latin typeface="Arial" panose="020B0604020202020204" pitchFamily="34" charset="0"/>
              </a:rPr>
              <a:t>F</a:t>
            </a:r>
            <a:endParaRPr lang="en-US" altLang="zh-TW" sz="1400" i="1" baseline="-25000">
              <a:latin typeface="Arial" panose="020B0604020202020204" pitchFamily="34" charset="0"/>
            </a:endParaRPr>
          </a:p>
        </p:txBody>
      </p:sp>
      <p:sp>
        <p:nvSpPr>
          <p:cNvPr id="243737" name="Text Box 31">
            <a:extLst>
              <a:ext uri="{FF2B5EF4-FFF2-40B4-BE49-F238E27FC236}">
                <a16:creationId xmlns:a16="http://schemas.microsoft.com/office/drawing/2014/main" id="{9635EF8E-3BB5-4286-B30E-38F89CC2E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0" y="4657725"/>
            <a:ext cx="6134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i="1" dirty="0">
                <a:latin typeface="Arial" panose="020B0604020202020204" pitchFamily="34" charset="0"/>
              </a:rPr>
              <a:t> D</a:t>
            </a:r>
            <a:r>
              <a:rPr lang="en-US" altLang="zh-TW" i="1" baseline="-25000" dirty="0">
                <a:latin typeface="Arial" panose="020B0604020202020204" pitchFamily="34" charset="0"/>
              </a:rPr>
              <a:t>P2P</a:t>
            </a:r>
            <a:r>
              <a:rPr lang="en-US" altLang="zh-TW" i="1" dirty="0">
                <a:latin typeface="Arial" panose="020B0604020202020204" pitchFamily="34" charset="0"/>
              </a:rPr>
              <a:t> ≥ max{F/</a:t>
            </a:r>
            <a:r>
              <a:rPr lang="en-US" altLang="zh-TW" i="1" dirty="0" err="1">
                <a:latin typeface="Arial" panose="020B0604020202020204" pitchFamily="34" charset="0"/>
              </a:rPr>
              <a:t>u</a:t>
            </a:r>
            <a:r>
              <a:rPr lang="en-US" altLang="zh-TW" i="1" baseline="-25000" dirty="0" err="1">
                <a:latin typeface="Arial" panose="020B0604020202020204" pitchFamily="34" charset="0"/>
              </a:rPr>
              <a:t>s,</a:t>
            </a:r>
            <a:r>
              <a:rPr lang="en-US" altLang="zh-TW" i="1" dirty="0" err="1">
                <a:latin typeface="Arial" panose="020B0604020202020204" pitchFamily="34" charset="0"/>
              </a:rPr>
              <a:t>,F</a:t>
            </a:r>
            <a:r>
              <a:rPr lang="en-US" altLang="zh-TW" i="1" dirty="0">
                <a:latin typeface="Arial" panose="020B0604020202020204" pitchFamily="34" charset="0"/>
              </a:rPr>
              <a:t>/</a:t>
            </a:r>
            <a:r>
              <a:rPr lang="en-US" altLang="zh-TW" i="1" dirty="0" err="1">
                <a:latin typeface="Arial" panose="020B0604020202020204" pitchFamily="34" charset="0"/>
              </a:rPr>
              <a:t>d</a:t>
            </a:r>
            <a:r>
              <a:rPr lang="en-US" altLang="zh-TW" i="1" baseline="-25000" dirty="0" err="1">
                <a:latin typeface="Arial" panose="020B0604020202020204" pitchFamily="34" charset="0"/>
              </a:rPr>
              <a:t>min</a:t>
            </a:r>
            <a:r>
              <a:rPr lang="en-US" altLang="zh-TW" i="1" baseline="-25000" dirty="0">
                <a:latin typeface="Arial" panose="020B0604020202020204" pitchFamily="34" charset="0"/>
              </a:rPr>
              <a:t>,</a:t>
            </a:r>
            <a:r>
              <a:rPr lang="en-US" altLang="zh-TW" i="1" dirty="0">
                <a:latin typeface="Arial" panose="020B0604020202020204" pitchFamily="34" charset="0"/>
              </a:rPr>
              <a:t>,NF/(</a:t>
            </a:r>
            <a:r>
              <a:rPr lang="en-US" altLang="zh-TW" sz="2400" dirty="0">
                <a:latin typeface="Arial" panose="020B0604020202020204" pitchFamily="34" charset="0"/>
              </a:rPr>
              <a:t>u</a:t>
            </a:r>
            <a:r>
              <a:rPr lang="en-US" altLang="zh-TW" sz="2400" baseline="-25000" dirty="0">
                <a:latin typeface="Arial" panose="020B0604020202020204" pitchFamily="34" charset="0"/>
              </a:rPr>
              <a:t>s</a:t>
            </a:r>
            <a:r>
              <a:rPr lang="en-US" altLang="zh-TW" sz="2400" dirty="0">
                <a:latin typeface="Arial" panose="020B0604020202020204" pitchFamily="34" charset="0"/>
              </a:rPr>
              <a:t> + </a:t>
            </a:r>
            <a:r>
              <a:rPr lang="en-US" altLang="zh-TW" dirty="0">
                <a:latin typeface="Symbol" panose="05050102010706020507" pitchFamily="18" charset="2"/>
              </a:rPr>
              <a:t>S</a:t>
            </a:r>
            <a:r>
              <a:rPr lang="en-US" altLang="zh-TW" sz="2400" dirty="0">
                <a:latin typeface="Arial" panose="020B0604020202020204" pitchFamily="34" charset="0"/>
              </a:rPr>
              <a:t>u</a:t>
            </a:r>
            <a:r>
              <a:rPr lang="en-US" altLang="zh-TW" sz="2400" baseline="-25000" dirty="0">
                <a:latin typeface="Arial" panose="020B0604020202020204" pitchFamily="34" charset="0"/>
              </a:rPr>
              <a:t>i</a:t>
            </a:r>
            <a:r>
              <a:rPr lang="en-US" altLang="zh-TW" dirty="0">
                <a:latin typeface="Arial" panose="020B0604020202020204" pitchFamily="34" charset="0"/>
              </a:rPr>
              <a:t>)</a:t>
            </a:r>
            <a:r>
              <a:rPr lang="en-US" altLang="zh-TW" i="1" dirty="0">
                <a:latin typeface="Arial" panose="020B0604020202020204" pitchFamily="34" charset="0"/>
              </a:rPr>
              <a:t>}</a:t>
            </a:r>
            <a:r>
              <a:rPr lang="en-US" altLang="zh-TW" i="1" dirty="0">
                <a:solidFill>
                  <a:srgbClr val="CC0000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43738" name="Rectangle 47">
            <a:extLst>
              <a:ext uri="{FF2B5EF4-FFF2-40B4-BE49-F238E27FC236}">
                <a16:creationId xmlns:a16="http://schemas.microsoft.com/office/drawing/2014/main" id="{404E5DC2-1908-4885-8216-B76997605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5" y="2309813"/>
            <a:ext cx="4316413" cy="125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 sz="2400" i="1" dirty="0">
                <a:solidFill>
                  <a:srgbClr val="CC0000"/>
                </a:solidFill>
              </a:rPr>
              <a:t>Client download: </a:t>
            </a:r>
            <a:r>
              <a:rPr lang="en-US" altLang="zh-TW" sz="2400" dirty="0"/>
              <a:t>each client must download file copy</a:t>
            </a:r>
          </a:p>
          <a:p>
            <a:pPr lvl="1"/>
            <a:r>
              <a:rPr lang="en-US" altLang="zh-TW" sz="2000"/>
              <a:t>max </a:t>
            </a:r>
            <a:r>
              <a:rPr lang="en-US" altLang="zh-TW" sz="2000" dirty="0"/>
              <a:t>client download time: F/</a:t>
            </a:r>
            <a:r>
              <a:rPr lang="en-US" altLang="zh-TW" sz="2000" dirty="0" err="1"/>
              <a:t>d</a:t>
            </a:r>
            <a:r>
              <a:rPr lang="en-US" altLang="zh-TW" sz="2000" baseline="-25000" dirty="0" err="1"/>
              <a:t>min</a:t>
            </a:r>
            <a:r>
              <a:rPr lang="en-US" altLang="zh-TW" sz="2000" i="1" dirty="0">
                <a:solidFill>
                  <a:srgbClr val="CC0000"/>
                </a:solidFill>
              </a:rPr>
              <a:t> </a:t>
            </a:r>
            <a:endParaRPr lang="en-US" altLang="zh-TW" sz="2000" dirty="0"/>
          </a:p>
        </p:txBody>
      </p:sp>
      <p:sp>
        <p:nvSpPr>
          <p:cNvPr id="243740" name="Rectangle 47">
            <a:extLst>
              <a:ext uri="{FF2B5EF4-FFF2-40B4-BE49-F238E27FC236}">
                <a16:creationId xmlns:a16="http://schemas.microsoft.com/office/drawing/2014/main" id="{9E183073-8D8B-4E36-8543-D984B28AA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3343275"/>
            <a:ext cx="6992938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 sz="2400" i="1" dirty="0">
                <a:solidFill>
                  <a:srgbClr val="CC0000"/>
                </a:solidFill>
              </a:rPr>
              <a:t>Client</a:t>
            </a:r>
            <a:r>
              <a:rPr lang="en-US" altLang="zh-TW" sz="2400" i="1" u="sng" dirty="0">
                <a:solidFill>
                  <a:srgbClr val="CC0000"/>
                </a:solidFill>
              </a:rPr>
              <a:t>s</a:t>
            </a:r>
            <a:r>
              <a:rPr lang="en-US" altLang="zh-TW" sz="2400" i="1" dirty="0">
                <a:solidFill>
                  <a:srgbClr val="CC0000"/>
                </a:solidFill>
              </a:rPr>
              <a:t> upload: </a:t>
            </a:r>
            <a:r>
              <a:rPr lang="en-US" altLang="zh-TW" sz="2400" dirty="0"/>
              <a:t>as aggregate must upload </a:t>
            </a:r>
            <a:r>
              <a:rPr lang="en-US" altLang="zh-TW" sz="2400" i="1" dirty="0"/>
              <a:t>NF</a:t>
            </a:r>
            <a:r>
              <a:rPr lang="en-US" altLang="zh-TW" sz="2400" dirty="0"/>
              <a:t> bits</a:t>
            </a:r>
          </a:p>
          <a:p>
            <a:pPr lvl="1"/>
            <a:r>
              <a:rPr lang="en-US" altLang="zh-TW" sz="2000" dirty="0"/>
              <a:t>max upload rate is u</a:t>
            </a:r>
            <a:r>
              <a:rPr lang="en-US" altLang="zh-TW" sz="2000" baseline="-25000" dirty="0"/>
              <a:t>s</a:t>
            </a:r>
            <a:r>
              <a:rPr lang="en-US" altLang="zh-TW" sz="2000" dirty="0"/>
              <a:t> + </a:t>
            </a:r>
            <a:r>
              <a:rPr lang="en-US" altLang="zh-TW" dirty="0">
                <a:latin typeface="Symbol" panose="05050102010706020507" pitchFamily="18" charset="2"/>
              </a:rPr>
              <a:t>S</a:t>
            </a:r>
            <a:r>
              <a:rPr lang="en-US" altLang="zh-TW" sz="2000" dirty="0"/>
              <a:t>u</a:t>
            </a:r>
            <a:r>
              <a:rPr lang="en-US" altLang="zh-TW" sz="2000" baseline="-25000" dirty="0"/>
              <a:t>i</a:t>
            </a:r>
          </a:p>
        </p:txBody>
      </p:sp>
      <p:sp>
        <p:nvSpPr>
          <p:cNvPr id="245813" name="Line 53">
            <a:extLst>
              <a:ext uri="{FF2B5EF4-FFF2-40B4-BE49-F238E27FC236}">
                <a16:creationId xmlns:a16="http://schemas.microsoft.com/office/drawing/2014/main" id="{2E5687C6-3AC1-46D9-BA28-D09B170B1D1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50163" y="5137150"/>
            <a:ext cx="573087" cy="949325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45814" name="Text Box 54">
            <a:extLst>
              <a:ext uri="{FF2B5EF4-FFF2-40B4-BE49-F238E27FC236}">
                <a16:creationId xmlns:a16="http://schemas.microsoft.com/office/drawing/2014/main" id="{C8CF0895-051C-4910-801A-626F3D2F1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6069013"/>
            <a:ext cx="65293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… but so does this, as each peer brings service capacity</a:t>
            </a:r>
          </a:p>
        </p:txBody>
      </p:sp>
      <p:sp>
        <p:nvSpPr>
          <p:cNvPr id="2" name="Line 53">
            <a:extLst>
              <a:ext uri="{FF2B5EF4-FFF2-40B4-BE49-F238E27FC236}">
                <a16:creationId xmlns:a16="http://schemas.microsoft.com/office/drawing/2014/main" id="{70AE0901-5169-40CE-A9E0-D6852CF66A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65875" y="5092700"/>
            <a:ext cx="430213" cy="6921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" name="Text Box 54">
            <a:extLst>
              <a:ext uri="{FF2B5EF4-FFF2-40B4-BE49-F238E27FC236}">
                <a16:creationId xmlns:a16="http://schemas.microsoft.com/office/drawing/2014/main" id="{F813348E-8CA1-4C59-B14B-C1B27D8D9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1763" y="5756275"/>
            <a:ext cx="29940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000" dirty="0">
                <a:latin typeface="Arial" panose="020B0604020202020204" pitchFamily="34" charset="0"/>
              </a:rPr>
              <a:t>increases linearly in </a:t>
            </a:r>
            <a:r>
              <a:rPr lang="en-US" altLang="zh-TW" sz="2000" i="1" dirty="0">
                <a:latin typeface="Arial" panose="020B0604020202020204" pitchFamily="34" charset="0"/>
              </a:rPr>
              <a:t>N</a:t>
            </a:r>
            <a:r>
              <a:rPr lang="en-US" altLang="zh-TW" sz="2000" dirty="0">
                <a:latin typeface="Arial" panose="020B0604020202020204" pitchFamily="34" charset="0"/>
              </a:rPr>
              <a:t> …</a:t>
            </a:r>
          </a:p>
        </p:txBody>
      </p:sp>
      <p:grpSp>
        <p:nvGrpSpPr>
          <p:cNvPr id="243745" name="Group 41">
            <a:extLst>
              <a:ext uri="{FF2B5EF4-FFF2-40B4-BE49-F238E27FC236}">
                <a16:creationId xmlns:a16="http://schemas.microsoft.com/office/drawing/2014/main" id="{36C9F9F6-86EC-49BA-B894-EA08FBF58DAF}"/>
              </a:ext>
            </a:extLst>
          </p:cNvPr>
          <p:cNvGrpSpPr>
            <a:grpSpLocks/>
          </p:cNvGrpSpPr>
          <p:nvPr/>
        </p:nvGrpSpPr>
        <p:grpSpPr bwMode="auto">
          <a:xfrm>
            <a:off x="5114925" y="1690688"/>
            <a:ext cx="292100" cy="517525"/>
            <a:chOff x="4140" y="429"/>
            <a:chExt cx="1425" cy="2396"/>
          </a:xfrm>
        </p:grpSpPr>
        <p:sp>
          <p:nvSpPr>
            <p:cNvPr id="243758" name="Freeform 42">
              <a:extLst>
                <a:ext uri="{FF2B5EF4-FFF2-40B4-BE49-F238E27FC236}">
                  <a16:creationId xmlns:a16="http://schemas.microsoft.com/office/drawing/2014/main" id="{1943088C-15D6-4247-8F1C-585F50865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3759" name="Rectangle 43">
              <a:extLst>
                <a:ext uri="{FF2B5EF4-FFF2-40B4-BE49-F238E27FC236}">
                  <a16:creationId xmlns:a16="http://schemas.microsoft.com/office/drawing/2014/main" id="{8AA2EF28-51F2-4D2E-8D07-EA9EA3B8F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3760" name="Freeform 44">
              <a:extLst>
                <a:ext uri="{FF2B5EF4-FFF2-40B4-BE49-F238E27FC236}">
                  <a16:creationId xmlns:a16="http://schemas.microsoft.com/office/drawing/2014/main" id="{444488E3-9A1C-49ED-8654-3A74CD2BD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3761" name="Freeform 45">
              <a:extLst>
                <a:ext uri="{FF2B5EF4-FFF2-40B4-BE49-F238E27FC236}">
                  <a16:creationId xmlns:a16="http://schemas.microsoft.com/office/drawing/2014/main" id="{03F86036-2900-4025-8D2E-1F0BD9846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3762" name="Rectangle 46">
              <a:extLst>
                <a:ext uri="{FF2B5EF4-FFF2-40B4-BE49-F238E27FC236}">
                  <a16:creationId xmlns:a16="http://schemas.microsoft.com/office/drawing/2014/main" id="{E62F5219-0120-4BDF-A8CE-3F335AA7B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4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43763" name="Group 47">
              <a:extLst>
                <a:ext uri="{FF2B5EF4-FFF2-40B4-BE49-F238E27FC236}">
                  <a16:creationId xmlns:a16="http://schemas.microsoft.com/office/drawing/2014/main" id="{9734C1A2-1002-42E5-A9B3-61FBC7887A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43788" name="AutoShape 48">
                <a:extLst>
                  <a:ext uri="{FF2B5EF4-FFF2-40B4-BE49-F238E27FC236}">
                    <a16:creationId xmlns:a16="http://schemas.microsoft.com/office/drawing/2014/main" id="{14569E6F-455C-4A00-BDEA-166C56590E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5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43789" name="AutoShape 49">
                <a:extLst>
                  <a:ext uri="{FF2B5EF4-FFF2-40B4-BE49-F238E27FC236}">
                    <a16:creationId xmlns:a16="http://schemas.microsoft.com/office/drawing/2014/main" id="{D305D002-7DEF-4F01-85EE-8A860FC686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" y="2585"/>
                <a:ext cx="68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3764" name="Rectangle 50">
              <a:extLst>
                <a:ext uri="{FF2B5EF4-FFF2-40B4-BE49-F238E27FC236}">
                  <a16:creationId xmlns:a16="http://schemas.microsoft.com/office/drawing/2014/main" id="{26B39F13-8B1A-48B0-B3A0-AE0ED6A03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7"/>
              <a:ext cx="596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43765" name="Group 51">
              <a:extLst>
                <a:ext uri="{FF2B5EF4-FFF2-40B4-BE49-F238E27FC236}">
                  <a16:creationId xmlns:a16="http://schemas.microsoft.com/office/drawing/2014/main" id="{8F4F9358-E48F-4AB1-AD3E-F9D97B3B84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3786" name="AutoShape 52">
                <a:extLst>
                  <a:ext uri="{FF2B5EF4-FFF2-40B4-BE49-F238E27FC236}">
                    <a16:creationId xmlns:a16="http://schemas.microsoft.com/office/drawing/2014/main" id="{F6B4A829-89F7-4F07-AE48-3E5F631C71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0" y="2569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43787" name="AutoShape 53">
                <a:extLst>
                  <a:ext uri="{FF2B5EF4-FFF2-40B4-BE49-F238E27FC236}">
                    <a16:creationId xmlns:a16="http://schemas.microsoft.com/office/drawing/2014/main" id="{8996CB57-C4A3-469C-8562-959D006D52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3766" name="Rectangle 54">
              <a:extLst>
                <a:ext uri="{FF2B5EF4-FFF2-40B4-BE49-F238E27FC236}">
                  <a16:creationId xmlns:a16="http://schemas.microsoft.com/office/drawing/2014/main" id="{3EA1347A-63D3-489E-BE72-5B51A72FC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5"/>
              <a:ext cx="596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3767" name="Rectangle 55">
              <a:extLst>
                <a:ext uri="{FF2B5EF4-FFF2-40B4-BE49-F238E27FC236}">
                  <a16:creationId xmlns:a16="http://schemas.microsoft.com/office/drawing/2014/main" id="{AD1C8AB8-463D-46FF-983A-BECA520E6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6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43768" name="Group 56">
              <a:extLst>
                <a:ext uri="{FF2B5EF4-FFF2-40B4-BE49-F238E27FC236}">
                  <a16:creationId xmlns:a16="http://schemas.microsoft.com/office/drawing/2014/main" id="{B671CB87-F99E-4DB6-942F-541B9AB06D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3784" name="AutoShape 57">
                <a:extLst>
                  <a:ext uri="{FF2B5EF4-FFF2-40B4-BE49-F238E27FC236}">
                    <a16:creationId xmlns:a16="http://schemas.microsoft.com/office/drawing/2014/main" id="{C6494BBD-818A-4C58-946B-E6A913180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4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43785" name="AutoShape 58">
                <a:extLst>
                  <a:ext uri="{FF2B5EF4-FFF2-40B4-BE49-F238E27FC236}">
                    <a16:creationId xmlns:a16="http://schemas.microsoft.com/office/drawing/2014/main" id="{89158117-B982-4A8D-87C0-0162A38D7E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2"/>
                <a:ext cx="685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3769" name="Freeform 59">
              <a:extLst>
                <a:ext uri="{FF2B5EF4-FFF2-40B4-BE49-F238E27FC236}">
                  <a16:creationId xmlns:a16="http://schemas.microsoft.com/office/drawing/2014/main" id="{3321475E-1871-4A1A-A544-45119BD56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43770" name="Group 60">
              <a:extLst>
                <a:ext uri="{FF2B5EF4-FFF2-40B4-BE49-F238E27FC236}">
                  <a16:creationId xmlns:a16="http://schemas.microsoft.com/office/drawing/2014/main" id="{0F6D5918-80C5-413E-920A-15EED24FB3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3782" name="AutoShape 61">
                <a:extLst>
                  <a:ext uri="{FF2B5EF4-FFF2-40B4-BE49-F238E27FC236}">
                    <a16:creationId xmlns:a16="http://schemas.microsoft.com/office/drawing/2014/main" id="{4FC8CAA6-AFA1-42F2-978D-5785D3783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43783" name="AutoShape 62">
                <a:extLst>
                  <a:ext uri="{FF2B5EF4-FFF2-40B4-BE49-F238E27FC236}">
                    <a16:creationId xmlns:a16="http://schemas.microsoft.com/office/drawing/2014/main" id="{E5BCEADF-E187-45A4-8CC8-5DBBD4364F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1"/>
                <a:ext cx="68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3771" name="Rectangle 63">
              <a:extLst>
                <a:ext uri="{FF2B5EF4-FFF2-40B4-BE49-F238E27FC236}">
                  <a16:creationId xmlns:a16="http://schemas.microsoft.com/office/drawing/2014/main" id="{AE2D38C9-366D-4F0B-83E9-FD5DACD57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7" y="429"/>
              <a:ext cx="70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3772" name="Freeform 64">
              <a:extLst>
                <a:ext uri="{FF2B5EF4-FFF2-40B4-BE49-F238E27FC236}">
                  <a16:creationId xmlns:a16="http://schemas.microsoft.com/office/drawing/2014/main" id="{2736FB72-85D4-40B6-AC38-F47317FEB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3773" name="Freeform 65">
              <a:extLst>
                <a:ext uri="{FF2B5EF4-FFF2-40B4-BE49-F238E27FC236}">
                  <a16:creationId xmlns:a16="http://schemas.microsoft.com/office/drawing/2014/main" id="{43B7A359-F5AB-4543-9E83-AEBE453EB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3774" name="Oval 66">
              <a:extLst>
                <a:ext uri="{FF2B5EF4-FFF2-40B4-BE49-F238E27FC236}">
                  <a16:creationId xmlns:a16="http://schemas.microsoft.com/office/drawing/2014/main" id="{A7E3928F-EA2C-4893-A7DB-5A5D484C3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2"/>
              <a:ext cx="46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3775" name="Freeform 67">
              <a:extLst>
                <a:ext uri="{FF2B5EF4-FFF2-40B4-BE49-F238E27FC236}">
                  <a16:creationId xmlns:a16="http://schemas.microsoft.com/office/drawing/2014/main" id="{3434E85D-90C3-4498-BA1E-B27D6B576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3776" name="AutoShape 68">
              <a:extLst>
                <a:ext uri="{FF2B5EF4-FFF2-40B4-BE49-F238E27FC236}">
                  <a16:creationId xmlns:a16="http://schemas.microsoft.com/office/drawing/2014/main" id="{F1360BF8-91F8-4A59-AD6F-90F63D54C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0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3777" name="AutoShape 69">
              <a:extLst>
                <a:ext uri="{FF2B5EF4-FFF2-40B4-BE49-F238E27FC236}">
                  <a16:creationId xmlns:a16="http://schemas.microsoft.com/office/drawing/2014/main" id="{9835FC9F-D5F6-4278-89EB-DE58B9232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07"/>
              <a:ext cx="1069" cy="8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3778" name="Oval 70">
              <a:extLst>
                <a:ext uri="{FF2B5EF4-FFF2-40B4-BE49-F238E27FC236}">
                  <a16:creationId xmlns:a16="http://schemas.microsoft.com/office/drawing/2014/main" id="{A2A62955-170B-45CC-9AD3-CC721AC8D2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4"/>
              <a:ext cx="155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3779" name="Oval 71">
              <a:extLst>
                <a:ext uri="{FF2B5EF4-FFF2-40B4-BE49-F238E27FC236}">
                  <a16:creationId xmlns:a16="http://schemas.microsoft.com/office/drawing/2014/main" id="{8B799DE8-7C07-49C0-B010-5F348E707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4"/>
              <a:ext cx="155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780" name="Oval 72">
              <a:extLst>
                <a:ext uri="{FF2B5EF4-FFF2-40B4-BE49-F238E27FC236}">
                  <a16:creationId xmlns:a16="http://schemas.microsoft.com/office/drawing/2014/main" id="{4B049E06-1F70-4713-B571-3A85F53F0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9" y="2384"/>
              <a:ext cx="163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3781" name="Rectangle 73">
              <a:extLst>
                <a:ext uri="{FF2B5EF4-FFF2-40B4-BE49-F238E27FC236}">
                  <a16:creationId xmlns:a16="http://schemas.microsoft.com/office/drawing/2014/main" id="{4B9AC076-B37E-4B24-AF42-401877D6F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43746" name="Group 74">
            <a:extLst>
              <a:ext uri="{FF2B5EF4-FFF2-40B4-BE49-F238E27FC236}">
                <a16:creationId xmlns:a16="http://schemas.microsoft.com/office/drawing/2014/main" id="{952A951E-42E8-4587-95C2-AD13E1BEE28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369300" y="2362200"/>
            <a:ext cx="620713" cy="512763"/>
            <a:chOff x="-44" y="1473"/>
            <a:chExt cx="981" cy="1105"/>
          </a:xfrm>
        </p:grpSpPr>
        <p:pic>
          <p:nvPicPr>
            <p:cNvPr id="243756" name="Picture 75" descr="desktop_computer_stylized_medium">
              <a:extLst>
                <a:ext uri="{FF2B5EF4-FFF2-40B4-BE49-F238E27FC236}">
                  <a16:creationId xmlns:a16="http://schemas.microsoft.com/office/drawing/2014/main" id="{261C9C88-B5C9-450D-8F39-2987360C76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757" name="Freeform 76">
              <a:extLst>
                <a:ext uri="{FF2B5EF4-FFF2-40B4-BE49-F238E27FC236}">
                  <a16:creationId xmlns:a16="http://schemas.microsoft.com/office/drawing/2014/main" id="{631082C9-CFA7-486A-9647-22708DB3188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3747" name="Group 77">
            <a:extLst>
              <a:ext uri="{FF2B5EF4-FFF2-40B4-BE49-F238E27FC236}">
                <a16:creationId xmlns:a16="http://schemas.microsoft.com/office/drawing/2014/main" id="{9178273D-4FB6-458B-9A4C-D476F79F26EB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1284288"/>
            <a:ext cx="620712" cy="512762"/>
            <a:chOff x="-44" y="1473"/>
            <a:chExt cx="981" cy="1105"/>
          </a:xfrm>
        </p:grpSpPr>
        <p:pic>
          <p:nvPicPr>
            <p:cNvPr id="243754" name="Picture 78" descr="desktop_computer_stylized_medium">
              <a:extLst>
                <a:ext uri="{FF2B5EF4-FFF2-40B4-BE49-F238E27FC236}">
                  <a16:creationId xmlns:a16="http://schemas.microsoft.com/office/drawing/2014/main" id="{E62924C5-ED37-41C1-B720-D525560A95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755" name="Freeform 79">
              <a:extLst>
                <a:ext uri="{FF2B5EF4-FFF2-40B4-BE49-F238E27FC236}">
                  <a16:creationId xmlns:a16="http://schemas.microsoft.com/office/drawing/2014/main" id="{6F4B466A-8115-433F-9F46-A952D032390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3748" name="Group 80">
            <a:extLst>
              <a:ext uri="{FF2B5EF4-FFF2-40B4-BE49-F238E27FC236}">
                <a16:creationId xmlns:a16="http://schemas.microsoft.com/office/drawing/2014/main" id="{19AF9081-30F2-4EA8-8757-9804872BF362}"/>
              </a:ext>
            </a:extLst>
          </p:cNvPr>
          <p:cNvGrpSpPr>
            <a:grpSpLocks/>
          </p:cNvGrpSpPr>
          <p:nvPr/>
        </p:nvGrpSpPr>
        <p:grpSpPr bwMode="auto">
          <a:xfrm>
            <a:off x="6910388" y="1360488"/>
            <a:ext cx="620712" cy="512762"/>
            <a:chOff x="-44" y="1473"/>
            <a:chExt cx="981" cy="1105"/>
          </a:xfrm>
        </p:grpSpPr>
        <p:pic>
          <p:nvPicPr>
            <p:cNvPr id="243752" name="Picture 81" descr="desktop_computer_stylized_medium">
              <a:extLst>
                <a:ext uri="{FF2B5EF4-FFF2-40B4-BE49-F238E27FC236}">
                  <a16:creationId xmlns:a16="http://schemas.microsoft.com/office/drawing/2014/main" id="{E74464B8-2068-4F47-8A4D-3DFBEBAD2F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753" name="Freeform 82">
              <a:extLst>
                <a:ext uri="{FF2B5EF4-FFF2-40B4-BE49-F238E27FC236}">
                  <a16:creationId xmlns:a16="http://schemas.microsoft.com/office/drawing/2014/main" id="{2571D850-A461-4E1B-8AA2-9EFB1A04A7F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3749" name="Group 83">
            <a:extLst>
              <a:ext uri="{FF2B5EF4-FFF2-40B4-BE49-F238E27FC236}">
                <a16:creationId xmlns:a16="http://schemas.microsoft.com/office/drawing/2014/main" id="{554384EC-7097-4731-A949-BBA9D6415966}"/>
              </a:ext>
            </a:extLst>
          </p:cNvPr>
          <p:cNvGrpSpPr>
            <a:grpSpLocks/>
          </p:cNvGrpSpPr>
          <p:nvPr/>
        </p:nvGrpSpPr>
        <p:grpSpPr bwMode="auto">
          <a:xfrm>
            <a:off x="4471988" y="2492375"/>
            <a:ext cx="620712" cy="512763"/>
            <a:chOff x="-44" y="1473"/>
            <a:chExt cx="981" cy="1105"/>
          </a:xfrm>
        </p:grpSpPr>
        <p:pic>
          <p:nvPicPr>
            <p:cNvPr id="243750" name="Picture 84" descr="desktop_computer_stylized_medium">
              <a:extLst>
                <a:ext uri="{FF2B5EF4-FFF2-40B4-BE49-F238E27FC236}">
                  <a16:creationId xmlns:a16="http://schemas.microsoft.com/office/drawing/2014/main" id="{BE5E58C9-9287-4071-A0B3-B5A9628C26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751" name="Freeform 85">
              <a:extLst>
                <a:ext uri="{FF2B5EF4-FFF2-40B4-BE49-F238E27FC236}">
                  <a16:creationId xmlns:a16="http://schemas.microsoft.com/office/drawing/2014/main" id="{950AA2E8-AAA1-49FF-BEB2-97B266A007F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4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7">
            <a:extLst>
              <a:ext uri="{FF2B5EF4-FFF2-40B4-BE49-F238E27FC236}">
                <a16:creationId xmlns:a16="http://schemas.microsoft.com/office/drawing/2014/main" id="{2E5EFC8A-F28C-4EA6-95AD-0EAF8779E3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45763" name="Rectangle 8">
            <a:extLst>
              <a:ext uri="{FF2B5EF4-FFF2-40B4-BE49-F238E27FC236}">
                <a16:creationId xmlns:a16="http://schemas.microsoft.com/office/drawing/2014/main" id="{981B0FC5-6A81-4382-BCD8-2E2D11A5B5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7897F8EF-6477-4DED-87AF-69F619C8C115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graphicFrame>
        <p:nvGraphicFramePr>
          <p:cNvPr id="245764" name="Object 2">
            <a:extLst>
              <a:ext uri="{FF2B5EF4-FFF2-40B4-BE49-F238E27FC236}">
                <a16:creationId xmlns:a16="http://schemas.microsoft.com/office/drawing/2014/main" id="{FF0D94DD-8E85-4264-A2CE-A61DA8D53D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31925" y="1616075"/>
          <a:ext cx="5749925" cy="3916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734300" imgH="5295900" progId="Excel.Chart.8">
                  <p:embed/>
                </p:oleObj>
              </mc:Choice>
              <mc:Fallback>
                <p:oleObj name="Chart" r:id="rId3" imgW="7734300" imgH="5295900" progId="Excel.Char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1925" y="1616075"/>
                        <a:ext cx="5749925" cy="3916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65" name="Rectangle 4">
            <a:extLst>
              <a:ext uri="{FF2B5EF4-FFF2-40B4-BE49-F238E27FC236}">
                <a16:creationId xmlns:a16="http://schemas.microsoft.com/office/drawing/2014/main" id="{6C020E10-460F-483D-A45C-048FBB662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52400"/>
            <a:ext cx="8520112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>
                <a:solidFill>
                  <a:srgbClr val="000099"/>
                </a:solidFill>
              </a:rPr>
              <a:t>Client-server vs. P2P: example</a:t>
            </a:r>
          </a:p>
        </p:txBody>
      </p:sp>
      <p:sp>
        <p:nvSpPr>
          <p:cNvPr id="245766" name="Text Box 5">
            <a:extLst>
              <a:ext uri="{FF2B5EF4-FFF2-40B4-BE49-F238E27FC236}">
                <a16:creationId xmlns:a16="http://schemas.microsoft.com/office/drawing/2014/main" id="{B0DF390C-F6AA-4012-BFE4-99BE819FD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1292225"/>
            <a:ext cx="7662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400">
                <a:latin typeface="Arial" panose="020B0604020202020204" pitchFamily="34" charset="0"/>
              </a:rPr>
              <a:t>client upload rate =</a:t>
            </a:r>
            <a:r>
              <a:rPr lang="en-US" altLang="zh-TW" sz="2400" i="1">
                <a:latin typeface="Arial" panose="020B0604020202020204" pitchFamily="34" charset="0"/>
              </a:rPr>
              <a:t> u</a:t>
            </a:r>
            <a:r>
              <a:rPr lang="en-US" altLang="zh-TW" sz="2400">
                <a:latin typeface="Arial" panose="020B0604020202020204" pitchFamily="34" charset="0"/>
              </a:rPr>
              <a:t>,  </a:t>
            </a:r>
            <a:r>
              <a:rPr lang="en-US" altLang="zh-TW" sz="2400" i="1">
                <a:latin typeface="Arial" panose="020B0604020202020204" pitchFamily="34" charset="0"/>
              </a:rPr>
              <a:t>F/u </a:t>
            </a:r>
            <a:r>
              <a:rPr lang="en-US" altLang="zh-TW" sz="2400">
                <a:latin typeface="Arial" panose="020B0604020202020204" pitchFamily="34" charset="0"/>
              </a:rPr>
              <a:t>= 1 hour,  </a:t>
            </a:r>
            <a:r>
              <a:rPr lang="en-US" altLang="zh-TW" sz="2400" i="1">
                <a:latin typeface="Arial" panose="020B0604020202020204" pitchFamily="34" charset="0"/>
              </a:rPr>
              <a:t>u</a:t>
            </a:r>
            <a:r>
              <a:rPr lang="en-US" altLang="zh-TW" sz="2400" i="1" baseline="-25000">
                <a:latin typeface="Arial" panose="020B0604020202020204" pitchFamily="34" charset="0"/>
              </a:rPr>
              <a:t>s</a:t>
            </a:r>
            <a:r>
              <a:rPr lang="en-US" altLang="zh-TW" sz="2400" i="1">
                <a:latin typeface="Arial" panose="020B0604020202020204" pitchFamily="34" charset="0"/>
              </a:rPr>
              <a:t> = 10u,  d</a:t>
            </a:r>
            <a:r>
              <a:rPr lang="en-US" altLang="zh-TW" sz="2400" i="1" baseline="-25000">
                <a:latin typeface="Arial" panose="020B0604020202020204" pitchFamily="34" charset="0"/>
              </a:rPr>
              <a:t>min</a:t>
            </a:r>
            <a:r>
              <a:rPr lang="en-US" altLang="zh-TW" sz="2400" i="1">
                <a:latin typeface="Arial" panose="020B0604020202020204" pitchFamily="34" charset="0"/>
              </a:rPr>
              <a:t> ≥ u</a:t>
            </a:r>
            <a:r>
              <a:rPr lang="en-US" altLang="zh-TW" sz="2400" i="1" baseline="-25000">
                <a:latin typeface="Arial" panose="020B0604020202020204" pitchFamily="34" charset="0"/>
              </a:rPr>
              <a:t>s</a:t>
            </a:r>
          </a:p>
        </p:txBody>
      </p:sp>
      <p:pic>
        <p:nvPicPr>
          <p:cNvPr id="245767" name="Picture 10" descr="underline_base">
            <a:extLst>
              <a:ext uri="{FF2B5EF4-FFF2-40B4-BE49-F238E27FC236}">
                <a16:creationId xmlns:a16="http://schemas.microsoft.com/office/drawing/2014/main" id="{54B0D77D-03C0-4A8F-942F-C196BE971315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96938"/>
            <a:ext cx="6573838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1E2EE487-19BB-4C32-BA1E-5FB7FA6A4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5427663"/>
            <a:ext cx="8596313" cy="1042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l"/>
              <a:defRPr/>
            </a:pPr>
            <a:r>
              <a:rPr lang="en-US" altLang="zh-TW" sz="2400" kern="0" dirty="0">
                <a:latin typeface="Gill Sans MT" pitchFamily="34" charset="0"/>
                <a:cs typeface="ＭＳ Ｐゴシック" charset="0"/>
              </a:rPr>
              <a:t>Minimal distribution time of P2P architecture is always less than that of the client-server architecture.</a:t>
            </a: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Char char="l"/>
              <a:defRPr/>
            </a:pPr>
            <a:r>
              <a:rPr lang="en-US" altLang="zh-TW" sz="2400" kern="0">
                <a:solidFill>
                  <a:srgbClr val="FF0000"/>
                </a:solidFill>
                <a:latin typeface="Gill Sans MT" pitchFamily="34" charset="0"/>
                <a:cs typeface="ＭＳ Ｐゴシック" charset="0"/>
              </a:rPr>
              <a:t>Scalability</a:t>
            </a:r>
            <a:r>
              <a:rPr lang="en-US" altLang="zh-TW" sz="2400" kern="0">
                <a:latin typeface="Gill Sans MT" pitchFamily="34" charset="0"/>
                <a:cs typeface="ＭＳ Ｐゴシック" charset="0"/>
              </a:rPr>
              <a:t>: </a:t>
            </a:r>
            <a:r>
              <a:rPr lang="en-US" altLang="zh-TW" sz="2400" kern="0" dirty="0">
                <a:latin typeface="Gill Sans MT" pitchFamily="34" charset="0"/>
                <a:cs typeface="ＭＳ Ｐゴシック" charset="0"/>
              </a:rPr>
              <a:t>Peers serve as </a:t>
            </a:r>
            <a:r>
              <a:rPr lang="en-US" altLang="zh-TW" sz="2400" kern="0" dirty="0">
                <a:solidFill>
                  <a:srgbClr val="FF0000"/>
                </a:solidFill>
                <a:latin typeface="Gill Sans MT" pitchFamily="34" charset="0"/>
                <a:cs typeface="ＭＳ Ｐゴシック" charset="0"/>
              </a:rPr>
              <a:t>redistributors</a:t>
            </a:r>
            <a:r>
              <a:rPr lang="en-US" altLang="zh-TW" sz="2400" kern="0" dirty="0">
                <a:latin typeface="Gill Sans MT" pitchFamily="34" charset="0"/>
                <a:cs typeface="ＭＳ Ｐゴシック" charset="0"/>
              </a:rPr>
              <a:t> as well as </a:t>
            </a:r>
            <a:r>
              <a:rPr lang="en-US" altLang="zh-TW" sz="2400" kern="0" dirty="0">
                <a:solidFill>
                  <a:srgbClr val="FF0000"/>
                </a:solidFill>
                <a:latin typeface="Gill Sans MT" pitchFamily="34" charset="0"/>
                <a:cs typeface="ＭＳ Ｐゴシック" charset="0"/>
              </a:rPr>
              <a:t>consumers</a:t>
            </a:r>
            <a:r>
              <a:rPr lang="en-US" altLang="zh-TW" sz="2400" kern="0" dirty="0">
                <a:latin typeface="Gill Sans MT" pitchFamily="34" charset="0"/>
                <a:cs typeface="ＭＳ Ｐゴシック" charset="0"/>
              </a:rPr>
              <a:t> of bits.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>
            <a:extLst>
              <a:ext uri="{FF2B5EF4-FFF2-40B4-BE49-F238E27FC236}">
                <a16:creationId xmlns:a16="http://schemas.microsoft.com/office/drawing/2014/main" id="{B4906A1B-92DA-404F-8751-E7F9A579B6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47811" name="Rectangle 8">
            <a:extLst>
              <a:ext uri="{FF2B5EF4-FFF2-40B4-BE49-F238E27FC236}">
                <a16:creationId xmlns:a16="http://schemas.microsoft.com/office/drawing/2014/main" id="{851F848B-188A-4A95-8C21-62827AC9BF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8855C0BE-B817-44DF-BAD0-B6BCBD1CEF50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47812" name="Rectangle 2">
            <a:extLst>
              <a:ext uri="{FF2B5EF4-FFF2-40B4-BE49-F238E27FC236}">
                <a16:creationId xmlns:a16="http://schemas.microsoft.com/office/drawing/2014/main" id="{6CD5E088-55DD-43D1-9DDD-67CF6CEE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1163" y="0"/>
            <a:ext cx="7772400" cy="1143000"/>
          </a:xfrm>
        </p:spPr>
        <p:txBody>
          <a:bodyPr/>
          <a:lstStyle/>
          <a:p>
            <a:r>
              <a:rPr lang="en-US" altLang="zh-TW" sz="4000">
                <a:ea typeface="ＭＳ Ｐゴシック" panose="020B0600070205080204" pitchFamily="34" charset="-128"/>
              </a:rPr>
              <a:t>P2P file distribution: </a:t>
            </a:r>
            <a:r>
              <a:rPr lang="en-US" altLang="zh-TW" sz="4000">
                <a:solidFill>
                  <a:srgbClr val="FF0000"/>
                </a:solidFill>
                <a:ea typeface="ＭＳ Ｐゴシック" panose="020B0600070205080204" pitchFamily="34" charset="-128"/>
              </a:rPr>
              <a:t>BitTorrent </a:t>
            </a:r>
          </a:p>
        </p:txBody>
      </p:sp>
      <p:sp>
        <p:nvSpPr>
          <p:cNvPr id="247813" name="Text Box 37">
            <a:extLst>
              <a:ext uri="{FF2B5EF4-FFF2-40B4-BE49-F238E27FC236}">
                <a16:creationId xmlns:a16="http://schemas.microsoft.com/office/drawing/2014/main" id="{DCF13615-1FFE-4D42-99B5-CCC418C8D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2338388"/>
            <a:ext cx="2514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>
                <a:solidFill>
                  <a:srgbClr val="CC0000"/>
                </a:solidFill>
              </a:rPr>
              <a:t>tracker:</a:t>
            </a:r>
            <a:r>
              <a:rPr lang="en-US" altLang="zh-TW" sz="2000"/>
              <a:t> tracks peers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participating in torrent</a:t>
            </a:r>
          </a:p>
        </p:txBody>
      </p:sp>
      <p:sp>
        <p:nvSpPr>
          <p:cNvPr id="247814" name="Text Box 41">
            <a:extLst>
              <a:ext uri="{FF2B5EF4-FFF2-40B4-BE49-F238E27FC236}">
                <a16:creationId xmlns:a16="http://schemas.microsoft.com/office/drawing/2014/main" id="{AFE17B22-8776-4E1B-B800-2B67D1056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6863" y="2287588"/>
            <a:ext cx="35433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2400" i="1">
                <a:solidFill>
                  <a:srgbClr val="CC0000"/>
                </a:solidFill>
              </a:rPr>
              <a:t>torrent:</a:t>
            </a:r>
            <a:r>
              <a:rPr lang="en-US" altLang="zh-TW" sz="2400"/>
              <a:t> group of peers exchanging  chunks of a file</a:t>
            </a:r>
          </a:p>
        </p:txBody>
      </p:sp>
      <p:sp>
        <p:nvSpPr>
          <p:cNvPr id="24595" name="Line 21">
            <a:extLst>
              <a:ext uri="{FF2B5EF4-FFF2-40B4-BE49-F238E27FC236}">
                <a16:creationId xmlns:a16="http://schemas.microsoft.com/office/drawing/2014/main" id="{84B3F9A9-7B57-4B3C-BC37-38FDF4D3F57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1888" y="3667125"/>
            <a:ext cx="1587" cy="5365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7816" name="Line 25">
            <a:extLst>
              <a:ext uri="{FF2B5EF4-FFF2-40B4-BE49-F238E27FC236}">
                <a16:creationId xmlns:a16="http://schemas.microsoft.com/office/drawing/2014/main" id="{0EA28ECA-9415-49FB-ACB5-72751AE1165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8088" y="3395663"/>
            <a:ext cx="2551112" cy="1409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7817" name="Line 26">
            <a:extLst>
              <a:ext uri="{FF2B5EF4-FFF2-40B4-BE49-F238E27FC236}">
                <a16:creationId xmlns:a16="http://schemas.microsoft.com/office/drawing/2014/main" id="{0499283B-4236-4E94-BBB9-572A185F7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4888" y="3546475"/>
            <a:ext cx="247650" cy="1816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7818" name="Line 27">
            <a:extLst>
              <a:ext uri="{FF2B5EF4-FFF2-40B4-BE49-F238E27FC236}">
                <a16:creationId xmlns:a16="http://schemas.microsoft.com/office/drawing/2014/main" id="{2149927A-7FB1-4F06-80B5-55E4FC53C57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84775" y="3306763"/>
            <a:ext cx="1168400" cy="306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7819" name="Line 28">
            <a:extLst>
              <a:ext uri="{FF2B5EF4-FFF2-40B4-BE49-F238E27FC236}">
                <a16:creationId xmlns:a16="http://schemas.microsoft.com/office/drawing/2014/main" id="{33C51750-88D6-45C2-860F-B73C9E4703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68800" y="3843338"/>
            <a:ext cx="2039938" cy="1987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7820" name="Line 29">
            <a:extLst>
              <a:ext uri="{FF2B5EF4-FFF2-40B4-BE49-F238E27FC236}">
                <a16:creationId xmlns:a16="http://schemas.microsoft.com/office/drawing/2014/main" id="{99F63CB7-16F2-4ED4-83DD-FA694887DE0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56113" y="5808663"/>
            <a:ext cx="739775" cy="163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7821" name="Line 30">
            <a:extLst>
              <a:ext uri="{FF2B5EF4-FFF2-40B4-BE49-F238E27FC236}">
                <a16:creationId xmlns:a16="http://schemas.microsoft.com/office/drawing/2014/main" id="{A2379D45-117E-4582-A8D9-910FF0DF59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75100" y="3505200"/>
            <a:ext cx="900113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7822" name="Line 31">
            <a:extLst>
              <a:ext uri="{FF2B5EF4-FFF2-40B4-BE49-F238E27FC236}">
                <a16:creationId xmlns:a16="http://schemas.microsoft.com/office/drawing/2014/main" id="{4307B406-82DB-4543-BCE6-56A36A8E62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40200" y="4891088"/>
            <a:ext cx="2120900" cy="48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7823" name="Line 32">
            <a:extLst>
              <a:ext uri="{FF2B5EF4-FFF2-40B4-BE49-F238E27FC236}">
                <a16:creationId xmlns:a16="http://schemas.microsoft.com/office/drawing/2014/main" id="{61A18CCC-85C5-47A9-A1BD-DE53A5F113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0325" y="3449638"/>
            <a:ext cx="1182688" cy="127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7824" name="Line 33">
            <a:extLst>
              <a:ext uri="{FF2B5EF4-FFF2-40B4-BE49-F238E27FC236}">
                <a16:creationId xmlns:a16="http://schemas.microsoft.com/office/drawing/2014/main" id="{33E6E78F-F71D-4409-A0B5-7FF64A0E48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3238" y="5830888"/>
            <a:ext cx="376237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7825" name="Line 34">
            <a:extLst>
              <a:ext uri="{FF2B5EF4-FFF2-40B4-BE49-F238E27FC236}">
                <a16:creationId xmlns:a16="http://schemas.microsoft.com/office/drawing/2014/main" id="{7723752D-F582-4E85-84FB-1B098B22B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8813" y="6126163"/>
            <a:ext cx="14906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609" name="Text Box 35">
            <a:extLst>
              <a:ext uri="{FF2B5EF4-FFF2-40B4-BE49-F238E27FC236}">
                <a16:creationId xmlns:a16="http://schemas.microsoft.com/office/drawing/2014/main" id="{2FB472DD-95F3-4B64-ABE8-3EE81466D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4668838"/>
            <a:ext cx="1784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Alice arrives  …</a:t>
            </a:r>
          </a:p>
        </p:txBody>
      </p:sp>
      <p:sp>
        <p:nvSpPr>
          <p:cNvPr id="247827" name="Line 38">
            <a:extLst>
              <a:ext uri="{FF2B5EF4-FFF2-40B4-BE49-F238E27FC236}">
                <a16:creationId xmlns:a16="http://schemas.microsoft.com/office/drawing/2014/main" id="{9EBEAC36-23D6-49DB-9EAA-938B0736AD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34100" y="5065713"/>
            <a:ext cx="263525" cy="93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pic>
        <p:nvPicPr>
          <p:cNvPr id="24612" name="Picture 39" descr="Alice">
            <a:extLst>
              <a:ext uri="{FF2B5EF4-FFF2-40B4-BE49-F238E27FC236}">
                <a16:creationId xmlns:a16="http://schemas.microsoft.com/office/drawing/2014/main" id="{9D43E8D5-7AF3-4C7A-ACC7-D23119CF86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113" y="4186238"/>
            <a:ext cx="47466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7829" name="Line 42">
            <a:extLst>
              <a:ext uri="{FF2B5EF4-FFF2-40B4-BE49-F238E27FC236}">
                <a16:creationId xmlns:a16="http://schemas.microsoft.com/office/drawing/2014/main" id="{67EED531-07DB-4337-92A3-D112FE3D9A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17663" y="3024188"/>
            <a:ext cx="476250" cy="258762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47830" name="Rectangle 43">
            <a:extLst>
              <a:ext uri="{FF2B5EF4-FFF2-40B4-BE49-F238E27FC236}">
                <a16:creationId xmlns:a16="http://schemas.microsoft.com/office/drawing/2014/main" id="{44E48373-D29D-4FF0-9BA0-EBC9AC480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3" y="1211263"/>
            <a:ext cx="71247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SzPct val="85000"/>
            </a:pPr>
            <a:r>
              <a:rPr lang="en-US" altLang="zh-TW" sz="2400" dirty="0">
                <a:latin typeface="Arial" panose="020B0604020202020204" pitchFamily="34" charset="0"/>
              </a:rPr>
              <a:t>file divided into 256Kb </a:t>
            </a:r>
            <a:r>
              <a:rPr lang="en-US" altLang="zh-TW" sz="2400" dirty="0">
                <a:solidFill>
                  <a:srgbClr val="FF0000"/>
                </a:solidFill>
                <a:latin typeface="Arial" panose="020B0604020202020204" pitchFamily="34" charset="0"/>
              </a:rPr>
              <a:t>chunks</a:t>
            </a:r>
          </a:p>
          <a:p>
            <a:pPr>
              <a:lnSpc>
                <a:spcPct val="100000"/>
              </a:lnSpc>
              <a:buSzPct val="85000"/>
            </a:pPr>
            <a:r>
              <a:rPr lang="en-US" altLang="zh-TW" sz="2400" dirty="0">
                <a:solidFill>
                  <a:srgbClr val="FF0000"/>
                </a:solidFill>
                <a:latin typeface="Arial" panose="020B0604020202020204" pitchFamily="34" charset="0"/>
              </a:rPr>
              <a:t>peers</a:t>
            </a:r>
            <a:r>
              <a:rPr lang="en-US" altLang="zh-TW" sz="2400" dirty="0">
                <a:latin typeface="Arial" panose="020B0604020202020204" pitchFamily="34" charset="0"/>
              </a:rPr>
              <a:t> in torrent send/receive file chunks</a:t>
            </a:r>
            <a:endParaRPr lang="en-US" altLang="zh-TW" dirty="0">
              <a:latin typeface="Arial" panose="020B0604020202020204" pitchFamily="34" charset="0"/>
            </a:endParaRPr>
          </a:p>
        </p:txBody>
      </p:sp>
      <p:pic>
        <p:nvPicPr>
          <p:cNvPr id="247831" name="Picture 50" descr="underline_base">
            <a:extLst>
              <a:ext uri="{FF2B5EF4-FFF2-40B4-BE49-F238E27FC236}">
                <a16:creationId xmlns:a16="http://schemas.microsoft.com/office/drawing/2014/main" id="{4AE897E2-37AD-4992-8D61-38799317DC10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25" y="817563"/>
            <a:ext cx="66722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629" name="Text Box 35">
            <a:extLst>
              <a:ext uri="{FF2B5EF4-FFF2-40B4-BE49-F238E27FC236}">
                <a16:creationId xmlns:a16="http://schemas.microsoft.com/office/drawing/2014/main" id="{0F385CBE-D617-41B6-8113-6A55129E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4929188"/>
            <a:ext cx="2292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… obtains list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of peers from tracker</a:t>
            </a:r>
          </a:p>
        </p:txBody>
      </p:sp>
      <p:grpSp>
        <p:nvGrpSpPr>
          <p:cNvPr id="2" name="Group 68">
            <a:extLst>
              <a:ext uri="{FF2B5EF4-FFF2-40B4-BE49-F238E27FC236}">
                <a16:creationId xmlns:a16="http://schemas.microsoft.com/office/drawing/2014/main" id="{46117ED4-C91E-42C4-87B0-30087310CBA7}"/>
              </a:ext>
            </a:extLst>
          </p:cNvPr>
          <p:cNvGrpSpPr>
            <a:grpSpLocks/>
          </p:cNvGrpSpPr>
          <p:nvPr/>
        </p:nvGrpSpPr>
        <p:grpSpPr bwMode="auto">
          <a:xfrm>
            <a:off x="2781300" y="3473450"/>
            <a:ext cx="3492500" cy="2163763"/>
            <a:chOff x="1752" y="2166"/>
            <a:chExt cx="2200" cy="1363"/>
          </a:xfrm>
        </p:grpSpPr>
        <p:sp>
          <p:nvSpPr>
            <p:cNvPr id="247895" name="Line 22">
              <a:extLst>
                <a:ext uri="{FF2B5EF4-FFF2-40B4-BE49-F238E27FC236}">
                  <a16:creationId xmlns:a16="http://schemas.microsoft.com/office/drawing/2014/main" id="{22C219E4-C6C1-49E9-B110-C3FD33638E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2" y="2166"/>
              <a:ext cx="361" cy="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47896" name="Line 23">
              <a:extLst>
                <a:ext uri="{FF2B5EF4-FFF2-40B4-BE49-F238E27FC236}">
                  <a16:creationId xmlns:a16="http://schemas.microsoft.com/office/drawing/2014/main" id="{C44CA8F6-D26E-47BB-8FBB-465DCE9DAE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0" y="2352"/>
              <a:ext cx="2182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47897" name="Line 24">
              <a:extLst>
                <a:ext uri="{FF2B5EF4-FFF2-40B4-BE49-F238E27FC236}">
                  <a16:creationId xmlns:a16="http://schemas.microsoft.com/office/drawing/2014/main" id="{A4FCDF34-60E7-4DDF-B6D2-A978762FD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2820"/>
              <a:ext cx="1550" cy="7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sp>
        <p:nvSpPr>
          <p:cNvPr id="24645" name="Text Box 35">
            <a:extLst>
              <a:ext uri="{FF2B5EF4-FFF2-40B4-BE49-F238E27FC236}">
                <a16:creationId xmlns:a16="http://schemas.microsoft.com/office/drawing/2014/main" id="{6ED40D87-A10E-4E23-A1A6-B4C466243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5470525"/>
            <a:ext cx="3333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… and begins exchanging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latin typeface="Arial" panose="020B0604020202020204" pitchFamily="34" charset="0"/>
              </a:rPr>
              <a:t>file chunks with peers in torrent</a:t>
            </a:r>
          </a:p>
        </p:txBody>
      </p:sp>
      <p:grpSp>
        <p:nvGrpSpPr>
          <p:cNvPr id="247835" name="Group 71">
            <a:extLst>
              <a:ext uri="{FF2B5EF4-FFF2-40B4-BE49-F238E27FC236}">
                <a16:creationId xmlns:a16="http://schemas.microsoft.com/office/drawing/2014/main" id="{5C1E626A-7F5B-42B3-8021-8690D78873D9}"/>
              </a:ext>
            </a:extLst>
          </p:cNvPr>
          <p:cNvGrpSpPr>
            <a:grpSpLocks/>
          </p:cNvGrpSpPr>
          <p:nvPr/>
        </p:nvGrpSpPr>
        <p:grpSpPr bwMode="auto">
          <a:xfrm>
            <a:off x="2184400" y="2982913"/>
            <a:ext cx="379413" cy="604837"/>
            <a:chOff x="4140" y="429"/>
            <a:chExt cx="1425" cy="2396"/>
          </a:xfrm>
        </p:grpSpPr>
        <p:sp>
          <p:nvSpPr>
            <p:cNvPr id="247863" name="Freeform 72">
              <a:extLst>
                <a:ext uri="{FF2B5EF4-FFF2-40B4-BE49-F238E27FC236}">
                  <a16:creationId xmlns:a16="http://schemas.microsoft.com/office/drawing/2014/main" id="{459550EC-D9BE-4F45-82B9-AF0A1D161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7864" name="Rectangle 73">
              <a:extLst>
                <a:ext uri="{FF2B5EF4-FFF2-40B4-BE49-F238E27FC236}">
                  <a16:creationId xmlns:a16="http://schemas.microsoft.com/office/drawing/2014/main" id="{C3F9716D-9EBD-45A1-93E7-C103E75DE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9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7865" name="Freeform 74">
              <a:extLst>
                <a:ext uri="{FF2B5EF4-FFF2-40B4-BE49-F238E27FC236}">
                  <a16:creationId xmlns:a16="http://schemas.microsoft.com/office/drawing/2014/main" id="{62B95D4C-9A84-4529-914A-97356BEC8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7866" name="Freeform 75">
              <a:extLst>
                <a:ext uri="{FF2B5EF4-FFF2-40B4-BE49-F238E27FC236}">
                  <a16:creationId xmlns:a16="http://schemas.microsoft.com/office/drawing/2014/main" id="{982B5267-D35D-4C92-85D0-A9F989605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7867" name="Rectangle 76">
              <a:extLst>
                <a:ext uri="{FF2B5EF4-FFF2-40B4-BE49-F238E27FC236}">
                  <a16:creationId xmlns:a16="http://schemas.microsoft.com/office/drawing/2014/main" id="{BCAAF421-2CEE-4896-88AF-7C8A304EB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47868" name="Group 77">
              <a:extLst>
                <a:ext uri="{FF2B5EF4-FFF2-40B4-BE49-F238E27FC236}">
                  <a16:creationId xmlns:a16="http://schemas.microsoft.com/office/drawing/2014/main" id="{5460F6F2-5CD2-4DB0-BB6E-39D8A5FD7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47893" name="AutoShape 78">
                <a:extLst>
                  <a:ext uri="{FF2B5EF4-FFF2-40B4-BE49-F238E27FC236}">
                    <a16:creationId xmlns:a16="http://schemas.microsoft.com/office/drawing/2014/main" id="{A4886E89-5560-4769-8B2D-824D18621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47894" name="AutoShape 79">
                <a:extLst>
                  <a:ext uri="{FF2B5EF4-FFF2-40B4-BE49-F238E27FC236}">
                    <a16:creationId xmlns:a16="http://schemas.microsoft.com/office/drawing/2014/main" id="{716A0A0E-34D7-4883-9875-C0A102F7E3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7869" name="Rectangle 80">
              <a:extLst>
                <a:ext uri="{FF2B5EF4-FFF2-40B4-BE49-F238E27FC236}">
                  <a16:creationId xmlns:a16="http://schemas.microsoft.com/office/drawing/2014/main" id="{52A1D6EB-B904-4ECE-884A-C386EEA2D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0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47870" name="Group 81">
              <a:extLst>
                <a:ext uri="{FF2B5EF4-FFF2-40B4-BE49-F238E27FC236}">
                  <a16:creationId xmlns:a16="http://schemas.microsoft.com/office/drawing/2014/main" id="{695C8DC5-8154-4B68-8870-6C0DF0D8F8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7891" name="AutoShape 82">
                <a:extLst>
                  <a:ext uri="{FF2B5EF4-FFF2-40B4-BE49-F238E27FC236}">
                    <a16:creationId xmlns:a16="http://schemas.microsoft.com/office/drawing/2014/main" id="{8D0680EA-C8C1-475A-92DD-020C1FB3F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9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47892" name="AutoShape 83">
                <a:extLst>
                  <a:ext uri="{FF2B5EF4-FFF2-40B4-BE49-F238E27FC236}">
                    <a16:creationId xmlns:a16="http://schemas.microsoft.com/office/drawing/2014/main" id="{373E23DB-DC24-4D86-8D28-0A1042CA1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7871" name="Rectangle 84">
              <a:extLst>
                <a:ext uri="{FF2B5EF4-FFF2-40B4-BE49-F238E27FC236}">
                  <a16:creationId xmlns:a16="http://schemas.microsoft.com/office/drawing/2014/main" id="{75FC22A7-65CF-4520-8F3D-E0003E6A2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7872" name="Rectangle 85">
              <a:extLst>
                <a:ext uri="{FF2B5EF4-FFF2-40B4-BE49-F238E27FC236}">
                  <a16:creationId xmlns:a16="http://schemas.microsoft.com/office/drawing/2014/main" id="{C6A9C494-058D-4D48-A5A9-6AE9E000E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5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47873" name="Group 86">
              <a:extLst>
                <a:ext uri="{FF2B5EF4-FFF2-40B4-BE49-F238E27FC236}">
                  <a16:creationId xmlns:a16="http://schemas.microsoft.com/office/drawing/2014/main" id="{B5650150-6C67-41B1-8CC0-497777ABEA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7889" name="AutoShape 87">
                <a:extLst>
                  <a:ext uri="{FF2B5EF4-FFF2-40B4-BE49-F238E27FC236}">
                    <a16:creationId xmlns:a16="http://schemas.microsoft.com/office/drawing/2014/main" id="{FD0F8AF7-493E-4BF7-A239-8FF16CA07F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82"/>
                <a:ext cx="72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47890" name="AutoShape 88">
                <a:extLst>
                  <a:ext uri="{FF2B5EF4-FFF2-40B4-BE49-F238E27FC236}">
                    <a16:creationId xmlns:a16="http://schemas.microsoft.com/office/drawing/2014/main" id="{1951534B-2BFD-46C0-84D8-8CC6345EFD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8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7874" name="Freeform 89">
              <a:extLst>
                <a:ext uri="{FF2B5EF4-FFF2-40B4-BE49-F238E27FC236}">
                  <a16:creationId xmlns:a16="http://schemas.microsoft.com/office/drawing/2014/main" id="{7FEDD443-C243-4E17-A4AE-590D0949BC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47875" name="Group 90">
              <a:extLst>
                <a:ext uri="{FF2B5EF4-FFF2-40B4-BE49-F238E27FC236}">
                  <a16:creationId xmlns:a16="http://schemas.microsoft.com/office/drawing/2014/main" id="{E90180E9-6FBF-487E-BB19-F9A907B0D8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887" name="AutoShape 91">
                <a:extLst>
                  <a:ext uri="{FF2B5EF4-FFF2-40B4-BE49-F238E27FC236}">
                    <a16:creationId xmlns:a16="http://schemas.microsoft.com/office/drawing/2014/main" id="{2DDE7057-7137-4696-8801-AE2B4DBC98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47888" name="AutoShape 92">
                <a:extLst>
                  <a:ext uri="{FF2B5EF4-FFF2-40B4-BE49-F238E27FC236}">
                    <a16:creationId xmlns:a16="http://schemas.microsoft.com/office/drawing/2014/main" id="{97DF3207-098B-41A9-BFE3-92CD4BC17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8"/>
                <a:ext cx="706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7876" name="Rectangle 93">
              <a:extLst>
                <a:ext uri="{FF2B5EF4-FFF2-40B4-BE49-F238E27FC236}">
                  <a16:creationId xmlns:a16="http://schemas.microsoft.com/office/drawing/2014/main" id="{DC7942EF-5569-4EA8-B833-AD0CB51F9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2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7877" name="Freeform 94">
              <a:extLst>
                <a:ext uri="{FF2B5EF4-FFF2-40B4-BE49-F238E27FC236}">
                  <a16:creationId xmlns:a16="http://schemas.microsoft.com/office/drawing/2014/main" id="{0DAB5085-55BF-4AAC-9C3E-E2050B097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7878" name="Freeform 95">
              <a:extLst>
                <a:ext uri="{FF2B5EF4-FFF2-40B4-BE49-F238E27FC236}">
                  <a16:creationId xmlns:a16="http://schemas.microsoft.com/office/drawing/2014/main" id="{9A999518-93E1-468D-8C42-6B3567EFA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7879" name="Oval 96">
              <a:extLst>
                <a:ext uri="{FF2B5EF4-FFF2-40B4-BE49-F238E27FC236}">
                  <a16:creationId xmlns:a16="http://schemas.microsoft.com/office/drawing/2014/main" id="{E601779A-9E2C-48D6-AD43-1F4874E6C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1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7880" name="Freeform 97">
              <a:extLst>
                <a:ext uri="{FF2B5EF4-FFF2-40B4-BE49-F238E27FC236}">
                  <a16:creationId xmlns:a16="http://schemas.microsoft.com/office/drawing/2014/main" id="{947F5990-7E64-416E-8569-E91DCAC1C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7881" name="AutoShape 98">
              <a:extLst>
                <a:ext uri="{FF2B5EF4-FFF2-40B4-BE49-F238E27FC236}">
                  <a16:creationId xmlns:a16="http://schemas.microsoft.com/office/drawing/2014/main" id="{E27C0541-4502-416C-A788-19756F3F4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8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7882" name="AutoShape 99">
              <a:extLst>
                <a:ext uri="{FF2B5EF4-FFF2-40B4-BE49-F238E27FC236}">
                  <a16:creationId xmlns:a16="http://schemas.microsoft.com/office/drawing/2014/main" id="{3233112B-6F5B-41DE-A19E-918060D27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2"/>
              <a:ext cx="1073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7883" name="Oval 100">
              <a:extLst>
                <a:ext uri="{FF2B5EF4-FFF2-40B4-BE49-F238E27FC236}">
                  <a16:creationId xmlns:a16="http://schemas.microsoft.com/office/drawing/2014/main" id="{4CAC0984-E2EC-481E-8DA6-E14AFA269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1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7884" name="Oval 101">
              <a:extLst>
                <a:ext uri="{FF2B5EF4-FFF2-40B4-BE49-F238E27FC236}">
                  <a16:creationId xmlns:a16="http://schemas.microsoft.com/office/drawing/2014/main" id="{D86C642C-2D78-475F-99C0-7EA8E65E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5"/>
              <a:ext cx="161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885" name="Oval 102">
              <a:extLst>
                <a:ext uri="{FF2B5EF4-FFF2-40B4-BE49-F238E27FC236}">
                  <a16:creationId xmlns:a16="http://schemas.microsoft.com/office/drawing/2014/main" id="{BD7B4581-72C1-4BAA-A474-F7BF444E2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5" y="2379"/>
              <a:ext cx="155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7886" name="Rectangle 103">
              <a:extLst>
                <a:ext uri="{FF2B5EF4-FFF2-40B4-BE49-F238E27FC236}">
                  <a16:creationId xmlns:a16="http://schemas.microsoft.com/office/drawing/2014/main" id="{D2335976-A330-4200-A896-5EA3F7867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8"/>
              <a:ext cx="83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104">
            <a:extLst>
              <a:ext uri="{FF2B5EF4-FFF2-40B4-BE49-F238E27FC236}">
                <a16:creationId xmlns:a16="http://schemas.microsoft.com/office/drawing/2014/main" id="{9DAD6304-9711-4CAC-9E4C-EA1AFD26DB32}"/>
              </a:ext>
            </a:extLst>
          </p:cNvPr>
          <p:cNvGrpSpPr>
            <a:grpSpLocks/>
          </p:cNvGrpSpPr>
          <p:nvPr/>
        </p:nvGrpSpPr>
        <p:grpSpPr bwMode="auto">
          <a:xfrm>
            <a:off x="2078038" y="4222750"/>
            <a:ext cx="685800" cy="588963"/>
            <a:chOff x="-44" y="1473"/>
            <a:chExt cx="981" cy="1105"/>
          </a:xfrm>
        </p:grpSpPr>
        <p:pic>
          <p:nvPicPr>
            <p:cNvPr id="247861" name="Picture 105" descr="desktop_computer_stylized_medium">
              <a:extLst>
                <a:ext uri="{FF2B5EF4-FFF2-40B4-BE49-F238E27FC236}">
                  <a16:creationId xmlns:a16="http://schemas.microsoft.com/office/drawing/2014/main" id="{F01BF1D6-C50C-45F3-B02E-5008EE772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862" name="Freeform 106">
              <a:extLst>
                <a:ext uri="{FF2B5EF4-FFF2-40B4-BE49-F238E27FC236}">
                  <a16:creationId xmlns:a16="http://schemas.microsoft.com/office/drawing/2014/main" id="{16E5E78F-2166-4A53-978F-5EE4DDF325D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7837" name="Group 107">
            <a:extLst>
              <a:ext uri="{FF2B5EF4-FFF2-40B4-BE49-F238E27FC236}">
                <a16:creationId xmlns:a16="http://schemas.microsoft.com/office/drawing/2014/main" id="{B7245463-1829-4C63-98E5-98833E8CDFA1}"/>
              </a:ext>
            </a:extLst>
          </p:cNvPr>
          <p:cNvGrpSpPr>
            <a:grpSpLocks/>
          </p:cNvGrpSpPr>
          <p:nvPr/>
        </p:nvGrpSpPr>
        <p:grpSpPr bwMode="auto">
          <a:xfrm>
            <a:off x="3448050" y="5235575"/>
            <a:ext cx="728663" cy="620713"/>
            <a:chOff x="-44" y="1473"/>
            <a:chExt cx="981" cy="1105"/>
          </a:xfrm>
        </p:grpSpPr>
        <p:pic>
          <p:nvPicPr>
            <p:cNvPr id="247859" name="Picture 108" descr="desktop_computer_stylized_medium">
              <a:extLst>
                <a:ext uri="{FF2B5EF4-FFF2-40B4-BE49-F238E27FC236}">
                  <a16:creationId xmlns:a16="http://schemas.microsoft.com/office/drawing/2014/main" id="{ABF4EE2A-8B83-4AFA-BF5B-83B2EAEB2D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860" name="Freeform 109">
              <a:extLst>
                <a:ext uri="{FF2B5EF4-FFF2-40B4-BE49-F238E27FC236}">
                  <a16:creationId xmlns:a16="http://schemas.microsoft.com/office/drawing/2014/main" id="{EC6BC06F-3B1A-4EB0-8082-C615642691C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7838" name="Group 110">
            <a:extLst>
              <a:ext uri="{FF2B5EF4-FFF2-40B4-BE49-F238E27FC236}">
                <a16:creationId xmlns:a16="http://schemas.microsoft.com/office/drawing/2014/main" id="{E5B9AF48-4231-48EA-8F92-258A653E3E3C}"/>
              </a:ext>
            </a:extLst>
          </p:cNvPr>
          <p:cNvGrpSpPr>
            <a:grpSpLocks/>
          </p:cNvGrpSpPr>
          <p:nvPr/>
        </p:nvGrpSpPr>
        <p:grpSpPr bwMode="auto">
          <a:xfrm>
            <a:off x="3730625" y="5813425"/>
            <a:ext cx="728663" cy="620713"/>
            <a:chOff x="-44" y="1473"/>
            <a:chExt cx="981" cy="1105"/>
          </a:xfrm>
        </p:grpSpPr>
        <p:pic>
          <p:nvPicPr>
            <p:cNvPr id="247857" name="Picture 111" descr="desktop_computer_stylized_medium">
              <a:extLst>
                <a:ext uri="{FF2B5EF4-FFF2-40B4-BE49-F238E27FC236}">
                  <a16:creationId xmlns:a16="http://schemas.microsoft.com/office/drawing/2014/main" id="{B77FBC87-F9D4-4054-A698-96486717C9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858" name="Freeform 112">
              <a:extLst>
                <a:ext uri="{FF2B5EF4-FFF2-40B4-BE49-F238E27FC236}">
                  <a16:creationId xmlns:a16="http://schemas.microsoft.com/office/drawing/2014/main" id="{3330AC10-1B43-44A8-B8DF-838447DD52F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7839" name="Group 113">
            <a:extLst>
              <a:ext uri="{FF2B5EF4-FFF2-40B4-BE49-F238E27FC236}">
                <a16:creationId xmlns:a16="http://schemas.microsoft.com/office/drawing/2014/main" id="{FF490293-4753-4CA1-A837-5959575735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364288" y="4659313"/>
            <a:ext cx="728662" cy="620712"/>
            <a:chOff x="-44" y="1473"/>
            <a:chExt cx="981" cy="1105"/>
          </a:xfrm>
        </p:grpSpPr>
        <p:pic>
          <p:nvPicPr>
            <p:cNvPr id="247855" name="Picture 114" descr="desktop_computer_stylized_medium">
              <a:extLst>
                <a:ext uri="{FF2B5EF4-FFF2-40B4-BE49-F238E27FC236}">
                  <a16:creationId xmlns:a16="http://schemas.microsoft.com/office/drawing/2014/main" id="{E2862220-711D-4A80-9A3F-C3C68A2FDF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856" name="Freeform 115">
              <a:extLst>
                <a:ext uri="{FF2B5EF4-FFF2-40B4-BE49-F238E27FC236}">
                  <a16:creationId xmlns:a16="http://schemas.microsoft.com/office/drawing/2014/main" id="{4B874FF8-86B5-41E0-8DEE-28A597A2566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7840" name="Group 116">
            <a:extLst>
              <a:ext uri="{FF2B5EF4-FFF2-40B4-BE49-F238E27FC236}">
                <a16:creationId xmlns:a16="http://schemas.microsoft.com/office/drawing/2014/main" id="{8D12E450-13B7-46D4-9562-522304E4B9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016625" y="5997575"/>
            <a:ext cx="728663" cy="620713"/>
            <a:chOff x="-44" y="1473"/>
            <a:chExt cx="981" cy="1105"/>
          </a:xfrm>
        </p:grpSpPr>
        <p:pic>
          <p:nvPicPr>
            <p:cNvPr id="247853" name="Picture 117" descr="desktop_computer_stylized_medium">
              <a:extLst>
                <a:ext uri="{FF2B5EF4-FFF2-40B4-BE49-F238E27FC236}">
                  <a16:creationId xmlns:a16="http://schemas.microsoft.com/office/drawing/2014/main" id="{4424BC55-33EC-4C7A-931F-5DE8E659AE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854" name="Freeform 118">
              <a:extLst>
                <a:ext uri="{FF2B5EF4-FFF2-40B4-BE49-F238E27FC236}">
                  <a16:creationId xmlns:a16="http://schemas.microsoft.com/office/drawing/2014/main" id="{9477EE36-2D7B-40E9-BF71-24EF71E37B0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7841" name="Group 119">
            <a:extLst>
              <a:ext uri="{FF2B5EF4-FFF2-40B4-BE49-F238E27FC236}">
                <a16:creationId xmlns:a16="http://schemas.microsoft.com/office/drawing/2014/main" id="{33E70FFB-8A2A-4439-9EBF-94967D14625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418263" y="3471863"/>
            <a:ext cx="728662" cy="620712"/>
            <a:chOff x="-44" y="1473"/>
            <a:chExt cx="981" cy="1105"/>
          </a:xfrm>
        </p:grpSpPr>
        <p:pic>
          <p:nvPicPr>
            <p:cNvPr id="247851" name="Picture 120" descr="desktop_computer_stylized_medium">
              <a:extLst>
                <a:ext uri="{FF2B5EF4-FFF2-40B4-BE49-F238E27FC236}">
                  <a16:creationId xmlns:a16="http://schemas.microsoft.com/office/drawing/2014/main" id="{366A555F-1685-434C-A96F-4290EB8A62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852" name="Freeform 121">
              <a:extLst>
                <a:ext uri="{FF2B5EF4-FFF2-40B4-BE49-F238E27FC236}">
                  <a16:creationId xmlns:a16="http://schemas.microsoft.com/office/drawing/2014/main" id="{0D23D3B9-3676-478E-A14C-6529DDA5663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7842" name="Group 122">
            <a:extLst>
              <a:ext uri="{FF2B5EF4-FFF2-40B4-BE49-F238E27FC236}">
                <a16:creationId xmlns:a16="http://schemas.microsoft.com/office/drawing/2014/main" id="{84E41CDD-873C-424B-A103-E2FAD2890DA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4621213" y="2938463"/>
            <a:ext cx="641350" cy="620712"/>
            <a:chOff x="-44" y="1473"/>
            <a:chExt cx="981" cy="1105"/>
          </a:xfrm>
        </p:grpSpPr>
        <p:pic>
          <p:nvPicPr>
            <p:cNvPr id="247849" name="Picture 123" descr="desktop_computer_stylized_medium">
              <a:extLst>
                <a:ext uri="{FF2B5EF4-FFF2-40B4-BE49-F238E27FC236}">
                  <a16:creationId xmlns:a16="http://schemas.microsoft.com/office/drawing/2014/main" id="{F24C64CC-F70E-4812-871E-C3479DEB35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850" name="Freeform 124">
              <a:extLst>
                <a:ext uri="{FF2B5EF4-FFF2-40B4-BE49-F238E27FC236}">
                  <a16:creationId xmlns:a16="http://schemas.microsoft.com/office/drawing/2014/main" id="{FA049663-B314-4D14-8343-882C8A7175E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7843" name="Group 125">
            <a:extLst>
              <a:ext uri="{FF2B5EF4-FFF2-40B4-BE49-F238E27FC236}">
                <a16:creationId xmlns:a16="http://schemas.microsoft.com/office/drawing/2014/main" id="{5EC9A13B-1436-4860-81E0-20C2F6C25B88}"/>
              </a:ext>
            </a:extLst>
          </p:cNvPr>
          <p:cNvGrpSpPr>
            <a:grpSpLocks/>
          </p:cNvGrpSpPr>
          <p:nvPr/>
        </p:nvGrpSpPr>
        <p:grpSpPr bwMode="auto">
          <a:xfrm>
            <a:off x="3011488" y="2928938"/>
            <a:ext cx="728662" cy="620712"/>
            <a:chOff x="-44" y="1473"/>
            <a:chExt cx="981" cy="1105"/>
          </a:xfrm>
        </p:grpSpPr>
        <p:pic>
          <p:nvPicPr>
            <p:cNvPr id="247847" name="Picture 126" descr="desktop_computer_stylized_medium">
              <a:extLst>
                <a:ext uri="{FF2B5EF4-FFF2-40B4-BE49-F238E27FC236}">
                  <a16:creationId xmlns:a16="http://schemas.microsoft.com/office/drawing/2014/main" id="{7D778F8F-C9E3-4F1D-B2A0-3EAFF07579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848" name="Freeform 127">
              <a:extLst>
                <a:ext uri="{FF2B5EF4-FFF2-40B4-BE49-F238E27FC236}">
                  <a16:creationId xmlns:a16="http://schemas.microsoft.com/office/drawing/2014/main" id="{4ECD000F-8C5C-4088-AA53-76A03C0ABA9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7844" name="Group 129">
            <a:extLst>
              <a:ext uri="{FF2B5EF4-FFF2-40B4-BE49-F238E27FC236}">
                <a16:creationId xmlns:a16="http://schemas.microsoft.com/office/drawing/2014/main" id="{49A320CB-0C1D-4758-A8B0-581EB511A5D5}"/>
              </a:ext>
            </a:extLst>
          </p:cNvPr>
          <p:cNvGrpSpPr>
            <a:grpSpLocks/>
          </p:cNvGrpSpPr>
          <p:nvPr/>
        </p:nvGrpSpPr>
        <p:grpSpPr bwMode="auto">
          <a:xfrm>
            <a:off x="5111750" y="5541963"/>
            <a:ext cx="490538" cy="412750"/>
            <a:chOff x="-44" y="1473"/>
            <a:chExt cx="981" cy="1105"/>
          </a:xfrm>
        </p:grpSpPr>
        <p:pic>
          <p:nvPicPr>
            <p:cNvPr id="247845" name="Picture 130" descr="desktop_computer_stylized_medium">
              <a:extLst>
                <a:ext uri="{FF2B5EF4-FFF2-40B4-BE49-F238E27FC236}">
                  <a16:creationId xmlns:a16="http://schemas.microsoft.com/office/drawing/2014/main" id="{08B94001-37BD-4FCF-9BC4-84D3F30246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7846" name="Freeform 131">
              <a:extLst>
                <a:ext uri="{FF2B5EF4-FFF2-40B4-BE49-F238E27FC236}">
                  <a16:creationId xmlns:a16="http://schemas.microsoft.com/office/drawing/2014/main" id="{23EA708F-C75F-4D64-B168-20F47ECA5DA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10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2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24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09" grpId="0"/>
      <p:bldP spid="24629" grpId="0"/>
      <p:bldP spid="246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7">
            <a:extLst>
              <a:ext uri="{FF2B5EF4-FFF2-40B4-BE49-F238E27FC236}">
                <a16:creationId xmlns:a16="http://schemas.microsoft.com/office/drawing/2014/main" id="{0821CF98-90B9-4578-9A80-D23E103B93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49859" name="Rectangle 8">
            <a:extLst>
              <a:ext uri="{FF2B5EF4-FFF2-40B4-BE49-F238E27FC236}">
                <a16:creationId xmlns:a16="http://schemas.microsoft.com/office/drawing/2014/main" id="{73676B3C-786F-4952-A51A-C76F140F73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791C5A93-D22E-4D2B-85B7-4B8576AA2DBF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49860" name="Rectangle 3">
            <a:extLst>
              <a:ext uri="{FF2B5EF4-FFF2-40B4-BE49-F238E27FC236}">
                <a16:creationId xmlns:a16="http://schemas.microsoft.com/office/drawing/2014/main" id="{D0294D47-B8E2-4681-9F00-77C12C79C0C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12750" y="1471613"/>
            <a:ext cx="4475163" cy="2457450"/>
          </a:xfrm>
        </p:spPr>
        <p:txBody>
          <a:bodyPr/>
          <a:lstStyle/>
          <a:p>
            <a:r>
              <a:rPr lang="en-US" altLang="zh-TW" sz="2400" dirty="0">
                <a:ea typeface="ＭＳ Ｐゴシック" panose="020B0600070205080204" pitchFamily="34" charset="-128"/>
              </a:rPr>
              <a:t>peer joining torrent: 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has no chunks, but will </a:t>
            </a:r>
            <a:r>
              <a:rPr lang="en-US" altLang="zh-TW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accumulate chunks over time from other peers</a:t>
            </a:r>
          </a:p>
          <a:p>
            <a:pPr lvl="1"/>
            <a:r>
              <a:rPr lang="en-US" altLang="zh-TW" dirty="0">
                <a:ea typeface="ＭＳ Ｐゴシック" panose="020B0600070205080204" pitchFamily="34" charset="-128"/>
              </a:rPr>
              <a:t>registers with tracker to get list of peers, connects to subset of peers (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neighbors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)</a:t>
            </a: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249861" name="Rectangle 2">
            <a:extLst>
              <a:ext uri="{FF2B5EF4-FFF2-40B4-BE49-F238E27FC236}">
                <a16:creationId xmlns:a16="http://schemas.microsoft.com/office/drawing/2014/main" id="{DDE03DC1-A8CA-43AF-961E-17BFD4497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3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000">
                <a:solidFill>
                  <a:srgbClr val="000099"/>
                </a:solidFill>
              </a:rPr>
              <a:t>P2P file distribution: BitTorrent </a:t>
            </a:r>
          </a:p>
        </p:txBody>
      </p:sp>
      <p:pic>
        <p:nvPicPr>
          <p:cNvPr id="249862" name="Picture 45" descr="underline_base">
            <a:extLst>
              <a:ext uri="{FF2B5EF4-FFF2-40B4-BE49-F238E27FC236}">
                <a16:creationId xmlns:a16="http://schemas.microsoft.com/office/drawing/2014/main" id="{2D4F0DFE-8D13-41D4-92B2-EAA0E7D60C6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25" y="817563"/>
            <a:ext cx="667226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9863" name="Rectangle 3">
            <a:extLst>
              <a:ext uri="{FF2B5EF4-FFF2-40B4-BE49-F238E27FC236}">
                <a16:creationId xmlns:a16="http://schemas.microsoft.com/office/drawing/2014/main" id="{3F85B729-CC16-4B13-B5E4-9005E31F3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4221163"/>
            <a:ext cx="8120062" cy="233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8001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TW" sz="2400" dirty="0"/>
              <a:t>while </a:t>
            </a:r>
            <a:r>
              <a:rPr lang="en-US" altLang="zh-TW" sz="2400" dirty="0">
                <a:solidFill>
                  <a:srgbClr val="0070C0"/>
                </a:solidFill>
              </a:rPr>
              <a:t>downloading</a:t>
            </a:r>
            <a:r>
              <a:rPr lang="en-US" altLang="zh-TW" sz="2400" dirty="0"/>
              <a:t>, peer </a:t>
            </a:r>
            <a:r>
              <a:rPr lang="en-US" altLang="zh-TW" sz="2400" dirty="0">
                <a:solidFill>
                  <a:srgbClr val="0070C0"/>
                </a:solidFill>
              </a:rPr>
              <a:t>uploads</a:t>
            </a:r>
            <a:r>
              <a:rPr lang="en-US" altLang="zh-TW" sz="2400" dirty="0"/>
              <a:t> chunks to other peers</a:t>
            </a:r>
          </a:p>
          <a:p>
            <a:r>
              <a:rPr lang="en-US" altLang="zh-TW" sz="2400" dirty="0"/>
              <a:t>peer may </a:t>
            </a:r>
            <a:r>
              <a:rPr lang="en-US" altLang="zh-TW" sz="2400" dirty="0">
                <a:solidFill>
                  <a:srgbClr val="0070C0"/>
                </a:solidFill>
              </a:rPr>
              <a:t>change peers </a:t>
            </a:r>
            <a:r>
              <a:rPr lang="en-US" altLang="zh-TW" sz="2400" dirty="0"/>
              <a:t>with whom it exchanges chunks</a:t>
            </a:r>
          </a:p>
          <a:p>
            <a:r>
              <a:rPr lang="en-US" altLang="zh-TW" sz="2400" i="1" dirty="0">
                <a:solidFill>
                  <a:srgbClr val="CC0000"/>
                </a:solidFill>
              </a:rPr>
              <a:t>churn:</a:t>
            </a:r>
            <a:r>
              <a:rPr lang="en-US" altLang="zh-TW" sz="2400" dirty="0"/>
              <a:t> peers may </a:t>
            </a:r>
            <a:r>
              <a:rPr lang="en-US" altLang="zh-TW" sz="2400" dirty="0">
                <a:solidFill>
                  <a:srgbClr val="0070C0"/>
                </a:solidFill>
              </a:rPr>
              <a:t>come and go</a:t>
            </a:r>
          </a:p>
          <a:p>
            <a:pPr lvl="1">
              <a:buSzPct val="65000"/>
              <a:buFont typeface="Wingdings" panose="05000000000000000000" pitchFamily="2" charset="2"/>
              <a:buChar char="v"/>
            </a:pPr>
            <a:r>
              <a:rPr lang="en-US" altLang="zh-TW" dirty="0"/>
              <a:t>once peer has entire file, it may (selfishly) leave or (altruistically) remain in torrent</a:t>
            </a:r>
          </a:p>
        </p:txBody>
      </p:sp>
      <p:sp>
        <p:nvSpPr>
          <p:cNvPr id="249864" name="Line 25">
            <a:extLst>
              <a:ext uri="{FF2B5EF4-FFF2-40B4-BE49-F238E27FC236}">
                <a16:creationId xmlns:a16="http://schemas.microsoft.com/office/drawing/2014/main" id="{428D1511-5C70-4236-8BCA-3960ECA1769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5225" y="1646238"/>
            <a:ext cx="1736725" cy="879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9865" name="Line 26">
            <a:extLst>
              <a:ext uri="{FF2B5EF4-FFF2-40B4-BE49-F238E27FC236}">
                <a16:creationId xmlns:a16="http://schemas.microsoft.com/office/drawing/2014/main" id="{41F09636-C585-4307-8A86-226862E6D63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7113" y="1739900"/>
            <a:ext cx="168275" cy="1133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9866" name="Line 27">
            <a:extLst>
              <a:ext uri="{FF2B5EF4-FFF2-40B4-BE49-F238E27FC236}">
                <a16:creationId xmlns:a16="http://schemas.microsoft.com/office/drawing/2014/main" id="{0300C9DF-27ED-4A64-B5A8-8C9C1437B1E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23125" y="1590675"/>
            <a:ext cx="795338" cy="190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9867" name="Line 28">
            <a:extLst>
              <a:ext uri="{FF2B5EF4-FFF2-40B4-BE49-F238E27FC236}">
                <a16:creationId xmlns:a16="http://schemas.microsoft.com/office/drawing/2014/main" id="{73C41633-A57C-4EF5-A0F2-73EED24753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67500" y="1925638"/>
            <a:ext cx="1389063" cy="1239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9868" name="Line 29">
            <a:extLst>
              <a:ext uri="{FF2B5EF4-FFF2-40B4-BE49-F238E27FC236}">
                <a16:creationId xmlns:a16="http://schemas.microsoft.com/office/drawing/2014/main" id="{98843180-13C5-4D12-B7AF-1672F24F35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26238" y="3152775"/>
            <a:ext cx="504825" cy="10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9869" name="Line 30">
            <a:extLst>
              <a:ext uri="{FF2B5EF4-FFF2-40B4-BE49-F238E27FC236}">
                <a16:creationId xmlns:a16="http://schemas.microsoft.com/office/drawing/2014/main" id="{55026620-9E43-4129-A90F-596B0782CD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99213" y="1714500"/>
            <a:ext cx="612775" cy="1046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9870" name="Line 31">
            <a:extLst>
              <a:ext uri="{FF2B5EF4-FFF2-40B4-BE49-F238E27FC236}">
                <a16:creationId xmlns:a16="http://schemas.microsoft.com/office/drawing/2014/main" id="{0FA1ECCE-F807-441A-BE22-46B6454AD4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1925" y="2579688"/>
            <a:ext cx="1443038" cy="301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9871" name="Line 32">
            <a:extLst>
              <a:ext uri="{FF2B5EF4-FFF2-40B4-BE49-F238E27FC236}">
                <a16:creationId xmlns:a16="http://schemas.microsoft.com/office/drawing/2014/main" id="{C4047473-CD25-4DB2-A092-6D146100E5B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2963" y="1679575"/>
            <a:ext cx="804862" cy="796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9872" name="Line 33">
            <a:extLst>
              <a:ext uri="{FF2B5EF4-FFF2-40B4-BE49-F238E27FC236}">
                <a16:creationId xmlns:a16="http://schemas.microsoft.com/office/drawing/2014/main" id="{CFCC8859-0BC8-40E1-9EF3-8632CEA6E0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4588" y="3165475"/>
            <a:ext cx="255587" cy="136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9873" name="Line 34">
            <a:extLst>
              <a:ext uri="{FF2B5EF4-FFF2-40B4-BE49-F238E27FC236}">
                <a16:creationId xmlns:a16="http://schemas.microsoft.com/office/drawing/2014/main" id="{F1DDF659-657A-47B8-BA88-0834482E81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5763" y="3351213"/>
            <a:ext cx="1014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sp>
        <p:nvSpPr>
          <p:cNvPr id="249874" name="Line 38">
            <a:extLst>
              <a:ext uri="{FF2B5EF4-FFF2-40B4-BE49-F238E27FC236}">
                <a16:creationId xmlns:a16="http://schemas.microsoft.com/office/drawing/2014/main" id="{16A3BEF0-0EBD-4A15-99BB-5F94B9025D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69238" y="2689225"/>
            <a:ext cx="179387" cy="585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HK" altLang="en-US"/>
          </a:p>
        </p:txBody>
      </p:sp>
      <p:pic>
        <p:nvPicPr>
          <p:cNvPr id="249875" name="Picture 39" descr="Alice">
            <a:extLst>
              <a:ext uri="{FF2B5EF4-FFF2-40B4-BE49-F238E27FC236}">
                <a16:creationId xmlns:a16="http://schemas.microsoft.com/office/drawing/2014/main" id="{3150359C-2448-49BF-841B-1B85C5413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725" y="2139950"/>
            <a:ext cx="32385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9876" name="Group 70">
            <a:extLst>
              <a:ext uri="{FF2B5EF4-FFF2-40B4-BE49-F238E27FC236}">
                <a16:creationId xmlns:a16="http://schemas.microsoft.com/office/drawing/2014/main" id="{2AD62294-5361-48E3-BF38-B9CE34F0B597}"/>
              </a:ext>
            </a:extLst>
          </p:cNvPr>
          <p:cNvGrpSpPr>
            <a:grpSpLocks/>
          </p:cNvGrpSpPr>
          <p:nvPr/>
        </p:nvGrpSpPr>
        <p:grpSpPr bwMode="auto">
          <a:xfrm>
            <a:off x="5586413" y="1693863"/>
            <a:ext cx="2378075" cy="1350962"/>
            <a:chOff x="1752" y="2166"/>
            <a:chExt cx="2200" cy="1363"/>
          </a:xfrm>
        </p:grpSpPr>
        <p:sp>
          <p:nvSpPr>
            <p:cNvPr id="249937" name="Line 22">
              <a:extLst>
                <a:ext uri="{FF2B5EF4-FFF2-40B4-BE49-F238E27FC236}">
                  <a16:creationId xmlns:a16="http://schemas.microsoft.com/office/drawing/2014/main" id="{C28287FC-3D5E-4FAF-B748-8BB156CD2F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2" y="2166"/>
              <a:ext cx="361" cy="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49938" name="Line 23">
              <a:extLst>
                <a:ext uri="{FF2B5EF4-FFF2-40B4-BE49-F238E27FC236}">
                  <a16:creationId xmlns:a16="http://schemas.microsoft.com/office/drawing/2014/main" id="{E6DD8CCE-E138-4D15-BA41-9D3A69B202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0" y="2352"/>
              <a:ext cx="2182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49939" name="Line 24">
              <a:extLst>
                <a:ext uri="{FF2B5EF4-FFF2-40B4-BE49-F238E27FC236}">
                  <a16:creationId xmlns:a16="http://schemas.microsoft.com/office/drawing/2014/main" id="{E0503DCC-E24A-4049-8842-A995633E37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2820"/>
              <a:ext cx="1550" cy="7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</p:grpSp>
      <p:grpSp>
        <p:nvGrpSpPr>
          <p:cNvPr id="249877" name="Group 74">
            <a:extLst>
              <a:ext uri="{FF2B5EF4-FFF2-40B4-BE49-F238E27FC236}">
                <a16:creationId xmlns:a16="http://schemas.microsoft.com/office/drawing/2014/main" id="{53EA34B7-82D9-4A97-8F6F-974793E89C9D}"/>
              </a:ext>
            </a:extLst>
          </p:cNvPr>
          <p:cNvGrpSpPr>
            <a:grpSpLocks/>
          </p:cNvGrpSpPr>
          <p:nvPr/>
        </p:nvGrpSpPr>
        <p:grpSpPr bwMode="auto">
          <a:xfrm>
            <a:off x="5245100" y="1374775"/>
            <a:ext cx="292100" cy="517525"/>
            <a:chOff x="4140" y="429"/>
            <a:chExt cx="1425" cy="2396"/>
          </a:xfrm>
        </p:grpSpPr>
        <p:sp>
          <p:nvSpPr>
            <p:cNvPr id="249905" name="Freeform 75">
              <a:extLst>
                <a:ext uri="{FF2B5EF4-FFF2-40B4-BE49-F238E27FC236}">
                  <a16:creationId xmlns:a16="http://schemas.microsoft.com/office/drawing/2014/main" id="{0BB222D6-99D6-4277-88F1-0A0CF1F88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2 w 354"/>
                <a:gd name="T3" fmla="*/ 3 h 2742"/>
                <a:gd name="T4" fmla="*/ 2 w 354"/>
                <a:gd name="T5" fmla="*/ 3 h 2742"/>
                <a:gd name="T6" fmla="*/ 0 w 354"/>
                <a:gd name="T7" fmla="*/ 3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9906" name="Rectangle 76">
              <a:extLst>
                <a:ext uri="{FF2B5EF4-FFF2-40B4-BE49-F238E27FC236}">
                  <a16:creationId xmlns:a16="http://schemas.microsoft.com/office/drawing/2014/main" id="{74D8F49E-62B4-4DC7-9FC4-22E6568E32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6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9907" name="Freeform 77">
              <a:extLst>
                <a:ext uri="{FF2B5EF4-FFF2-40B4-BE49-F238E27FC236}">
                  <a16:creationId xmlns:a16="http://schemas.microsoft.com/office/drawing/2014/main" id="{ADF3059D-52D4-42AB-A1BD-3E7D78F8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 w 211"/>
                <a:gd name="T3" fmla="*/ 3 h 2537"/>
                <a:gd name="T4" fmla="*/ 2 w 211"/>
                <a:gd name="T5" fmla="*/ 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9908" name="Freeform 78">
              <a:extLst>
                <a:ext uri="{FF2B5EF4-FFF2-40B4-BE49-F238E27FC236}">
                  <a16:creationId xmlns:a16="http://schemas.microsoft.com/office/drawing/2014/main" id="{9386A735-7F3B-40BD-9CBA-38C364C96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3 h 226"/>
                <a:gd name="T4" fmla="*/ 2 w 328"/>
                <a:gd name="T5" fmla="*/ 3 h 226"/>
                <a:gd name="T6" fmla="*/ 0 w 328"/>
                <a:gd name="T7" fmla="*/ 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9909" name="Rectangle 79">
              <a:extLst>
                <a:ext uri="{FF2B5EF4-FFF2-40B4-BE49-F238E27FC236}">
                  <a16:creationId xmlns:a16="http://schemas.microsoft.com/office/drawing/2014/main" id="{1C1361A4-2323-40A4-9EBD-411D52F06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4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49910" name="Group 80">
              <a:extLst>
                <a:ext uri="{FF2B5EF4-FFF2-40B4-BE49-F238E27FC236}">
                  <a16:creationId xmlns:a16="http://schemas.microsoft.com/office/drawing/2014/main" id="{4B6ED365-C806-480D-B838-16C5B3B269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49935" name="AutoShape 81">
                <a:extLst>
                  <a:ext uri="{FF2B5EF4-FFF2-40B4-BE49-F238E27FC236}">
                    <a16:creationId xmlns:a16="http://schemas.microsoft.com/office/drawing/2014/main" id="{059CF87E-C99E-4890-9532-FEF4CEDE9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5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49936" name="AutoShape 82">
                <a:extLst>
                  <a:ext uri="{FF2B5EF4-FFF2-40B4-BE49-F238E27FC236}">
                    <a16:creationId xmlns:a16="http://schemas.microsoft.com/office/drawing/2014/main" id="{1541D625-35FF-4187-82D6-D72B15B8CC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7" y="2585"/>
                <a:ext cx="686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9911" name="Rectangle 83">
              <a:extLst>
                <a:ext uri="{FF2B5EF4-FFF2-40B4-BE49-F238E27FC236}">
                  <a16:creationId xmlns:a16="http://schemas.microsoft.com/office/drawing/2014/main" id="{199F977F-710D-4E3F-86CD-68824F84C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7"/>
              <a:ext cx="596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49912" name="Group 84">
              <a:extLst>
                <a:ext uri="{FF2B5EF4-FFF2-40B4-BE49-F238E27FC236}">
                  <a16:creationId xmlns:a16="http://schemas.microsoft.com/office/drawing/2014/main" id="{5E396A61-E313-426D-871C-840204ABD3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49933" name="AutoShape 85">
                <a:extLst>
                  <a:ext uri="{FF2B5EF4-FFF2-40B4-BE49-F238E27FC236}">
                    <a16:creationId xmlns:a16="http://schemas.microsoft.com/office/drawing/2014/main" id="{4C158953-208C-4592-8756-CB71859C6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0" y="2569"/>
                <a:ext cx="725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49934" name="AutoShape 86">
                <a:extLst>
                  <a:ext uri="{FF2B5EF4-FFF2-40B4-BE49-F238E27FC236}">
                    <a16:creationId xmlns:a16="http://schemas.microsoft.com/office/drawing/2014/main" id="{E9544677-24FC-4D66-A2D9-B66A042324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9913" name="Rectangle 87">
              <a:extLst>
                <a:ext uri="{FF2B5EF4-FFF2-40B4-BE49-F238E27FC236}">
                  <a16:creationId xmlns:a16="http://schemas.microsoft.com/office/drawing/2014/main" id="{44870E6E-A9BB-4142-8FAE-316F7526C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7" y="1355"/>
              <a:ext cx="596" cy="51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9914" name="Rectangle 88">
              <a:extLst>
                <a:ext uri="{FF2B5EF4-FFF2-40B4-BE49-F238E27FC236}">
                  <a16:creationId xmlns:a16="http://schemas.microsoft.com/office/drawing/2014/main" id="{6771C618-CE94-4096-8FEE-D2003B7FE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6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grpSp>
          <p:nvGrpSpPr>
            <p:cNvPr id="249915" name="Group 89">
              <a:extLst>
                <a:ext uri="{FF2B5EF4-FFF2-40B4-BE49-F238E27FC236}">
                  <a16:creationId xmlns:a16="http://schemas.microsoft.com/office/drawing/2014/main" id="{209697E4-0071-4CC3-919F-B6BC869D97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931" name="AutoShape 90">
                <a:extLst>
                  <a:ext uri="{FF2B5EF4-FFF2-40B4-BE49-F238E27FC236}">
                    <a16:creationId xmlns:a16="http://schemas.microsoft.com/office/drawing/2014/main" id="{F26B69D2-7CAF-4C49-9B74-748CE3C85E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4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49932" name="AutoShape 91">
                <a:extLst>
                  <a:ext uri="{FF2B5EF4-FFF2-40B4-BE49-F238E27FC236}">
                    <a16:creationId xmlns:a16="http://schemas.microsoft.com/office/drawing/2014/main" id="{088E526C-9588-43C6-A6FD-829F90020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2"/>
                <a:ext cx="685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9916" name="Freeform 92">
              <a:extLst>
                <a:ext uri="{FF2B5EF4-FFF2-40B4-BE49-F238E27FC236}">
                  <a16:creationId xmlns:a16="http://schemas.microsoft.com/office/drawing/2014/main" id="{FD325F9E-DFA5-484B-B6B8-73019B5AA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 w 328"/>
                <a:gd name="T3" fmla="*/ 2 h 226"/>
                <a:gd name="T4" fmla="*/ 2 w 328"/>
                <a:gd name="T5" fmla="*/ 2 h 226"/>
                <a:gd name="T6" fmla="*/ 0 w 328"/>
                <a:gd name="T7" fmla="*/ 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49917" name="Group 93">
              <a:extLst>
                <a:ext uri="{FF2B5EF4-FFF2-40B4-BE49-F238E27FC236}">
                  <a16:creationId xmlns:a16="http://schemas.microsoft.com/office/drawing/2014/main" id="{E272F606-A36D-4238-8956-159EE20361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9929" name="AutoShape 94">
                <a:extLst>
                  <a:ext uri="{FF2B5EF4-FFF2-40B4-BE49-F238E27FC236}">
                    <a16:creationId xmlns:a16="http://schemas.microsoft.com/office/drawing/2014/main" id="{060701DE-3426-4554-AB83-BF4705AE3A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49930" name="AutoShape 95">
                <a:extLst>
                  <a:ext uri="{FF2B5EF4-FFF2-40B4-BE49-F238E27FC236}">
                    <a16:creationId xmlns:a16="http://schemas.microsoft.com/office/drawing/2014/main" id="{82ADD5A3-CEF8-45B8-8A01-397C5F84C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1"/>
                <a:ext cx="685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49918" name="Rectangle 96">
              <a:extLst>
                <a:ext uri="{FF2B5EF4-FFF2-40B4-BE49-F238E27FC236}">
                  <a16:creationId xmlns:a16="http://schemas.microsoft.com/office/drawing/2014/main" id="{15F6A57E-4AF7-4F46-8345-A766B8788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7" y="429"/>
              <a:ext cx="70" cy="2286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9919" name="Freeform 97">
              <a:extLst>
                <a:ext uri="{FF2B5EF4-FFF2-40B4-BE49-F238E27FC236}">
                  <a16:creationId xmlns:a16="http://schemas.microsoft.com/office/drawing/2014/main" id="{509FAEBA-14C9-4505-AD4A-E0190B3B7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 w 296"/>
                <a:gd name="T3" fmla="*/ 2 h 256"/>
                <a:gd name="T4" fmla="*/ 2 w 296"/>
                <a:gd name="T5" fmla="*/ 2 h 256"/>
                <a:gd name="T6" fmla="*/ 0 w 296"/>
                <a:gd name="T7" fmla="*/ 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9920" name="Freeform 98">
              <a:extLst>
                <a:ext uri="{FF2B5EF4-FFF2-40B4-BE49-F238E27FC236}">
                  <a16:creationId xmlns:a16="http://schemas.microsoft.com/office/drawing/2014/main" id="{AF45897E-01D5-41C4-9889-04E03A392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 w 304"/>
                <a:gd name="T3" fmla="*/ 2 h 288"/>
                <a:gd name="T4" fmla="*/ 2 w 304"/>
                <a:gd name="T5" fmla="*/ 2 h 288"/>
                <a:gd name="T6" fmla="*/ 2 w 304"/>
                <a:gd name="T7" fmla="*/ 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9921" name="Oval 99">
              <a:extLst>
                <a:ext uri="{FF2B5EF4-FFF2-40B4-BE49-F238E27FC236}">
                  <a16:creationId xmlns:a16="http://schemas.microsoft.com/office/drawing/2014/main" id="{076BB4C0-F54B-41D1-B1CD-12A202397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9" y="2612"/>
              <a:ext cx="46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9922" name="Freeform 100">
              <a:extLst>
                <a:ext uri="{FF2B5EF4-FFF2-40B4-BE49-F238E27FC236}">
                  <a16:creationId xmlns:a16="http://schemas.microsoft.com/office/drawing/2014/main" id="{C1D307BD-5FE8-4C18-823E-EBD29DC691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 h 240"/>
                <a:gd name="T2" fmla="*/ 2 w 306"/>
                <a:gd name="T3" fmla="*/ 3 h 240"/>
                <a:gd name="T4" fmla="*/ 2 w 306"/>
                <a:gd name="T5" fmla="*/ 3 h 240"/>
                <a:gd name="T6" fmla="*/ 2 w 306"/>
                <a:gd name="T7" fmla="*/ 0 h 240"/>
                <a:gd name="T8" fmla="*/ 0 w 306"/>
                <a:gd name="T9" fmla="*/ 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49923" name="AutoShape 101">
              <a:extLst>
                <a:ext uri="{FF2B5EF4-FFF2-40B4-BE49-F238E27FC236}">
                  <a16:creationId xmlns:a16="http://schemas.microsoft.com/office/drawing/2014/main" id="{69BD1F64-74D7-4C5B-8B2F-0D10E2AC8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0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9924" name="AutoShape 102">
              <a:extLst>
                <a:ext uri="{FF2B5EF4-FFF2-40B4-BE49-F238E27FC236}">
                  <a16:creationId xmlns:a16="http://schemas.microsoft.com/office/drawing/2014/main" id="{644B3008-BF61-4642-BA45-81BEBE19C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07"/>
              <a:ext cx="1069" cy="8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9925" name="Oval 103">
              <a:extLst>
                <a:ext uri="{FF2B5EF4-FFF2-40B4-BE49-F238E27FC236}">
                  <a16:creationId xmlns:a16="http://schemas.microsoft.com/office/drawing/2014/main" id="{8C465474-A603-40BA-BFA7-49CD5209D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4"/>
              <a:ext cx="155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9926" name="Oval 104">
              <a:extLst>
                <a:ext uri="{FF2B5EF4-FFF2-40B4-BE49-F238E27FC236}">
                  <a16:creationId xmlns:a16="http://schemas.microsoft.com/office/drawing/2014/main" id="{9000839B-7E3E-4A52-A2B5-81CA8CF7A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4"/>
              <a:ext cx="155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1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927" name="Oval 105">
              <a:extLst>
                <a:ext uri="{FF2B5EF4-FFF2-40B4-BE49-F238E27FC236}">
                  <a16:creationId xmlns:a16="http://schemas.microsoft.com/office/drawing/2014/main" id="{CE9ADD21-7DBF-4A05-866D-2AEACAE76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9" y="2384"/>
              <a:ext cx="163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  <p:sp>
          <p:nvSpPr>
            <p:cNvPr id="249928" name="Rectangle 106">
              <a:extLst>
                <a:ext uri="{FF2B5EF4-FFF2-40B4-BE49-F238E27FC236}">
                  <a16:creationId xmlns:a16="http://schemas.microsoft.com/office/drawing/2014/main" id="{C35D1B2E-FA88-4DE1-B3C0-20CE0FDC6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5" cy="764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49878" name="Group 107">
            <a:extLst>
              <a:ext uri="{FF2B5EF4-FFF2-40B4-BE49-F238E27FC236}">
                <a16:creationId xmlns:a16="http://schemas.microsoft.com/office/drawing/2014/main" id="{1B0A0FD6-5DBD-4999-BE44-BDDC8C023556}"/>
              </a:ext>
            </a:extLst>
          </p:cNvPr>
          <p:cNvGrpSpPr>
            <a:grpSpLocks/>
          </p:cNvGrpSpPr>
          <p:nvPr/>
        </p:nvGrpSpPr>
        <p:grpSpPr bwMode="auto">
          <a:xfrm>
            <a:off x="6311900" y="3176588"/>
            <a:ext cx="434975" cy="349250"/>
            <a:chOff x="-44" y="1473"/>
            <a:chExt cx="981" cy="1105"/>
          </a:xfrm>
        </p:grpSpPr>
        <p:pic>
          <p:nvPicPr>
            <p:cNvPr id="249903" name="Picture 108" descr="desktop_computer_stylized_medium">
              <a:extLst>
                <a:ext uri="{FF2B5EF4-FFF2-40B4-BE49-F238E27FC236}">
                  <a16:creationId xmlns:a16="http://schemas.microsoft.com/office/drawing/2014/main" id="{F502B71C-C9C6-4CED-801F-52BFC6CBED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9904" name="Freeform 109">
              <a:extLst>
                <a:ext uri="{FF2B5EF4-FFF2-40B4-BE49-F238E27FC236}">
                  <a16:creationId xmlns:a16="http://schemas.microsoft.com/office/drawing/2014/main" id="{D0B4CB26-6E11-4453-979D-F6EB5117F9D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9879" name="Group 110">
            <a:extLst>
              <a:ext uri="{FF2B5EF4-FFF2-40B4-BE49-F238E27FC236}">
                <a16:creationId xmlns:a16="http://schemas.microsoft.com/office/drawing/2014/main" id="{FA5D5417-8B89-4281-94E6-58E176CB6E5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16838" y="3252788"/>
            <a:ext cx="434975" cy="349250"/>
            <a:chOff x="-44" y="1473"/>
            <a:chExt cx="981" cy="1105"/>
          </a:xfrm>
        </p:grpSpPr>
        <p:pic>
          <p:nvPicPr>
            <p:cNvPr id="249901" name="Picture 111" descr="desktop_computer_stylized_medium">
              <a:extLst>
                <a:ext uri="{FF2B5EF4-FFF2-40B4-BE49-F238E27FC236}">
                  <a16:creationId xmlns:a16="http://schemas.microsoft.com/office/drawing/2014/main" id="{0471F7C5-01AB-4097-914D-E82738E36D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9902" name="Freeform 112">
              <a:extLst>
                <a:ext uri="{FF2B5EF4-FFF2-40B4-BE49-F238E27FC236}">
                  <a16:creationId xmlns:a16="http://schemas.microsoft.com/office/drawing/2014/main" id="{A4E9D198-D652-48C2-8DEA-E23773600EC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9880" name="Group 113">
            <a:extLst>
              <a:ext uri="{FF2B5EF4-FFF2-40B4-BE49-F238E27FC236}">
                <a16:creationId xmlns:a16="http://schemas.microsoft.com/office/drawing/2014/main" id="{01E6304E-9212-4FD2-8B37-A004A1A330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8300" y="2457450"/>
            <a:ext cx="434975" cy="349250"/>
            <a:chOff x="-44" y="1473"/>
            <a:chExt cx="981" cy="1105"/>
          </a:xfrm>
        </p:grpSpPr>
        <p:pic>
          <p:nvPicPr>
            <p:cNvPr id="249899" name="Picture 114" descr="desktop_computer_stylized_medium">
              <a:extLst>
                <a:ext uri="{FF2B5EF4-FFF2-40B4-BE49-F238E27FC236}">
                  <a16:creationId xmlns:a16="http://schemas.microsoft.com/office/drawing/2014/main" id="{B7E42192-FFE1-48AE-9D4E-41385D10A6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9900" name="Freeform 115">
              <a:extLst>
                <a:ext uri="{FF2B5EF4-FFF2-40B4-BE49-F238E27FC236}">
                  <a16:creationId xmlns:a16="http://schemas.microsoft.com/office/drawing/2014/main" id="{9FBEFC38-C9F1-4116-A30B-C18AC652BAE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9881" name="Group 116">
            <a:extLst>
              <a:ext uri="{FF2B5EF4-FFF2-40B4-BE49-F238E27FC236}">
                <a16:creationId xmlns:a16="http://schemas.microsoft.com/office/drawing/2014/main" id="{F0640A80-326A-4D32-B3BB-3FEA68E6236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043863" y="1706563"/>
            <a:ext cx="434975" cy="349250"/>
            <a:chOff x="-44" y="1473"/>
            <a:chExt cx="981" cy="1105"/>
          </a:xfrm>
        </p:grpSpPr>
        <p:pic>
          <p:nvPicPr>
            <p:cNvPr id="249897" name="Picture 117" descr="desktop_computer_stylized_medium">
              <a:extLst>
                <a:ext uri="{FF2B5EF4-FFF2-40B4-BE49-F238E27FC236}">
                  <a16:creationId xmlns:a16="http://schemas.microsoft.com/office/drawing/2014/main" id="{C99D5214-6421-4AB3-8BC4-235CD37B43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9898" name="Freeform 118">
              <a:extLst>
                <a:ext uri="{FF2B5EF4-FFF2-40B4-BE49-F238E27FC236}">
                  <a16:creationId xmlns:a16="http://schemas.microsoft.com/office/drawing/2014/main" id="{DB2983E8-8986-404B-B156-E9669DC6E5A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9882" name="Group 119">
            <a:extLst>
              <a:ext uri="{FF2B5EF4-FFF2-40B4-BE49-F238E27FC236}">
                <a16:creationId xmlns:a16="http://schemas.microsoft.com/office/drawing/2014/main" id="{A2DBAB31-F465-46AB-8D31-6326311623F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911975" y="1368425"/>
            <a:ext cx="434975" cy="349250"/>
            <a:chOff x="-44" y="1473"/>
            <a:chExt cx="981" cy="1105"/>
          </a:xfrm>
        </p:grpSpPr>
        <p:pic>
          <p:nvPicPr>
            <p:cNvPr id="249895" name="Picture 120" descr="desktop_computer_stylized_medium">
              <a:extLst>
                <a:ext uri="{FF2B5EF4-FFF2-40B4-BE49-F238E27FC236}">
                  <a16:creationId xmlns:a16="http://schemas.microsoft.com/office/drawing/2014/main" id="{B219D96A-F4F5-4438-AE52-219E068B18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9896" name="Freeform 121">
              <a:extLst>
                <a:ext uri="{FF2B5EF4-FFF2-40B4-BE49-F238E27FC236}">
                  <a16:creationId xmlns:a16="http://schemas.microsoft.com/office/drawing/2014/main" id="{5D3292DD-7694-4B0B-AAE0-5EC5B6A1993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9883" name="Group 123">
            <a:extLst>
              <a:ext uri="{FF2B5EF4-FFF2-40B4-BE49-F238E27FC236}">
                <a16:creationId xmlns:a16="http://schemas.microsoft.com/office/drawing/2014/main" id="{8BD703F6-EF4D-451B-A5B9-AFC5A23F6C6E}"/>
              </a:ext>
            </a:extLst>
          </p:cNvPr>
          <p:cNvGrpSpPr>
            <a:grpSpLocks/>
          </p:cNvGrpSpPr>
          <p:nvPr/>
        </p:nvGrpSpPr>
        <p:grpSpPr bwMode="auto">
          <a:xfrm>
            <a:off x="5824538" y="1411288"/>
            <a:ext cx="434975" cy="349250"/>
            <a:chOff x="-44" y="1473"/>
            <a:chExt cx="981" cy="1105"/>
          </a:xfrm>
        </p:grpSpPr>
        <p:pic>
          <p:nvPicPr>
            <p:cNvPr id="249893" name="Picture 124" descr="desktop_computer_stylized_medium">
              <a:extLst>
                <a:ext uri="{FF2B5EF4-FFF2-40B4-BE49-F238E27FC236}">
                  <a16:creationId xmlns:a16="http://schemas.microsoft.com/office/drawing/2014/main" id="{587D280F-89AD-40DC-B29A-52466FEC4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9894" name="Freeform 125">
              <a:extLst>
                <a:ext uri="{FF2B5EF4-FFF2-40B4-BE49-F238E27FC236}">
                  <a16:creationId xmlns:a16="http://schemas.microsoft.com/office/drawing/2014/main" id="{150BBD6A-555A-48B5-B5B5-775CD73C9D5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9884" name="Group 126">
            <a:extLst>
              <a:ext uri="{FF2B5EF4-FFF2-40B4-BE49-F238E27FC236}">
                <a16:creationId xmlns:a16="http://schemas.microsoft.com/office/drawing/2014/main" id="{95682619-A600-481B-BF7C-832CA4B8D93F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2162175"/>
            <a:ext cx="434975" cy="349250"/>
            <a:chOff x="-44" y="1473"/>
            <a:chExt cx="981" cy="1105"/>
          </a:xfrm>
        </p:grpSpPr>
        <p:pic>
          <p:nvPicPr>
            <p:cNvPr id="249891" name="Picture 127" descr="desktop_computer_stylized_medium">
              <a:extLst>
                <a:ext uri="{FF2B5EF4-FFF2-40B4-BE49-F238E27FC236}">
                  <a16:creationId xmlns:a16="http://schemas.microsoft.com/office/drawing/2014/main" id="{180C3BA6-DCDB-4693-A321-6CB9B6FC6F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9892" name="Freeform 128">
              <a:extLst>
                <a:ext uri="{FF2B5EF4-FFF2-40B4-BE49-F238E27FC236}">
                  <a16:creationId xmlns:a16="http://schemas.microsoft.com/office/drawing/2014/main" id="{69003DB4-D1A8-4C14-9616-CEA9C284B8B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9885" name="Group 129">
            <a:extLst>
              <a:ext uri="{FF2B5EF4-FFF2-40B4-BE49-F238E27FC236}">
                <a16:creationId xmlns:a16="http://schemas.microsoft.com/office/drawing/2014/main" id="{02DD31F9-DC8A-479A-A4EE-40F0B61B8EF2}"/>
              </a:ext>
            </a:extLst>
          </p:cNvPr>
          <p:cNvGrpSpPr>
            <a:grpSpLocks/>
          </p:cNvGrpSpPr>
          <p:nvPr/>
        </p:nvGrpSpPr>
        <p:grpSpPr bwMode="auto">
          <a:xfrm>
            <a:off x="6129338" y="2749550"/>
            <a:ext cx="434975" cy="349250"/>
            <a:chOff x="-44" y="1473"/>
            <a:chExt cx="981" cy="1105"/>
          </a:xfrm>
        </p:grpSpPr>
        <p:pic>
          <p:nvPicPr>
            <p:cNvPr id="249889" name="Picture 130" descr="desktop_computer_stylized_medium">
              <a:extLst>
                <a:ext uri="{FF2B5EF4-FFF2-40B4-BE49-F238E27FC236}">
                  <a16:creationId xmlns:a16="http://schemas.microsoft.com/office/drawing/2014/main" id="{05A40564-2D23-4DD7-89A8-47DA4B27E9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9890" name="Freeform 131">
              <a:extLst>
                <a:ext uri="{FF2B5EF4-FFF2-40B4-BE49-F238E27FC236}">
                  <a16:creationId xmlns:a16="http://schemas.microsoft.com/office/drawing/2014/main" id="{ED451E18-560C-4B24-B7A4-F0A64C51897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49886" name="Group 132">
            <a:extLst>
              <a:ext uri="{FF2B5EF4-FFF2-40B4-BE49-F238E27FC236}">
                <a16:creationId xmlns:a16="http://schemas.microsoft.com/office/drawing/2014/main" id="{20F0DFA0-7F72-45E6-8AF8-5141314E6122}"/>
              </a:ext>
            </a:extLst>
          </p:cNvPr>
          <p:cNvGrpSpPr>
            <a:grpSpLocks/>
          </p:cNvGrpSpPr>
          <p:nvPr/>
        </p:nvGrpSpPr>
        <p:grpSpPr bwMode="auto">
          <a:xfrm>
            <a:off x="7185025" y="2989263"/>
            <a:ext cx="325438" cy="261937"/>
            <a:chOff x="-44" y="1473"/>
            <a:chExt cx="981" cy="1105"/>
          </a:xfrm>
        </p:grpSpPr>
        <p:pic>
          <p:nvPicPr>
            <p:cNvPr id="249887" name="Picture 133" descr="desktop_computer_stylized_medium">
              <a:extLst>
                <a:ext uri="{FF2B5EF4-FFF2-40B4-BE49-F238E27FC236}">
                  <a16:creationId xmlns:a16="http://schemas.microsoft.com/office/drawing/2014/main" id="{B7DBBC9C-B4B8-4D30-ABC3-555DCE3EF9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9888" name="Freeform 134">
              <a:extLst>
                <a:ext uri="{FF2B5EF4-FFF2-40B4-BE49-F238E27FC236}">
                  <a16:creationId xmlns:a16="http://schemas.microsoft.com/office/drawing/2014/main" id="{1BDF8CF9-1C16-4C3B-9455-7DD61013C6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7">
            <a:extLst>
              <a:ext uri="{FF2B5EF4-FFF2-40B4-BE49-F238E27FC236}">
                <a16:creationId xmlns:a16="http://schemas.microsoft.com/office/drawing/2014/main" id="{570FFFF3-4232-418B-91DB-3DB45B1B47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51907" name="Rectangle 8">
            <a:extLst>
              <a:ext uri="{FF2B5EF4-FFF2-40B4-BE49-F238E27FC236}">
                <a16:creationId xmlns:a16="http://schemas.microsoft.com/office/drawing/2014/main" id="{328452F4-322D-4557-8A5A-20DF4BF60A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3CA798A5-3C91-4DF1-BD71-2E5D0956A2C9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51908" name="Rectangle 2">
            <a:extLst>
              <a:ext uri="{FF2B5EF4-FFF2-40B4-BE49-F238E27FC236}">
                <a16:creationId xmlns:a16="http://schemas.microsoft.com/office/drawing/2014/main" id="{2E490CB6-A8FF-401D-AAFC-76B3F61B52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8450" y="160338"/>
            <a:ext cx="8491538" cy="849312"/>
          </a:xfrm>
        </p:spPr>
        <p:txBody>
          <a:bodyPr/>
          <a:lstStyle/>
          <a:p>
            <a:r>
              <a:rPr lang="en-US" altLang="zh-TW" sz="3600" dirty="0">
                <a:ea typeface="ＭＳ Ｐゴシック" panose="020B0600070205080204" pitchFamily="34" charset="-128"/>
              </a:rPr>
              <a:t>BitTorrent: requesting file chunks</a:t>
            </a:r>
          </a:p>
        </p:txBody>
      </p:sp>
      <p:sp>
        <p:nvSpPr>
          <p:cNvPr id="251909" name="Rectangle 4">
            <a:extLst>
              <a:ext uri="{FF2B5EF4-FFF2-40B4-BE49-F238E27FC236}">
                <a16:creationId xmlns:a16="http://schemas.microsoft.com/office/drawing/2014/main" id="{331AF658-7FC5-48E3-8B13-C236DDF84CA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31775" y="1477963"/>
            <a:ext cx="4206875" cy="3768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requesting chunks: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at any given time, different peers have different subsets of file chunks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periodically, Alice asks each peer for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list of chunks </a:t>
            </a:r>
            <a:r>
              <a:rPr lang="en-US" altLang="zh-TW" sz="2400" dirty="0">
                <a:ea typeface="ＭＳ Ｐゴシック" panose="020B0600070205080204" pitchFamily="34" charset="-128"/>
              </a:rPr>
              <a:t>that they have</a:t>
            </a:r>
          </a:p>
          <a:p>
            <a:r>
              <a:rPr lang="en-US" altLang="zh-TW" sz="2400" dirty="0">
                <a:ea typeface="ＭＳ Ｐゴシック" panose="020B0600070205080204" pitchFamily="34" charset="-128"/>
              </a:rPr>
              <a:t>Alice requests missing chunks from peers, </a:t>
            </a:r>
            <a:r>
              <a:rPr lang="en-US" altLang="zh-TW" sz="24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rarest first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400" dirty="0">
                <a:ea typeface="ＭＳ Ｐゴシック" panose="020B0600070205080204" pitchFamily="34" charset="-128"/>
              </a:rPr>
              <a:t>=&gt; rarest chunks get more quickly redistributed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400" dirty="0">
                <a:ea typeface="ＭＳ Ｐゴシック" panose="020B0600070205080204" pitchFamily="34" charset="-128"/>
              </a:rPr>
              <a:t>=&gt; </a:t>
            </a:r>
            <a:r>
              <a:rPr lang="en-US" altLang="zh-TW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(roughly) equalize the numbers of copies of each chunk in the torrent</a:t>
            </a:r>
          </a:p>
        </p:txBody>
      </p:sp>
      <p:pic>
        <p:nvPicPr>
          <p:cNvPr id="251911" name="Picture 10" descr="underline_base">
            <a:extLst>
              <a:ext uri="{FF2B5EF4-FFF2-40B4-BE49-F238E27FC236}">
                <a16:creationId xmlns:a16="http://schemas.microsoft.com/office/drawing/2014/main" id="{51E7D2F6-9E2C-48A6-A1C1-EEC748E4011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81280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4314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7">
            <a:extLst>
              <a:ext uri="{FF2B5EF4-FFF2-40B4-BE49-F238E27FC236}">
                <a16:creationId xmlns:a16="http://schemas.microsoft.com/office/drawing/2014/main" id="{570FFFF3-4232-418B-91DB-3DB45B1B47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51907" name="Rectangle 8">
            <a:extLst>
              <a:ext uri="{FF2B5EF4-FFF2-40B4-BE49-F238E27FC236}">
                <a16:creationId xmlns:a16="http://schemas.microsoft.com/office/drawing/2014/main" id="{328452F4-322D-4557-8A5A-20DF4BF60A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3CA798A5-3C91-4DF1-BD71-2E5D0956A2C9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51908" name="Rectangle 2">
            <a:extLst>
              <a:ext uri="{FF2B5EF4-FFF2-40B4-BE49-F238E27FC236}">
                <a16:creationId xmlns:a16="http://schemas.microsoft.com/office/drawing/2014/main" id="{2E490CB6-A8FF-401D-AAFC-76B3F61B52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8450" y="160338"/>
            <a:ext cx="8491538" cy="849312"/>
          </a:xfrm>
        </p:spPr>
        <p:txBody>
          <a:bodyPr/>
          <a:lstStyle/>
          <a:p>
            <a:r>
              <a:rPr lang="en-US" altLang="zh-TW" sz="3600" dirty="0">
                <a:ea typeface="ＭＳ Ｐゴシック" panose="020B0600070205080204" pitchFamily="34" charset="-128"/>
              </a:rPr>
              <a:t>BitTorrent: sending file chunks</a:t>
            </a:r>
          </a:p>
        </p:txBody>
      </p:sp>
      <p:sp>
        <p:nvSpPr>
          <p:cNvPr id="251910" name="Rectangle 6">
            <a:extLst>
              <a:ext uri="{FF2B5EF4-FFF2-40B4-BE49-F238E27FC236}">
                <a16:creationId xmlns:a16="http://schemas.microsoft.com/office/drawing/2014/main" id="{DF0319FD-7A61-4740-9C59-5797DF8C8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322" y="1425575"/>
            <a:ext cx="4521200" cy="411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i="1" dirty="0">
                <a:solidFill>
                  <a:srgbClr val="0070C0"/>
                </a:solidFill>
              </a:rPr>
              <a:t>sending chunks:</a:t>
            </a:r>
            <a:endParaRPr lang="en-US" altLang="zh-TW" i="1" dirty="0">
              <a:solidFill>
                <a:srgbClr val="CC0000"/>
              </a:solidFill>
            </a:endParaRPr>
          </a:p>
          <a:p>
            <a:pPr>
              <a:buSzPct val="75000"/>
            </a:pPr>
            <a:r>
              <a:rPr lang="en-US" altLang="zh-TW" sz="2400" dirty="0"/>
              <a:t>(</a:t>
            </a:r>
            <a:r>
              <a:rPr lang="en-US" altLang="zh-TW" sz="2400" i="1" dirty="0">
                <a:solidFill>
                  <a:srgbClr val="CC0000"/>
                </a:solidFill>
              </a:rPr>
              <a:t>tit-for-tat</a:t>
            </a:r>
            <a:r>
              <a:rPr lang="en-US" altLang="zh-TW" sz="2400" dirty="0"/>
              <a:t>) Alice </a:t>
            </a:r>
            <a:r>
              <a:rPr lang="en-US" altLang="zh-TW" sz="2400" dirty="0">
                <a:solidFill>
                  <a:srgbClr val="0070C0"/>
                </a:solidFill>
              </a:rPr>
              <a:t>sends chunks to those four peers currently sending her chunks </a:t>
            </a:r>
            <a:r>
              <a:rPr lang="en-US" altLang="zh-TW" sz="2400" i="1" dirty="0">
                <a:solidFill>
                  <a:srgbClr val="0070C0"/>
                </a:solidFill>
              </a:rPr>
              <a:t>at highest rate</a:t>
            </a:r>
            <a:r>
              <a:rPr lang="en-US" altLang="zh-TW" sz="2400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US" altLang="zh-TW" sz="2000" dirty="0"/>
              <a:t>other peers are choked by Alice (do not receive chunks from her)</a:t>
            </a:r>
          </a:p>
          <a:p>
            <a:pPr lvl="1"/>
            <a:r>
              <a:rPr lang="en-US" altLang="zh-TW" sz="2000" dirty="0"/>
              <a:t>re-evaluate top 4 every10 secs</a:t>
            </a:r>
          </a:p>
          <a:p>
            <a:pPr>
              <a:buSzPct val="75000"/>
            </a:pPr>
            <a:r>
              <a:rPr lang="en-US" altLang="zh-TW" sz="2400" dirty="0"/>
              <a:t>(</a:t>
            </a:r>
            <a:r>
              <a:rPr lang="en-US" altLang="zh-TW" sz="2400" i="1" dirty="0">
                <a:solidFill>
                  <a:srgbClr val="CC0000"/>
                </a:solidFill>
              </a:rPr>
              <a:t>randomization</a:t>
            </a:r>
            <a:r>
              <a:rPr lang="en-US" altLang="zh-TW" sz="2400" dirty="0"/>
              <a:t>) every 30 secs: </a:t>
            </a:r>
            <a:r>
              <a:rPr lang="en-US" altLang="zh-TW" sz="2400" dirty="0">
                <a:solidFill>
                  <a:srgbClr val="0070C0"/>
                </a:solidFill>
              </a:rPr>
              <a:t>randomly select another peer</a:t>
            </a:r>
            <a:r>
              <a:rPr lang="en-US" altLang="zh-TW" sz="2400" dirty="0"/>
              <a:t>, starts sending chunks</a:t>
            </a:r>
          </a:p>
          <a:p>
            <a:pPr lvl="1"/>
            <a:r>
              <a:rPr lang="ja-JP" altLang="en-US" sz="2000" dirty="0"/>
              <a:t>“</a:t>
            </a:r>
            <a:r>
              <a:rPr lang="en-US" altLang="ja-JP" sz="2000" dirty="0"/>
              <a:t>optimistically unchoke</a:t>
            </a:r>
            <a:r>
              <a:rPr lang="ja-JP" altLang="en-US" sz="2000" dirty="0"/>
              <a:t>”</a:t>
            </a:r>
            <a:r>
              <a:rPr lang="en-US" altLang="ja-JP" sz="2000" dirty="0"/>
              <a:t> this peer</a:t>
            </a:r>
          </a:p>
          <a:p>
            <a:pPr lvl="1"/>
            <a:r>
              <a:rPr lang="en-US" altLang="zh-TW" sz="2000" dirty="0"/>
              <a:t>newly chosen peer may join top 4</a:t>
            </a:r>
          </a:p>
          <a:p>
            <a:pPr>
              <a:lnSpc>
                <a:spcPct val="100000"/>
              </a:lnSpc>
              <a:buSzTx/>
              <a:buFont typeface="Wingdings" panose="05000000000000000000" pitchFamily="2" charset="2"/>
              <a:buChar char="§"/>
            </a:pPr>
            <a:endParaRPr lang="en-US" altLang="zh-TW" sz="2000" dirty="0"/>
          </a:p>
        </p:txBody>
      </p:sp>
      <p:pic>
        <p:nvPicPr>
          <p:cNvPr id="251911" name="Picture 10" descr="underline_base">
            <a:extLst>
              <a:ext uri="{FF2B5EF4-FFF2-40B4-BE49-F238E27FC236}">
                <a16:creationId xmlns:a16="http://schemas.microsoft.com/office/drawing/2014/main" id="{51E7D2F6-9E2C-48A6-A1C1-EEC748E4011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812800"/>
            <a:ext cx="7769225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260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Rectangle 7">
            <a:extLst>
              <a:ext uri="{FF2B5EF4-FFF2-40B4-BE49-F238E27FC236}">
                <a16:creationId xmlns:a16="http://schemas.microsoft.com/office/drawing/2014/main" id="{1A190F46-9BAD-4545-A149-867DABC382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53955" name="Rectangle 8">
            <a:extLst>
              <a:ext uri="{FF2B5EF4-FFF2-40B4-BE49-F238E27FC236}">
                <a16:creationId xmlns:a16="http://schemas.microsoft.com/office/drawing/2014/main" id="{D528433A-D71A-45F7-874C-813F45AD3A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latin typeface="Tahoma" panose="020B0604030504040204" pitchFamily="34" charset="0"/>
              </a:rPr>
              <a:t>2-</a:t>
            </a:r>
            <a:fld id="{BF9AAB5C-8C3D-4FAF-9AC3-EF30E9025DCE}" type="slidenum">
              <a:rPr lang="en-US" altLang="zh-TW" sz="1200" smtClean="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zh-TW" sz="1200">
              <a:latin typeface="Tahoma" panose="020B0604030504040204" pitchFamily="34" charset="0"/>
            </a:endParaRPr>
          </a:p>
        </p:txBody>
      </p:sp>
      <p:sp>
        <p:nvSpPr>
          <p:cNvPr id="253956" name="Rectangle 2">
            <a:extLst>
              <a:ext uri="{FF2B5EF4-FFF2-40B4-BE49-F238E27FC236}">
                <a16:creationId xmlns:a16="http://schemas.microsoft.com/office/drawing/2014/main" id="{62D64A02-E3FA-4A3B-80DA-CB14478B15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2600" y="0"/>
            <a:ext cx="7772400" cy="1143000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BitTorrent: tit-for-tat</a:t>
            </a:r>
          </a:p>
        </p:txBody>
      </p:sp>
      <p:pic>
        <p:nvPicPr>
          <p:cNvPr id="253957" name="Picture 13" descr="Alice">
            <a:extLst>
              <a:ext uri="{FF2B5EF4-FFF2-40B4-BE49-F238E27FC236}">
                <a16:creationId xmlns:a16="http://schemas.microsoft.com/office/drawing/2014/main" id="{7FC5DDAC-A4C2-4524-9FE6-D7962750F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313" y="4962525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3958" name="Line 15">
            <a:extLst>
              <a:ext uri="{FF2B5EF4-FFF2-40B4-BE49-F238E27FC236}">
                <a16:creationId xmlns:a16="http://schemas.microsoft.com/office/drawing/2014/main" id="{38E0041F-1EA4-48AE-AC7F-A07DCE36088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73200" y="3968750"/>
            <a:ext cx="1473200" cy="596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HK" altLang="en-US"/>
          </a:p>
        </p:txBody>
      </p:sp>
      <p:sp>
        <p:nvSpPr>
          <p:cNvPr id="253959" name="Line 16">
            <a:extLst>
              <a:ext uri="{FF2B5EF4-FFF2-40B4-BE49-F238E27FC236}">
                <a16:creationId xmlns:a16="http://schemas.microsoft.com/office/drawing/2014/main" id="{AEE9DF4A-A9C3-40E7-AC17-E80D4C1D44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54213" y="4794250"/>
            <a:ext cx="9652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HK" altLang="en-US"/>
          </a:p>
        </p:txBody>
      </p:sp>
      <p:sp>
        <p:nvSpPr>
          <p:cNvPr id="253960" name="Line 17">
            <a:extLst>
              <a:ext uri="{FF2B5EF4-FFF2-40B4-BE49-F238E27FC236}">
                <a16:creationId xmlns:a16="http://schemas.microsoft.com/office/drawing/2014/main" id="{DD96F76D-CDEB-4179-86EF-B1388C496E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28900" y="4908550"/>
            <a:ext cx="596900" cy="104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HK" altLang="en-US"/>
          </a:p>
        </p:txBody>
      </p:sp>
      <p:sp>
        <p:nvSpPr>
          <p:cNvPr id="253961" name="Line 18">
            <a:extLst>
              <a:ext uri="{FF2B5EF4-FFF2-40B4-BE49-F238E27FC236}">
                <a16:creationId xmlns:a16="http://schemas.microsoft.com/office/drawing/2014/main" id="{25C797F4-4331-48BD-B19A-07B66A59D0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1800" y="3092450"/>
            <a:ext cx="419100" cy="647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HK" altLang="en-US"/>
          </a:p>
        </p:txBody>
      </p:sp>
      <p:sp>
        <p:nvSpPr>
          <p:cNvPr id="253962" name="Line 20">
            <a:extLst>
              <a:ext uri="{FF2B5EF4-FFF2-40B4-BE49-F238E27FC236}">
                <a16:creationId xmlns:a16="http://schemas.microsoft.com/office/drawing/2014/main" id="{A923A48C-A2D3-4B43-A957-9881365112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13400" y="3676650"/>
            <a:ext cx="7874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HK" altLang="en-US"/>
          </a:p>
        </p:txBody>
      </p:sp>
      <p:sp>
        <p:nvSpPr>
          <p:cNvPr id="253963" name="Line 21">
            <a:extLst>
              <a:ext uri="{FF2B5EF4-FFF2-40B4-BE49-F238E27FC236}">
                <a16:creationId xmlns:a16="http://schemas.microsoft.com/office/drawing/2014/main" id="{BDFB6FDD-2624-47B5-8C44-F7B7E5A8E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3400" y="4146550"/>
            <a:ext cx="59690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HK" altLang="en-US"/>
          </a:p>
        </p:txBody>
      </p:sp>
      <p:pic>
        <p:nvPicPr>
          <p:cNvPr id="253964" name="Picture 22" descr="Bob">
            <a:extLst>
              <a:ext uri="{FF2B5EF4-FFF2-40B4-BE49-F238E27FC236}">
                <a16:creationId xmlns:a16="http://schemas.microsoft.com/office/drawing/2014/main" id="{85168B86-8412-461F-AF5F-AD40C5ADE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9988" y="4391025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63" name="Line 23">
            <a:extLst>
              <a:ext uri="{FF2B5EF4-FFF2-40B4-BE49-F238E27FC236}">
                <a16:creationId xmlns:a16="http://schemas.microsoft.com/office/drawing/2014/main" id="{206B3F6D-3AEA-466B-A1DC-ACA21B9C7D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30600" y="3943350"/>
            <a:ext cx="1435100" cy="482600"/>
          </a:xfrm>
          <a:prstGeom prst="line">
            <a:avLst/>
          </a:prstGeom>
          <a:noFill/>
          <a:ln w="25400">
            <a:solidFill>
              <a:srgbClr val="CC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HK" altLang="en-US"/>
          </a:p>
        </p:txBody>
      </p:sp>
      <p:sp>
        <p:nvSpPr>
          <p:cNvPr id="266264" name="Line 24">
            <a:extLst>
              <a:ext uri="{FF2B5EF4-FFF2-40B4-BE49-F238E27FC236}">
                <a16:creationId xmlns:a16="http://schemas.microsoft.com/office/drawing/2014/main" id="{F706BA29-527C-4BF3-81D8-713452DCFA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43300" y="4032250"/>
            <a:ext cx="1397000" cy="4699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HK" altLang="en-US"/>
          </a:p>
        </p:txBody>
      </p:sp>
      <p:sp>
        <p:nvSpPr>
          <p:cNvPr id="266265" name="Line 25">
            <a:extLst>
              <a:ext uri="{FF2B5EF4-FFF2-40B4-BE49-F238E27FC236}">
                <a16:creationId xmlns:a16="http://schemas.microsoft.com/office/drawing/2014/main" id="{14A37FC1-F09C-4FC0-B1B9-8588358D9C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81400" y="4133850"/>
            <a:ext cx="1371600" cy="4826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zh-HK" altLang="en-US"/>
          </a:p>
        </p:txBody>
      </p:sp>
      <p:sp>
        <p:nvSpPr>
          <p:cNvPr id="266266" name="Text Box 26">
            <a:extLst>
              <a:ext uri="{FF2B5EF4-FFF2-40B4-BE49-F238E27FC236}">
                <a16:creationId xmlns:a16="http://schemas.microsoft.com/office/drawing/2014/main" id="{5845DEA3-E495-4DA2-8804-BC9E3FCDB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75" y="1320800"/>
            <a:ext cx="4064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/>
              <a:t>(1) Alice </a:t>
            </a:r>
            <a:r>
              <a:rPr lang="ja-JP" altLang="en-US" sz="2000"/>
              <a:t>“</a:t>
            </a:r>
            <a:r>
              <a:rPr lang="en-US" altLang="ja-JP" sz="2000"/>
              <a:t>optimistically unchokes</a:t>
            </a:r>
            <a:r>
              <a:rPr lang="ja-JP" altLang="en-US" sz="2000"/>
              <a:t>”</a:t>
            </a:r>
            <a:r>
              <a:rPr lang="en-US" altLang="ja-JP" sz="2000"/>
              <a:t> Bob</a:t>
            </a:r>
            <a:endParaRPr lang="en-US" altLang="zh-TW" sz="2000"/>
          </a:p>
        </p:txBody>
      </p:sp>
      <p:sp>
        <p:nvSpPr>
          <p:cNvPr id="266267" name="Text Box 27">
            <a:extLst>
              <a:ext uri="{FF2B5EF4-FFF2-40B4-BE49-F238E27FC236}">
                <a16:creationId xmlns:a16="http://schemas.microsoft.com/office/drawing/2014/main" id="{75777AC2-A547-450D-9277-F34117225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038" y="1663700"/>
            <a:ext cx="7102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/>
              <a:t>(2) </a:t>
            </a:r>
            <a:r>
              <a:rPr lang="en-US" altLang="zh-TW" sz="2000" dirty="0">
                <a:solidFill>
                  <a:srgbClr val="0070C0"/>
                </a:solidFill>
              </a:rPr>
              <a:t>Alice becomes one of Bob</a:t>
            </a:r>
            <a:r>
              <a:rPr lang="ja-JP" altLang="en-US" sz="2000" dirty="0">
                <a:solidFill>
                  <a:srgbClr val="0070C0"/>
                </a:solidFill>
              </a:rPr>
              <a:t>’</a:t>
            </a:r>
            <a:r>
              <a:rPr lang="en-US" altLang="ja-JP" sz="2000" dirty="0">
                <a:solidFill>
                  <a:srgbClr val="0070C0"/>
                </a:solidFill>
              </a:rPr>
              <a:t>s top-four providers</a:t>
            </a:r>
            <a:r>
              <a:rPr lang="en-US" altLang="ja-JP" sz="2000" dirty="0"/>
              <a:t>; Bob reciprocates</a:t>
            </a:r>
            <a:endParaRPr lang="en-US" altLang="zh-TW" sz="2000" dirty="0"/>
          </a:p>
        </p:txBody>
      </p:sp>
      <p:sp>
        <p:nvSpPr>
          <p:cNvPr id="266268" name="Text Box 28">
            <a:extLst>
              <a:ext uri="{FF2B5EF4-FFF2-40B4-BE49-F238E27FC236}">
                <a16:creationId xmlns:a16="http://schemas.microsoft.com/office/drawing/2014/main" id="{C178F03E-0087-4E7C-96D9-DBBA607B3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2019300"/>
            <a:ext cx="53009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dirty="0"/>
              <a:t>(3) </a:t>
            </a:r>
            <a:r>
              <a:rPr lang="en-US" altLang="zh-TW" sz="2000" dirty="0">
                <a:solidFill>
                  <a:srgbClr val="0070C0"/>
                </a:solidFill>
              </a:rPr>
              <a:t>Bob becomes one of Alice</a:t>
            </a:r>
            <a:r>
              <a:rPr lang="ja-JP" altLang="en-US" sz="2000" dirty="0">
                <a:solidFill>
                  <a:srgbClr val="0070C0"/>
                </a:solidFill>
              </a:rPr>
              <a:t>’</a:t>
            </a:r>
            <a:r>
              <a:rPr lang="en-US" altLang="ja-JP" sz="2000" dirty="0">
                <a:solidFill>
                  <a:srgbClr val="0070C0"/>
                </a:solidFill>
              </a:rPr>
              <a:t>s top-four providers</a:t>
            </a:r>
            <a:endParaRPr lang="en-US" altLang="zh-TW" sz="2000" dirty="0">
              <a:solidFill>
                <a:srgbClr val="0070C0"/>
              </a:solidFill>
            </a:endParaRPr>
          </a:p>
        </p:txBody>
      </p:sp>
      <p:sp>
        <p:nvSpPr>
          <p:cNvPr id="266269" name="Text Box 29">
            <a:extLst>
              <a:ext uri="{FF2B5EF4-FFF2-40B4-BE49-F238E27FC236}">
                <a16:creationId xmlns:a16="http://schemas.microsoft.com/office/drawing/2014/main" id="{8E716AF7-487B-4527-A235-17FAEB755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313" y="5335588"/>
            <a:ext cx="3590925" cy="72072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000" i="1" dirty="0"/>
              <a:t>higher upload rate,</a:t>
            </a:r>
            <a:r>
              <a:rPr lang="en-US" altLang="zh-TW" sz="2000" dirty="0"/>
              <a:t> find better trading partners, get file faster !</a:t>
            </a:r>
          </a:p>
        </p:txBody>
      </p:sp>
      <p:pic>
        <p:nvPicPr>
          <p:cNvPr id="253972" name="Picture 36" descr="underline_base">
            <a:extLst>
              <a:ext uri="{FF2B5EF4-FFF2-40B4-BE49-F238E27FC236}">
                <a16:creationId xmlns:a16="http://schemas.microsoft.com/office/drawing/2014/main" id="{08EF2A99-2012-4A8C-BC2E-62348E16B7C2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338" y="865188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3973" name="Group 52">
            <a:extLst>
              <a:ext uri="{FF2B5EF4-FFF2-40B4-BE49-F238E27FC236}">
                <a16:creationId xmlns:a16="http://schemas.microsoft.com/office/drawing/2014/main" id="{DAF6B1BC-A92E-4C96-B16B-49EEC7DD0149}"/>
              </a:ext>
            </a:extLst>
          </p:cNvPr>
          <p:cNvGrpSpPr>
            <a:grpSpLocks/>
          </p:cNvGrpSpPr>
          <p:nvPr/>
        </p:nvGrpSpPr>
        <p:grpSpPr bwMode="auto">
          <a:xfrm>
            <a:off x="1214438" y="4799013"/>
            <a:ext cx="762000" cy="752475"/>
            <a:chOff x="-44" y="1473"/>
            <a:chExt cx="981" cy="1105"/>
          </a:xfrm>
        </p:grpSpPr>
        <p:pic>
          <p:nvPicPr>
            <p:cNvPr id="254005" name="Picture 53" descr="desktop_computer_stylized_medium">
              <a:extLst>
                <a:ext uri="{FF2B5EF4-FFF2-40B4-BE49-F238E27FC236}">
                  <a16:creationId xmlns:a16="http://schemas.microsoft.com/office/drawing/2014/main" id="{0F3EC01B-35A2-4B33-B543-2FA926BFB9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006" name="Freeform 54">
              <a:extLst>
                <a:ext uri="{FF2B5EF4-FFF2-40B4-BE49-F238E27FC236}">
                  <a16:creationId xmlns:a16="http://schemas.microsoft.com/office/drawing/2014/main" id="{63E1B262-FADA-42EC-839C-3A8FFA6AF3D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53974" name="Group 55">
            <a:extLst>
              <a:ext uri="{FF2B5EF4-FFF2-40B4-BE49-F238E27FC236}">
                <a16:creationId xmlns:a16="http://schemas.microsoft.com/office/drawing/2014/main" id="{4AC7306B-C800-4FA6-A3A5-14A60BB7C53C}"/>
              </a:ext>
            </a:extLst>
          </p:cNvPr>
          <p:cNvGrpSpPr>
            <a:grpSpLocks/>
          </p:cNvGrpSpPr>
          <p:nvPr/>
        </p:nvGrpSpPr>
        <p:grpSpPr bwMode="auto">
          <a:xfrm>
            <a:off x="1909763" y="5561013"/>
            <a:ext cx="762000" cy="752475"/>
            <a:chOff x="-44" y="1473"/>
            <a:chExt cx="981" cy="1105"/>
          </a:xfrm>
        </p:grpSpPr>
        <p:pic>
          <p:nvPicPr>
            <p:cNvPr id="254003" name="Picture 56" descr="desktop_computer_stylized_medium">
              <a:extLst>
                <a:ext uri="{FF2B5EF4-FFF2-40B4-BE49-F238E27FC236}">
                  <a16:creationId xmlns:a16="http://schemas.microsoft.com/office/drawing/2014/main" id="{71972CFB-6FC1-4A96-AA96-95B71EAF86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004" name="Freeform 57">
              <a:extLst>
                <a:ext uri="{FF2B5EF4-FFF2-40B4-BE49-F238E27FC236}">
                  <a16:creationId xmlns:a16="http://schemas.microsoft.com/office/drawing/2014/main" id="{E7F6CF5F-DB32-4CC3-9695-B7886B942D9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53975" name="Group 58">
            <a:extLst>
              <a:ext uri="{FF2B5EF4-FFF2-40B4-BE49-F238E27FC236}">
                <a16:creationId xmlns:a16="http://schemas.microsoft.com/office/drawing/2014/main" id="{61541D17-DF4C-425E-9CC9-256A50DA918F}"/>
              </a:ext>
            </a:extLst>
          </p:cNvPr>
          <p:cNvGrpSpPr>
            <a:grpSpLocks/>
          </p:cNvGrpSpPr>
          <p:nvPr/>
        </p:nvGrpSpPr>
        <p:grpSpPr bwMode="auto">
          <a:xfrm>
            <a:off x="728663" y="3678238"/>
            <a:ext cx="762000" cy="752475"/>
            <a:chOff x="-44" y="1473"/>
            <a:chExt cx="981" cy="1105"/>
          </a:xfrm>
        </p:grpSpPr>
        <p:pic>
          <p:nvPicPr>
            <p:cNvPr id="254001" name="Picture 59" descr="desktop_computer_stylized_medium">
              <a:extLst>
                <a:ext uri="{FF2B5EF4-FFF2-40B4-BE49-F238E27FC236}">
                  <a16:creationId xmlns:a16="http://schemas.microsoft.com/office/drawing/2014/main" id="{938CA6ED-691B-4D5B-8185-DBFFE3B837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002" name="Freeform 60">
              <a:extLst>
                <a:ext uri="{FF2B5EF4-FFF2-40B4-BE49-F238E27FC236}">
                  <a16:creationId xmlns:a16="http://schemas.microsoft.com/office/drawing/2014/main" id="{D15B71B5-2AC7-4831-A43B-4C4D7A27832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53976" name="Group 61">
            <a:extLst>
              <a:ext uri="{FF2B5EF4-FFF2-40B4-BE49-F238E27FC236}">
                <a16:creationId xmlns:a16="http://schemas.microsoft.com/office/drawing/2014/main" id="{60034A47-6C41-437B-AD0F-49AB7C22469B}"/>
              </a:ext>
            </a:extLst>
          </p:cNvPr>
          <p:cNvGrpSpPr>
            <a:grpSpLocks/>
          </p:cNvGrpSpPr>
          <p:nvPr/>
        </p:nvGrpSpPr>
        <p:grpSpPr bwMode="auto">
          <a:xfrm>
            <a:off x="2692400" y="4211638"/>
            <a:ext cx="762000" cy="752475"/>
            <a:chOff x="-44" y="1473"/>
            <a:chExt cx="981" cy="1105"/>
          </a:xfrm>
        </p:grpSpPr>
        <p:pic>
          <p:nvPicPr>
            <p:cNvPr id="253999" name="Picture 62" descr="desktop_computer_stylized_medium">
              <a:extLst>
                <a:ext uri="{FF2B5EF4-FFF2-40B4-BE49-F238E27FC236}">
                  <a16:creationId xmlns:a16="http://schemas.microsoft.com/office/drawing/2014/main" id="{7BB91E7F-2598-41BF-B9DA-ED1F9135C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000" name="Freeform 63">
              <a:extLst>
                <a:ext uri="{FF2B5EF4-FFF2-40B4-BE49-F238E27FC236}">
                  <a16:creationId xmlns:a16="http://schemas.microsoft.com/office/drawing/2014/main" id="{E8495F84-65B4-4B7E-BCA4-D4FD7910644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53977" name="Group 64">
            <a:extLst>
              <a:ext uri="{FF2B5EF4-FFF2-40B4-BE49-F238E27FC236}">
                <a16:creationId xmlns:a16="http://schemas.microsoft.com/office/drawing/2014/main" id="{36748E01-B77D-4928-A764-7E21213AE6C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219825" y="4135438"/>
            <a:ext cx="762000" cy="752475"/>
            <a:chOff x="-44" y="1473"/>
            <a:chExt cx="981" cy="1105"/>
          </a:xfrm>
        </p:grpSpPr>
        <p:pic>
          <p:nvPicPr>
            <p:cNvPr id="253997" name="Picture 65" descr="desktop_computer_stylized_medium">
              <a:extLst>
                <a:ext uri="{FF2B5EF4-FFF2-40B4-BE49-F238E27FC236}">
                  <a16:creationId xmlns:a16="http://schemas.microsoft.com/office/drawing/2014/main" id="{E09B5B74-F8BB-4C4D-BC04-23AD7F4352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3998" name="Freeform 66">
              <a:extLst>
                <a:ext uri="{FF2B5EF4-FFF2-40B4-BE49-F238E27FC236}">
                  <a16:creationId xmlns:a16="http://schemas.microsoft.com/office/drawing/2014/main" id="{2F43F377-1B23-4660-AE84-60F4A7A1AAE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53978" name="Group 67">
            <a:extLst>
              <a:ext uri="{FF2B5EF4-FFF2-40B4-BE49-F238E27FC236}">
                <a16:creationId xmlns:a16="http://schemas.microsoft.com/office/drawing/2014/main" id="{FC12A1FD-3B8F-4FF6-A551-84D61CF36B1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370638" y="3297238"/>
            <a:ext cx="762000" cy="752475"/>
            <a:chOff x="-44" y="1473"/>
            <a:chExt cx="981" cy="1105"/>
          </a:xfrm>
        </p:grpSpPr>
        <p:pic>
          <p:nvPicPr>
            <p:cNvPr id="253995" name="Picture 68" descr="desktop_computer_stylized_medium">
              <a:extLst>
                <a:ext uri="{FF2B5EF4-FFF2-40B4-BE49-F238E27FC236}">
                  <a16:creationId xmlns:a16="http://schemas.microsoft.com/office/drawing/2014/main" id="{DFA54F41-D16A-430F-8924-4F829B910E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3996" name="Freeform 69">
              <a:extLst>
                <a:ext uri="{FF2B5EF4-FFF2-40B4-BE49-F238E27FC236}">
                  <a16:creationId xmlns:a16="http://schemas.microsoft.com/office/drawing/2014/main" id="{079249CB-2557-4176-BC79-7C9BC9B2316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53979" name="Group 70">
            <a:extLst>
              <a:ext uri="{FF2B5EF4-FFF2-40B4-BE49-F238E27FC236}">
                <a16:creationId xmlns:a16="http://schemas.microsoft.com/office/drawing/2014/main" id="{042D3A7D-9278-4C34-B8B6-5BEBB240FE8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978525" y="2676525"/>
            <a:ext cx="762000" cy="752475"/>
            <a:chOff x="-44" y="1473"/>
            <a:chExt cx="981" cy="1105"/>
          </a:xfrm>
        </p:grpSpPr>
        <p:pic>
          <p:nvPicPr>
            <p:cNvPr id="253993" name="Picture 71" descr="desktop_computer_stylized_medium">
              <a:extLst>
                <a:ext uri="{FF2B5EF4-FFF2-40B4-BE49-F238E27FC236}">
                  <a16:creationId xmlns:a16="http://schemas.microsoft.com/office/drawing/2014/main" id="{0E370937-E1F5-4442-A098-0C070D452F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3994" name="Freeform 72">
              <a:extLst>
                <a:ext uri="{FF2B5EF4-FFF2-40B4-BE49-F238E27FC236}">
                  <a16:creationId xmlns:a16="http://schemas.microsoft.com/office/drawing/2014/main" id="{78C20189-6686-48A7-8530-F2724D35852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253980" name="Group 74">
            <a:extLst>
              <a:ext uri="{FF2B5EF4-FFF2-40B4-BE49-F238E27FC236}">
                <a16:creationId xmlns:a16="http://schemas.microsoft.com/office/drawing/2014/main" id="{07FE98BD-D406-410E-B15B-74AAEA1F872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056188" y="3667125"/>
            <a:ext cx="762000" cy="752475"/>
            <a:chOff x="-44" y="1473"/>
            <a:chExt cx="981" cy="1105"/>
          </a:xfrm>
        </p:grpSpPr>
        <p:pic>
          <p:nvPicPr>
            <p:cNvPr id="253991" name="Picture 75" descr="desktop_computer_stylized_medium">
              <a:extLst>
                <a:ext uri="{FF2B5EF4-FFF2-40B4-BE49-F238E27FC236}">
                  <a16:creationId xmlns:a16="http://schemas.microsoft.com/office/drawing/2014/main" id="{28DC6581-730C-46F0-9C14-2A9CB718B7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3992" name="Freeform 76">
              <a:extLst>
                <a:ext uri="{FF2B5EF4-FFF2-40B4-BE49-F238E27FC236}">
                  <a16:creationId xmlns:a16="http://schemas.microsoft.com/office/drawing/2014/main" id="{4F570605-77F6-42BF-A149-65A0ED4494D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5089652 w 356"/>
                <a:gd name="T3" fmla="*/ 1851256 h 368"/>
                <a:gd name="T4" fmla="*/ 17900690 w 356"/>
                <a:gd name="T5" fmla="*/ 38567519 h 368"/>
                <a:gd name="T6" fmla="*/ 3945041 w 356"/>
                <a:gd name="T7" fmla="*/ 48232874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HK" altLang="en-US"/>
            </a:p>
          </p:txBody>
        </p:sp>
      </p:grpSp>
      <p:grpSp>
        <p:nvGrpSpPr>
          <p:cNvPr id="10" name="Group 80">
            <a:extLst>
              <a:ext uri="{FF2B5EF4-FFF2-40B4-BE49-F238E27FC236}">
                <a16:creationId xmlns:a16="http://schemas.microsoft.com/office/drawing/2014/main" id="{BF70CD7C-E2F4-49BB-861C-26A5F34ACEFF}"/>
              </a:ext>
            </a:extLst>
          </p:cNvPr>
          <p:cNvGrpSpPr>
            <a:grpSpLocks/>
          </p:cNvGrpSpPr>
          <p:nvPr/>
        </p:nvGrpSpPr>
        <p:grpSpPr bwMode="auto">
          <a:xfrm>
            <a:off x="4835525" y="2501900"/>
            <a:ext cx="762000" cy="1177925"/>
            <a:chOff x="4746" y="1528"/>
            <a:chExt cx="480" cy="742"/>
          </a:xfrm>
        </p:grpSpPr>
        <p:sp>
          <p:nvSpPr>
            <p:cNvPr id="253987" name="Line 50">
              <a:extLst>
                <a:ext uri="{FF2B5EF4-FFF2-40B4-BE49-F238E27FC236}">
                  <a16:creationId xmlns:a16="http://schemas.microsoft.com/office/drawing/2014/main" id="{8EC3E471-DF73-442A-8ADC-678DD245AD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4" y="1962"/>
              <a:ext cx="2" cy="3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53988" name="Group 77">
              <a:extLst>
                <a:ext uri="{FF2B5EF4-FFF2-40B4-BE49-F238E27FC236}">
                  <a16:creationId xmlns:a16="http://schemas.microsoft.com/office/drawing/2014/main" id="{7D29E58E-8785-4D99-B72D-F4C202F2656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746" y="1528"/>
              <a:ext cx="480" cy="474"/>
              <a:chOff x="-44" y="1473"/>
              <a:chExt cx="981" cy="1105"/>
            </a:xfrm>
          </p:grpSpPr>
          <p:pic>
            <p:nvPicPr>
              <p:cNvPr id="253989" name="Picture 78" descr="desktop_computer_stylized_medium">
                <a:extLst>
                  <a:ext uri="{FF2B5EF4-FFF2-40B4-BE49-F238E27FC236}">
                    <a16:creationId xmlns:a16="http://schemas.microsoft.com/office/drawing/2014/main" id="{8ACD4954-97AD-44EF-8FFB-779998A51A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3990" name="Freeform 79">
                <a:extLst>
                  <a:ext uri="{FF2B5EF4-FFF2-40B4-BE49-F238E27FC236}">
                    <a16:creationId xmlns:a16="http://schemas.microsoft.com/office/drawing/2014/main" id="{76DD02A9-B4FD-43E1-AF6F-35A5AF1955D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089652 w 356"/>
                  <a:gd name="T3" fmla="*/ 1851256 h 368"/>
                  <a:gd name="T4" fmla="*/ 17900690 w 356"/>
                  <a:gd name="T5" fmla="*/ 38567519 h 368"/>
                  <a:gd name="T6" fmla="*/ 3945041 w 356"/>
                  <a:gd name="T7" fmla="*/ 48232874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</p:grpSp>
      <p:grpSp>
        <p:nvGrpSpPr>
          <p:cNvPr id="12" name="Group 87">
            <a:extLst>
              <a:ext uri="{FF2B5EF4-FFF2-40B4-BE49-F238E27FC236}">
                <a16:creationId xmlns:a16="http://schemas.microsoft.com/office/drawing/2014/main" id="{3FDC2A87-87F7-4A84-B24A-36D878EF4E3A}"/>
              </a:ext>
            </a:extLst>
          </p:cNvPr>
          <p:cNvGrpSpPr>
            <a:grpSpLocks/>
          </p:cNvGrpSpPr>
          <p:nvPr/>
        </p:nvGrpSpPr>
        <p:grpSpPr bwMode="auto">
          <a:xfrm>
            <a:off x="1925638" y="2990850"/>
            <a:ext cx="1112837" cy="1219200"/>
            <a:chOff x="4779" y="2386"/>
            <a:chExt cx="701" cy="768"/>
          </a:xfrm>
        </p:grpSpPr>
        <p:sp>
          <p:nvSpPr>
            <p:cNvPr id="253983" name="Line 46">
              <a:extLst>
                <a:ext uri="{FF2B5EF4-FFF2-40B4-BE49-F238E27FC236}">
                  <a16:creationId xmlns:a16="http://schemas.microsoft.com/office/drawing/2014/main" id="{31881314-9620-453A-A0C2-2C320C1E6D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9" y="2812"/>
              <a:ext cx="241" cy="3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53984" name="Group 84">
              <a:extLst>
                <a:ext uri="{FF2B5EF4-FFF2-40B4-BE49-F238E27FC236}">
                  <a16:creationId xmlns:a16="http://schemas.microsoft.com/office/drawing/2014/main" id="{0A6EE9B0-3AE2-47FF-A2D0-D7FC1FB02F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9" y="2386"/>
              <a:ext cx="480" cy="474"/>
              <a:chOff x="-44" y="1473"/>
              <a:chExt cx="981" cy="1105"/>
            </a:xfrm>
          </p:grpSpPr>
          <p:pic>
            <p:nvPicPr>
              <p:cNvPr id="253985" name="Picture 85" descr="desktop_computer_stylized_medium">
                <a:extLst>
                  <a:ext uri="{FF2B5EF4-FFF2-40B4-BE49-F238E27FC236}">
                    <a16:creationId xmlns:a16="http://schemas.microsoft.com/office/drawing/2014/main" id="{F805D2B4-1E07-4B31-A364-03F7A300BD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3986" name="Freeform 86">
                <a:extLst>
                  <a:ext uri="{FF2B5EF4-FFF2-40B4-BE49-F238E27FC236}">
                    <a16:creationId xmlns:a16="http://schemas.microsoft.com/office/drawing/2014/main" id="{B856C5C2-C79A-479A-9629-76634C0CDB5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5089652 w 356"/>
                  <a:gd name="T3" fmla="*/ 1851256 h 368"/>
                  <a:gd name="T4" fmla="*/ 17900690 w 356"/>
                  <a:gd name="T5" fmla="*/ 38567519 h 368"/>
                  <a:gd name="T6" fmla="*/ 3945041 w 356"/>
                  <a:gd name="T7" fmla="*/ 48232874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6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66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6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66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6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2662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66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6" grpId="0"/>
      <p:bldP spid="266267" grpId="0"/>
      <p:bldP spid="266268" grpId="0"/>
      <p:bldP spid="26626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537" name="Picture 11" descr="underline_base">
            <a:extLst>
              <a:ext uri="{FF2B5EF4-FFF2-40B4-BE49-F238E27FC236}">
                <a16:creationId xmlns:a16="http://schemas.microsoft.com/office/drawing/2014/main" id="{A12A157A-49C6-4BA2-BA19-2F2CA886052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6838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3538" name="Rectangle 7">
            <a:extLst>
              <a:ext uri="{FF2B5EF4-FFF2-40B4-BE49-F238E27FC236}">
                <a16:creationId xmlns:a16="http://schemas.microsoft.com/office/drawing/2014/main" id="{9375FB91-BBFD-4CDB-AEF6-12C6161E5C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93539" name="Rectangle 8">
            <a:extLst>
              <a:ext uri="{FF2B5EF4-FFF2-40B4-BE49-F238E27FC236}">
                <a16:creationId xmlns:a16="http://schemas.microsoft.com/office/drawing/2014/main" id="{2E090E02-C911-4818-948B-CAC5BA4360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2E8AF2F7-5C9C-4026-B820-33094B21D6F1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193540" name="Rectangle 2">
            <a:extLst>
              <a:ext uri="{FF2B5EF4-FFF2-40B4-BE49-F238E27FC236}">
                <a16:creationId xmlns:a16="http://schemas.microsoft.com/office/drawing/2014/main" id="{1A0B960C-3EBF-4E39-8E10-4E242CAC86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Chapter 2: outline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35584944-40BD-554B-A1F5-C98C5F1315E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marL="512763" indent="-512763">
              <a:lnSpc>
                <a:spcPct val="100000"/>
              </a:lnSpc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2.1 principles of network applications</a:t>
            </a:r>
          </a:p>
          <a:p>
            <a:pPr marL="512763" indent="-512763">
              <a:lnSpc>
                <a:spcPct val="100000"/>
              </a:lnSpc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2.2 Web and HTTP</a:t>
            </a:r>
          </a:p>
          <a:p>
            <a:pPr marL="512763" indent="-512763">
              <a:lnSpc>
                <a:spcPct val="100000"/>
              </a:lnSpc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2.3 electronic mail</a:t>
            </a:r>
          </a:p>
          <a:p>
            <a:pPr marL="738188" lvl="1" indent="-287338">
              <a:lnSpc>
                <a:spcPct val="100000"/>
              </a:lnSpc>
              <a:buFont typeface="Arial"/>
              <a:buChar char="•"/>
              <a:defRPr/>
            </a:pPr>
            <a:r>
              <a:rPr lang="en-US" dirty="0">
                <a:latin typeface="Gill Sans MT" charset="0"/>
              </a:rPr>
              <a:t>SMTP, POP3, IMAP</a:t>
            </a:r>
          </a:p>
          <a:p>
            <a:pPr marL="512763" indent="-512763">
              <a:lnSpc>
                <a:spcPct val="100000"/>
              </a:lnSpc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2.4 DNS</a:t>
            </a:r>
          </a:p>
          <a:p>
            <a:pPr marL="457200" indent="-457200">
              <a:buFont typeface="Wingdings" charset="2"/>
              <a:buChar char="§"/>
              <a:defRPr/>
            </a:pPr>
            <a:endParaRPr lang="en-US" sz="2400" dirty="0">
              <a:latin typeface="Gill Sans MT" charset="0"/>
            </a:endParaRPr>
          </a:p>
        </p:txBody>
      </p:sp>
      <p:sp>
        <p:nvSpPr>
          <p:cNvPr id="193542" name="Rectangle 4">
            <a:extLst>
              <a:ext uri="{FF2B5EF4-FFF2-40B4-BE49-F238E27FC236}">
                <a16:creationId xmlns:a16="http://schemas.microsoft.com/office/drawing/2014/main" id="{115871F9-2F44-4461-BBCC-4F991073F47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73600" y="1600200"/>
            <a:ext cx="3876675" cy="4648200"/>
          </a:xfrm>
        </p:spPr>
        <p:txBody>
          <a:bodyPr/>
          <a:lstStyle/>
          <a:p>
            <a:pPr marL="512763" indent="-512763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2.5 P2P applications</a:t>
            </a:r>
          </a:p>
          <a:p>
            <a:pPr marL="512763" indent="-512763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  <a:ea typeface="ＭＳ Ｐゴシック" panose="020B0600070205080204" pitchFamily="34" charset="-128"/>
              </a:rPr>
              <a:t>2.6 video streaming and content distribution networks (CDNs)</a:t>
            </a:r>
          </a:p>
          <a:p>
            <a:pPr marL="512763" indent="-512763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2.7 socket programming with UDP and TCP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585" name="Picture 5">
            <a:extLst>
              <a:ext uri="{FF2B5EF4-FFF2-40B4-BE49-F238E27FC236}">
                <a16:creationId xmlns:a16="http://schemas.microsoft.com/office/drawing/2014/main" id="{43962CD5-67E0-4119-8542-C45E6F9BDB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238" y="4164013"/>
            <a:ext cx="2671762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586" name="Rectangle 7">
            <a:extLst>
              <a:ext uri="{FF2B5EF4-FFF2-40B4-BE49-F238E27FC236}">
                <a16:creationId xmlns:a16="http://schemas.microsoft.com/office/drawing/2014/main" id="{F2212AED-6EC6-49FD-A432-CBCB754465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24675" y="6454775"/>
            <a:ext cx="1547813" cy="300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95587" name="Rectangle 8">
            <a:extLst>
              <a:ext uri="{FF2B5EF4-FFF2-40B4-BE49-F238E27FC236}">
                <a16:creationId xmlns:a16="http://schemas.microsoft.com/office/drawing/2014/main" id="{6F51BF62-ABE7-40F3-83CD-F57E5E1F1B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7BBA9656-166B-4120-9897-174C03BB42C3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195588" name="Rectangle 2">
            <a:extLst>
              <a:ext uri="{FF2B5EF4-FFF2-40B4-BE49-F238E27FC236}">
                <a16:creationId xmlns:a16="http://schemas.microsoft.com/office/drawing/2014/main" id="{281A1D89-7DBC-489B-85FD-6B7770CC0F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1163" y="0"/>
            <a:ext cx="7772400" cy="1143000"/>
          </a:xfrm>
        </p:spPr>
        <p:txBody>
          <a:bodyPr/>
          <a:lstStyle/>
          <a:p>
            <a:r>
              <a:rPr lang="en-US" altLang="en-US" sz="4000">
                <a:ea typeface="ＭＳ Ｐゴシック" panose="020B0600070205080204" pitchFamily="34" charset="-128"/>
              </a:rPr>
              <a:t>Video Streaming and CDNs: context</a:t>
            </a:r>
          </a:p>
        </p:txBody>
      </p:sp>
      <p:pic>
        <p:nvPicPr>
          <p:cNvPr id="195589" name="Picture 50" descr="underline_base">
            <a:extLst>
              <a:ext uri="{FF2B5EF4-FFF2-40B4-BE49-F238E27FC236}">
                <a16:creationId xmlns:a16="http://schemas.microsoft.com/office/drawing/2014/main" id="{61B3DE8F-3091-4D9D-9530-DCDA0AE0DF9A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25" y="817563"/>
            <a:ext cx="7537450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590" name="Picture 2">
            <a:extLst>
              <a:ext uri="{FF2B5EF4-FFF2-40B4-BE49-F238E27FC236}">
                <a16:creationId xmlns:a16="http://schemas.microsoft.com/office/drawing/2014/main" id="{387F8627-D89F-44A5-86EC-FF9B3C53B0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513" y="1974850"/>
            <a:ext cx="1779587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591" name="Picture 3">
            <a:extLst>
              <a:ext uri="{FF2B5EF4-FFF2-40B4-BE49-F238E27FC236}">
                <a16:creationId xmlns:a16="http://schemas.microsoft.com/office/drawing/2014/main" id="{FDB2CFB3-44AD-4925-AA1B-43853B8CC3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875" y="3038475"/>
            <a:ext cx="1227138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592" name="Picture 4">
            <a:extLst>
              <a:ext uri="{FF2B5EF4-FFF2-40B4-BE49-F238E27FC236}">
                <a16:creationId xmlns:a16="http://schemas.microsoft.com/office/drawing/2014/main" id="{9FC788B3-2358-4AB5-8B9A-C3EB19CC2E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225" y="3870325"/>
            <a:ext cx="12112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593" name="Rectangle 43">
            <a:extLst>
              <a:ext uri="{FF2B5EF4-FFF2-40B4-BE49-F238E27FC236}">
                <a16:creationId xmlns:a16="http://schemas.microsoft.com/office/drawing/2014/main" id="{4D750984-2AF8-49AE-865E-55E51EEB7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1620838"/>
            <a:ext cx="6219825" cy="482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681038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altLang="en-US" sz="2000" dirty="0">
                <a:latin typeface="Arial" panose="020B0604020202020204" pitchFamily="34" charset="0"/>
              </a:rPr>
              <a:t>Netflix, YouTube: 37%, 16% of downstream residential ISP traffic</a:t>
            </a:r>
          </a:p>
          <a:p>
            <a:pPr lvl="1">
              <a:lnSpc>
                <a:spcPct val="100000"/>
              </a:lnSpc>
            </a:pPr>
            <a:r>
              <a:rPr lang="en-US" altLang="en-US" sz="2000" dirty="0">
                <a:latin typeface="Arial" panose="020B0604020202020204" pitchFamily="34" charset="0"/>
              </a:rPr>
              <a:t>~1B YouTube users, ~75M Netflix users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Arial" panose="020B0604020202020204" pitchFamily="34" charset="0"/>
              </a:rPr>
              <a:t>challenge:  </a:t>
            </a:r>
          </a:p>
          <a:p>
            <a:pPr lvl="1">
              <a:lnSpc>
                <a:spcPct val="100000"/>
              </a:lnSpc>
            </a:pPr>
            <a:r>
              <a:rPr lang="en-US" altLang="en-US" sz="2000" dirty="0">
                <a:solidFill>
                  <a:srgbClr val="0070C0"/>
                </a:solidFill>
                <a:latin typeface="Arial" panose="020B0604020202020204" pitchFamily="34" charset="0"/>
              </a:rPr>
              <a:t>Scale</a:t>
            </a:r>
            <a:r>
              <a:rPr lang="en-US" altLang="en-US" sz="2000" dirty="0">
                <a:latin typeface="Arial" panose="020B0604020202020204" pitchFamily="34" charset="0"/>
              </a:rPr>
              <a:t>: - how to reach ~1B users?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lvl="2"/>
            <a:r>
              <a:rPr lang="en-US" altLang="en-US" sz="1600" dirty="0">
                <a:latin typeface="Arial" panose="020B0604020202020204" pitchFamily="34" charset="0"/>
              </a:rPr>
              <a:t>single mega-video server won’t work (why?)</a:t>
            </a:r>
          </a:p>
          <a:p>
            <a:pPr lvl="1">
              <a:lnSpc>
                <a:spcPct val="100000"/>
              </a:lnSpc>
            </a:pPr>
            <a:r>
              <a:rPr lang="en-US" altLang="en-US" sz="2000" dirty="0">
                <a:solidFill>
                  <a:srgbClr val="0070C0"/>
                </a:solidFill>
                <a:latin typeface="Arial" panose="020B0604020202020204" pitchFamily="34" charset="0"/>
              </a:rPr>
              <a:t>Heterogeneity</a:t>
            </a:r>
            <a:r>
              <a:rPr lang="en-US" altLang="en-US" sz="2000" dirty="0">
                <a:latin typeface="Arial" panose="020B0604020202020204" pitchFamily="34" charset="0"/>
              </a:rPr>
              <a:t>: different users have different capabilities (e.g., wired versus mobile; bandwidth rich versus bandwidth poor)</a:t>
            </a:r>
          </a:p>
          <a:p>
            <a:pPr>
              <a:lnSpc>
                <a:spcPct val="100000"/>
              </a:lnSpc>
            </a:pPr>
            <a:r>
              <a:rPr lang="en-US" altLang="en-US" sz="2400" i="1" dirty="0">
                <a:solidFill>
                  <a:srgbClr val="CC0000"/>
                </a:solidFill>
                <a:latin typeface="Arial" panose="020B0604020202020204" pitchFamily="34" charset="0"/>
              </a:rPr>
              <a:t>solution: </a:t>
            </a:r>
            <a:r>
              <a:rPr lang="en-US" altLang="en-US" sz="2400" dirty="0">
                <a:latin typeface="Arial" panose="020B0604020202020204" pitchFamily="34" charset="0"/>
              </a:rPr>
              <a:t>distributed, application-level infrastructure</a:t>
            </a:r>
          </a:p>
        </p:txBody>
      </p:sp>
      <p:sp>
        <p:nvSpPr>
          <p:cNvPr id="195594" name="Rectangle 43">
            <a:extLst>
              <a:ext uri="{FF2B5EF4-FFF2-40B4-BE49-F238E27FC236}">
                <a16:creationId xmlns:a16="http://schemas.microsoft.com/office/drawing/2014/main" id="{E254DEC6-BD00-4071-8CBB-E2DF71598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513" y="1211263"/>
            <a:ext cx="7535862" cy="482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2400" dirty="0">
                <a:latin typeface="Arial" panose="020B0604020202020204" pitchFamily="34" charset="0"/>
              </a:rPr>
              <a:t>video traffic: major consumer of Internet bandwidth</a:t>
            </a:r>
          </a:p>
        </p:txBody>
      </p:sp>
      <p:pic>
        <p:nvPicPr>
          <p:cNvPr id="195595" name="Picture 6">
            <a:extLst>
              <a:ext uri="{FF2B5EF4-FFF2-40B4-BE49-F238E27FC236}">
                <a16:creationId xmlns:a16="http://schemas.microsoft.com/office/drawing/2014/main" id="{8780ADB4-8773-4EB2-90AF-25AFA8BF92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2175" y="5300663"/>
            <a:ext cx="15017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3" name="Rectangle 3">
            <a:extLst>
              <a:ext uri="{FF2B5EF4-FFF2-40B4-BE49-F238E27FC236}">
                <a16:creationId xmlns:a16="http://schemas.microsoft.com/office/drawing/2014/main" id="{8321A117-086C-408D-B4C7-B2AA69CD79D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5763" y="1339850"/>
            <a:ext cx="3957637" cy="4908550"/>
          </a:xfrm>
        </p:spPr>
        <p:txBody>
          <a:bodyPr/>
          <a:lstStyle/>
          <a:p>
            <a:r>
              <a:rPr lang="en-US" altLang="en-US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digital image</a:t>
            </a:r>
            <a:r>
              <a:rPr lang="en-US" altLang="en-US" sz="2400" dirty="0">
                <a:ea typeface="ＭＳ Ｐゴシック" panose="020B0600070205080204" pitchFamily="34" charset="-128"/>
              </a:rPr>
              <a:t>: array of pixels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each pixel represented by bits</a:t>
            </a:r>
            <a:endParaRPr lang="en-US" altLang="en-US" sz="2400" dirty="0">
              <a:ea typeface="ＭＳ Ｐゴシック" panose="020B0600070205080204" pitchFamily="34" charset="-128"/>
            </a:endParaRPr>
          </a:p>
          <a:p>
            <a:r>
              <a:rPr lang="en-US" altLang="en-US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video</a:t>
            </a:r>
            <a:r>
              <a:rPr lang="en-US" altLang="en-US" sz="2400" dirty="0">
                <a:ea typeface="ＭＳ Ｐゴシック" panose="020B0600070205080204" pitchFamily="34" charset="-128"/>
              </a:rPr>
              <a:t>: sequence of images displayed at constant rate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e.g., 24 images/sec</a:t>
            </a:r>
          </a:p>
          <a:p>
            <a:r>
              <a:rPr lang="en-US" altLang="en-US" sz="2400" dirty="0">
                <a:ea typeface="ＭＳ Ｐゴシック" panose="020B0600070205080204" pitchFamily="34" charset="-128"/>
              </a:rPr>
              <a:t>coding: use redundancy </a:t>
            </a: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within</a:t>
            </a:r>
            <a:r>
              <a:rPr lang="en-US" altLang="en-US" sz="2400" dirty="0">
                <a:ea typeface="ＭＳ Ｐゴシック" panose="020B0600070205080204" pitchFamily="34" charset="-128"/>
              </a:rPr>
              <a:t> and </a:t>
            </a:r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between</a:t>
            </a:r>
            <a:r>
              <a:rPr lang="en-US" altLang="en-US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ea typeface="ＭＳ Ｐゴシック" panose="020B0600070205080204" pitchFamily="34" charset="-128"/>
              </a:rPr>
              <a:t>images to </a:t>
            </a:r>
            <a:r>
              <a:rPr lang="en-US" altLang="en-US" sz="2400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decrease # bits used to encode image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spatial (within image)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temporal (from one image to next)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B4D35EB-BFB5-4642-8BDB-9EF8F824A8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4975225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Multimedia: video</a:t>
            </a:r>
          </a:p>
        </p:txBody>
      </p:sp>
      <p:pic>
        <p:nvPicPr>
          <p:cNvPr id="197635" name="Picture 23" descr="underline_base">
            <a:extLst>
              <a:ext uri="{FF2B5EF4-FFF2-40B4-BE49-F238E27FC236}">
                <a16:creationId xmlns:a16="http://schemas.microsoft.com/office/drawing/2014/main" id="{DBAA1F00-A1F7-4FB8-B01D-10FE8D959E5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974725"/>
            <a:ext cx="4113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39" name="Picture 4">
            <a:extLst>
              <a:ext uri="{FF2B5EF4-FFF2-40B4-BE49-F238E27FC236}">
                <a16:creationId xmlns:a16="http://schemas.microsoft.com/office/drawing/2014/main" id="{B6C0B3D8-DDEF-4DB8-9A67-7288F2954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7789" y="1749425"/>
            <a:ext cx="1642671" cy="1860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7640" name="Group 15">
            <a:extLst>
              <a:ext uri="{FF2B5EF4-FFF2-40B4-BE49-F238E27FC236}">
                <a16:creationId xmlns:a16="http://schemas.microsoft.com/office/drawing/2014/main" id="{CD7B2194-9F81-4E24-8112-92BEB90423E4}"/>
              </a:ext>
            </a:extLst>
          </p:cNvPr>
          <p:cNvGrpSpPr>
            <a:grpSpLocks/>
          </p:cNvGrpSpPr>
          <p:nvPr/>
        </p:nvGrpSpPr>
        <p:grpSpPr bwMode="auto">
          <a:xfrm>
            <a:off x="5344934" y="295275"/>
            <a:ext cx="3274430" cy="1730347"/>
            <a:chOff x="5345311" y="524250"/>
            <a:chExt cx="3274238" cy="1730214"/>
          </a:xfrm>
        </p:grpSpPr>
        <p:sp>
          <p:nvSpPr>
            <p:cNvPr id="197646" name="TextBox 5">
              <a:extLst>
                <a:ext uri="{FF2B5EF4-FFF2-40B4-BE49-F238E27FC236}">
                  <a16:creationId xmlns:a16="http://schemas.microsoft.com/office/drawing/2014/main" id="{F61A617A-807A-4059-B1C5-8E31828FC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5311" y="1789936"/>
              <a:ext cx="1856071" cy="369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 Narrow" panose="020B0606020202030204" pitchFamily="34" charset="0"/>
                </a:rPr>
                <a:t>……………………..</a:t>
              </a:r>
            </a:p>
          </p:txBody>
        </p:sp>
        <p:sp>
          <p:nvSpPr>
            <p:cNvPr id="197647" name="TextBox 8">
              <a:extLst>
                <a:ext uri="{FF2B5EF4-FFF2-40B4-BE49-F238E27FC236}">
                  <a16:creationId xmlns:a16="http://schemas.microsoft.com/office/drawing/2014/main" id="{A0D32FEB-59FD-4F02-A863-8B10977AE9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8125" y="524250"/>
              <a:ext cx="2811424" cy="1169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400" i="1">
                  <a:solidFill>
                    <a:srgbClr val="CC0000"/>
                  </a:solidFill>
                  <a:latin typeface="Arial" panose="020B0604020202020204" pitchFamily="34" charset="0"/>
                </a:rPr>
                <a:t>spatial coding example: </a:t>
              </a:r>
              <a:r>
                <a:rPr lang="en-US" altLang="en-US" sz="1400">
                  <a:latin typeface="Arial" panose="020B0604020202020204" pitchFamily="34" charset="0"/>
                </a:rPr>
                <a:t>instead of sending</a:t>
              </a:r>
              <a:r>
                <a:rPr lang="en-US" altLang="en-US" sz="1400" i="1">
                  <a:latin typeface="Arial" panose="020B0604020202020204" pitchFamily="34" charset="0"/>
                </a:rPr>
                <a:t> N </a:t>
              </a:r>
              <a:r>
                <a:rPr lang="en-US" altLang="en-US" sz="1400">
                  <a:latin typeface="Arial" panose="020B0604020202020204" pitchFamily="34" charset="0"/>
                </a:rPr>
                <a:t>values of same color (all purple), send only two values: color  value (</a:t>
              </a:r>
              <a:r>
                <a:rPr lang="en-US" altLang="en-US" sz="1400" i="1">
                  <a:latin typeface="Arial" panose="020B0604020202020204" pitchFamily="34" charset="0"/>
                </a:rPr>
                <a:t>purple)  and number of repeated values (</a:t>
              </a:r>
              <a:r>
                <a:rPr lang="en-US" altLang="en-US" sz="1400">
                  <a:latin typeface="Arial" panose="020B0604020202020204" pitchFamily="34" charset="0"/>
                </a:rPr>
                <a:t>N)</a:t>
              </a:r>
            </a:p>
          </p:txBody>
        </p:sp>
        <p:sp>
          <p:nvSpPr>
            <p:cNvPr id="197648" name="TextBox 13">
              <a:extLst>
                <a:ext uri="{FF2B5EF4-FFF2-40B4-BE49-F238E27FC236}">
                  <a16:creationId xmlns:a16="http://schemas.microsoft.com/office/drawing/2014/main" id="{EFFDCC4E-E9D3-49A8-817B-FE7D2E4126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4771" y="1885160"/>
              <a:ext cx="1803448" cy="369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r>
                <a:rPr lang="en-US" altLang="en-US" sz="1800">
                  <a:solidFill>
                    <a:srgbClr val="CC0000"/>
                  </a:solidFill>
                  <a:latin typeface="Arial Narrow" panose="020B0606020202030204" pitchFamily="34" charset="0"/>
                </a:rPr>
                <a:t>……………….…….</a:t>
              </a:r>
            </a:p>
          </p:txBody>
        </p:sp>
        <p:cxnSp>
          <p:nvCxnSpPr>
            <p:cNvPr id="197649" name="Straight Connector 10">
              <a:extLst>
                <a:ext uri="{FF2B5EF4-FFF2-40B4-BE49-F238E27FC236}">
                  <a16:creationId xmlns:a16="http://schemas.microsoft.com/office/drawing/2014/main" id="{04635484-F92C-4D8F-84B4-A11D5FAAB4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565603" y="756253"/>
              <a:ext cx="313958" cy="115578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97641" name="TextBox 17">
            <a:extLst>
              <a:ext uri="{FF2B5EF4-FFF2-40B4-BE49-F238E27FC236}">
                <a16:creationId xmlns:a16="http://schemas.microsoft.com/office/drawing/2014/main" id="{19967ACD-173C-46D6-8605-E28F74422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3546" y="3654665"/>
            <a:ext cx="93328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dirty="0">
                <a:solidFill>
                  <a:srgbClr val="CC0000"/>
                </a:solidFill>
                <a:latin typeface="Arial" panose="020B0604020202020204" pitchFamily="34" charset="0"/>
              </a:rPr>
              <a:t>frame</a:t>
            </a:r>
            <a:r>
              <a:rPr lang="en-US" altLang="en-US" sz="1800" i="1" dirty="0">
                <a:solidFill>
                  <a:srgbClr val="CC000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i="1" dirty="0" err="1">
                <a:solidFill>
                  <a:srgbClr val="CC0000"/>
                </a:solidFill>
                <a:latin typeface="Arial" panose="020B0604020202020204" pitchFamily="34" charset="0"/>
              </a:rPr>
              <a:t>i</a:t>
            </a:r>
            <a:endParaRPr lang="en-US" altLang="en-US" sz="1800" i="1" dirty="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197642" name="TextBox 23">
            <a:extLst>
              <a:ext uri="{FF2B5EF4-FFF2-40B4-BE49-F238E27FC236}">
                <a16:creationId xmlns:a16="http://schemas.microsoft.com/office/drawing/2014/main" id="{7844F293-4CCD-4A6C-A873-3497FF6AE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1376" y="5611091"/>
            <a:ext cx="1196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 dirty="0">
                <a:solidFill>
                  <a:srgbClr val="CC0000"/>
                </a:solidFill>
                <a:latin typeface="Arial" panose="020B0604020202020204" pitchFamily="34" charset="0"/>
              </a:rPr>
              <a:t>frame</a:t>
            </a:r>
            <a:r>
              <a:rPr lang="en-US" altLang="en-US" sz="1800" i="1" dirty="0">
                <a:solidFill>
                  <a:srgbClr val="CC0000"/>
                </a:solidFill>
                <a:latin typeface="Arial" panose="020B0604020202020204" pitchFamily="34" charset="0"/>
              </a:rPr>
              <a:t> i+1</a:t>
            </a:r>
          </a:p>
        </p:txBody>
      </p:sp>
      <p:sp>
        <p:nvSpPr>
          <p:cNvPr id="197643" name="TextBox 26">
            <a:extLst>
              <a:ext uri="{FF2B5EF4-FFF2-40B4-BE49-F238E27FC236}">
                <a16:creationId xmlns:a16="http://schemas.microsoft.com/office/drawing/2014/main" id="{17D7E423-47EC-407A-8D9A-7E44A7F94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8637" y="4857750"/>
            <a:ext cx="2277657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400" i="1" dirty="0">
                <a:solidFill>
                  <a:srgbClr val="CC0000"/>
                </a:solidFill>
                <a:latin typeface="Arial" panose="020B0604020202020204" pitchFamily="34" charset="0"/>
              </a:rPr>
              <a:t>temporal coding example: </a:t>
            </a:r>
            <a:r>
              <a:rPr lang="en-US" altLang="en-US" sz="1400" dirty="0">
                <a:latin typeface="Arial" panose="020B0604020202020204" pitchFamily="34" charset="0"/>
              </a:rPr>
              <a:t>instead of sending complete frame at i+1, send only differences from frame </a:t>
            </a:r>
            <a:r>
              <a:rPr lang="en-US" altLang="en-US" sz="1400" dirty="0" err="1">
                <a:latin typeface="Arial" panose="020B0604020202020204" pitchFamily="34" charset="0"/>
              </a:rPr>
              <a:t>i</a:t>
            </a:r>
            <a:endParaRPr lang="en-US" altLang="en-US" sz="1400" dirty="0">
              <a:latin typeface="Arial" panose="020B0604020202020204" pitchFamily="34" charset="0"/>
            </a:endParaRPr>
          </a:p>
        </p:txBody>
      </p:sp>
      <p:cxnSp>
        <p:nvCxnSpPr>
          <p:cNvPr id="197644" name="Straight Connector 28">
            <a:extLst>
              <a:ext uri="{FF2B5EF4-FFF2-40B4-BE49-F238E27FC236}">
                <a16:creationId xmlns:a16="http://schemas.microsoft.com/office/drawing/2014/main" id="{A9EFBCCF-76CA-4C45-B31F-95E3DE21792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72226" y="4021445"/>
            <a:ext cx="1012880" cy="1783949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97645" name="Picture 4">
            <a:extLst>
              <a:ext uri="{FF2B5EF4-FFF2-40B4-BE49-F238E27FC236}">
                <a16:creationId xmlns:a16="http://schemas.microsoft.com/office/drawing/2014/main" id="{0146E93D-821C-46DC-8687-1DF81DF745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390" y="3806720"/>
            <a:ext cx="1642671" cy="1860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7637" name="Rectangle 7">
            <a:extLst>
              <a:ext uri="{FF2B5EF4-FFF2-40B4-BE49-F238E27FC236}">
                <a16:creationId xmlns:a16="http://schemas.microsoft.com/office/drawing/2014/main" id="{9CD608A1-A361-4456-A4AE-9BAAA770E0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24675" y="6454775"/>
            <a:ext cx="1547813" cy="300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97638" name="Rectangle 8">
            <a:extLst>
              <a:ext uri="{FF2B5EF4-FFF2-40B4-BE49-F238E27FC236}">
                <a16:creationId xmlns:a16="http://schemas.microsoft.com/office/drawing/2014/main" id="{5D20A1A2-D1FE-41E6-A522-42D1130792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D2EB7D25-4CBA-49B9-873C-82A7B69E5F34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41" grpId="0"/>
      <p:bldP spid="197642" grpId="0"/>
      <p:bldP spid="19764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36DF6015-0E91-724E-BAFF-FF6F82B1E5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106363"/>
            <a:ext cx="4975225" cy="1143000"/>
          </a:xfrm>
        </p:spPr>
        <p:txBody>
          <a:bodyPr/>
          <a:lstStyle/>
          <a:p>
            <a:pPr>
              <a:defRPr/>
            </a:pPr>
            <a:r>
              <a:rPr lang="en-US" dirty="0">
                <a:latin typeface="Gill Sans MT" charset="0"/>
                <a:cs typeface="+mj-cs"/>
              </a:rPr>
              <a:t>Multimedia: video</a:t>
            </a:r>
          </a:p>
        </p:txBody>
      </p:sp>
      <p:pic>
        <p:nvPicPr>
          <p:cNvPr id="199682" name="Picture 23" descr="underline_base">
            <a:extLst>
              <a:ext uri="{FF2B5EF4-FFF2-40B4-BE49-F238E27FC236}">
                <a16:creationId xmlns:a16="http://schemas.microsoft.com/office/drawing/2014/main" id="{F393EF3A-324F-4CE1-B78D-24B2F38633D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974725"/>
            <a:ext cx="4113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9683" name="Rectangle 4">
            <a:extLst>
              <a:ext uri="{FF2B5EF4-FFF2-40B4-BE49-F238E27FC236}">
                <a16:creationId xmlns:a16="http://schemas.microsoft.com/office/drawing/2014/main" id="{1D1387AA-343B-4925-BA86-FB45A0865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50" y="1228725"/>
            <a:ext cx="8026400" cy="490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zh-HK" sz="2400" kern="0" dirty="0">
                <a:solidFill>
                  <a:srgbClr val="333333"/>
                </a:solidFill>
                <a:effectLst/>
                <a:ea typeface="新細明體" panose="02020500000000000000" pitchFamily="18" charset="-120"/>
                <a:cs typeface="ArialMT"/>
              </a:rPr>
              <a:t>We can also use </a:t>
            </a:r>
            <a:r>
              <a:rPr lang="en-US" altLang="zh-HK" sz="2400" kern="0" dirty="0">
                <a:solidFill>
                  <a:srgbClr val="FF0000"/>
                </a:solidFill>
                <a:effectLst/>
                <a:ea typeface="新細明體" panose="02020500000000000000" pitchFamily="18" charset="-120"/>
                <a:cs typeface="ArialMT"/>
              </a:rPr>
              <a:t>compression</a:t>
            </a:r>
            <a:r>
              <a:rPr lang="en-US" altLang="zh-HK" sz="2400" kern="0" dirty="0">
                <a:solidFill>
                  <a:srgbClr val="333333"/>
                </a:solidFill>
                <a:effectLst/>
                <a:ea typeface="新細明體" panose="02020500000000000000" pitchFamily="18" charset="-120"/>
                <a:cs typeface="ArialMT"/>
              </a:rPr>
              <a:t> to </a:t>
            </a:r>
            <a:r>
              <a:rPr lang="en-US" altLang="zh-HK" sz="2400" kern="0" dirty="0">
                <a:solidFill>
                  <a:srgbClr val="0070C0"/>
                </a:solidFill>
                <a:effectLst/>
                <a:ea typeface="新細明體" panose="02020500000000000000" pitchFamily="18" charset="-120"/>
                <a:cs typeface="ArialMT"/>
              </a:rPr>
              <a:t>create multiple versions of the same video, each at a different quality level</a:t>
            </a:r>
            <a:r>
              <a:rPr lang="en-US" altLang="zh-HK" sz="2400" kern="0" dirty="0">
                <a:solidFill>
                  <a:srgbClr val="333333"/>
                </a:solidFill>
                <a:effectLst/>
                <a:ea typeface="新細明體" panose="02020500000000000000" pitchFamily="18" charset="-120"/>
                <a:cs typeface="ArialMT"/>
              </a:rPr>
              <a:t>. </a:t>
            </a:r>
          </a:p>
          <a:p>
            <a:pPr lvl="1"/>
            <a:r>
              <a:rPr lang="en-US" altLang="zh-HK" sz="2000" kern="0" dirty="0">
                <a:solidFill>
                  <a:srgbClr val="333333"/>
                </a:solidFill>
                <a:effectLst/>
                <a:ea typeface="新細明體" panose="02020500000000000000" pitchFamily="18" charset="-120"/>
                <a:cs typeface="ArialMT"/>
              </a:rPr>
              <a:t>E.g. three versions of the same video, at rates of 300 kbps, 1 Mbps, and 3 Mbps. </a:t>
            </a:r>
          </a:p>
          <a:p>
            <a:r>
              <a:rPr lang="en-US" altLang="zh-HK" sz="2400" kern="0" dirty="0">
                <a:solidFill>
                  <a:srgbClr val="0070C0"/>
                </a:solidFill>
                <a:effectLst/>
                <a:ea typeface="新細明體" panose="02020500000000000000" pitchFamily="18" charset="-120"/>
                <a:cs typeface="ArialMT"/>
              </a:rPr>
              <a:t>Users can then decide which version they want to watch as a function of their current available bandwidth</a:t>
            </a:r>
            <a:r>
              <a:rPr lang="en-US" altLang="zh-HK" sz="2400" kern="0" dirty="0">
                <a:solidFill>
                  <a:srgbClr val="333333"/>
                </a:solidFill>
                <a:effectLst/>
                <a:ea typeface="新細明體" panose="02020500000000000000" pitchFamily="18" charset="-120"/>
                <a:cs typeface="ArialMT"/>
              </a:rPr>
              <a:t>. </a:t>
            </a:r>
          </a:p>
          <a:p>
            <a:pPr lvl="1"/>
            <a:r>
              <a:rPr lang="en-US" altLang="zh-HK" kern="0" dirty="0">
                <a:solidFill>
                  <a:srgbClr val="333333"/>
                </a:solidFill>
                <a:ea typeface="新細明體" panose="02020500000000000000" pitchFamily="18" charset="-120"/>
                <a:cs typeface="ArialMT"/>
              </a:rPr>
              <a:t>E.g., H</a:t>
            </a:r>
            <a:r>
              <a:rPr lang="en-US" altLang="zh-HK" kern="0" dirty="0">
                <a:solidFill>
                  <a:srgbClr val="333333"/>
                </a:solidFill>
                <a:effectLst/>
                <a:ea typeface="新細明體" panose="02020500000000000000" pitchFamily="18" charset="-120"/>
                <a:cs typeface="ArialMT"/>
              </a:rPr>
              <a:t>igh-speed Internet connections: 3 Mbps version.</a:t>
            </a:r>
          </a:p>
          <a:p>
            <a:pPr lvl="1"/>
            <a:r>
              <a:rPr lang="en-US" altLang="zh-HK" kern="0" dirty="0">
                <a:solidFill>
                  <a:srgbClr val="333333"/>
                </a:solidFill>
                <a:ea typeface="新細明體" panose="02020500000000000000" pitchFamily="18" charset="-120"/>
                <a:cs typeface="ArialMT"/>
              </a:rPr>
              <a:t>E.g., </a:t>
            </a:r>
            <a:r>
              <a:rPr lang="en-US" altLang="zh-HK" kern="0" dirty="0">
                <a:solidFill>
                  <a:srgbClr val="333333"/>
                </a:solidFill>
                <a:effectLst/>
                <a:ea typeface="新細明體" panose="02020500000000000000" pitchFamily="18" charset="-120"/>
                <a:cs typeface="ArialMT"/>
              </a:rPr>
              <a:t>3G with a smartphone: 300 kbps version.</a:t>
            </a:r>
            <a:r>
              <a:rPr lang="en-US" altLang="zh-HK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lang="zh-TW" altLang="zh-HK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altLang="en-US" dirty="0"/>
          </a:p>
        </p:txBody>
      </p:sp>
      <p:sp>
        <p:nvSpPr>
          <p:cNvPr id="199685" name="Rectangle 7">
            <a:extLst>
              <a:ext uri="{FF2B5EF4-FFF2-40B4-BE49-F238E27FC236}">
                <a16:creationId xmlns:a16="http://schemas.microsoft.com/office/drawing/2014/main" id="{AB2B11C2-6143-4E53-8CF6-B080D25C8F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24675" y="6454775"/>
            <a:ext cx="1547813" cy="300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199686" name="Rectangle 8">
            <a:extLst>
              <a:ext uri="{FF2B5EF4-FFF2-40B4-BE49-F238E27FC236}">
                <a16:creationId xmlns:a16="http://schemas.microsoft.com/office/drawing/2014/main" id="{C22C0CB4-9F6B-4861-953F-F904EB6698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1249F857-240C-4715-98F4-37C64D4BD9E5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7" name="Rectangle 2">
            <a:extLst>
              <a:ext uri="{FF2B5EF4-FFF2-40B4-BE49-F238E27FC236}">
                <a16:creationId xmlns:a16="http://schemas.microsoft.com/office/drawing/2014/main" id="{F10CF543-3664-4877-9912-8AD3EA6C9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950" y="228600"/>
            <a:ext cx="8172450" cy="871538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HTTP Streaming</a:t>
            </a:r>
          </a:p>
        </p:txBody>
      </p:sp>
      <p:sp>
        <p:nvSpPr>
          <p:cNvPr id="203778" name="Rectangle 3">
            <a:extLst>
              <a:ext uri="{FF2B5EF4-FFF2-40B4-BE49-F238E27FC236}">
                <a16:creationId xmlns:a16="http://schemas.microsoft.com/office/drawing/2014/main" id="{4B0773C2-8D27-4C21-AF3A-6D9A01714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0075" y="1381125"/>
            <a:ext cx="7772400" cy="5053013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In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HTTP streaming</a:t>
            </a:r>
            <a:r>
              <a:rPr lang="en-US" altLang="en-US" dirty="0">
                <a:ea typeface="ＭＳ Ｐゴシック" panose="020B0600070205080204" pitchFamily="34" charset="-128"/>
              </a:rPr>
              <a:t>, the video is simply stored at an HTTP server as an ordinary file with a specific URL.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When a user wants to see the video, the client establishes a TCP connection with the server and issues an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HTTP GET</a:t>
            </a:r>
            <a:r>
              <a:rPr lang="en-US" altLang="en-US" dirty="0">
                <a:ea typeface="ＭＳ Ｐゴシック" panose="020B0600070205080204" pitchFamily="34" charset="-128"/>
              </a:rPr>
              <a:t> request for that URL. </a:t>
            </a:r>
          </a:p>
          <a:p>
            <a:r>
              <a:rPr lang="en-US" altLang="en-US" dirty="0">
                <a:ea typeface="ＭＳ Ｐゴシック" panose="020B0600070205080204" pitchFamily="34" charset="-128"/>
              </a:rPr>
              <a:t>The server then sends the video file, within an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HTTP response</a:t>
            </a:r>
            <a:r>
              <a:rPr lang="en-US" altLang="en-US" dirty="0">
                <a:ea typeface="ＭＳ Ｐゴシック" panose="020B0600070205080204" pitchFamily="34" charset="-128"/>
              </a:rPr>
              <a:t> message.</a:t>
            </a:r>
          </a:p>
          <a:p>
            <a:r>
              <a:rPr lang="en-US" altLang="zh-HK" dirty="0"/>
              <a:t>Has been extensively deployed in practice (for example, by </a:t>
            </a:r>
            <a:r>
              <a:rPr lang="en-US" altLang="zh-HK" dirty="0">
                <a:solidFill>
                  <a:srgbClr val="0070C0"/>
                </a:solidFill>
              </a:rPr>
              <a:t>YouTube </a:t>
            </a:r>
            <a:r>
              <a:rPr lang="en-US" altLang="zh-HK" dirty="0"/>
              <a:t>since its inception</a:t>
            </a:r>
            <a:r>
              <a:rPr lang="en-US" altLang="zh-HK" dirty="0">
                <a:solidFill>
                  <a:srgbClr val="0070C0"/>
                </a:solidFill>
              </a:rPr>
              <a:t>.</a:t>
            </a:r>
            <a:endParaRPr lang="en-US" altLang="en-US" dirty="0">
              <a:solidFill>
                <a:srgbClr val="0070C0"/>
              </a:solidFill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solidFill>
                <a:srgbClr val="0070C0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203779" name="Picture 17" descr="underline_base">
            <a:extLst>
              <a:ext uri="{FF2B5EF4-FFF2-40B4-BE49-F238E27FC236}">
                <a16:creationId xmlns:a16="http://schemas.microsoft.com/office/drawing/2014/main" id="{1915DFFD-F34C-4EE4-9A64-A2274135808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9572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7">
            <a:extLst>
              <a:ext uri="{FF2B5EF4-FFF2-40B4-BE49-F238E27FC236}">
                <a16:creationId xmlns:a16="http://schemas.microsoft.com/office/drawing/2014/main" id="{CB9159AD-366D-45D6-B4AE-FE17C320F9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24675" y="6454775"/>
            <a:ext cx="1547813" cy="300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03781" name="Rectangle 8">
            <a:extLst>
              <a:ext uri="{FF2B5EF4-FFF2-40B4-BE49-F238E27FC236}">
                <a16:creationId xmlns:a16="http://schemas.microsoft.com/office/drawing/2014/main" id="{77BC9319-73CE-4E97-864F-06BED500E6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02635201-145E-4005-A94E-539AF91F1791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729" name="Group 2">
            <a:extLst>
              <a:ext uri="{FF2B5EF4-FFF2-40B4-BE49-F238E27FC236}">
                <a16:creationId xmlns:a16="http://schemas.microsoft.com/office/drawing/2014/main" id="{580B01B5-5F3F-41BA-B5F0-13EBD1242ED0}"/>
              </a:ext>
            </a:extLst>
          </p:cNvPr>
          <p:cNvGrpSpPr>
            <a:grpSpLocks/>
          </p:cNvGrpSpPr>
          <p:nvPr/>
        </p:nvGrpSpPr>
        <p:grpSpPr bwMode="auto">
          <a:xfrm>
            <a:off x="5640388" y="2125663"/>
            <a:ext cx="2109787" cy="1582737"/>
            <a:chOff x="1842724" y="2867233"/>
            <a:chExt cx="5649912" cy="3416300"/>
          </a:xfrm>
        </p:grpSpPr>
        <p:sp>
          <p:nvSpPr>
            <p:cNvPr id="201784" name="AutoShape 99">
              <a:extLst>
                <a:ext uri="{FF2B5EF4-FFF2-40B4-BE49-F238E27FC236}">
                  <a16:creationId xmlns:a16="http://schemas.microsoft.com/office/drawing/2014/main" id="{4B5A5A2C-43D3-47F1-A4F2-2AC11F1F8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2724" y="2867233"/>
              <a:ext cx="5649912" cy="768350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01785" name="Rectangle 87">
              <a:extLst>
                <a:ext uri="{FF2B5EF4-FFF2-40B4-BE49-F238E27FC236}">
                  <a16:creationId xmlns:a16="http://schemas.microsoft.com/office/drawing/2014/main" id="{1A515455-C129-4F19-BC7C-55CD7EF47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01730" name="Group 249">
            <a:extLst>
              <a:ext uri="{FF2B5EF4-FFF2-40B4-BE49-F238E27FC236}">
                <a16:creationId xmlns:a16="http://schemas.microsoft.com/office/drawing/2014/main" id="{F2163579-77FF-4154-A93E-E528A474715A}"/>
              </a:ext>
            </a:extLst>
          </p:cNvPr>
          <p:cNvGrpSpPr>
            <a:grpSpLocks/>
          </p:cNvGrpSpPr>
          <p:nvPr/>
        </p:nvGrpSpPr>
        <p:grpSpPr bwMode="auto">
          <a:xfrm>
            <a:off x="1900238" y="2686050"/>
            <a:ext cx="427037" cy="785813"/>
            <a:chOff x="4140" y="429"/>
            <a:chExt cx="1425" cy="2396"/>
          </a:xfrm>
        </p:grpSpPr>
        <p:sp>
          <p:nvSpPr>
            <p:cNvPr id="201752" name="Freeform 250">
              <a:extLst>
                <a:ext uri="{FF2B5EF4-FFF2-40B4-BE49-F238E27FC236}">
                  <a16:creationId xmlns:a16="http://schemas.microsoft.com/office/drawing/2014/main" id="{07B34F0C-E714-4521-B695-7F31F9B50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5 w 354"/>
                <a:gd name="T1" fmla="*/ 0 h 2742"/>
                <a:gd name="T2" fmla="*/ 24 w 354"/>
                <a:gd name="T3" fmla="*/ 38 h 2742"/>
                <a:gd name="T4" fmla="*/ 24 w 354"/>
                <a:gd name="T5" fmla="*/ 295 h 2742"/>
                <a:gd name="T6" fmla="*/ 0 w 354"/>
                <a:gd name="T7" fmla="*/ 309 h 2742"/>
                <a:gd name="T8" fmla="*/ 5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1753" name="Rectangle 251">
              <a:extLst>
                <a:ext uri="{FF2B5EF4-FFF2-40B4-BE49-F238E27FC236}">
                  <a16:creationId xmlns:a16="http://schemas.microsoft.com/office/drawing/2014/main" id="{12632B2F-B26E-480E-B9B0-6ED94343F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01754" name="Freeform 252">
              <a:extLst>
                <a:ext uri="{FF2B5EF4-FFF2-40B4-BE49-F238E27FC236}">
                  <a16:creationId xmlns:a16="http://schemas.microsoft.com/office/drawing/2014/main" id="{A562EB1D-CC1D-4A41-A9A7-4D5537A50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4 w 211"/>
                <a:gd name="T3" fmla="*/ 25 h 2537"/>
                <a:gd name="T4" fmla="*/ 2 w 211"/>
                <a:gd name="T5" fmla="*/ 282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1755" name="Freeform 253">
              <a:extLst>
                <a:ext uri="{FF2B5EF4-FFF2-40B4-BE49-F238E27FC236}">
                  <a16:creationId xmlns:a16="http://schemas.microsoft.com/office/drawing/2014/main" id="{D8136ADA-7A63-4E2A-8BCA-D5069B326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5 h 226"/>
                <a:gd name="T4" fmla="*/ 23 w 328"/>
                <a:gd name="T5" fmla="*/ 27 h 226"/>
                <a:gd name="T6" fmla="*/ 0 w 328"/>
                <a:gd name="T7" fmla="*/ 1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1756" name="Rectangle 254">
              <a:extLst>
                <a:ext uri="{FF2B5EF4-FFF2-40B4-BE49-F238E27FC236}">
                  <a16:creationId xmlns:a16="http://schemas.microsoft.com/office/drawing/2014/main" id="{816DF865-D959-4911-B56C-6C98B6BBA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5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201757" name="Group 255">
              <a:extLst>
                <a:ext uri="{FF2B5EF4-FFF2-40B4-BE49-F238E27FC236}">
                  <a16:creationId xmlns:a16="http://schemas.microsoft.com/office/drawing/2014/main" id="{8B5E3B8F-A4D1-4A8B-8231-0FA49E9001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01782" name="AutoShape 256">
                <a:extLst>
                  <a:ext uri="{FF2B5EF4-FFF2-40B4-BE49-F238E27FC236}">
                    <a16:creationId xmlns:a16="http://schemas.microsoft.com/office/drawing/2014/main" id="{BE6197DE-82CA-44B7-93D1-24EC7616B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01783" name="AutoShape 257">
                <a:extLst>
                  <a:ext uri="{FF2B5EF4-FFF2-40B4-BE49-F238E27FC236}">
                    <a16:creationId xmlns:a16="http://schemas.microsoft.com/office/drawing/2014/main" id="{6BB7868B-6D23-4456-B7BE-1C0082B6E2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1758" name="Rectangle 258">
              <a:extLst>
                <a:ext uri="{FF2B5EF4-FFF2-40B4-BE49-F238E27FC236}">
                  <a16:creationId xmlns:a16="http://schemas.microsoft.com/office/drawing/2014/main" id="{27A8FCEA-5165-43A7-A2F4-7ABBCCAC6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20"/>
              <a:ext cx="593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201759" name="Group 259">
              <a:extLst>
                <a:ext uri="{FF2B5EF4-FFF2-40B4-BE49-F238E27FC236}">
                  <a16:creationId xmlns:a16="http://schemas.microsoft.com/office/drawing/2014/main" id="{2D3FFD13-AC1D-4FBD-B5DC-A06390B58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01780" name="AutoShape 260">
                <a:extLst>
                  <a:ext uri="{FF2B5EF4-FFF2-40B4-BE49-F238E27FC236}">
                    <a16:creationId xmlns:a16="http://schemas.microsoft.com/office/drawing/2014/main" id="{3A7CD51D-FB5C-4C2A-8E23-8C1669447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2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01781" name="AutoShape 261">
                <a:extLst>
                  <a:ext uri="{FF2B5EF4-FFF2-40B4-BE49-F238E27FC236}">
                    <a16:creationId xmlns:a16="http://schemas.microsoft.com/office/drawing/2014/main" id="{EF8F62EB-59F7-4ED0-A98F-FFB425622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1760" name="Rectangle 262">
              <a:extLst>
                <a:ext uri="{FF2B5EF4-FFF2-40B4-BE49-F238E27FC236}">
                  <a16:creationId xmlns:a16="http://schemas.microsoft.com/office/drawing/2014/main" id="{A45EB314-1D1C-4EE4-BC3E-2ABA92D0F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8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01761" name="Rectangle 263">
              <a:extLst>
                <a:ext uri="{FF2B5EF4-FFF2-40B4-BE49-F238E27FC236}">
                  <a16:creationId xmlns:a16="http://schemas.microsoft.com/office/drawing/2014/main" id="{292A80B5-10BA-47D2-81EB-B557F621C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4"/>
              <a:ext cx="599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grpSp>
          <p:nvGrpSpPr>
            <p:cNvPr id="201762" name="Group 264">
              <a:extLst>
                <a:ext uri="{FF2B5EF4-FFF2-40B4-BE49-F238E27FC236}">
                  <a16:creationId xmlns:a16="http://schemas.microsoft.com/office/drawing/2014/main" id="{1F721946-0A1E-431A-AB6C-20EAF7643D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01778" name="AutoShape 265">
                <a:extLst>
                  <a:ext uri="{FF2B5EF4-FFF2-40B4-BE49-F238E27FC236}">
                    <a16:creationId xmlns:a16="http://schemas.microsoft.com/office/drawing/2014/main" id="{77E1F846-D1C0-43A0-A9B6-EEE93DC79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01779" name="AutoShape 266">
                <a:extLst>
                  <a:ext uri="{FF2B5EF4-FFF2-40B4-BE49-F238E27FC236}">
                    <a16:creationId xmlns:a16="http://schemas.microsoft.com/office/drawing/2014/main" id="{5C2B7059-1A8A-4892-9EAE-9EDD70F93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8"/>
                <a:ext cx="693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1763" name="Freeform 267">
              <a:extLst>
                <a:ext uri="{FF2B5EF4-FFF2-40B4-BE49-F238E27FC236}">
                  <a16:creationId xmlns:a16="http://schemas.microsoft.com/office/drawing/2014/main" id="{6D880EEB-8A34-456A-A06D-3B8231A37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3 w 328"/>
                <a:gd name="T3" fmla="*/ 14 h 226"/>
                <a:gd name="T4" fmla="*/ 23 w 328"/>
                <a:gd name="T5" fmla="*/ 25 h 226"/>
                <a:gd name="T6" fmla="*/ 0 w 328"/>
                <a:gd name="T7" fmla="*/ 10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01764" name="Group 268">
              <a:extLst>
                <a:ext uri="{FF2B5EF4-FFF2-40B4-BE49-F238E27FC236}">
                  <a16:creationId xmlns:a16="http://schemas.microsoft.com/office/drawing/2014/main" id="{8DD8677D-9911-47C3-BC29-8A6ECC357D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01776" name="AutoShape 269">
                <a:extLst>
                  <a:ext uri="{FF2B5EF4-FFF2-40B4-BE49-F238E27FC236}">
                    <a16:creationId xmlns:a16="http://schemas.microsoft.com/office/drawing/2014/main" id="{23E42EBE-E133-4E83-88CC-782A9661C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01777" name="AutoShape 270">
                <a:extLst>
                  <a:ext uri="{FF2B5EF4-FFF2-40B4-BE49-F238E27FC236}">
                    <a16:creationId xmlns:a16="http://schemas.microsoft.com/office/drawing/2014/main" id="{707ACDC9-1B09-4119-B96E-60260A56AA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en-US" altLang="en-US" sz="20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1765" name="Rectangle 271">
              <a:extLst>
                <a:ext uri="{FF2B5EF4-FFF2-40B4-BE49-F238E27FC236}">
                  <a16:creationId xmlns:a16="http://schemas.microsoft.com/office/drawing/2014/main" id="{C247DAA5-DC1B-4C6F-ADEC-F7DCD27BD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01766" name="Freeform 272">
              <a:extLst>
                <a:ext uri="{FF2B5EF4-FFF2-40B4-BE49-F238E27FC236}">
                  <a16:creationId xmlns:a16="http://schemas.microsoft.com/office/drawing/2014/main" id="{9C32C27E-8160-4FD6-B1A2-0EBB5CE3CE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1 w 296"/>
                <a:gd name="T3" fmla="*/ 15 h 256"/>
                <a:gd name="T4" fmla="*/ 21 w 296"/>
                <a:gd name="T5" fmla="*/ 28 h 256"/>
                <a:gd name="T6" fmla="*/ 0 w 296"/>
                <a:gd name="T7" fmla="*/ 10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1767" name="Freeform 273">
              <a:extLst>
                <a:ext uri="{FF2B5EF4-FFF2-40B4-BE49-F238E27FC236}">
                  <a16:creationId xmlns:a16="http://schemas.microsoft.com/office/drawing/2014/main" id="{C1633F0F-4267-4417-9E66-83EC9D3C8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2 w 304"/>
                <a:gd name="T3" fmla="*/ 19 h 288"/>
                <a:gd name="T4" fmla="*/ 20 w 304"/>
                <a:gd name="T5" fmla="*/ 33 h 288"/>
                <a:gd name="T6" fmla="*/ 2 w 304"/>
                <a:gd name="T7" fmla="*/ 14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1768" name="Oval 274">
              <a:extLst>
                <a:ext uri="{FF2B5EF4-FFF2-40B4-BE49-F238E27FC236}">
                  <a16:creationId xmlns:a16="http://schemas.microsoft.com/office/drawing/2014/main" id="{B1319566-CE5A-41D4-802C-D9B807224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01769" name="Freeform 275">
              <a:extLst>
                <a:ext uri="{FF2B5EF4-FFF2-40B4-BE49-F238E27FC236}">
                  <a16:creationId xmlns:a16="http://schemas.microsoft.com/office/drawing/2014/main" id="{CA96EE22-187F-4D18-AFA9-BD8221BF6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3 h 240"/>
                <a:gd name="T2" fmla="*/ 2 w 306"/>
                <a:gd name="T3" fmla="*/ 28 h 240"/>
                <a:gd name="T4" fmla="*/ 22 w 306"/>
                <a:gd name="T5" fmla="*/ 13 h 240"/>
                <a:gd name="T6" fmla="*/ 21 w 306"/>
                <a:gd name="T7" fmla="*/ 0 h 240"/>
                <a:gd name="T8" fmla="*/ 0 w 306"/>
                <a:gd name="T9" fmla="*/ 1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01770" name="AutoShape 276">
              <a:extLst>
                <a:ext uri="{FF2B5EF4-FFF2-40B4-BE49-F238E27FC236}">
                  <a16:creationId xmlns:a16="http://schemas.microsoft.com/office/drawing/2014/main" id="{D4F24030-6E66-4DE7-B583-E1CE7B75B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3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01771" name="AutoShape 277">
              <a:extLst>
                <a:ext uri="{FF2B5EF4-FFF2-40B4-BE49-F238E27FC236}">
                  <a16:creationId xmlns:a16="http://schemas.microsoft.com/office/drawing/2014/main" id="{467CA80F-6933-48E9-B8EC-A0274EB07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5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01772" name="Oval 278">
              <a:extLst>
                <a:ext uri="{FF2B5EF4-FFF2-40B4-BE49-F238E27FC236}">
                  <a16:creationId xmlns:a16="http://schemas.microsoft.com/office/drawing/2014/main" id="{E2FD807C-735C-4251-8563-08946F1C4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01773" name="Oval 279">
              <a:extLst>
                <a:ext uri="{FF2B5EF4-FFF2-40B4-BE49-F238E27FC236}">
                  <a16:creationId xmlns:a16="http://schemas.microsoft.com/office/drawing/2014/main" id="{AE5AE4AB-090E-4BEF-8027-EAFF90259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1774" name="Oval 280">
              <a:extLst>
                <a:ext uri="{FF2B5EF4-FFF2-40B4-BE49-F238E27FC236}">
                  <a16:creationId xmlns:a16="http://schemas.microsoft.com/office/drawing/2014/main" id="{AA816BA1-0AA2-4E7C-A2A9-D085C5098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01775" name="Rectangle 281">
              <a:extLst>
                <a:ext uri="{FF2B5EF4-FFF2-40B4-BE49-F238E27FC236}">
                  <a16:creationId xmlns:a16="http://schemas.microsoft.com/office/drawing/2014/main" id="{3E8C4AC4-85C6-4550-9BE3-02ADAE7BF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201731" name="Rectangle 2">
            <a:extLst>
              <a:ext uri="{FF2B5EF4-FFF2-40B4-BE49-F238E27FC236}">
                <a16:creationId xmlns:a16="http://schemas.microsoft.com/office/drawing/2014/main" id="{A941666C-F20B-4A94-9C5F-2646BD868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9725" y="117475"/>
            <a:ext cx="7772400" cy="1143000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HTTP Streaming </a:t>
            </a:r>
          </a:p>
        </p:txBody>
      </p:sp>
      <p:grpSp>
        <p:nvGrpSpPr>
          <p:cNvPr id="201732" name="Group 134">
            <a:extLst>
              <a:ext uri="{FF2B5EF4-FFF2-40B4-BE49-F238E27FC236}">
                <a16:creationId xmlns:a16="http://schemas.microsoft.com/office/drawing/2014/main" id="{D1735D57-2E1B-4E12-A35A-7FC444F1711A}"/>
              </a:ext>
            </a:extLst>
          </p:cNvPr>
          <p:cNvGrpSpPr>
            <a:grpSpLocks/>
          </p:cNvGrpSpPr>
          <p:nvPr/>
        </p:nvGrpSpPr>
        <p:grpSpPr bwMode="auto">
          <a:xfrm>
            <a:off x="1473200" y="2317750"/>
            <a:ext cx="1281113" cy="363538"/>
            <a:chOff x="3621" y="3265"/>
            <a:chExt cx="1776" cy="744"/>
          </a:xfrm>
        </p:grpSpPr>
        <p:pic>
          <p:nvPicPr>
            <p:cNvPr id="201748" name="Picture 135" descr="reellogo">
              <a:extLst>
                <a:ext uri="{FF2B5EF4-FFF2-40B4-BE49-F238E27FC236}">
                  <a16:creationId xmlns:a16="http://schemas.microsoft.com/office/drawing/2014/main" id="{C014F9C0-8D73-4C11-B5BB-2591DD5ABC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1" y="3265"/>
              <a:ext cx="1776" cy="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1749" name="Freeform 136">
              <a:extLst>
                <a:ext uri="{FF2B5EF4-FFF2-40B4-BE49-F238E27FC236}">
                  <a16:creationId xmlns:a16="http://schemas.microsoft.com/office/drawing/2014/main" id="{AF78538D-4F70-49B4-BEA0-7CEA3B29D5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3288"/>
              <a:ext cx="1402" cy="439"/>
            </a:xfrm>
            <a:custGeom>
              <a:avLst/>
              <a:gdLst>
                <a:gd name="T0" fmla="*/ 0 w 1401"/>
                <a:gd name="T1" fmla="*/ 6 h 438"/>
                <a:gd name="T2" fmla="*/ 27 w 1401"/>
                <a:gd name="T3" fmla="*/ 391 h 438"/>
                <a:gd name="T4" fmla="*/ 114 w 1401"/>
                <a:gd name="T5" fmla="*/ 388 h 438"/>
                <a:gd name="T6" fmla="*/ 132 w 1401"/>
                <a:gd name="T7" fmla="*/ 364 h 438"/>
                <a:gd name="T8" fmla="*/ 210 w 1401"/>
                <a:gd name="T9" fmla="*/ 409 h 438"/>
                <a:gd name="T10" fmla="*/ 450 w 1401"/>
                <a:gd name="T11" fmla="*/ 391 h 438"/>
                <a:gd name="T12" fmla="*/ 486 w 1401"/>
                <a:gd name="T13" fmla="*/ 400 h 438"/>
                <a:gd name="T14" fmla="*/ 690 w 1401"/>
                <a:gd name="T15" fmla="*/ 424 h 438"/>
                <a:gd name="T16" fmla="*/ 1081 w 1401"/>
                <a:gd name="T17" fmla="*/ 445 h 438"/>
                <a:gd name="T18" fmla="*/ 1408 w 1401"/>
                <a:gd name="T19" fmla="*/ 427 h 438"/>
                <a:gd name="T20" fmla="*/ 1399 w 1401"/>
                <a:gd name="T21" fmla="*/ 165 h 438"/>
                <a:gd name="T22" fmla="*/ 291 w 1401"/>
                <a:gd name="T23" fmla="*/ 0 h 438"/>
                <a:gd name="T24" fmla="*/ 0 w 1401"/>
                <a:gd name="T25" fmla="*/ 6 h 4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01"/>
                <a:gd name="T40" fmla="*/ 0 h 438"/>
                <a:gd name="T41" fmla="*/ 1401 w 1401"/>
                <a:gd name="T42" fmla="*/ 438 h 43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01" h="438">
                  <a:moveTo>
                    <a:pt x="0" y="6"/>
                  </a:moveTo>
                  <a:lnTo>
                    <a:pt x="27" y="384"/>
                  </a:lnTo>
                  <a:lnTo>
                    <a:pt x="114" y="381"/>
                  </a:lnTo>
                  <a:lnTo>
                    <a:pt x="132" y="357"/>
                  </a:lnTo>
                  <a:lnTo>
                    <a:pt x="210" y="402"/>
                  </a:lnTo>
                  <a:lnTo>
                    <a:pt x="450" y="384"/>
                  </a:lnTo>
                  <a:lnTo>
                    <a:pt x="486" y="393"/>
                  </a:lnTo>
                  <a:lnTo>
                    <a:pt x="690" y="417"/>
                  </a:lnTo>
                  <a:lnTo>
                    <a:pt x="1074" y="438"/>
                  </a:lnTo>
                  <a:lnTo>
                    <a:pt x="1401" y="420"/>
                  </a:lnTo>
                  <a:lnTo>
                    <a:pt x="1392" y="165"/>
                  </a:lnTo>
                  <a:lnTo>
                    <a:pt x="29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01750" name="Freeform 137">
              <a:extLst>
                <a:ext uri="{FF2B5EF4-FFF2-40B4-BE49-F238E27FC236}">
                  <a16:creationId xmlns:a16="http://schemas.microsoft.com/office/drawing/2014/main" id="{24B98801-A8BC-48CD-8FC5-94BB6578A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3860"/>
              <a:ext cx="999" cy="120"/>
            </a:xfrm>
            <a:custGeom>
              <a:avLst/>
              <a:gdLst>
                <a:gd name="T0" fmla="*/ 0 w 999"/>
                <a:gd name="T1" fmla="*/ 6 h 123"/>
                <a:gd name="T2" fmla="*/ 717 w 999"/>
                <a:gd name="T3" fmla="*/ 12 h 123"/>
                <a:gd name="T4" fmla="*/ 744 w 999"/>
                <a:gd name="T5" fmla="*/ 29 h 123"/>
                <a:gd name="T6" fmla="*/ 801 w 999"/>
                <a:gd name="T7" fmla="*/ 35 h 123"/>
                <a:gd name="T8" fmla="*/ 876 w 999"/>
                <a:gd name="T9" fmla="*/ 6 h 123"/>
                <a:gd name="T10" fmla="*/ 933 w 999"/>
                <a:gd name="T11" fmla="*/ 0 h 123"/>
                <a:gd name="T12" fmla="*/ 981 w 999"/>
                <a:gd name="T13" fmla="*/ 15 h 123"/>
                <a:gd name="T14" fmla="*/ 999 w 999"/>
                <a:gd name="T15" fmla="*/ 44 h 123"/>
                <a:gd name="T16" fmla="*/ 987 w 999"/>
                <a:gd name="T17" fmla="*/ 102 h 123"/>
                <a:gd name="T18" fmla="*/ 18 w 999"/>
                <a:gd name="T19" fmla="*/ 100 h 123"/>
                <a:gd name="T20" fmla="*/ 0 w 999"/>
                <a:gd name="T21" fmla="*/ 6 h 1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999"/>
                <a:gd name="T34" fmla="*/ 0 h 123"/>
                <a:gd name="T35" fmla="*/ 999 w 999"/>
                <a:gd name="T36" fmla="*/ 123 h 12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999" h="123">
                  <a:moveTo>
                    <a:pt x="0" y="6"/>
                  </a:moveTo>
                  <a:lnTo>
                    <a:pt x="717" y="12"/>
                  </a:lnTo>
                  <a:lnTo>
                    <a:pt x="744" y="36"/>
                  </a:lnTo>
                  <a:lnTo>
                    <a:pt x="801" y="42"/>
                  </a:lnTo>
                  <a:lnTo>
                    <a:pt x="876" y="6"/>
                  </a:lnTo>
                  <a:lnTo>
                    <a:pt x="933" y="0"/>
                  </a:lnTo>
                  <a:lnTo>
                    <a:pt x="981" y="15"/>
                  </a:lnTo>
                  <a:lnTo>
                    <a:pt x="999" y="51"/>
                  </a:lnTo>
                  <a:lnTo>
                    <a:pt x="987" y="123"/>
                  </a:lnTo>
                  <a:lnTo>
                    <a:pt x="18" y="12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HK" altLang="en-US"/>
            </a:p>
          </p:txBody>
        </p:sp>
        <p:pic>
          <p:nvPicPr>
            <p:cNvPr id="201751" name="Picture 138" descr="video1">
              <a:extLst>
                <a:ext uri="{FF2B5EF4-FFF2-40B4-BE49-F238E27FC236}">
                  <a16:creationId xmlns:a16="http://schemas.microsoft.com/office/drawing/2014/main" id="{01BF492B-1AD0-40B6-89FE-481BEC2970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3" y="3400"/>
              <a:ext cx="889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01733" name="Picture 20" descr="underline_base">
            <a:extLst>
              <a:ext uri="{FF2B5EF4-FFF2-40B4-BE49-F238E27FC236}">
                <a16:creationId xmlns:a16="http://schemas.microsoft.com/office/drawing/2014/main" id="{7760C571-22D6-440C-BFBA-B822B12D5331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13" y="946150"/>
            <a:ext cx="54848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1734" name="Group 349">
            <a:extLst>
              <a:ext uri="{FF2B5EF4-FFF2-40B4-BE49-F238E27FC236}">
                <a16:creationId xmlns:a16="http://schemas.microsoft.com/office/drawing/2014/main" id="{3D002C07-C262-43B2-99BD-148B564B6340}"/>
              </a:ext>
            </a:extLst>
          </p:cNvPr>
          <p:cNvGrpSpPr>
            <a:grpSpLocks/>
          </p:cNvGrpSpPr>
          <p:nvPr/>
        </p:nvGrpSpPr>
        <p:grpSpPr bwMode="auto">
          <a:xfrm>
            <a:off x="6399213" y="2905125"/>
            <a:ext cx="677862" cy="663575"/>
            <a:chOff x="4437" y="1472"/>
            <a:chExt cx="427" cy="418"/>
          </a:xfrm>
        </p:grpSpPr>
        <p:sp>
          <p:nvSpPr>
            <p:cNvPr id="201744" name="Rectangle 350">
              <a:extLst>
                <a:ext uri="{FF2B5EF4-FFF2-40B4-BE49-F238E27FC236}">
                  <a16:creationId xmlns:a16="http://schemas.microsoft.com/office/drawing/2014/main" id="{A1E19A9C-680B-4C3D-9D0A-4160A147D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3" y="1475"/>
              <a:ext cx="421" cy="361"/>
            </a:xfrm>
            <a:prstGeom prst="rect">
              <a:avLst/>
            </a:prstGeom>
            <a:gradFill rotWithShape="0">
              <a:gsLst>
                <a:gs pos="0">
                  <a:srgbClr val="475E76"/>
                </a:gs>
                <a:gs pos="50000">
                  <a:srgbClr val="99CCFF"/>
                </a:gs>
                <a:gs pos="100000">
                  <a:srgbClr val="475E76"/>
                </a:gs>
              </a:gsLst>
              <a:lin ang="5400000" scaled="1"/>
            </a:gra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01745" name="Rectangle 351">
              <a:extLst>
                <a:ext uri="{FF2B5EF4-FFF2-40B4-BE49-F238E27FC236}">
                  <a16:creationId xmlns:a16="http://schemas.microsoft.com/office/drawing/2014/main" id="{C0CB9B3D-72CF-4BF0-AAE5-B53E19CE9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01746" name="Rectangle 352">
              <a:extLst>
                <a:ext uri="{FF2B5EF4-FFF2-40B4-BE49-F238E27FC236}">
                  <a16:creationId xmlns:a16="http://schemas.microsoft.com/office/drawing/2014/main" id="{F44DC85A-0644-47B5-ACF0-5741BD42E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1866"/>
              <a:ext cx="414" cy="24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01747" name="Rectangle 353">
              <a:extLst>
                <a:ext uri="{FF2B5EF4-FFF2-40B4-BE49-F238E27FC236}">
                  <a16:creationId xmlns:a16="http://schemas.microsoft.com/office/drawing/2014/main" id="{5B09C0B7-7B7D-485E-B80A-7A44EB782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1472"/>
              <a:ext cx="423" cy="356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201735" name="TextBox 1">
            <a:extLst>
              <a:ext uri="{FF2B5EF4-FFF2-40B4-BE49-F238E27FC236}">
                <a16:creationId xmlns:a16="http://schemas.microsoft.com/office/drawing/2014/main" id="{1557FD47-E2FE-4351-8084-5024DC9B3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3" y="1497013"/>
            <a:ext cx="27495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>
                <a:latin typeface="Arial" panose="020B0604020202020204" pitchFamily="34" charset="0"/>
              </a:rPr>
              <a:t>simple scenario</a:t>
            </a:r>
            <a:r>
              <a:rPr lang="en-US" altLang="en-US" sz="2000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201736" name="Freeform 1287">
            <a:extLst>
              <a:ext uri="{FF2B5EF4-FFF2-40B4-BE49-F238E27FC236}">
                <a16:creationId xmlns:a16="http://schemas.microsoft.com/office/drawing/2014/main" id="{7F45C318-DDF1-431D-AC88-FE4F3A055B21}"/>
              </a:ext>
            </a:extLst>
          </p:cNvPr>
          <p:cNvSpPr>
            <a:spLocks/>
          </p:cNvSpPr>
          <p:nvPr/>
        </p:nvSpPr>
        <p:spPr bwMode="auto">
          <a:xfrm>
            <a:off x="2908300" y="2346325"/>
            <a:ext cx="2320925" cy="1228725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HK" altLang="en-US"/>
          </a:p>
        </p:txBody>
      </p:sp>
      <p:cxnSp>
        <p:nvCxnSpPr>
          <p:cNvPr id="201737" name="Straight Connector 45">
            <a:extLst>
              <a:ext uri="{FF2B5EF4-FFF2-40B4-BE49-F238E27FC236}">
                <a16:creationId xmlns:a16="http://schemas.microsoft.com/office/drawing/2014/main" id="{9C41803A-3DB1-4AA4-BA54-0B929161E5D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549525" y="2911475"/>
            <a:ext cx="1241425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1738" name="Straight Connector 46">
            <a:extLst>
              <a:ext uri="{FF2B5EF4-FFF2-40B4-BE49-F238E27FC236}">
                <a16:creationId xmlns:a16="http://schemas.microsoft.com/office/drawing/2014/main" id="{25D3885F-CAE6-489D-ABAB-D28D7AF86AD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60888" y="2941638"/>
            <a:ext cx="1531937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1739" name="TextBox 64">
            <a:extLst>
              <a:ext uri="{FF2B5EF4-FFF2-40B4-BE49-F238E27FC236}">
                <a16:creationId xmlns:a16="http://schemas.microsoft.com/office/drawing/2014/main" id="{09D82ABF-A039-4A25-BAAF-5D8310CD2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425" y="3611563"/>
            <a:ext cx="16525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video server</a:t>
            </a:r>
          </a:p>
          <a:p>
            <a:pPr algn="ctr"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(stored video)</a:t>
            </a:r>
            <a:endParaRPr lang="en-US" altLang="en-US" sz="1800" i="1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1740" name="TextBox 64">
            <a:extLst>
              <a:ext uri="{FF2B5EF4-FFF2-40B4-BE49-F238E27FC236}">
                <a16:creationId xmlns:a16="http://schemas.microsoft.com/office/drawing/2014/main" id="{9A508D9A-AD94-40F2-88AE-C0AD38972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5075" y="3719513"/>
            <a:ext cx="766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800">
                <a:solidFill>
                  <a:srgbClr val="000000"/>
                </a:solidFill>
                <a:latin typeface="Arial" panose="020B0604020202020204" pitchFamily="34" charset="0"/>
              </a:rPr>
              <a:t>client</a:t>
            </a:r>
            <a:endParaRPr lang="en-US" altLang="en-US" sz="1800" i="1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1741" name="TextBox 64">
            <a:extLst>
              <a:ext uri="{FF2B5EF4-FFF2-40B4-BE49-F238E27FC236}">
                <a16:creationId xmlns:a16="http://schemas.microsoft.com/office/drawing/2014/main" id="{08DA7A2E-77EA-4594-B78B-046E60A7B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350" y="3175000"/>
            <a:ext cx="9191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600">
                <a:solidFill>
                  <a:srgbClr val="000000"/>
                </a:solidFill>
                <a:latin typeface="Arial" panose="020B0604020202020204" pitchFamily="34" charset="0"/>
              </a:rPr>
              <a:t>Internet</a:t>
            </a:r>
            <a:endParaRPr lang="en-US" altLang="en-US" sz="1800" i="1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201742" name="Rectangle 7">
            <a:extLst>
              <a:ext uri="{FF2B5EF4-FFF2-40B4-BE49-F238E27FC236}">
                <a16:creationId xmlns:a16="http://schemas.microsoft.com/office/drawing/2014/main" id="{3AA0887A-1F18-48D2-800E-0BE20C9B02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24675" y="6454775"/>
            <a:ext cx="1547813" cy="300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01743" name="Rectangle 8">
            <a:extLst>
              <a:ext uri="{FF2B5EF4-FFF2-40B4-BE49-F238E27FC236}">
                <a16:creationId xmlns:a16="http://schemas.microsoft.com/office/drawing/2014/main" id="{D5218981-BF85-4F64-9C97-8A00B3B5D5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1F6CEB4B-E527-42E8-A97B-A60D5DB3CDD4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CB2E576-01C7-798F-DE86-89703DA197CE}"/>
              </a:ext>
            </a:extLst>
          </p:cNvPr>
          <p:cNvSpPr txBox="1"/>
          <p:nvPr/>
        </p:nvSpPr>
        <p:spPr>
          <a:xfrm>
            <a:off x="476593" y="5502434"/>
            <a:ext cx="87719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HK" u="sng" dirty="0">
                <a:solidFill>
                  <a:srgbClr val="FF0000"/>
                </a:solidFill>
                <a:latin typeface="ArialMT"/>
              </a:rPr>
              <a:t>S</a:t>
            </a:r>
            <a:r>
              <a:rPr lang="en-US" altLang="zh-HK" sz="2000" b="0" i="0" u="sng" strike="noStrike" baseline="0" dirty="0">
                <a:solidFill>
                  <a:srgbClr val="FF0000"/>
                </a:solidFill>
                <a:latin typeface="ArialMT"/>
              </a:rPr>
              <a:t>hortcoming</a:t>
            </a:r>
            <a:r>
              <a:rPr lang="en-US" altLang="zh-HK" sz="2000" b="0" i="0" u="none" strike="noStrike" baseline="0" dirty="0">
                <a:solidFill>
                  <a:srgbClr val="333333"/>
                </a:solidFill>
                <a:latin typeface="ArialMT"/>
              </a:rPr>
              <a:t>: All clients receive the </a:t>
            </a:r>
            <a:r>
              <a:rPr lang="en-US" altLang="zh-HK" sz="2000" b="0" i="0" u="none" strike="noStrike" baseline="0" dirty="0">
                <a:solidFill>
                  <a:srgbClr val="FF0000"/>
                </a:solidFill>
                <a:latin typeface="ArialMT"/>
              </a:rPr>
              <a:t>same encoding </a:t>
            </a:r>
            <a:r>
              <a:rPr lang="en-US" altLang="zh-HK" sz="2000" b="0" i="0" u="none" strike="noStrike" baseline="0" dirty="0">
                <a:solidFill>
                  <a:srgbClr val="333333"/>
                </a:solidFill>
                <a:latin typeface="ArialMT"/>
              </a:rPr>
              <a:t>of the video, </a:t>
            </a:r>
          </a:p>
          <a:p>
            <a:pPr algn="l"/>
            <a:r>
              <a:rPr lang="en-US" altLang="zh-HK" sz="2000" b="0" i="0" u="none" strike="noStrike" baseline="0" dirty="0">
                <a:solidFill>
                  <a:srgbClr val="333333"/>
                </a:solidFill>
                <a:latin typeface="ArialMT"/>
              </a:rPr>
              <a:t>despite the </a:t>
            </a:r>
            <a:r>
              <a:rPr lang="en-US" altLang="zh-HK" sz="2000" b="0" i="0" u="none" strike="noStrike" baseline="0" dirty="0">
                <a:solidFill>
                  <a:srgbClr val="0070C0"/>
                </a:solidFill>
                <a:latin typeface="ArialMT"/>
              </a:rPr>
              <a:t>large variations in the amount of bandwidth</a:t>
            </a:r>
            <a:r>
              <a:rPr lang="en-US" altLang="zh-HK" sz="2000" b="0" i="0" u="none" strike="noStrike" baseline="0" dirty="0">
                <a:solidFill>
                  <a:srgbClr val="333333"/>
                </a:solidFill>
                <a:latin typeface="ArialMT"/>
              </a:rPr>
              <a:t> available to a client,</a:t>
            </a:r>
          </a:p>
          <a:p>
            <a:pPr algn="l"/>
            <a:r>
              <a:rPr lang="en-US" altLang="zh-HK" sz="2000" b="0" i="0" u="none" strike="noStrike" baseline="0" dirty="0">
                <a:solidFill>
                  <a:srgbClr val="333333"/>
                </a:solidFill>
                <a:latin typeface="ArialMT"/>
              </a:rPr>
              <a:t>both </a:t>
            </a:r>
            <a:r>
              <a:rPr lang="en-US" altLang="zh-HK" sz="2000" b="0" i="0" u="none" strike="noStrike" baseline="0" dirty="0">
                <a:solidFill>
                  <a:srgbClr val="0070C0"/>
                </a:solidFill>
                <a:latin typeface="ArialMT"/>
              </a:rPr>
              <a:t>across different clients </a:t>
            </a:r>
            <a:r>
              <a:rPr lang="en-US" altLang="zh-HK" sz="2000" b="0" i="0" u="none" strike="noStrike" baseline="0" dirty="0">
                <a:solidFill>
                  <a:srgbClr val="333333"/>
                </a:solidFill>
                <a:latin typeface="ArialMT"/>
              </a:rPr>
              <a:t>and also </a:t>
            </a:r>
            <a:r>
              <a:rPr lang="en-US" altLang="zh-HK" sz="2000" b="0" i="0" u="none" strike="noStrike" baseline="0" dirty="0">
                <a:solidFill>
                  <a:srgbClr val="0070C0"/>
                </a:solidFill>
                <a:latin typeface="ArialMT"/>
              </a:rPr>
              <a:t>over time for the same client</a:t>
            </a:r>
            <a:r>
              <a:rPr lang="en-US" altLang="zh-HK" sz="2000" b="0" i="0" u="none" strike="noStrike" baseline="0" dirty="0">
                <a:solidFill>
                  <a:srgbClr val="333333"/>
                </a:solidFill>
                <a:latin typeface="ArialMT"/>
              </a:rPr>
              <a:t>.</a:t>
            </a:r>
            <a:endParaRPr lang="zh-HK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7" name="Rectangle 2">
            <a:extLst>
              <a:ext uri="{FF2B5EF4-FFF2-40B4-BE49-F238E27FC236}">
                <a16:creationId xmlns:a16="http://schemas.microsoft.com/office/drawing/2014/main" id="{F10CF543-3664-4877-9912-8AD3EA6C94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950" y="228600"/>
            <a:ext cx="8172450" cy="871538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Streaming multimedia: DASH</a:t>
            </a:r>
          </a:p>
        </p:txBody>
      </p:sp>
      <p:sp>
        <p:nvSpPr>
          <p:cNvPr id="203778" name="Rectangle 3">
            <a:extLst>
              <a:ext uri="{FF2B5EF4-FFF2-40B4-BE49-F238E27FC236}">
                <a16:creationId xmlns:a16="http://schemas.microsoft.com/office/drawing/2014/main" id="{4B0773C2-8D27-4C21-AF3A-6D9A01714E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0075" y="1381125"/>
            <a:ext cx="7772400" cy="5053013"/>
          </a:xfrm>
        </p:spPr>
        <p:txBody>
          <a:bodyPr/>
          <a:lstStyle/>
          <a:p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DASH: D</a:t>
            </a:r>
            <a:r>
              <a:rPr lang="en-US" altLang="en-US" dirty="0">
                <a:ea typeface="ＭＳ Ｐゴシック" panose="020B0600070205080204" pitchFamily="34" charset="-128"/>
              </a:rPr>
              <a:t>ynamic, </a:t>
            </a: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en-US" dirty="0">
                <a:ea typeface="ＭＳ Ｐゴシック" panose="020B0600070205080204" pitchFamily="34" charset="-128"/>
              </a:rPr>
              <a:t>daptive </a:t>
            </a: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</a:t>
            </a:r>
            <a:r>
              <a:rPr lang="en-US" altLang="en-US" dirty="0">
                <a:ea typeface="ＭＳ Ｐゴシック" panose="020B0600070205080204" pitchFamily="34" charset="-128"/>
              </a:rPr>
              <a:t>treaming over </a:t>
            </a: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</a:t>
            </a:r>
            <a:r>
              <a:rPr lang="en-US" altLang="en-US" dirty="0">
                <a:ea typeface="ＭＳ Ｐゴシック" panose="020B0600070205080204" pitchFamily="34" charset="-128"/>
              </a:rPr>
              <a:t>TTP</a:t>
            </a:r>
          </a:p>
          <a:p>
            <a:r>
              <a:rPr lang="en-US" altLang="en-US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server: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divides video file into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multiple chunks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each chunk stored,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encoded at different rates </a:t>
            </a:r>
          </a:p>
          <a:p>
            <a:pPr lvl="1"/>
            <a:r>
              <a:rPr lang="en-US" altLang="en-US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manifest file</a:t>
            </a:r>
            <a:r>
              <a:rPr lang="en-US" altLang="en-US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: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provides URLs for different chunks</a:t>
            </a:r>
          </a:p>
        </p:txBody>
      </p:sp>
      <p:pic>
        <p:nvPicPr>
          <p:cNvPr id="203779" name="Picture 17" descr="underline_base">
            <a:extLst>
              <a:ext uri="{FF2B5EF4-FFF2-40B4-BE49-F238E27FC236}">
                <a16:creationId xmlns:a16="http://schemas.microsoft.com/office/drawing/2014/main" id="{1915DFFD-F34C-4EE4-9A64-A2274135808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9572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80" name="Rectangle 7">
            <a:extLst>
              <a:ext uri="{FF2B5EF4-FFF2-40B4-BE49-F238E27FC236}">
                <a16:creationId xmlns:a16="http://schemas.microsoft.com/office/drawing/2014/main" id="{CB9159AD-366D-45D6-B4AE-FE17C320F9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24675" y="6454775"/>
            <a:ext cx="1547813" cy="300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03781" name="Rectangle 8">
            <a:extLst>
              <a:ext uri="{FF2B5EF4-FFF2-40B4-BE49-F238E27FC236}">
                <a16:creationId xmlns:a16="http://schemas.microsoft.com/office/drawing/2014/main" id="{77BC9319-73CE-4E97-864F-06BED500E6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02635201-145E-4005-A94E-539AF91F1791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5" name="Rectangle 2">
            <a:extLst>
              <a:ext uri="{FF2B5EF4-FFF2-40B4-BE49-F238E27FC236}">
                <a16:creationId xmlns:a16="http://schemas.microsoft.com/office/drawing/2014/main" id="{22C62C5A-D830-4EE1-83A8-EC7FA0B2A8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950" y="228600"/>
            <a:ext cx="8172450" cy="871538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Streaming multimedia: DASH</a:t>
            </a:r>
          </a:p>
        </p:txBody>
      </p:sp>
      <p:sp>
        <p:nvSpPr>
          <p:cNvPr id="205826" name="Rectangle 3">
            <a:extLst>
              <a:ext uri="{FF2B5EF4-FFF2-40B4-BE49-F238E27FC236}">
                <a16:creationId xmlns:a16="http://schemas.microsoft.com/office/drawing/2014/main" id="{F42CB49A-FB18-47FC-A5AF-8D64025FE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0075" y="1198243"/>
            <a:ext cx="7772400" cy="5053013"/>
          </a:xfrm>
        </p:spPr>
        <p:txBody>
          <a:bodyPr/>
          <a:lstStyle/>
          <a:p>
            <a:r>
              <a:rPr lang="en-US" altLang="en-US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client:</a:t>
            </a:r>
          </a:p>
          <a:p>
            <a:pPr lvl="1"/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periodically measures server-to-client bandwidth</a:t>
            </a:r>
          </a:p>
          <a:p>
            <a:pPr lvl="1"/>
            <a:r>
              <a:rPr lang="en-US" altLang="en-US" dirty="0">
                <a:ea typeface="ＭＳ Ｐゴシック" panose="020B0600070205080204" pitchFamily="34" charset="-128"/>
              </a:rPr>
              <a:t>consulting manifest, requests one chunk at a time </a:t>
            </a:r>
          </a:p>
          <a:p>
            <a:pPr lvl="2"/>
            <a:r>
              <a:rPr lang="en-US" altLang="en-US" sz="2400" dirty="0">
                <a:solidFill>
                  <a:srgbClr val="0070C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chooses maximum coding rate sustainable</a:t>
            </a:r>
            <a:r>
              <a:rPr lang="en-US" altLang="en-US" sz="2400" dirty="0">
                <a:latin typeface="Gill Sans MT" panose="020B0502020104020203" pitchFamily="34" charset="0"/>
                <a:ea typeface="ＭＳ Ｐゴシック" panose="020B0600070205080204" pitchFamily="34" charset="-128"/>
              </a:rPr>
              <a:t> given current bandwidth</a:t>
            </a:r>
          </a:p>
          <a:p>
            <a:pPr lvl="2"/>
            <a:r>
              <a:rPr lang="en-US" altLang="en-US" sz="2400" dirty="0">
                <a:latin typeface="Gill Sans MT" panose="020B0502020104020203" pitchFamily="34" charset="0"/>
                <a:ea typeface="ＭＳ Ｐゴシック" panose="020B0600070205080204" pitchFamily="34" charset="-128"/>
              </a:rPr>
              <a:t>can choose different coding rates at </a:t>
            </a:r>
            <a:r>
              <a:rPr lang="en-US" altLang="en-US" sz="2400" dirty="0">
                <a:solidFill>
                  <a:srgbClr val="0070C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different points in time</a:t>
            </a:r>
            <a:r>
              <a:rPr lang="en-US" altLang="en-US" sz="2400" dirty="0">
                <a:latin typeface="Gill Sans MT" panose="020B0502020104020203" pitchFamily="34" charset="0"/>
                <a:ea typeface="ＭＳ Ｐゴシック" panose="020B0600070205080204" pitchFamily="34" charset="-128"/>
              </a:rPr>
              <a:t> (depending on available bandwidth at time)</a:t>
            </a:r>
            <a:endParaRPr lang="en-US" altLang="en-US" i="1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  <a:p>
            <a:r>
              <a:rPr lang="en-US" altLang="en-US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“intelligence” </a:t>
            </a:r>
            <a:r>
              <a:rPr lang="en-US" altLang="en-US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at client: </a:t>
            </a:r>
            <a:r>
              <a:rPr lang="en-US" altLang="en-US" dirty="0">
                <a:ea typeface="ＭＳ Ｐゴシック" panose="020B0600070205080204" pitchFamily="34" charset="-128"/>
              </a:rPr>
              <a:t>client determines</a:t>
            </a:r>
          </a:p>
          <a:p>
            <a:pPr lvl="1"/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when</a:t>
            </a:r>
            <a:r>
              <a:rPr lang="en-US" altLang="en-US" i="1" dirty="0">
                <a:solidFill>
                  <a:srgbClr val="8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to request chunk (so that buffer starvation, or overflow does not occur)</a:t>
            </a:r>
          </a:p>
          <a:p>
            <a:pPr lvl="1"/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what encoding rate </a:t>
            </a: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to request </a:t>
            </a:r>
            <a:r>
              <a:rPr lang="en-US" altLang="en-US" dirty="0">
                <a:ea typeface="ＭＳ Ｐゴシック" panose="020B0600070205080204" pitchFamily="34" charset="-128"/>
              </a:rPr>
              <a:t>(higher quality when more bandwidth available) </a:t>
            </a:r>
            <a:endParaRPr lang="en-US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lvl="1"/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where</a:t>
            </a:r>
            <a:r>
              <a:rPr lang="en-US" altLang="en-US" i="1" dirty="0">
                <a:solidFill>
                  <a:srgbClr val="8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to request chunk </a:t>
            </a:r>
            <a:r>
              <a:rPr lang="en-US" altLang="en-US" dirty="0">
                <a:ea typeface="ＭＳ Ｐゴシック" panose="020B0600070205080204" pitchFamily="34" charset="-128"/>
              </a:rPr>
              <a:t>(can request from URL server that is “close” to client or has high available bandwidth) </a:t>
            </a:r>
          </a:p>
        </p:txBody>
      </p:sp>
      <p:pic>
        <p:nvPicPr>
          <p:cNvPr id="205827" name="Picture 17" descr="underline_base">
            <a:extLst>
              <a:ext uri="{FF2B5EF4-FFF2-40B4-BE49-F238E27FC236}">
                <a16:creationId xmlns:a16="http://schemas.microsoft.com/office/drawing/2014/main" id="{D140C70F-8DF2-49FA-9E43-31D9A591063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9572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828" name="Rectangle 7">
            <a:extLst>
              <a:ext uri="{FF2B5EF4-FFF2-40B4-BE49-F238E27FC236}">
                <a16:creationId xmlns:a16="http://schemas.microsoft.com/office/drawing/2014/main" id="{B7495C49-0947-48EB-A8BA-19321C3331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24675" y="6454775"/>
            <a:ext cx="1547813" cy="300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05829" name="Rectangle 8">
            <a:extLst>
              <a:ext uri="{FF2B5EF4-FFF2-40B4-BE49-F238E27FC236}">
                <a16:creationId xmlns:a16="http://schemas.microsoft.com/office/drawing/2014/main" id="{7AFD7F78-74C1-4AB0-8236-8C3159E99C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BAE4956F-1C38-49ED-84E2-993461F9FB9D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3" name="Rectangle 2">
            <a:extLst>
              <a:ext uri="{FF2B5EF4-FFF2-40B4-BE49-F238E27FC236}">
                <a16:creationId xmlns:a16="http://schemas.microsoft.com/office/drawing/2014/main" id="{39E2EEE1-F736-4175-B680-986CA5515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950" y="228600"/>
            <a:ext cx="8172450" cy="871538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Content distribution networks</a:t>
            </a:r>
          </a:p>
        </p:txBody>
      </p:sp>
      <p:sp>
        <p:nvSpPr>
          <p:cNvPr id="207874" name="Rectangle 3">
            <a:extLst>
              <a:ext uri="{FF2B5EF4-FFF2-40B4-BE49-F238E27FC236}">
                <a16:creationId xmlns:a16="http://schemas.microsoft.com/office/drawing/2014/main" id="{B125A207-2EBC-4816-B0F3-00F8C1ACAE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0075" y="1381125"/>
            <a:ext cx="7772400" cy="5053013"/>
          </a:xfrm>
        </p:spPr>
        <p:txBody>
          <a:bodyPr/>
          <a:lstStyle/>
          <a:p>
            <a:pPr marL="287338" indent="-287338"/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challenge: </a:t>
            </a: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how to stream content (selected from millions of videos) to hundreds of thousands of </a:t>
            </a:r>
            <a:r>
              <a:rPr lang="en-US" altLang="en-US" i="1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simultaneous</a:t>
            </a: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 users?</a:t>
            </a:r>
          </a:p>
          <a:p>
            <a:pPr marL="287338" indent="-287338"/>
            <a:endParaRPr lang="en-US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marL="287338" indent="-287338"/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option 1: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single, large “mega-server”</a:t>
            </a:r>
          </a:p>
          <a:p>
            <a:pPr marL="681038" lvl="1" indent="-223838"/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single point of failure</a:t>
            </a:r>
          </a:p>
          <a:p>
            <a:pPr marL="681038" lvl="1" indent="-223838"/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point of network congestion</a:t>
            </a:r>
          </a:p>
          <a:p>
            <a:pPr marL="681038" lvl="1" indent="-223838"/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long path to distant clients</a:t>
            </a:r>
          </a:p>
          <a:p>
            <a:pPr marL="681038" lvl="1" indent="-223838"/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multiple copies of video sent over outgoing link</a:t>
            </a:r>
          </a:p>
          <a:p>
            <a:pPr marL="681038" lvl="1" indent="-223838">
              <a:buFont typeface="Arial" panose="020B0604020202020204" pitchFamily="34" charset="0"/>
              <a:buNone/>
            </a:pPr>
            <a:endParaRPr lang="en-US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marL="287338" indent="-287338"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….quite simply: this solution </a:t>
            </a:r>
            <a:r>
              <a:rPr lang="en-US" altLang="en-US" i="1" dirty="0" err="1">
                <a:solidFill>
                  <a:srgbClr val="CC0000"/>
                </a:solidFill>
                <a:ea typeface="ＭＳ Ｐゴシック" panose="020B0600070205080204" pitchFamily="34" charset="-128"/>
              </a:rPr>
              <a:t>doesn</a:t>
            </a:r>
            <a:r>
              <a:rPr lang="fr-FR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’</a:t>
            </a:r>
            <a:r>
              <a:rPr lang="en-US" altLang="ja-JP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 scale</a:t>
            </a:r>
          </a:p>
          <a:p>
            <a:pPr marL="681038" lvl="1" indent="-223838"/>
            <a:endParaRPr lang="en-US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marL="287338" indent="-287338"/>
            <a:endParaRPr lang="en-US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marL="287338" indent="-287338"/>
            <a:endParaRPr lang="en-US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207875" name="Picture 17" descr="underline_base">
            <a:extLst>
              <a:ext uri="{FF2B5EF4-FFF2-40B4-BE49-F238E27FC236}">
                <a16:creationId xmlns:a16="http://schemas.microsoft.com/office/drawing/2014/main" id="{80A18F99-65C3-4D35-AC63-E70332090CFB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9572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876" name="Rectangle 7">
            <a:extLst>
              <a:ext uri="{FF2B5EF4-FFF2-40B4-BE49-F238E27FC236}">
                <a16:creationId xmlns:a16="http://schemas.microsoft.com/office/drawing/2014/main" id="{1FB3D97B-C874-4466-8D4C-5699691D2D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24675" y="6454775"/>
            <a:ext cx="1547813" cy="300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07877" name="Rectangle 8">
            <a:extLst>
              <a:ext uri="{FF2B5EF4-FFF2-40B4-BE49-F238E27FC236}">
                <a16:creationId xmlns:a16="http://schemas.microsoft.com/office/drawing/2014/main" id="{92488B15-4275-4C07-B111-CDFF74395D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DDBA7D35-E4A8-4700-B43F-C600F897F2F5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1" name="Rectangle 2">
            <a:extLst>
              <a:ext uri="{FF2B5EF4-FFF2-40B4-BE49-F238E27FC236}">
                <a16:creationId xmlns:a16="http://schemas.microsoft.com/office/drawing/2014/main" id="{5DEABE0D-0196-4199-9570-4EF67B8FC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950" y="228600"/>
            <a:ext cx="8172450" cy="871538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Content distribution networks</a:t>
            </a:r>
          </a:p>
        </p:txBody>
      </p:sp>
      <p:sp>
        <p:nvSpPr>
          <p:cNvPr id="209922" name="Rectangle 3">
            <a:extLst>
              <a:ext uri="{FF2B5EF4-FFF2-40B4-BE49-F238E27FC236}">
                <a16:creationId xmlns:a16="http://schemas.microsoft.com/office/drawing/2014/main" id="{FA3B19D9-1A1B-4418-833A-06C19E6C96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0075" y="1381125"/>
            <a:ext cx="7772400" cy="5053013"/>
          </a:xfrm>
        </p:spPr>
        <p:txBody>
          <a:bodyPr/>
          <a:lstStyle/>
          <a:p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option 2: </a:t>
            </a: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store/serve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multiple copies</a:t>
            </a: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 of videos at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multiple geographically distributed sites</a:t>
            </a:r>
          </a:p>
          <a:p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CDN </a:t>
            </a:r>
            <a:r>
              <a:rPr lang="en-US" altLang="en-US" dirty="0">
                <a:ea typeface="ＭＳ Ｐゴシック" panose="020B0600070205080204" pitchFamily="34" charset="-128"/>
              </a:rPr>
              <a:t>typically adopts one of two different 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server placement</a:t>
            </a:r>
            <a:r>
              <a:rPr lang="en-US" altLang="en-US" dirty="0">
                <a:ea typeface="ＭＳ Ｐゴシック" panose="020B0600070205080204" pitchFamily="34" charset="-128"/>
              </a:rPr>
              <a:t> philosophies:</a:t>
            </a:r>
          </a:p>
          <a:p>
            <a:pPr lvl="1"/>
            <a:r>
              <a:rPr lang="en-US" altLang="en-US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enter deep</a:t>
            </a:r>
            <a:r>
              <a:rPr lang="en-US" altLang="en-US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: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push CDN servers deep into many access networks</a:t>
            </a: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 </a:t>
            </a:r>
          </a:p>
          <a:p>
            <a:pPr lvl="2">
              <a:lnSpc>
                <a:spcPts val="2000"/>
              </a:lnSpc>
            </a:pPr>
            <a:r>
              <a:rPr lang="en-US" altLang="en-US" dirty="0">
                <a:solidFill>
                  <a:srgbClr val="00000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close to users</a:t>
            </a:r>
          </a:p>
          <a:p>
            <a:pPr lvl="2">
              <a:lnSpc>
                <a:spcPts val="2000"/>
              </a:lnSpc>
            </a:pPr>
            <a:r>
              <a:rPr lang="en-US" altLang="en-US" dirty="0">
                <a:solidFill>
                  <a:srgbClr val="00000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used by Akamai, 1700 locations</a:t>
            </a:r>
          </a:p>
          <a:p>
            <a:pPr lvl="1"/>
            <a:r>
              <a:rPr lang="en-US" altLang="en-US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bring home</a:t>
            </a:r>
            <a:r>
              <a:rPr lang="en-US" altLang="en-US" i="1" dirty="0">
                <a:solidFill>
                  <a:srgbClr val="000099"/>
                </a:solidFill>
                <a:ea typeface="ＭＳ Ｐゴシック" panose="020B0600070205080204" pitchFamily="34" charset="-128"/>
              </a:rPr>
              <a:t>: </a:t>
            </a: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smaller number (10’s) of larger clusters in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Internet Exchange Points (IXPs)</a:t>
            </a:r>
            <a:r>
              <a:rPr lang="en-US" altLang="en-US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 near (but not within) access networks</a:t>
            </a:r>
          </a:p>
          <a:p>
            <a:pPr lvl="2"/>
            <a:r>
              <a:rPr lang="en-US" altLang="en-US" dirty="0">
                <a:solidFill>
                  <a:srgbClr val="000000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rPr>
              <a:t>used by Limelight</a:t>
            </a:r>
            <a:endParaRPr lang="en-US" altLang="en-US" i="1" dirty="0">
              <a:solidFill>
                <a:srgbClr val="CC0000"/>
              </a:solidFill>
              <a:latin typeface="Gill Sans MT" panose="020B0502020104020203" pitchFamily="34" charset="0"/>
              <a:ea typeface="ＭＳ Ｐゴシック" panose="020B0600070205080204" pitchFamily="34" charset="-128"/>
            </a:endParaRPr>
          </a:p>
          <a:p>
            <a:pPr lvl="1"/>
            <a:endParaRPr lang="en-US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endParaRPr lang="en-US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endParaRPr lang="en-US" altLang="en-US" dirty="0">
              <a:solidFill>
                <a:srgbClr val="000000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209923" name="Picture 17" descr="underline_base">
            <a:extLst>
              <a:ext uri="{FF2B5EF4-FFF2-40B4-BE49-F238E27FC236}">
                <a16:creationId xmlns:a16="http://schemas.microsoft.com/office/drawing/2014/main" id="{0188E172-A2C9-4DFC-A624-323FEDC0B5A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" y="957263"/>
            <a:ext cx="6856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9924" name="Rectangle 7">
            <a:extLst>
              <a:ext uri="{FF2B5EF4-FFF2-40B4-BE49-F238E27FC236}">
                <a16:creationId xmlns:a16="http://schemas.microsoft.com/office/drawing/2014/main" id="{5219FC6C-D2BA-479E-BD70-4029841136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24675" y="6454775"/>
            <a:ext cx="1547813" cy="300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09925" name="Rectangle 8">
            <a:extLst>
              <a:ext uri="{FF2B5EF4-FFF2-40B4-BE49-F238E27FC236}">
                <a16:creationId xmlns:a16="http://schemas.microsoft.com/office/drawing/2014/main" id="{A3A5941F-D42C-4403-B773-D918D6C0EA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3A9AAB59-A142-451D-9E24-D48056CFA61D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9CA76F3A-DB68-4685-A2E4-7B1C8BFD50C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5588" y="165100"/>
            <a:ext cx="8096250" cy="650875"/>
          </a:xfrm>
        </p:spPr>
        <p:txBody>
          <a:bodyPr/>
          <a:lstStyle/>
          <a:p>
            <a:pPr eaLnBrk="1" hangingPunct="1"/>
            <a:r>
              <a:rPr lang="en-US" altLang="zh-TW" sz="3600">
                <a:ea typeface="ＭＳ Ｐゴシック" panose="020B0600070205080204" pitchFamily="34" charset="-128"/>
              </a:rPr>
              <a:t>Internet structure: network of networks</a:t>
            </a:r>
            <a:endParaRPr lang="en-US" altLang="zh-TW">
              <a:ea typeface="ＭＳ Ｐゴシック" panose="020B0600070205080204" pitchFamily="34" charset="-128"/>
            </a:endParaRPr>
          </a:p>
        </p:txBody>
      </p:sp>
      <p:pic>
        <p:nvPicPr>
          <p:cNvPr id="80899" name="Picture 76" descr="underline_base">
            <a:extLst>
              <a:ext uri="{FF2B5EF4-FFF2-40B4-BE49-F238E27FC236}">
                <a16:creationId xmlns:a16="http://schemas.microsoft.com/office/drawing/2014/main" id="{F17CD28F-C56B-400D-BF97-1FAADACB468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674688"/>
            <a:ext cx="7769225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0900" name="Group 5">
            <a:extLst>
              <a:ext uri="{FF2B5EF4-FFF2-40B4-BE49-F238E27FC236}">
                <a16:creationId xmlns:a16="http://schemas.microsoft.com/office/drawing/2014/main" id="{42460F9F-5403-47E9-B3A2-1F44355153DC}"/>
              </a:ext>
            </a:extLst>
          </p:cNvPr>
          <p:cNvGrpSpPr>
            <a:grpSpLocks/>
          </p:cNvGrpSpPr>
          <p:nvPr/>
        </p:nvGrpSpPr>
        <p:grpSpPr bwMode="auto">
          <a:xfrm>
            <a:off x="450850" y="1849438"/>
            <a:ext cx="8437563" cy="4559300"/>
            <a:chOff x="154891" y="1905681"/>
            <a:chExt cx="8436427" cy="4559651"/>
          </a:xfrm>
        </p:grpSpPr>
        <p:grpSp>
          <p:nvGrpSpPr>
            <p:cNvPr id="81193" name="Group 2">
              <a:extLst>
                <a:ext uri="{FF2B5EF4-FFF2-40B4-BE49-F238E27FC236}">
                  <a16:creationId xmlns:a16="http://schemas.microsoft.com/office/drawing/2014/main" id="{470C6F3F-357C-4A38-84C7-1F48212C54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81245" name="Freeform 84">
                <a:extLst>
                  <a:ext uri="{FF2B5EF4-FFF2-40B4-BE49-F238E27FC236}">
                    <a16:creationId xmlns:a16="http://schemas.microsoft.com/office/drawing/2014/main" id="{5F074ED2-3111-4149-B47A-0A89C3F3BE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46" name="TextBox 1">
                <a:extLst>
                  <a:ext uri="{FF2B5EF4-FFF2-40B4-BE49-F238E27FC236}">
                    <a16:creationId xmlns:a16="http://schemas.microsoft.com/office/drawing/2014/main" id="{24DAB371-7E65-414A-BD99-838A2A517E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194" name="Group 131">
              <a:extLst>
                <a:ext uri="{FF2B5EF4-FFF2-40B4-BE49-F238E27FC236}">
                  <a16:creationId xmlns:a16="http://schemas.microsoft.com/office/drawing/2014/main" id="{4F406206-2462-4F9C-900D-A59644411F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81243" name="Freeform 84">
                <a:extLst>
                  <a:ext uri="{FF2B5EF4-FFF2-40B4-BE49-F238E27FC236}">
                    <a16:creationId xmlns:a16="http://schemas.microsoft.com/office/drawing/2014/main" id="{7CEED58A-A923-4754-A4A8-409B6B8825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44" name="TextBox 133">
                <a:extLst>
                  <a:ext uri="{FF2B5EF4-FFF2-40B4-BE49-F238E27FC236}">
                    <a16:creationId xmlns:a16="http://schemas.microsoft.com/office/drawing/2014/main" id="{21471D43-4D96-4EB8-B822-494FB5ECAD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195" name="Group 135">
              <a:extLst>
                <a:ext uri="{FF2B5EF4-FFF2-40B4-BE49-F238E27FC236}">
                  <a16:creationId xmlns:a16="http://schemas.microsoft.com/office/drawing/2014/main" id="{9BF2EF4A-6E2E-4592-9425-72161E1851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81241" name="Freeform 84">
                <a:extLst>
                  <a:ext uri="{FF2B5EF4-FFF2-40B4-BE49-F238E27FC236}">
                    <a16:creationId xmlns:a16="http://schemas.microsoft.com/office/drawing/2014/main" id="{4AB91528-3CFB-453D-A224-160168466D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42" name="TextBox 137">
                <a:extLst>
                  <a:ext uri="{FF2B5EF4-FFF2-40B4-BE49-F238E27FC236}">
                    <a16:creationId xmlns:a16="http://schemas.microsoft.com/office/drawing/2014/main" id="{667AC504-16DC-4C5B-B7D9-829F9A29B9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196" name="Group 138">
              <a:extLst>
                <a:ext uri="{FF2B5EF4-FFF2-40B4-BE49-F238E27FC236}">
                  <a16:creationId xmlns:a16="http://schemas.microsoft.com/office/drawing/2014/main" id="{B71F7343-9B5D-4C6B-965E-0D99B800B9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81239" name="Freeform 84">
                <a:extLst>
                  <a:ext uri="{FF2B5EF4-FFF2-40B4-BE49-F238E27FC236}">
                    <a16:creationId xmlns:a16="http://schemas.microsoft.com/office/drawing/2014/main" id="{979C5982-085F-4A4F-B08E-17E1D8B85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40" name="TextBox 140">
                <a:extLst>
                  <a:ext uri="{FF2B5EF4-FFF2-40B4-BE49-F238E27FC236}">
                    <a16:creationId xmlns:a16="http://schemas.microsoft.com/office/drawing/2014/main" id="{9190C657-12E9-4F01-96FC-8144C82B1E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197" name="Group 141">
              <a:extLst>
                <a:ext uri="{FF2B5EF4-FFF2-40B4-BE49-F238E27FC236}">
                  <a16:creationId xmlns:a16="http://schemas.microsoft.com/office/drawing/2014/main" id="{5544C0D2-1693-4EE9-A281-46C598D606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81237" name="Freeform 84">
                <a:extLst>
                  <a:ext uri="{FF2B5EF4-FFF2-40B4-BE49-F238E27FC236}">
                    <a16:creationId xmlns:a16="http://schemas.microsoft.com/office/drawing/2014/main" id="{D71D05D2-2761-452F-A972-3BB248370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38" name="TextBox 143">
                <a:extLst>
                  <a:ext uri="{FF2B5EF4-FFF2-40B4-BE49-F238E27FC236}">
                    <a16:creationId xmlns:a16="http://schemas.microsoft.com/office/drawing/2014/main" id="{1ADDFCEC-4BFB-49CD-831E-AD225CB5E3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198" name="Group 144">
              <a:extLst>
                <a:ext uri="{FF2B5EF4-FFF2-40B4-BE49-F238E27FC236}">
                  <a16:creationId xmlns:a16="http://schemas.microsoft.com/office/drawing/2014/main" id="{931FB7FB-563D-4A84-9E30-FB10BB3F44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81235" name="Freeform 84">
                <a:extLst>
                  <a:ext uri="{FF2B5EF4-FFF2-40B4-BE49-F238E27FC236}">
                    <a16:creationId xmlns:a16="http://schemas.microsoft.com/office/drawing/2014/main" id="{0FEA9B12-90C5-4542-9248-E586D2984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36" name="TextBox 146">
                <a:extLst>
                  <a:ext uri="{FF2B5EF4-FFF2-40B4-BE49-F238E27FC236}">
                    <a16:creationId xmlns:a16="http://schemas.microsoft.com/office/drawing/2014/main" id="{75AEE9C1-52E8-4E1A-97E2-B761BD769B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199" name="Group 147">
              <a:extLst>
                <a:ext uri="{FF2B5EF4-FFF2-40B4-BE49-F238E27FC236}">
                  <a16:creationId xmlns:a16="http://schemas.microsoft.com/office/drawing/2014/main" id="{33AFD10D-8100-4E6F-A87A-C615A4971D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81233" name="Freeform 84">
                <a:extLst>
                  <a:ext uri="{FF2B5EF4-FFF2-40B4-BE49-F238E27FC236}">
                    <a16:creationId xmlns:a16="http://schemas.microsoft.com/office/drawing/2014/main" id="{7B200F71-6838-40FE-9950-69CE77ED74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34" name="TextBox 149">
                <a:extLst>
                  <a:ext uri="{FF2B5EF4-FFF2-40B4-BE49-F238E27FC236}">
                    <a16:creationId xmlns:a16="http://schemas.microsoft.com/office/drawing/2014/main" id="{AB402212-0FAE-4F73-AFFA-9CB3C4E407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0" name="Group 150">
              <a:extLst>
                <a:ext uri="{FF2B5EF4-FFF2-40B4-BE49-F238E27FC236}">
                  <a16:creationId xmlns:a16="http://schemas.microsoft.com/office/drawing/2014/main" id="{A7945145-F56E-4838-9CB4-5063C7F02F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81231" name="Freeform 84">
                <a:extLst>
                  <a:ext uri="{FF2B5EF4-FFF2-40B4-BE49-F238E27FC236}">
                    <a16:creationId xmlns:a16="http://schemas.microsoft.com/office/drawing/2014/main" id="{8B440D4B-D4E6-4EBE-9D17-CCDDA4682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32" name="TextBox 152">
                <a:extLst>
                  <a:ext uri="{FF2B5EF4-FFF2-40B4-BE49-F238E27FC236}">
                    <a16:creationId xmlns:a16="http://schemas.microsoft.com/office/drawing/2014/main" id="{A0BC1E95-18DE-4CA4-802B-8E1566CBC2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1" name="Group 153">
              <a:extLst>
                <a:ext uri="{FF2B5EF4-FFF2-40B4-BE49-F238E27FC236}">
                  <a16:creationId xmlns:a16="http://schemas.microsoft.com/office/drawing/2014/main" id="{B03A6625-86A6-4967-A876-39AF93BF6E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81229" name="Freeform 84">
                <a:extLst>
                  <a:ext uri="{FF2B5EF4-FFF2-40B4-BE49-F238E27FC236}">
                    <a16:creationId xmlns:a16="http://schemas.microsoft.com/office/drawing/2014/main" id="{E8004B00-34C0-4E16-96FD-27434728FF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30" name="TextBox 155">
                <a:extLst>
                  <a:ext uri="{FF2B5EF4-FFF2-40B4-BE49-F238E27FC236}">
                    <a16:creationId xmlns:a16="http://schemas.microsoft.com/office/drawing/2014/main" id="{342419F8-3BAC-4A9B-B3D6-3313193C64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2" name="Group 156">
              <a:extLst>
                <a:ext uri="{FF2B5EF4-FFF2-40B4-BE49-F238E27FC236}">
                  <a16:creationId xmlns:a16="http://schemas.microsoft.com/office/drawing/2014/main" id="{09CC63FB-C7E3-443A-9BAA-56BBFF8619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81227" name="Freeform 84">
                <a:extLst>
                  <a:ext uri="{FF2B5EF4-FFF2-40B4-BE49-F238E27FC236}">
                    <a16:creationId xmlns:a16="http://schemas.microsoft.com/office/drawing/2014/main" id="{06400C62-FBF3-46A2-99B4-1E8DE2C05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28" name="TextBox 158">
                <a:extLst>
                  <a:ext uri="{FF2B5EF4-FFF2-40B4-BE49-F238E27FC236}">
                    <a16:creationId xmlns:a16="http://schemas.microsoft.com/office/drawing/2014/main" id="{AE2589B3-FB1D-4A1F-B144-C2DBF7CC5D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3" name="Group 160">
              <a:extLst>
                <a:ext uri="{FF2B5EF4-FFF2-40B4-BE49-F238E27FC236}">
                  <a16:creationId xmlns:a16="http://schemas.microsoft.com/office/drawing/2014/main" id="{4AFAB9BF-97F8-46E1-B65C-0BE1CB17D7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81225" name="Freeform 84">
                <a:extLst>
                  <a:ext uri="{FF2B5EF4-FFF2-40B4-BE49-F238E27FC236}">
                    <a16:creationId xmlns:a16="http://schemas.microsoft.com/office/drawing/2014/main" id="{A4709E2A-5EE8-4CD1-9D74-A49BC9B7A4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26" name="TextBox 162">
                <a:extLst>
                  <a:ext uri="{FF2B5EF4-FFF2-40B4-BE49-F238E27FC236}">
                    <a16:creationId xmlns:a16="http://schemas.microsoft.com/office/drawing/2014/main" id="{087EB797-D494-4658-8DD4-4A013A90BE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4" name="Group 163">
              <a:extLst>
                <a:ext uri="{FF2B5EF4-FFF2-40B4-BE49-F238E27FC236}">
                  <a16:creationId xmlns:a16="http://schemas.microsoft.com/office/drawing/2014/main" id="{C42E0910-1AA8-416D-AB96-4EEE2EC849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81223" name="Freeform 84">
                <a:extLst>
                  <a:ext uri="{FF2B5EF4-FFF2-40B4-BE49-F238E27FC236}">
                    <a16:creationId xmlns:a16="http://schemas.microsoft.com/office/drawing/2014/main" id="{83AC1374-1A66-494E-B37B-38CA17AB7C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24" name="TextBox 165">
                <a:extLst>
                  <a:ext uri="{FF2B5EF4-FFF2-40B4-BE49-F238E27FC236}">
                    <a16:creationId xmlns:a16="http://schemas.microsoft.com/office/drawing/2014/main" id="{A418D7DA-3CBB-4996-9EE2-C868C2C4F5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5" name="Group 166">
              <a:extLst>
                <a:ext uri="{FF2B5EF4-FFF2-40B4-BE49-F238E27FC236}">
                  <a16:creationId xmlns:a16="http://schemas.microsoft.com/office/drawing/2014/main" id="{FDF5743D-0DA4-4782-84AA-FDC3F35408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81221" name="Freeform 84">
                <a:extLst>
                  <a:ext uri="{FF2B5EF4-FFF2-40B4-BE49-F238E27FC236}">
                    <a16:creationId xmlns:a16="http://schemas.microsoft.com/office/drawing/2014/main" id="{6CACC76A-4A15-47FB-96EB-5BEE0C40EC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22" name="TextBox 168">
                <a:extLst>
                  <a:ext uri="{FF2B5EF4-FFF2-40B4-BE49-F238E27FC236}">
                    <a16:creationId xmlns:a16="http://schemas.microsoft.com/office/drawing/2014/main" id="{3F131045-810B-483C-926A-39BBE6DF7A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6" name="Group 169">
              <a:extLst>
                <a:ext uri="{FF2B5EF4-FFF2-40B4-BE49-F238E27FC236}">
                  <a16:creationId xmlns:a16="http://schemas.microsoft.com/office/drawing/2014/main" id="{773ED4B9-48E1-4E05-A0FE-3EDFBB150D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81219" name="Freeform 84">
                <a:extLst>
                  <a:ext uri="{FF2B5EF4-FFF2-40B4-BE49-F238E27FC236}">
                    <a16:creationId xmlns:a16="http://schemas.microsoft.com/office/drawing/2014/main" id="{309F1C01-3196-4786-A136-E0000BD43F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20" name="TextBox 171">
                <a:extLst>
                  <a:ext uri="{FF2B5EF4-FFF2-40B4-BE49-F238E27FC236}">
                    <a16:creationId xmlns:a16="http://schemas.microsoft.com/office/drawing/2014/main" id="{52FBFC57-DEEC-4768-B7BB-AB52C607A3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7" name="Group 172">
              <a:extLst>
                <a:ext uri="{FF2B5EF4-FFF2-40B4-BE49-F238E27FC236}">
                  <a16:creationId xmlns:a16="http://schemas.microsoft.com/office/drawing/2014/main" id="{86AE298D-BF4F-47E0-96C0-BB7BF2A443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81217" name="Freeform 84">
                <a:extLst>
                  <a:ext uri="{FF2B5EF4-FFF2-40B4-BE49-F238E27FC236}">
                    <a16:creationId xmlns:a16="http://schemas.microsoft.com/office/drawing/2014/main" id="{57FBBE39-4B41-48E3-8661-01C6E37922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18" name="TextBox 174">
                <a:extLst>
                  <a:ext uri="{FF2B5EF4-FFF2-40B4-BE49-F238E27FC236}">
                    <a16:creationId xmlns:a16="http://schemas.microsoft.com/office/drawing/2014/main" id="{25CDE36D-8936-4120-AD94-573F369349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grpSp>
          <p:nvGrpSpPr>
            <p:cNvPr id="81208" name="Group 175">
              <a:extLst>
                <a:ext uri="{FF2B5EF4-FFF2-40B4-BE49-F238E27FC236}">
                  <a16:creationId xmlns:a16="http://schemas.microsoft.com/office/drawing/2014/main" id="{61614811-C726-4F09-A46F-0645817F5D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81215" name="Freeform 84">
                <a:extLst>
                  <a:ext uri="{FF2B5EF4-FFF2-40B4-BE49-F238E27FC236}">
                    <a16:creationId xmlns:a16="http://schemas.microsoft.com/office/drawing/2014/main" id="{78D760E8-D302-49BA-BE31-AC52FD69C0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216" name="TextBox 177">
                <a:extLst>
                  <a:ext uri="{FF2B5EF4-FFF2-40B4-BE49-F238E27FC236}">
                    <a16:creationId xmlns:a16="http://schemas.microsoft.com/office/drawing/2014/main" id="{DD08AE3B-6C99-4AE4-8689-0CDB2083E1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access</a:t>
                </a:r>
              </a:p>
              <a:p>
                <a:pPr algn="ctr">
                  <a:lnSpc>
                    <a:spcPts val="1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000">
                    <a:latin typeface="Arial" panose="020B0604020202020204" pitchFamily="34" charset="0"/>
                  </a:rPr>
                  <a:t>net</a:t>
                </a:r>
              </a:p>
            </p:txBody>
          </p:sp>
        </p:grpSp>
        <p:sp>
          <p:nvSpPr>
            <p:cNvPr id="81209" name="TextBox 4">
              <a:extLst>
                <a:ext uri="{FF2B5EF4-FFF2-40B4-BE49-F238E27FC236}">
                  <a16:creationId xmlns:a16="http://schemas.microsoft.com/office/drawing/2014/main" id="{AE39F058-41FB-468D-B878-F9EBB3235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1210" name="TextBox 179">
              <a:extLst>
                <a:ext uri="{FF2B5EF4-FFF2-40B4-BE49-F238E27FC236}">
                  <a16:creationId xmlns:a16="http://schemas.microsoft.com/office/drawing/2014/main" id="{D2B03E94-8395-4D03-9CDA-2271BE35E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1211" name="TextBox 180">
              <a:extLst>
                <a:ext uri="{FF2B5EF4-FFF2-40B4-BE49-F238E27FC236}">
                  <a16:creationId xmlns:a16="http://schemas.microsoft.com/office/drawing/2014/main" id="{BC92B917-8070-433F-ADA9-BC00DB2650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1212" name="TextBox 181">
              <a:extLst>
                <a:ext uri="{FF2B5EF4-FFF2-40B4-BE49-F238E27FC236}">
                  <a16:creationId xmlns:a16="http://schemas.microsoft.com/office/drawing/2014/main" id="{7CD799A2-495A-40C3-9E68-1D649EE5A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1213" name="TextBox 182">
              <a:extLst>
                <a:ext uri="{FF2B5EF4-FFF2-40B4-BE49-F238E27FC236}">
                  <a16:creationId xmlns:a16="http://schemas.microsoft.com/office/drawing/2014/main" id="{7D9480E8-46FF-49D8-96BB-EA041A7C8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81214" name="TextBox 183">
              <a:extLst>
                <a:ext uri="{FF2B5EF4-FFF2-40B4-BE49-F238E27FC236}">
                  <a16:creationId xmlns:a16="http://schemas.microsoft.com/office/drawing/2014/main" id="{F2A4F48A-6188-4CB8-8DDB-EBD7953A1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</p:grpSp>
      <p:grpSp>
        <p:nvGrpSpPr>
          <p:cNvPr id="80902" name="Group 8">
            <a:extLst>
              <a:ext uri="{FF2B5EF4-FFF2-40B4-BE49-F238E27FC236}">
                <a16:creationId xmlns:a16="http://schemas.microsoft.com/office/drawing/2014/main" id="{C9F64F22-96EC-4479-95A5-4C9E0EA05B6D}"/>
              </a:ext>
            </a:extLst>
          </p:cNvPr>
          <p:cNvGrpSpPr>
            <a:grpSpLocks/>
          </p:cNvGrpSpPr>
          <p:nvPr/>
        </p:nvGrpSpPr>
        <p:grpSpPr bwMode="auto">
          <a:xfrm>
            <a:off x="4546600" y="3746500"/>
            <a:ext cx="3225800" cy="1117600"/>
            <a:chOff x="7848600" y="2044700"/>
            <a:chExt cx="3200399" cy="1371600"/>
          </a:xfrm>
        </p:grpSpPr>
        <p:sp>
          <p:nvSpPr>
            <p:cNvPr id="81110" name="Oval 3">
              <a:extLst>
                <a:ext uri="{FF2B5EF4-FFF2-40B4-BE49-F238E27FC236}">
                  <a16:creationId xmlns:a16="http://schemas.microsoft.com/office/drawing/2014/main" id="{9CBBD2DA-08C0-461A-871D-311CE388C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81111" name="Group 133">
              <a:extLst>
                <a:ext uri="{FF2B5EF4-FFF2-40B4-BE49-F238E27FC236}">
                  <a16:creationId xmlns:a16="http://schemas.microsoft.com/office/drawing/2014/main" id="{2001429C-9D39-4B96-ABE4-D142FF5F5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81185" name="Oval 407">
                <a:extLst>
                  <a:ext uri="{FF2B5EF4-FFF2-40B4-BE49-F238E27FC236}">
                    <a16:creationId xmlns:a16="http://schemas.microsoft.com/office/drawing/2014/main" id="{5457C828-406F-4120-A942-DC54806BE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86" name="Rectangle 410">
                <a:extLst>
                  <a:ext uri="{FF2B5EF4-FFF2-40B4-BE49-F238E27FC236}">
                    <a16:creationId xmlns:a16="http://schemas.microsoft.com/office/drawing/2014/main" id="{1C4A77F2-7D4B-4200-96D0-238C813B0F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87" name="Oval 411">
                <a:extLst>
                  <a:ext uri="{FF2B5EF4-FFF2-40B4-BE49-F238E27FC236}">
                    <a16:creationId xmlns:a16="http://schemas.microsoft.com/office/drawing/2014/main" id="{B830C9A7-940C-4E11-B071-7053F88F6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88" name="Group 137">
                <a:extLst>
                  <a:ext uri="{FF2B5EF4-FFF2-40B4-BE49-F238E27FC236}">
                    <a16:creationId xmlns:a16="http://schemas.microsoft.com/office/drawing/2014/main" id="{B520984D-AE04-4D9B-810D-2ED0D98999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91" name="Freeform 138">
                  <a:extLst>
                    <a:ext uri="{FF2B5EF4-FFF2-40B4-BE49-F238E27FC236}">
                      <a16:creationId xmlns:a16="http://schemas.microsoft.com/office/drawing/2014/main" id="{801705DC-52DD-424D-9C29-C1015A19B1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92" name="Freeform 139">
                  <a:extLst>
                    <a:ext uri="{FF2B5EF4-FFF2-40B4-BE49-F238E27FC236}">
                      <a16:creationId xmlns:a16="http://schemas.microsoft.com/office/drawing/2014/main" id="{69B80756-964F-4300-8845-444DF8F75D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89" name="Line 140">
                <a:extLst>
                  <a:ext uri="{FF2B5EF4-FFF2-40B4-BE49-F238E27FC236}">
                    <a16:creationId xmlns:a16="http://schemas.microsoft.com/office/drawing/2014/main" id="{12526B55-4BBB-4EFA-8C33-861C88FA51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90" name="Line 141">
                <a:extLst>
                  <a:ext uri="{FF2B5EF4-FFF2-40B4-BE49-F238E27FC236}">
                    <a16:creationId xmlns:a16="http://schemas.microsoft.com/office/drawing/2014/main" id="{50DE5A88-2D4F-4F30-85DA-BE1F241F91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81112" name="Straight Connector 10">
              <a:extLst>
                <a:ext uri="{FF2B5EF4-FFF2-40B4-BE49-F238E27FC236}">
                  <a16:creationId xmlns:a16="http://schemas.microsoft.com/office/drawing/2014/main" id="{CC0D4F06-B0B1-4775-8715-EA4854044C1F}"/>
                </a:ext>
              </a:extLst>
            </p:cNvPr>
            <p:cNvCxnSpPr>
              <a:cxnSpLocks noChangeShapeType="1"/>
              <a:stCxn id="81190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13" name="Straight Connector 297">
              <a:extLst>
                <a:ext uri="{FF2B5EF4-FFF2-40B4-BE49-F238E27FC236}">
                  <a16:creationId xmlns:a16="http://schemas.microsoft.com/office/drawing/2014/main" id="{11FDB85F-2D8B-4519-A9E0-7A9B4BDE7F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14" name="Straight Connector 298">
              <a:extLst>
                <a:ext uri="{FF2B5EF4-FFF2-40B4-BE49-F238E27FC236}">
                  <a16:creationId xmlns:a16="http://schemas.microsoft.com/office/drawing/2014/main" id="{BF7DED2F-1C99-4603-B375-1716D6CA2C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15" name="Straight Connector 299">
              <a:extLst>
                <a:ext uri="{FF2B5EF4-FFF2-40B4-BE49-F238E27FC236}">
                  <a16:creationId xmlns:a16="http://schemas.microsoft.com/office/drawing/2014/main" id="{257A9F56-2849-4386-9D52-87A6E1D441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16" name="Straight Connector 300">
              <a:extLst>
                <a:ext uri="{FF2B5EF4-FFF2-40B4-BE49-F238E27FC236}">
                  <a16:creationId xmlns:a16="http://schemas.microsoft.com/office/drawing/2014/main" id="{96EBBFAD-FC03-4A07-9BD4-90A815B369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17" name="Straight Connector 301">
              <a:extLst>
                <a:ext uri="{FF2B5EF4-FFF2-40B4-BE49-F238E27FC236}">
                  <a16:creationId xmlns:a16="http://schemas.microsoft.com/office/drawing/2014/main" id="{5EFB7FA4-00E9-4DBE-96EC-CAC0688745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18" name="Straight Connector 302">
              <a:extLst>
                <a:ext uri="{FF2B5EF4-FFF2-40B4-BE49-F238E27FC236}">
                  <a16:creationId xmlns:a16="http://schemas.microsoft.com/office/drawing/2014/main" id="{9A4E91CF-49CB-462A-811A-CF4192470C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19" name="Straight Connector 303">
              <a:extLst>
                <a:ext uri="{FF2B5EF4-FFF2-40B4-BE49-F238E27FC236}">
                  <a16:creationId xmlns:a16="http://schemas.microsoft.com/office/drawing/2014/main" id="{BA37FE20-7B36-43F4-B415-7836C7F3CE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120" name="Straight Connector 304">
              <a:extLst>
                <a:ext uri="{FF2B5EF4-FFF2-40B4-BE49-F238E27FC236}">
                  <a16:creationId xmlns:a16="http://schemas.microsoft.com/office/drawing/2014/main" id="{97C2F70B-5B2B-47FF-9CE4-56FAEE1B8C22}"/>
                </a:ext>
              </a:extLst>
            </p:cNvPr>
            <p:cNvCxnSpPr>
              <a:cxnSpLocks noChangeShapeType="1"/>
              <a:endCxn id="81185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121" name="TextBox 39958">
              <a:extLst>
                <a:ext uri="{FF2B5EF4-FFF2-40B4-BE49-F238E27FC236}">
                  <a16:creationId xmlns:a16="http://schemas.microsoft.com/office/drawing/2014/main" id="{318D155F-61DF-4B0F-B3BD-6C395BD74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081" y="2471291"/>
              <a:ext cx="886407" cy="491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latin typeface="Arial" panose="020B0604020202020204" pitchFamily="34" charset="0"/>
                </a:rPr>
                <a:t>ISP B</a:t>
              </a:r>
            </a:p>
          </p:txBody>
        </p:sp>
        <p:grpSp>
          <p:nvGrpSpPr>
            <p:cNvPr id="81122" name="Group 133">
              <a:extLst>
                <a:ext uri="{FF2B5EF4-FFF2-40B4-BE49-F238E27FC236}">
                  <a16:creationId xmlns:a16="http://schemas.microsoft.com/office/drawing/2014/main" id="{A922B54E-0F97-4741-B35F-BEC5C558AA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81177" name="Oval 407">
                <a:extLst>
                  <a:ext uri="{FF2B5EF4-FFF2-40B4-BE49-F238E27FC236}">
                    <a16:creationId xmlns:a16="http://schemas.microsoft.com/office/drawing/2014/main" id="{025F5598-847B-4229-BF0F-37C21C0B6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78" name="Rectangle 410">
                <a:extLst>
                  <a:ext uri="{FF2B5EF4-FFF2-40B4-BE49-F238E27FC236}">
                    <a16:creationId xmlns:a16="http://schemas.microsoft.com/office/drawing/2014/main" id="{7F92A4E9-AD34-4623-B1A9-2B87A78E9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79" name="Oval 411">
                <a:extLst>
                  <a:ext uri="{FF2B5EF4-FFF2-40B4-BE49-F238E27FC236}">
                    <a16:creationId xmlns:a16="http://schemas.microsoft.com/office/drawing/2014/main" id="{612CC67E-E802-49BA-9F17-2AADDDF1A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80" name="Group 137">
                <a:extLst>
                  <a:ext uri="{FF2B5EF4-FFF2-40B4-BE49-F238E27FC236}">
                    <a16:creationId xmlns:a16="http://schemas.microsoft.com/office/drawing/2014/main" id="{6F1F4E98-1AC3-4A85-88AC-B6A31C0913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83" name="Freeform 138">
                  <a:extLst>
                    <a:ext uri="{FF2B5EF4-FFF2-40B4-BE49-F238E27FC236}">
                      <a16:creationId xmlns:a16="http://schemas.microsoft.com/office/drawing/2014/main" id="{08A8D2B3-63C2-4AFF-9C62-B29A981855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84" name="Freeform 139">
                  <a:extLst>
                    <a:ext uri="{FF2B5EF4-FFF2-40B4-BE49-F238E27FC236}">
                      <a16:creationId xmlns:a16="http://schemas.microsoft.com/office/drawing/2014/main" id="{07130EC8-1937-4739-806C-112836C183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81" name="Line 140">
                <a:extLst>
                  <a:ext uri="{FF2B5EF4-FFF2-40B4-BE49-F238E27FC236}">
                    <a16:creationId xmlns:a16="http://schemas.microsoft.com/office/drawing/2014/main" id="{99BF1A70-5213-4606-872D-C960270AF4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82" name="Line 141">
                <a:extLst>
                  <a:ext uri="{FF2B5EF4-FFF2-40B4-BE49-F238E27FC236}">
                    <a16:creationId xmlns:a16="http://schemas.microsoft.com/office/drawing/2014/main" id="{CA6D2B0A-F88C-471F-8E7F-7FB487125A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123" name="Group 133">
              <a:extLst>
                <a:ext uri="{FF2B5EF4-FFF2-40B4-BE49-F238E27FC236}">
                  <a16:creationId xmlns:a16="http://schemas.microsoft.com/office/drawing/2014/main" id="{BBB7D6C6-B4B7-42D1-86AC-6F29C36ECA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81169" name="Oval 407">
                <a:extLst>
                  <a:ext uri="{FF2B5EF4-FFF2-40B4-BE49-F238E27FC236}">
                    <a16:creationId xmlns:a16="http://schemas.microsoft.com/office/drawing/2014/main" id="{1A0CC1D1-8747-4BA2-944B-86DFCFCA6B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70" name="Rectangle 410">
                <a:extLst>
                  <a:ext uri="{FF2B5EF4-FFF2-40B4-BE49-F238E27FC236}">
                    <a16:creationId xmlns:a16="http://schemas.microsoft.com/office/drawing/2014/main" id="{9B8520E4-EC82-4C2E-8588-F8DB5B550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71" name="Oval 411">
                <a:extLst>
                  <a:ext uri="{FF2B5EF4-FFF2-40B4-BE49-F238E27FC236}">
                    <a16:creationId xmlns:a16="http://schemas.microsoft.com/office/drawing/2014/main" id="{89030283-9CBF-4C7C-BFD5-6895BAFF2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72" name="Group 137">
                <a:extLst>
                  <a:ext uri="{FF2B5EF4-FFF2-40B4-BE49-F238E27FC236}">
                    <a16:creationId xmlns:a16="http://schemas.microsoft.com/office/drawing/2014/main" id="{88C4230A-9607-435B-AF41-177A6ED525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75" name="Freeform 138">
                  <a:extLst>
                    <a:ext uri="{FF2B5EF4-FFF2-40B4-BE49-F238E27FC236}">
                      <a16:creationId xmlns:a16="http://schemas.microsoft.com/office/drawing/2014/main" id="{B225F0A5-E64A-4703-BB6A-EA2570C7EB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76" name="Freeform 139">
                  <a:extLst>
                    <a:ext uri="{FF2B5EF4-FFF2-40B4-BE49-F238E27FC236}">
                      <a16:creationId xmlns:a16="http://schemas.microsoft.com/office/drawing/2014/main" id="{34DCB36D-B2F5-4012-BC85-0DD3616720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73" name="Line 140">
                <a:extLst>
                  <a:ext uri="{FF2B5EF4-FFF2-40B4-BE49-F238E27FC236}">
                    <a16:creationId xmlns:a16="http://schemas.microsoft.com/office/drawing/2014/main" id="{9421A326-AA31-450B-AFA4-267CE4252F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56"/>
                <a:ext cx="0" cy="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74" name="Line 141">
                <a:extLst>
                  <a:ext uri="{FF2B5EF4-FFF2-40B4-BE49-F238E27FC236}">
                    <a16:creationId xmlns:a16="http://schemas.microsoft.com/office/drawing/2014/main" id="{9B796197-1968-4C77-B8B2-BAE31F931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58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124" name="Group 133">
              <a:extLst>
                <a:ext uri="{FF2B5EF4-FFF2-40B4-BE49-F238E27FC236}">
                  <a16:creationId xmlns:a16="http://schemas.microsoft.com/office/drawing/2014/main" id="{F4361D8D-40D4-4E5A-A107-43004DA71E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81161" name="Oval 407">
                <a:extLst>
                  <a:ext uri="{FF2B5EF4-FFF2-40B4-BE49-F238E27FC236}">
                    <a16:creationId xmlns:a16="http://schemas.microsoft.com/office/drawing/2014/main" id="{AC51B766-855F-432A-898F-D73E62E02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62" name="Rectangle 410">
                <a:extLst>
                  <a:ext uri="{FF2B5EF4-FFF2-40B4-BE49-F238E27FC236}">
                    <a16:creationId xmlns:a16="http://schemas.microsoft.com/office/drawing/2014/main" id="{5E3C8F0D-DFDB-4AF5-81AE-577697019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63" name="Oval 411">
                <a:extLst>
                  <a:ext uri="{FF2B5EF4-FFF2-40B4-BE49-F238E27FC236}">
                    <a16:creationId xmlns:a16="http://schemas.microsoft.com/office/drawing/2014/main" id="{A2EA57A7-488C-423F-ACE5-47DB188F2D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64" name="Group 137">
                <a:extLst>
                  <a:ext uri="{FF2B5EF4-FFF2-40B4-BE49-F238E27FC236}">
                    <a16:creationId xmlns:a16="http://schemas.microsoft.com/office/drawing/2014/main" id="{BE0642A1-E718-4A2A-AD2F-88B133A764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67" name="Freeform 138">
                  <a:extLst>
                    <a:ext uri="{FF2B5EF4-FFF2-40B4-BE49-F238E27FC236}">
                      <a16:creationId xmlns:a16="http://schemas.microsoft.com/office/drawing/2014/main" id="{D9F4B30D-E041-4F3A-B64E-EA58C527CD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68" name="Freeform 139">
                  <a:extLst>
                    <a:ext uri="{FF2B5EF4-FFF2-40B4-BE49-F238E27FC236}">
                      <a16:creationId xmlns:a16="http://schemas.microsoft.com/office/drawing/2014/main" id="{4CDE9BCB-97DF-4624-855E-336CA208E2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65" name="Line 140">
                <a:extLst>
                  <a:ext uri="{FF2B5EF4-FFF2-40B4-BE49-F238E27FC236}">
                    <a16:creationId xmlns:a16="http://schemas.microsoft.com/office/drawing/2014/main" id="{C5DD6151-784E-40C3-AFAA-71D2B6CD0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66" name="Line 141">
                <a:extLst>
                  <a:ext uri="{FF2B5EF4-FFF2-40B4-BE49-F238E27FC236}">
                    <a16:creationId xmlns:a16="http://schemas.microsoft.com/office/drawing/2014/main" id="{B7AE321D-42E4-4CE3-B40F-4FA2988D0A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125" name="Group 133">
              <a:extLst>
                <a:ext uri="{FF2B5EF4-FFF2-40B4-BE49-F238E27FC236}">
                  <a16:creationId xmlns:a16="http://schemas.microsoft.com/office/drawing/2014/main" id="{557BCFCB-88C8-4630-ACD0-76E7BB64CA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81153" name="Oval 407">
                <a:extLst>
                  <a:ext uri="{FF2B5EF4-FFF2-40B4-BE49-F238E27FC236}">
                    <a16:creationId xmlns:a16="http://schemas.microsoft.com/office/drawing/2014/main" id="{59A01D26-E2C3-4C3D-99FD-E037AE87C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54" name="Rectangle 410">
                <a:extLst>
                  <a:ext uri="{FF2B5EF4-FFF2-40B4-BE49-F238E27FC236}">
                    <a16:creationId xmlns:a16="http://schemas.microsoft.com/office/drawing/2014/main" id="{D9FB341E-8428-405F-A988-AFF5F40B1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55" name="Oval 411">
                <a:extLst>
                  <a:ext uri="{FF2B5EF4-FFF2-40B4-BE49-F238E27FC236}">
                    <a16:creationId xmlns:a16="http://schemas.microsoft.com/office/drawing/2014/main" id="{118A527F-43D7-48D1-9397-FB18034E3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56" name="Group 137">
                <a:extLst>
                  <a:ext uri="{FF2B5EF4-FFF2-40B4-BE49-F238E27FC236}">
                    <a16:creationId xmlns:a16="http://schemas.microsoft.com/office/drawing/2014/main" id="{A2753C62-8058-4B48-849A-DC0334BC72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59" name="Freeform 138">
                  <a:extLst>
                    <a:ext uri="{FF2B5EF4-FFF2-40B4-BE49-F238E27FC236}">
                      <a16:creationId xmlns:a16="http://schemas.microsoft.com/office/drawing/2014/main" id="{54A1A2DC-10DB-4276-B843-F1B39D5AB4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60" name="Freeform 139">
                  <a:extLst>
                    <a:ext uri="{FF2B5EF4-FFF2-40B4-BE49-F238E27FC236}">
                      <a16:creationId xmlns:a16="http://schemas.microsoft.com/office/drawing/2014/main" id="{AAC3EF91-C697-4A43-9F73-44E61AB669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57" name="Line 140">
                <a:extLst>
                  <a:ext uri="{FF2B5EF4-FFF2-40B4-BE49-F238E27FC236}">
                    <a16:creationId xmlns:a16="http://schemas.microsoft.com/office/drawing/2014/main" id="{B855A916-B0E0-4DF7-8FD3-34453A6AB7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58" name="Line 141">
                <a:extLst>
                  <a:ext uri="{FF2B5EF4-FFF2-40B4-BE49-F238E27FC236}">
                    <a16:creationId xmlns:a16="http://schemas.microsoft.com/office/drawing/2014/main" id="{90DDF17E-6A75-4FB0-BC4F-E2851325C8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126" name="Group 133">
              <a:extLst>
                <a:ext uri="{FF2B5EF4-FFF2-40B4-BE49-F238E27FC236}">
                  <a16:creationId xmlns:a16="http://schemas.microsoft.com/office/drawing/2014/main" id="{5588CF54-CD41-4A40-BC28-67B60863BE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81145" name="Oval 407">
                <a:extLst>
                  <a:ext uri="{FF2B5EF4-FFF2-40B4-BE49-F238E27FC236}">
                    <a16:creationId xmlns:a16="http://schemas.microsoft.com/office/drawing/2014/main" id="{37DEB053-6E69-4420-A105-CB78BA2ECC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46" name="Rectangle 410">
                <a:extLst>
                  <a:ext uri="{FF2B5EF4-FFF2-40B4-BE49-F238E27FC236}">
                    <a16:creationId xmlns:a16="http://schemas.microsoft.com/office/drawing/2014/main" id="{B3A14959-B217-46D2-AC0D-2A5E4FDB9E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47" name="Oval 411">
                <a:extLst>
                  <a:ext uri="{FF2B5EF4-FFF2-40B4-BE49-F238E27FC236}">
                    <a16:creationId xmlns:a16="http://schemas.microsoft.com/office/drawing/2014/main" id="{CB842FF6-7718-483C-8780-EDC722D19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48" name="Group 137">
                <a:extLst>
                  <a:ext uri="{FF2B5EF4-FFF2-40B4-BE49-F238E27FC236}">
                    <a16:creationId xmlns:a16="http://schemas.microsoft.com/office/drawing/2014/main" id="{75186C4A-CF02-44F1-BEE3-1677AA966E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51" name="Freeform 138">
                  <a:extLst>
                    <a:ext uri="{FF2B5EF4-FFF2-40B4-BE49-F238E27FC236}">
                      <a16:creationId xmlns:a16="http://schemas.microsoft.com/office/drawing/2014/main" id="{0232241B-488A-4CAC-B82A-182C9B4C8A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52" name="Freeform 139">
                  <a:extLst>
                    <a:ext uri="{FF2B5EF4-FFF2-40B4-BE49-F238E27FC236}">
                      <a16:creationId xmlns:a16="http://schemas.microsoft.com/office/drawing/2014/main" id="{B8A39390-5627-40CE-9AD3-D6B2040D2C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49" name="Line 140">
                <a:extLst>
                  <a:ext uri="{FF2B5EF4-FFF2-40B4-BE49-F238E27FC236}">
                    <a16:creationId xmlns:a16="http://schemas.microsoft.com/office/drawing/2014/main" id="{B5B5F177-28B0-42CE-A6B2-BA4876360B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50" name="Line 141">
                <a:extLst>
                  <a:ext uri="{FF2B5EF4-FFF2-40B4-BE49-F238E27FC236}">
                    <a16:creationId xmlns:a16="http://schemas.microsoft.com/office/drawing/2014/main" id="{4B35CA06-DE1A-4712-925C-8F51250EE7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127" name="Group 133">
              <a:extLst>
                <a:ext uri="{FF2B5EF4-FFF2-40B4-BE49-F238E27FC236}">
                  <a16:creationId xmlns:a16="http://schemas.microsoft.com/office/drawing/2014/main" id="{D3AC61F1-4308-49CA-8348-AF3A86D095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81137" name="Oval 407">
                <a:extLst>
                  <a:ext uri="{FF2B5EF4-FFF2-40B4-BE49-F238E27FC236}">
                    <a16:creationId xmlns:a16="http://schemas.microsoft.com/office/drawing/2014/main" id="{1DBD1663-4EBB-43E9-A35C-74A461950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38" name="Rectangle 410">
                <a:extLst>
                  <a:ext uri="{FF2B5EF4-FFF2-40B4-BE49-F238E27FC236}">
                    <a16:creationId xmlns:a16="http://schemas.microsoft.com/office/drawing/2014/main" id="{3F771BD8-049A-4442-AA74-B2E313A231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39" name="Oval 411">
                <a:extLst>
                  <a:ext uri="{FF2B5EF4-FFF2-40B4-BE49-F238E27FC236}">
                    <a16:creationId xmlns:a16="http://schemas.microsoft.com/office/drawing/2014/main" id="{E3FB3B0A-301D-421A-B601-17B5D7962F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40" name="Group 137">
                <a:extLst>
                  <a:ext uri="{FF2B5EF4-FFF2-40B4-BE49-F238E27FC236}">
                    <a16:creationId xmlns:a16="http://schemas.microsoft.com/office/drawing/2014/main" id="{40AA54AD-985E-4211-BFD7-2D575F7F6A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43" name="Freeform 138">
                  <a:extLst>
                    <a:ext uri="{FF2B5EF4-FFF2-40B4-BE49-F238E27FC236}">
                      <a16:creationId xmlns:a16="http://schemas.microsoft.com/office/drawing/2014/main" id="{5FB2D335-9924-466A-B0BD-FC72B8568B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44" name="Freeform 139">
                  <a:extLst>
                    <a:ext uri="{FF2B5EF4-FFF2-40B4-BE49-F238E27FC236}">
                      <a16:creationId xmlns:a16="http://schemas.microsoft.com/office/drawing/2014/main" id="{F27CF49E-BF1B-453B-AD9D-27C24B640D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41" name="Line 140">
                <a:extLst>
                  <a:ext uri="{FF2B5EF4-FFF2-40B4-BE49-F238E27FC236}">
                    <a16:creationId xmlns:a16="http://schemas.microsoft.com/office/drawing/2014/main" id="{DB981C82-0E14-447F-B20C-000F9583D8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42" name="Line 141">
                <a:extLst>
                  <a:ext uri="{FF2B5EF4-FFF2-40B4-BE49-F238E27FC236}">
                    <a16:creationId xmlns:a16="http://schemas.microsoft.com/office/drawing/2014/main" id="{FAA50723-E148-43FD-8D7F-DEB652CA74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128" name="Group 133">
              <a:extLst>
                <a:ext uri="{FF2B5EF4-FFF2-40B4-BE49-F238E27FC236}">
                  <a16:creationId xmlns:a16="http://schemas.microsoft.com/office/drawing/2014/main" id="{E74E911A-EE8C-45DB-AA11-EFFE4FC5DC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1129" name="Oval 407">
                <a:extLst>
                  <a:ext uri="{FF2B5EF4-FFF2-40B4-BE49-F238E27FC236}">
                    <a16:creationId xmlns:a16="http://schemas.microsoft.com/office/drawing/2014/main" id="{38709830-6571-4016-9354-1205F00DC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30" name="Rectangle 410">
                <a:extLst>
                  <a:ext uri="{FF2B5EF4-FFF2-40B4-BE49-F238E27FC236}">
                    <a16:creationId xmlns:a16="http://schemas.microsoft.com/office/drawing/2014/main" id="{AE8456FB-3580-480B-A781-0A7CB732B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31" name="Oval 411">
                <a:extLst>
                  <a:ext uri="{FF2B5EF4-FFF2-40B4-BE49-F238E27FC236}">
                    <a16:creationId xmlns:a16="http://schemas.microsoft.com/office/drawing/2014/main" id="{F98F4C4A-3B21-4181-803A-3C265DADC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32" name="Group 137">
                <a:extLst>
                  <a:ext uri="{FF2B5EF4-FFF2-40B4-BE49-F238E27FC236}">
                    <a16:creationId xmlns:a16="http://schemas.microsoft.com/office/drawing/2014/main" id="{CD1A15EA-B133-4B2B-8ABF-A1452842D7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35" name="Freeform 138">
                  <a:extLst>
                    <a:ext uri="{FF2B5EF4-FFF2-40B4-BE49-F238E27FC236}">
                      <a16:creationId xmlns:a16="http://schemas.microsoft.com/office/drawing/2014/main" id="{84B3CB58-A310-46C5-BC2F-A4E64574EB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36" name="Freeform 139">
                  <a:extLst>
                    <a:ext uri="{FF2B5EF4-FFF2-40B4-BE49-F238E27FC236}">
                      <a16:creationId xmlns:a16="http://schemas.microsoft.com/office/drawing/2014/main" id="{67ECA2F0-9B5E-499C-892B-D8F6DB92F0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33" name="Line 140">
                <a:extLst>
                  <a:ext uri="{FF2B5EF4-FFF2-40B4-BE49-F238E27FC236}">
                    <a16:creationId xmlns:a16="http://schemas.microsoft.com/office/drawing/2014/main" id="{B13F7F4F-B2F2-4BAF-B9C9-CAF44D2A6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34" name="Line 141">
                <a:extLst>
                  <a:ext uri="{FF2B5EF4-FFF2-40B4-BE49-F238E27FC236}">
                    <a16:creationId xmlns:a16="http://schemas.microsoft.com/office/drawing/2014/main" id="{D8537AA9-0B8D-4A79-8D74-B8D1CC5887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grpSp>
        <p:nvGrpSpPr>
          <p:cNvPr id="80903" name="Group 331">
            <a:extLst>
              <a:ext uri="{FF2B5EF4-FFF2-40B4-BE49-F238E27FC236}">
                <a16:creationId xmlns:a16="http://schemas.microsoft.com/office/drawing/2014/main" id="{B299C888-7319-4CD1-A1B3-308D5B3A1305}"/>
              </a:ext>
            </a:extLst>
          </p:cNvPr>
          <p:cNvGrpSpPr>
            <a:grpSpLocks/>
          </p:cNvGrpSpPr>
          <p:nvPr/>
        </p:nvGrpSpPr>
        <p:grpSpPr bwMode="auto">
          <a:xfrm>
            <a:off x="1803400" y="2755900"/>
            <a:ext cx="3467100" cy="1193800"/>
            <a:chOff x="7848600" y="2044700"/>
            <a:chExt cx="3200399" cy="1371600"/>
          </a:xfrm>
        </p:grpSpPr>
        <p:sp>
          <p:nvSpPr>
            <p:cNvPr id="81027" name="Oval 332">
              <a:extLst>
                <a:ext uri="{FF2B5EF4-FFF2-40B4-BE49-F238E27FC236}">
                  <a16:creationId xmlns:a16="http://schemas.microsoft.com/office/drawing/2014/main" id="{CEAE63FA-0FB8-4417-A28B-357C7EB8E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81028" name="Group 133">
              <a:extLst>
                <a:ext uri="{FF2B5EF4-FFF2-40B4-BE49-F238E27FC236}">
                  <a16:creationId xmlns:a16="http://schemas.microsoft.com/office/drawing/2014/main" id="{4A7CF941-0685-4155-994E-954ACE6A01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81102" name="Oval 407">
                <a:extLst>
                  <a:ext uri="{FF2B5EF4-FFF2-40B4-BE49-F238E27FC236}">
                    <a16:creationId xmlns:a16="http://schemas.microsoft.com/office/drawing/2014/main" id="{58A1C1D7-31B3-415B-83A8-1E1416185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03" name="Rectangle 410">
                <a:extLst>
                  <a:ext uri="{FF2B5EF4-FFF2-40B4-BE49-F238E27FC236}">
                    <a16:creationId xmlns:a16="http://schemas.microsoft.com/office/drawing/2014/main" id="{5D3DDF3E-C6AC-4199-B7E0-F34A2E4BB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104" name="Oval 411">
                <a:extLst>
                  <a:ext uri="{FF2B5EF4-FFF2-40B4-BE49-F238E27FC236}">
                    <a16:creationId xmlns:a16="http://schemas.microsoft.com/office/drawing/2014/main" id="{47553B7D-F04A-442A-AB71-376720223A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105" name="Group 137">
                <a:extLst>
                  <a:ext uri="{FF2B5EF4-FFF2-40B4-BE49-F238E27FC236}">
                    <a16:creationId xmlns:a16="http://schemas.microsoft.com/office/drawing/2014/main" id="{0705350B-EF9A-4BE7-A525-E6E2A7B2B9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08" name="Freeform 138">
                  <a:extLst>
                    <a:ext uri="{FF2B5EF4-FFF2-40B4-BE49-F238E27FC236}">
                      <a16:creationId xmlns:a16="http://schemas.microsoft.com/office/drawing/2014/main" id="{12941D63-9896-4727-81E8-56BB5030EB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09" name="Freeform 139">
                  <a:extLst>
                    <a:ext uri="{FF2B5EF4-FFF2-40B4-BE49-F238E27FC236}">
                      <a16:creationId xmlns:a16="http://schemas.microsoft.com/office/drawing/2014/main" id="{D17CA203-34BB-47BD-A1AE-0189A85D9A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106" name="Line 140">
                <a:extLst>
                  <a:ext uri="{FF2B5EF4-FFF2-40B4-BE49-F238E27FC236}">
                    <a16:creationId xmlns:a16="http://schemas.microsoft.com/office/drawing/2014/main" id="{A1E2A3CF-2A43-4E45-A5AD-5026539958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107" name="Line 141">
                <a:extLst>
                  <a:ext uri="{FF2B5EF4-FFF2-40B4-BE49-F238E27FC236}">
                    <a16:creationId xmlns:a16="http://schemas.microsoft.com/office/drawing/2014/main" id="{CF0C3B59-DF29-4769-8354-B5C563FFD2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81029" name="Straight Connector 334">
              <a:extLst>
                <a:ext uri="{FF2B5EF4-FFF2-40B4-BE49-F238E27FC236}">
                  <a16:creationId xmlns:a16="http://schemas.microsoft.com/office/drawing/2014/main" id="{023CA378-CE4A-4C28-BB53-1E2D6E1C13CF}"/>
                </a:ext>
              </a:extLst>
            </p:cNvPr>
            <p:cNvCxnSpPr>
              <a:cxnSpLocks noChangeShapeType="1"/>
              <a:stCxn id="81107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0" name="Straight Connector 335">
              <a:extLst>
                <a:ext uri="{FF2B5EF4-FFF2-40B4-BE49-F238E27FC236}">
                  <a16:creationId xmlns:a16="http://schemas.microsoft.com/office/drawing/2014/main" id="{B1A035EB-250D-4FFA-9624-C15E0F530B3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1" name="Straight Connector 336">
              <a:extLst>
                <a:ext uri="{FF2B5EF4-FFF2-40B4-BE49-F238E27FC236}">
                  <a16:creationId xmlns:a16="http://schemas.microsoft.com/office/drawing/2014/main" id="{18C463A7-218F-404B-B69A-E379791307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2" name="Straight Connector 337">
              <a:extLst>
                <a:ext uri="{FF2B5EF4-FFF2-40B4-BE49-F238E27FC236}">
                  <a16:creationId xmlns:a16="http://schemas.microsoft.com/office/drawing/2014/main" id="{B4FCF9DF-C02D-47AE-A2B1-6FAB82DF5C1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3" name="Straight Connector 338">
              <a:extLst>
                <a:ext uri="{FF2B5EF4-FFF2-40B4-BE49-F238E27FC236}">
                  <a16:creationId xmlns:a16="http://schemas.microsoft.com/office/drawing/2014/main" id="{FBEF4485-1BBC-47EB-9280-B6E14EC608F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4" name="Straight Connector 339">
              <a:extLst>
                <a:ext uri="{FF2B5EF4-FFF2-40B4-BE49-F238E27FC236}">
                  <a16:creationId xmlns:a16="http://schemas.microsoft.com/office/drawing/2014/main" id="{FD153243-6F47-47CA-B5AC-FFBF3BADE9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5" name="Straight Connector 340">
              <a:extLst>
                <a:ext uri="{FF2B5EF4-FFF2-40B4-BE49-F238E27FC236}">
                  <a16:creationId xmlns:a16="http://schemas.microsoft.com/office/drawing/2014/main" id="{F9627DCC-C751-44C9-ABFB-0B699249E4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6" name="Straight Connector 341">
              <a:extLst>
                <a:ext uri="{FF2B5EF4-FFF2-40B4-BE49-F238E27FC236}">
                  <a16:creationId xmlns:a16="http://schemas.microsoft.com/office/drawing/2014/main" id="{D6085010-9DA2-4D5B-BE20-65B5E584FD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037" name="Straight Connector 342">
              <a:extLst>
                <a:ext uri="{FF2B5EF4-FFF2-40B4-BE49-F238E27FC236}">
                  <a16:creationId xmlns:a16="http://schemas.microsoft.com/office/drawing/2014/main" id="{091733D1-5349-48B7-B50D-F598C84CF198}"/>
                </a:ext>
              </a:extLst>
            </p:cNvPr>
            <p:cNvCxnSpPr>
              <a:cxnSpLocks noChangeShapeType="1"/>
              <a:endCxn id="81102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038" name="TextBox 343">
              <a:extLst>
                <a:ext uri="{FF2B5EF4-FFF2-40B4-BE49-F238E27FC236}">
                  <a16:creationId xmlns:a16="http://schemas.microsoft.com/office/drawing/2014/main" id="{A0F7616D-4FB7-4EA3-A180-BB1F9149C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44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latin typeface="Arial" panose="020B0604020202020204" pitchFamily="34" charset="0"/>
                </a:rPr>
                <a:t>ISP A</a:t>
              </a:r>
            </a:p>
          </p:txBody>
        </p:sp>
        <p:grpSp>
          <p:nvGrpSpPr>
            <p:cNvPr id="81039" name="Group 133">
              <a:extLst>
                <a:ext uri="{FF2B5EF4-FFF2-40B4-BE49-F238E27FC236}">
                  <a16:creationId xmlns:a16="http://schemas.microsoft.com/office/drawing/2014/main" id="{E1AD4837-7C5A-4A1A-9C7F-4396335BD9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81094" name="Oval 407">
                <a:extLst>
                  <a:ext uri="{FF2B5EF4-FFF2-40B4-BE49-F238E27FC236}">
                    <a16:creationId xmlns:a16="http://schemas.microsoft.com/office/drawing/2014/main" id="{38317135-E02C-49ED-B20D-237511448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95" name="Rectangle 410">
                <a:extLst>
                  <a:ext uri="{FF2B5EF4-FFF2-40B4-BE49-F238E27FC236}">
                    <a16:creationId xmlns:a16="http://schemas.microsoft.com/office/drawing/2014/main" id="{2D3FAE65-42B8-4A64-A830-F591DF6A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96" name="Oval 411">
                <a:extLst>
                  <a:ext uri="{FF2B5EF4-FFF2-40B4-BE49-F238E27FC236}">
                    <a16:creationId xmlns:a16="http://schemas.microsoft.com/office/drawing/2014/main" id="{FD4BEC28-D425-4889-991D-059D02EBA0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97" name="Group 137">
                <a:extLst>
                  <a:ext uri="{FF2B5EF4-FFF2-40B4-BE49-F238E27FC236}">
                    <a16:creationId xmlns:a16="http://schemas.microsoft.com/office/drawing/2014/main" id="{B35FFEB5-2DC0-4953-9470-3418DBF595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100" name="Freeform 138">
                  <a:extLst>
                    <a:ext uri="{FF2B5EF4-FFF2-40B4-BE49-F238E27FC236}">
                      <a16:creationId xmlns:a16="http://schemas.microsoft.com/office/drawing/2014/main" id="{597B27DF-9AB9-4C51-A79F-7E3C583FE0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101" name="Freeform 139">
                  <a:extLst>
                    <a:ext uri="{FF2B5EF4-FFF2-40B4-BE49-F238E27FC236}">
                      <a16:creationId xmlns:a16="http://schemas.microsoft.com/office/drawing/2014/main" id="{D7D2B998-D9D0-410E-96E4-661465833E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98" name="Line 140">
                <a:extLst>
                  <a:ext uri="{FF2B5EF4-FFF2-40B4-BE49-F238E27FC236}">
                    <a16:creationId xmlns:a16="http://schemas.microsoft.com/office/drawing/2014/main" id="{4E90E9A2-2AED-4A02-B93E-0574D43B69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99" name="Line 141">
                <a:extLst>
                  <a:ext uri="{FF2B5EF4-FFF2-40B4-BE49-F238E27FC236}">
                    <a16:creationId xmlns:a16="http://schemas.microsoft.com/office/drawing/2014/main" id="{B7024178-8934-4EAB-A02E-5D2FA099FB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040" name="Group 133">
              <a:extLst>
                <a:ext uri="{FF2B5EF4-FFF2-40B4-BE49-F238E27FC236}">
                  <a16:creationId xmlns:a16="http://schemas.microsoft.com/office/drawing/2014/main" id="{F4CD689A-8B8B-461E-919B-74F5750CBC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81086" name="Oval 407">
                <a:extLst>
                  <a:ext uri="{FF2B5EF4-FFF2-40B4-BE49-F238E27FC236}">
                    <a16:creationId xmlns:a16="http://schemas.microsoft.com/office/drawing/2014/main" id="{A17A78BF-D731-4699-BAD0-12BA32464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87" name="Rectangle 410">
                <a:extLst>
                  <a:ext uri="{FF2B5EF4-FFF2-40B4-BE49-F238E27FC236}">
                    <a16:creationId xmlns:a16="http://schemas.microsoft.com/office/drawing/2014/main" id="{C6878E33-E0CE-47B6-AAB2-057C16398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88" name="Oval 411">
                <a:extLst>
                  <a:ext uri="{FF2B5EF4-FFF2-40B4-BE49-F238E27FC236}">
                    <a16:creationId xmlns:a16="http://schemas.microsoft.com/office/drawing/2014/main" id="{BAA8B12A-FA79-466F-A6B9-C5FD664957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89" name="Group 137">
                <a:extLst>
                  <a:ext uri="{FF2B5EF4-FFF2-40B4-BE49-F238E27FC236}">
                    <a16:creationId xmlns:a16="http://schemas.microsoft.com/office/drawing/2014/main" id="{7F463643-8BCD-498E-9915-2D7A94BEA8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92" name="Freeform 138">
                  <a:extLst>
                    <a:ext uri="{FF2B5EF4-FFF2-40B4-BE49-F238E27FC236}">
                      <a16:creationId xmlns:a16="http://schemas.microsoft.com/office/drawing/2014/main" id="{358FA7C1-C493-4654-B6C4-D41693FE98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93" name="Freeform 139">
                  <a:extLst>
                    <a:ext uri="{FF2B5EF4-FFF2-40B4-BE49-F238E27FC236}">
                      <a16:creationId xmlns:a16="http://schemas.microsoft.com/office/drawing/2014/main" id="{80FFD731-8080-47F0-9E4C-16A3B22F3E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90" name="Line 140">
                <a:extLst>
                  <a:ext uri="{FF2B5EF4-FFF2-40B4-BE49-F238E27FC236}">
                    <a16:creationId xmlns:a16="http://schemas.microsoft.com/office/drawing/2014/main" id="{479E8403-AB3B-4FFE-BD50-BAFD6FAFD3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91" name="Line 141">
                <a:extLst>
                  <a:ext uri="{FF2B5EF4-FFF2-40B4-BE49-F238E27FC236}">
                    <a16:creationId xmlns:a16="http://schemas.microsoft.com/office/drawing/2014/main" id="{8F143974-A06E-40CF-889F-EA1C35122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041" name="Group 133">
              <a:extLst>
                <a:ext uri="{FF2B5EF4-FFF2-40B4-BE49-F238E27FC236}">
                  <a16:creationId xmlns:a16="http://schemas.microsoft.com/office/drawing/2014/main" id="{E715A5F1-9702-43F0-B739-6AF519C42F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81078" name="Oval 407">
                <a:extLst>
                  <a:ext uri="{FF2B5EF4-FFF2-40B4-BE49-F238E27FC236}">
                    <a16:creationId xmlns:a16="http://schemas.microsoft.com/office/drawing/2014/main" id="{B0029DD6-1101-4AB8-BE7F-EE2F8EBCB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79" name="Rectangle 410">
                <a:extLst>
                  <a:ext uri="{FF2B5EF4-FFF2-40B4-BE49-F238E27FC236}">
                    <a16:creationId xmlns:a16="http://schemas.microsoft.com/office/drawing/2014/main" id="{5BB68FD9-ACA3-4482-90A1-AA7D967517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80" name="Oval 411">
                <a:extLst>
                  <a:ext uri="{FF2B5EF4-FFF2-40B4-BE49-F238E27FC236}">
                    <a16:creationId xmlns:a16="http://schemas.microsoft.com/office/drawing/2014/main" id="{CE687833-2724-4424-A565-EED8667131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81" name="Group 137">
                <a:extLst>
                  <a:ext uri="{FF2B5EF4-FFF2-40B4-BE49-F238E27FC236}">
                    <a16:creationId xmlns:a16="http://schemas.microsoft.com/office/drawing/2014/main" id="{34449F9C-DE05-44EA-96A6-7947CB5BE2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84" name="Freeform 138">
                  <a:extLst>
                    <a:ext uri="{FF2B5EF4-FFF2-40B4-BE49-F238E27FC236}">
                      <a16:creationId xmlns:a16="http://schemas.microsoft.com/office/drawing/2014/main" id="{15DDAADA-7C6B-4B65-BF44-0CB1AF35E5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85" name="Freeform 139">
                  <a:extLst>
                    <a:ext uri="{FF2B5EF4-FFF2-40B4-BE49-F238E27FC236}">
                      <a16:creationId xmlns:a16="http://schemas.microsoft.com/office/drawing/2014/main" id="{8ED0C9AF-C908-446C-906E-252B4DAB7F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82" name="Line 140">
                <a:extLst>
                  <a:ext uri="{FF2B5EF4-FFF2-40B4-BE49-F238E27FC236}">
                    <a16:creationId xmlns:a16="http://schemas.microsoft.com/office/drawing/2014/main" id="{6E8B3EF6-DB7E-45A8-B2EB-3C46F69ED5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83" name="Line 141">
                <a:extLst>
                  <a:ext uri="{FF2B5EF4-FFF2-40B4-BE49-F238E27FC236}">
                    <a16:creationId xmlns:a16="http://schemas.microsoft.com/office/drawing/2014/main" id="{4FB93869-D022-46FF-87F0-018A820BB8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042" name="Group 133">
              <a:extLst>
                <a:ext uri="{FF2B5EF4-FFF2-40B4-BE49-F238E27FC236}">
                  <a16:creationId xmlns:a16="http://schemas.microsoft.com/office/drawing/2014/main" id="{F335D2B4-82B0-4776-938A-62B5213D49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81070" name="Oval 407">
                <a:extLst>
                  <a:ext uri="{FF2B5EF4-FFF2-40B4-BE49-F238E27FC236}">
                    <a16:creationId xmlns:a16="http://schemas.microsoft.com/office/drawing/2014/main" id="{E162A136-21E1-4D23-A4DC-D2DECBCDCB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71" name="Rectangle 410">
                <a:extLst>
                  <a:ext uri="{FF2B5EF4-FFF2-40B4-BE49-F238E27FC236}">
                    <a16:creationId xmlns:a16="http://schemas.microsoft.com/office/drawing/2014/main" id="{3CEB090D-C82C-43DF-A789-BA719B2ED5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72" name="Oval 411">
                <a:extLst>
                  <a:ext uri="{FF2B5EF4-FFF2-40B4-BE49-F238E27FC236}">
                    <a16:creationId xmlns:a16="http://schemas.microsoft.com/office/drawing/2014/main" id="{D4E15ACF-48F7-4CB7-B4C1-EE05CFDE27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73" name="Group 137">
                <a:extLst>
                  <a:ext uri="{FF2B5EF4-FFF2-40B4-BE49-F238E27FC236}">
                    <a16:creationId xmlns:a16="http://schemas.microsoft.com/office/drawing/2014/main" id="{8AE376F5-70A8-4F0F-92BD-2C2C850EC1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76" name="Freeform 138">
                  <a:extLst>
                    <a:ext uri="{FF2B5EF4-FFF2-40B4-BE49-F238E27FC236}">
                      <a16:creationId xmlns:a16="http://schemas.microsoft.com/office/drawing/2014/main" id="{6E4022A0-715A-46D8-996C-2F2A2D031E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77" name="Freeform 139">
                  <a:extLst>
                    <a:ext uri="{FF2B5EF4-FFF2-40B4-BE49-F238E27FC236}">
                      <a16:creationId xmlns:a16="http://schemas.microsoft.com/office/drawing/2014/main" id="{97539150-050D-4F5F-856C-41F5F84E87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74" name="Line 140">
                <a:extLst>
                  <a:ext uri="{FF2B5EF4-FFF2-40B4-BE49-F238E27FC236}">
                    <a16:creationId xmlns:a16="http://schemas.microsoft.com/office/drawing/2014/main" id="{B1E393B4-4724-4F65-9CED-D5F6B71993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75" name="Line 141">
                <a:extLst>
                  <a:ext uri="{FF2B5EF4-FFF2-40B4-BE49-F238E27FC236}">
                    <a16:creationId xmlns:a16="http://schemas.microsoft.com/office/drawing/2014/main" id="{C79207D5-470B-454B-809B-12D1B2BC41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043" name="Group 133">
              <a:extLst>
                <a:ext uri="{FF2B5EF4-FFF2-40B4-BE49-F238E27FC236}">
                  <a16:creationId xmlns:a16="http://schemas.microsoft.com/office/drawing/2014/main" id="{0B0BBD7A-40AD-4B70-B3CD-2DBE01054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81062" name="Oval 407">
                <a:extLst>
                  <a:ext uri="{FF2B5EF4-FFF2-40B4-BE49-F238E27FC236}">
                    <a16:creationId xmlns:a16="http://schemas.microsoft.com/office/drawing/2014/main" id="{67838D92-C70E-4424-A06D-2131D19FAF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63" name="Rectangle 410">
                <a:extLst>
                  <a:ext uri="{FF2B5EF4-FFF2-40B4-BE49-F238E27FC236}">
                    <a16:creationId xmlns:a16="http://schemas.microsoft.com/office/drawing/2014/main" id="{E957E125-6C96-4175-876E-6B6FF105B2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64" name="Oval 411">
                <a:extLst>
                  <a:ext uri="{FF2B5EF4-FFF2-40B4-BE49-F238E27FC236}">
                    <a16:creationId xmlns:a16="http://schemas.microsoft.com/office/drawing/2014/main" id="{1E997554-3309-4B0E-8EFC-ED4B07C3F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65" name="Group 137">
                <a:extLst>
                  <a:ext uri="{FF2B5EF4-FFF2-40B4-BE49-F238E27FC236}">
                    <a16:creationId xmlns:a16="http://schemas.microsoft.com/office/drawing/2014/main" id="{1E12530E-06D9-433B-89CF-2BB9D3439D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68" name="Freeform 138">
                  <a:extLst>
                    <a:ext uri="{FF2B5EF4-FFF2-40B4-BE49-F238E27FC236}">
                      <a16:creationId xmlns:a16="http://schemas.microsoft.com/office/drawing/2014/main" id="{80BF0189-90AE-4C35-BF0F-41A5ED4FDC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69" name="Freeform 139">
                  <a:extLst>
                    <a:ext uri="{FF2B5EF4-FFF2-40B4-BE49-F238E27FC236}">
                      <a16:creationId xmlns:a16="http://schemas.microsoft.com/office/drawing/2014/main" id="{732FBD20-AB61-4B6A-AE64-E55AFA32A1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66" name="Line 140">
                <a:extLst>
                  <a:ext uri="{FF2B5EF4-FFF2-40B4-BE49-F238E27FC236}">
                    <a16:creationId xmlns:a16="http://schemas.microsoft.com/office/drawing/2014/main" id="{C51680EE-EB9D-497E-8FCF-A491484E4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67" name="Line 141">
                <a:extLst>
                  <a:ext uri="{FF2B5EF4-FFF2-40B4-BE49-F238E27FC236}">
                    <a16:creationId xmlns:a16="http://schemas.microsoft.com/office/drawing/2014/main" id="{2263D065-CD34-44DE-996E-1E1F69BA17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6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044" name="Group 133">
              <a:extLst>
                <a:ext uri="{FF2B5EF4-FFF2-40B4-BE49-F238E27FC236}">
                  <a16:creationId xmlns:a16="http://schemas.microsoft.com/office/drawing/2014/main" id="{76644E45-E9E9-44CD-BED8-B8457EFDA7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81054" name="Oval 407">
                <a:extLst>
                  <a:ext uri="{FF2B5EF4-FFF2-40B4-BE49-F238E27FC236}">
                    <a16:creationId xmlns:a16="http://schemas.microsoft.com/office/drawing/2014/main" id="{65677F9C-948C-4410-B5C6-00CDA44F3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55" name="Rectangle 410">
                <a:extLst>
                  <a:ext uri="{FF2B5EF4-FFF2-40B4-BE49-F238E27FC236}">
                    <a16:creationId xmlns:a16="http://schemas.microsoft.com/office/drawing/2014/main" id="{731FBDAD-7900-4D30-A685-41E0DCABA8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56" name="Oval 411">
                <a:extLst>
                  <a:ext uri="{FF2B5EF4-FFF2-40B4-BE49-F238E27FC236}">
                    <a16:creationId xmlns:a16="http://schemas.microsoft.com/office/drawing/2014/main" id="{761FEC02-8297-44F5-AB6D-7E2E37164B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57" name="Group 137">
                <a:extLst>
                  <a:ext uri="{FF2B5EF4-FFF2-40B4-BE49-F238E27FC236}">
                    <a16:creationId xmlns:a16="http://schemas.microsoft.com/office/drawing/2014/main" id="{3955C303-CA89-450A-A72C-BA5571E95F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60" name="Freeform 138">
                  <a:extLst>
                    <a:ext uri="{FF2B5EF4-FFF2-40B4-BE49-F238E27FC236}">
                      <a16:creationId xmlns:a16="http://schemas.microsoft.com/office/drawing/2014/main" id="{2D80DA23-B233-4B61-8C66-73F4728051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61" name="Freeform 139">
                  <a:extLst>
                    <a:ext uri="{FF2B5EF4-FFF2-40B4-BE49-F238E27FC236}">
                      <a16:creationId xmlns:a16="http://schemas.microsoft.com/office/drawing/2014/main" id="{54B2F9BF-9EA7-4FE3-84F0-F541596A39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58" name="Line 140">
                <a:extLst>
                  <a:ext uri="{FF2B5EF4-FFF2-40B4-BE49-F238E27FC236}">
                    <a16:creationId xmlns:a16="http://schemas.microsoft.com/office/drawing/2014/main" id="{85977DF0-6744-4201-98B1-74AF19F7BE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2"/>
                <a:ext cx="0" cy="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59" name="Line 141">
                <a:extLst>
                  <a:ext uri="{FF2B5EF4-FFF2-40B4-BE49-F238E27FC236}">
                    <a16:creationId xmlns:a16="http://schemas.microsoft.com/office/drawing/2014/main" id="{4B4AD76C-AA58-4933-8CC3-F02C61534A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4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1045" name="Group 133">
              <a:extLst>
                <a:ext uri="{FF2B5EF4-FFF2-40B4-BE49-F238E27FC236}">
                  <a16:creationId xmlns:a16="http://schemas.microsoft.com/office/drawing/2014/main" id="{AB1BA8A4-5C40-4A49-BA28-D790FD8855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1046" name="Oval 407">
                <a:extLst>
                  <a:ext uri="{FF2B5EF4-FFF2-40B4-BE49-F238E27FC236}">
                    <a16:creationId xmlns:a16="http://schemas.microsoft.com/office/drawing/2014/main" id="{3D18F71F-2B80-488B-B115-7F66A0F7DE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47" name="Rectangle 410">
                <a:extLst>
                  <a:ext uri="{FF2B5EF4-FFF2-40B4-BE49-F238E27FC236}">
                    <a16:creationId xmlns:a16="http://schemas.microsoft.com/office/drawing/2014/main" id="{9950FF8D-D1E0-424B-AF9E-56E3D652A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48" name="Oval 411">
                <a:extLst>
                  <a:ext uri="{FF2B5EF4-FFF2-40B4-BE49-F238E27FC236}">
                    <a16:creationId xmlns:a16="http://schemas.microsoft.com/office/drawing/2014/main" id="{D96D91A0-4BCE-4ECD-9920-013A3BB2C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49" name="Group 137">
                <a:extLst>
                  <a:ext uri="{FF2B5EF4-FFF2-40B4-BE49-F238E27FC236}">
                    <a16:creationId xmlns:a16="http://schemas.microsoft.com/office/drawing/2014/main" id="{ACF71936-1182-4FCD-B244-9FECC84872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52" name="Freeform 138">
                  <a:extLst>
                    <a:ext uri="{FF2B5EF4-FFF2-40B4-BE49-F238E27FC236}">
                      <a16:creationId xmlns:a16="http://schemas.microsoft.com/office/drawing/2014/main" id="{45F964C6-892C-46A7-A836-5010DC6D56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53" name="Freeform 139">
                  <a:extLst>
                    <a:ext uri="{FF2B5EF4-FFF2-40B4-BE49-F238E27FC236}">
                      <a16:creationId xmlns:a16="http://schemas.microsoft.com/office/drawing/2014/main" id="{3B0C3495-3403-4494-B9D9-B68BAD3E2E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50" name="Line 140">
                <a:extLst>
                  <a:ext uri="{FF2B5EF4-FFF2-40B4-BE49-F238E27FC236}">
                    <a16:creationId xmlns:a16="http://schemas.microsoft.com/office/drawing/2014/main" id="{C9FA880E-1DDB-4F69-ACA3-2BFCFDE1FA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51" name="Line 141">
                <a:extLst>
                  <a:ext uri="{FF2B5EF4-FFF2-40B4-BE49-F238E27FC236}">
                    <a16:creationId xmlns:a16="http://schemas.microsoft.com/office/drawing/2014/main" id="{78532F6A-6506-409D-9FEF-FB0EA6551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grpSp>
        <p:nvGrpSpPr>
          <p:cNvPr id="80904" name="Group 416">
            <a:extLst>
              <a:ext uri="{FF2B5EF4-FFF2-40B4-BE49-F238E27FC236}">
                <a16:creationId xmlns:a16="http://schemas.microsoft.com/office/drawing/2014/main" id="{12456537-3193-4EBF-8703-2DC81066A909}"/>
              </a:ext>
            </a:extLst>
          </p:cNvPr>
          <p:cNvGrpSpPr>
            <a:grpSpLocks/>
          </p:cNvGrpSpPr>
          <p:nvPr/>
        </p:nvGrpSpPr>
        <p:grpSpPr bwMode="auto">
          <a:xfrm>
            <a:off x="1498600" y="4165600"/>
            <a:ext cx="3086100" cy="1168400"/>
            <a:chOff x="7848600" y="2044700"/>
            <a:chExt cx="3200399" cy="1371600"/>
          </a:xfrm>
        </p:grpSpPr>
        <p:sp>
          <p:nvSpPr>
            <p:cNvPr id="80944" name="Oval 417">
              <a:extLst>
                <a:ext uri="{FF2B5EF4-FFF2-40B4-BE49-F238E27FC236}">
                  <a16:creationId xmlns:a16="http://schemas.microsoft.com/office/drawing/2014/main" id="{97D120BD-E52B-4F66-A641-25BC7D3D7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8600" y="2044700"/>
              <a:ext cx="3200399" cy="13716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latin typeface="Arial" panose="020B0604020202020204" pitchFamily="34" charset="0"/>
              </a:endParaRPr>
            </a:p>
          </p:txBody>
        </p:sp>
        <p:grpSp>
          <p:nvGrpSpPr>
            <p:cNvPr id="80945" name="Group 133">
              <a:extLst>
                <a:ext uri="{FF2B5EF4-FFF2-40B4-BE49-F238E27FC236}">
                  <a16:creationId xmlns:a16="http://schemas.microsoft.com/office/drawing/2014/main" id="{F12D07F8-EAE0-4F95-ACA1-672D5F62EB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26482" y="2160804"/>
              <a:ext cx="532759" cy="184809"/>
              <a:chOff x="2356" y="1300"/>
              <a:chExt cx="555" cy="194"/>
            </a:xfrm>
          </p:grpSpPr>
          <p:sp>
            <p:nvSpPr>
              <p:cNvPr id="81019" name="Oval 492">
                <a:extLst>
                  <a:ext uri="{FF2B5EF4-FFF2-40B4-BE49-F238E27FC236}">
                    <a16:creationId xmlns:a16="http://schemas.microsoft.com/office/drawing/2014/main" id="{B3B02D0A-FEFB-4296-9FC1-1948E4960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20" name="Rectangle 410">
                <a:extLst>
                  <a:ext uri="{FF2B5EF4-FFF2-40B4-BE49-F238E27FC236}">
                    <a16:creationId xmlns:a16="http://schemas.microsoft.com/office/drawing/2014/main" id="{007C7F59-70DC-4918-9FB3-4A3D93AF08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21" name="Oval 411">
                <a:extLst>
                  <a:ext uri="{FF2B5EF4-FFF2-40B4-BE49-F238E27FC236}">
                    <a16:creationId xmlns:a16="http://schemas.microsoft.com/office/drawing/2014/main" id="{C51CD248-B5D3-40FE-8E02-34197308F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22" name="Group 137">
                <a:extLst>
                  <a:ext uri="{FF2B5EF4-FFF2-40B4-BE49-F238E27FC236}">
                    <a16:creationId xmlns:a16="http://schemas.microsoft.com/office/drawing/2014/main" id="{D3FED076-C86D-4938-8BF4-E12D632FC8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25" name="Freeform 138">
                  <a:extLst>
                    <a:ext uri="{FF2B5EF4-FFF2-40B4-BE49-F238E27FC236}">
                      <a16:creationId xmlns:a16="http://schemas.microsoft.com/office/drawing/2014/main" id="{189842EB-783F-4FBD-AD73-99769F1F33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26" name="Freeform 139">
                  <a:extLst>
                    <a:ext uri="{FF2B5EF4-FFF2-40B4-BE49-F238E27FC236}">
                      <a16:creationId xmlns:a16="http://schemas.microsoft.com/office/drawing/2014/main" id="{9788FF70-6823-4086-9C32-C5B6C24BD53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23" name="Line 140">
                <a:extLst>
                  <a:ext uri="{FF2B5EF4-FFF2-40B4-BE49-F238E27FC236}">
                    <a16:creationId xmlns:a16="http://schemas.microsoft.com/office/drawing/2014/main" id="{DB3445F2-AB92-4063-A344-5D46391A9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24" name="Line 141">
                <a:extLst>
                  <a:ext uri="{FF2B5EF4-FFF2-40B4-BE49-F238E27FC236}">
                    <a16:creationId xmlns:a16="http://schemas.microsoft.com/office/drawing/2014/main" id="{CDA1B571-0B6D-4965-8DD0-7665E39A39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80946" name="Straight Connector 419">
              <a:extLst>
                <a:ext uri="{FF2B5EF4-FFF2-40B4-BE49-F238E27FC236}">
                  <a16:creationId xmlns:a16="http://schemas.microsoft.com/office/drawing/2014/main" id="{64494D9A-4716-4909-9914-CAA35E794850}"/>
                </a:ext>
              </a:extLst>
            </p:cNvPr>
            <p:cNvCxnSpPr>
              <a:cxnSpLocks noChangeShapeType="1"/>
              <a:stCxn id="81024" idx="0"/>
            </p:cNvCxnSpPr>
            <p:nvPr/>
          </p:nvCxnSpPr>
          <p:spPr bwMode="auto">
            <a:xfrm>
              <a:off x="9055401" y="2220819"/>
              <a:ext cx="975377" cy="13653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47" name="Straight Connector 420">
              <a:extLst>
                <a:ext uri="{FF2B5EF4-FFF2-40B4-BE49-F238E27FC236}">
                  <a16:creationId xmlns:a16="http://schemas.microsoft.com/office/drawing/2014/main" id="{D31EFDA0-26DC-4F64-BD27-D80B1A74E6F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9522191" y="2583188"/>
              <a:ext cx="120745" cy="833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48" name="Straight Connector 421">
              <a:extLst>
                <a:ext uri="{FF2B5EF4-FFF2-40B4-BE49-F238E27FC236}">
                  <a16:creationId xmlns:a16="http://schemas.microsoft.com/office/drawing/2014/main" id="{065A00A8-C9EA-44B2-890A-59BD3252DC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323081" y="2786992"/>
              <a:ext cx="243358" cy="456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49" name="Straight Connector 422">
              <a:extLst>
                <a:ext uri="{FF2B5EF4-FFF2-40B4-BE49-F238E27FC236}">
                  <a16:creationId xmlns:a16="http://schemas.microsoft.com/office/drawing/2014/main" id="{04F26ECE-532F-4034-AEDD-FBF34A8A2CC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028147" y="2611644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50" name="Straight Connector 423">
              <a:extLst>
                <a:ext uri="{FF2B5EF4-FFF2-40B4-BE49-F238E27FC236}">
                  <a16:creationId xmlns:a16="http://schemas.microsoft.com/office/drawing/2014/main" id="{6F1F9D77-4F18-46EA-99E0-43902092D6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729859" y="2909476"/>
              <a:ext cx="192778" cy="10958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51" name="Straight Connector 424">
              <a:extLst>
                <a:ext uri="{FF2B5EF4-FFF2-40B4-BE49-F238E27FC236}">
                  <a16:creationId xmlns:a16="http://schemas.microsoft.com/office/drawing/2014/main" id="{0D491497-9C51-45B2-9419-F3B2C62FF80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37887" y="2836224"/>
              <a:ext cx="252969" cy="25294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52" name="Straight Connector 425">
              <a:extLst>
                <a:ext uri="{FF2B5EF4-FFF2-40B4-BE49-F238E27FC236}">
                  <a16:creationId xmlns:a16="http://schemas.microsoft.com/office/drawing/2014/main" id="{D4F678B1-5AFB-4293-926B-D862651D86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0029359" y="2822067"/>
              <a:ext cx="354959" cy="12439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53" name="Straight Connector 426">
              <a:extLst>
                <a:ext uri="{FF2B5EF4-FFF2-40B4-BE49-F238E27FC236}">
                  <a16:creationId xmlns:a16="http://schemas.microsoft.com/office/drawing/2014/main" id="{EEAD2DF8-F25C-492B-993F-ED0C6C8F20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0015190" y="2475242"/>
              <a:ext cx="283363" cy="19566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54" name="Straight Connector 427">
              <a:extLst>
                <a:ext uri="{FF2B5EF4-FFF2-40B4-BE49-F238E27FC236}">
                  <a16:creationId xmlns:a16="http://schemas.microsoft.com/office/drawing/2014/main" id="{203D46AB-C007-4718-BC3C-2DE4BEEC574F}"/>
                </a:ext>
              </a:extLst>
            </p:cNvPr>
            <p:cNvCxnSpPr>
              <a:cxnSpLocks noChangeShapeType="1"/>
              <a:endCxn id="81019" idx="4"/>
            </p:cNvCxnSpPr>
            <p:nvPr/>
          </p:nvCxnSpPr>
          <p:spPr bwMode="auto">
            <a:xfrm flipH="1" flipV="1">
              <a:off x="8791902" y="2345614"/>
              <a:ext cx="410984" cy="8718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0955" name="TextBox 428">
              <a:extLst>
                <a:ext uri="{FF2B5EF4-FFF2-40B4-BE49-F238E27FC236}">
                  <a16:creationId xmlns:a16="http://schemas.microsoft.com/office/drawing/2014/main" id="{248C2BDA-2A0D-479F-99EA-CB23ABE7A2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081" y="2471292"/>
              <a:ext cx="876536" cy="4696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latin typeface="Arial" panose="020B0604020202020204" pitchFamily="34" charset="0"/>
                </a:rPr>
                <a:t>ISP C</a:t>
              </a:r>
            </a:p>
          </p:txBody>
        </p:sp>
        <p:grpSp>
          <p:nvGrpSpPr>
            <p:cNvPr id="80956" name="Group 133">
              <a:extLst>
                <a:ext uri="{FF2B5EF4-FFF2-40B4-BE49-F238E27FC236}">
                  <a16:creationId xmlns:a16="http://schemas.microsoft.com/office/drawing/2014/main" id="{84C23CDD-DEAB-4DA5-923D-CCC7F5B481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55206" y="2650627"/>
              <a:ext cx="532759" cy="184809"/>
              <a:chOff x="2356" y="1300"/>
              <a:chExt cx="555" cy="194"/>
            </a:xfrm>
          </p:grpSpPr>
          <p:sp>
            <p:nvSpPr>
              <p:cNvPr id="81011" name="Oval 407">
                <a:extLst>
                  <a:ext uri="{FF2B5EF4-FFF2-40B4-BE49-F238E27FC236}">
                    <a16:creationId xmlns:a16="http://schemas.microsoft.com/office/drawing/2014/main" id="{CDAD2C74-6581-427B-97BF-5DF306E2A7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12" name="Rectangle 410">
                <a:extLst>
                  <a:ext uri="{FF2B5EF4-FFF2-40B4-BE49-F238E27FC236}">
                    <a16:creationId xmlns:a16="http://schemas.microsoft.com/office/drawing/2014/main" id="{485DEA11-3AE9-4D1A-BB3E-53EAF0D5BB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13" name="Oval 411">
                <a:extLst>
                  <a:ext uri="{FF2B5EF4-FFF2-40B4-BE49-F238E27FC236}">
                    <a16:creationId xmlns:a16="http://schemas.microsoft.com/office/drawing/2014/main" id="{EFC71EB1-7F54-4C85-A322-BB0E7BBDCB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14" name="Group 137">
                <a:extLst>
                  <a:ext uri="{FF2B5EF4-FFF2-40B4-BE49-F238E27FC236}">
                    <a16:creationId xmlns:a16="http://schemas.microsoft.com/office/drawing/2014/main" id="{6B118741-1EBA-46A9-8068-F75967D4B7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17" name="Freeform 138">
                  <a:extLst>
                    <a:ext uri="{FF2B5EF4-FFF2-40B4-BE49-F238E27FC236}">
                      <a16:creationId xmlns:a16="http://schemas.microsoft.com/office/drawing/2014/main" id="{F464B3B6-870E-4ABD-AD1D-22C911005C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18" name="Freeform 139">
                  <a:extLst>
                    <a:ext uri="{FF2B5EF4-FFF2-40B4-BE49-F238E27FC236}">
                      <a16:creationId xmlns:a16="http://schemas.microsoft.com/office/drawing/2014/main" id="{3D3B39E5-E89E-4E78-BC35-CB78E0620A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15" name="Line 140">
                <a:extLst>
                  <a:ext uri="{FF2B5EF4-FFF2-40B4-BE49-F238E27FC236}">
                    <a16:creationId xmlns:a16="http://schemas.microsoft.com/office/drawing/2014/main" id="{BE5900D6-8AD3-42D4-A021-338CDFEA08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16" name="Line 141">
                <a:extLst>
                  <a:ext uri="{FF2B5EF4-FFF2-40B4-BE49-F238E27FC236}">
                    <a16:creationId xmlns:a16="http://schemas.microsoft.com/office/drawing/2014/main" id="{B2929856-AFAD-4741-94C4-36F384635C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0957" name="Group 133">
              <a:extLst>
                <a:ext uri="{FF2B5EF4-FFF2-40B4-BE49-F238E27FC236}">
                  <a16:creationId xmlns:a16="http://schemas.microsoft.com/office/drawing/2014/main" id="{D7988433-A936-420B-BD04-DA562CC848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72607" y="2725609"/>
              <a:ext cx="532759" cy="184809"/>
              <a:chOff x="2356" y="1300"/>
              <a:chExt cx="555" cy="194"/>
            </a:xfrm>
          </p:grpSpPr>
          <p:sp>
            <p:nvSpPr>
              <p:cNvPr id="81003" name="Oval 407">
                <a:extLst>
                  <a:ext uri="{FF2B5EF4-FFF2-40B4-BE49-F238E27FC236}">
                    <a16:creationId xmlns:a16="http://schemas.microsoft.com/office/drawing/2014/main" id="{09E13CD1-8661-45A8-A3D8-BFCE8757E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04" name="Rectangle 410">
                <a:extLst>
                  <a:ext uri="{FF2B5EF4-FFF2-40B4-BE49-F238E27FC236}">
                    <a16:creationId xmlns:a16="http://schemas.microsoft.com/office/drawing/2014/main" id="{7FF775CF-9580-4556-AA11-C0194E83A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1005" name="Oval 411">
                <a:extLst>
                  <a:ext uri="{FF2B5EF4-FFF2-40B4-BE49-F238E27FC236}">
                    <a16:creationId xmlns:a16="http://schemas.microsoft.com/office/drawing/2014/main" id="{1761CFF6-3358-4760-9D18-625C285FD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1006" name="Group 137">
                <a:extLst>
                  <a:ext uri="{FF2B5EF4-FFF2-40B4-BE49-F238E27FC236}">
                    <a16:creationId xmlns:a16="http://schemas.microsoft.com/office/drawing/2014/main" id="{7777CA68-07E6-462A-B322-ECE0799E4A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09" name="Freeform 138">
                  <a:extLst>
                    <a:ext uri="{FF2B5EF4-FFF2-40B4-BE49-F238E27FC236}">
                      <a16:creationId xmlns:a16="http://schemas.microsoft.com/office/drawing/2014/main" id="{4E004370-AD60-442C-929E-38B958252B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10" name="Freeform 139">
                  <a:extLst>
                    <a:ext uri="{FF2B5EF4-FFF2-40B4-BE49-F238E27FC236}">
                      <a16:creationId xmlns:a16="http://schemas.microsoft.com/office/drawing/2014/main" id="{C1BA6892-5D20-4246-87A7-71E50631B5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1007" name="Line 140">
                <a:extLst>
                  <a:ext uri="{FF2B5EF4-FFF2-40B4-BE49-F238E27FC236}">
                    <a16:creationId xmlns:a16="http://schemas.microsoft.com/office/drawing/2014/main" id="{61F8BD56-4DA7-4809-A400-78A4F3EBB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08" name="Line 141">
                <a:extLst>
                  <a:ext uri="{FF2B5EF4-FFF2-40B4-BE49-F238E27FC236}">
                    <a16:creationId xmlns:a16="http://schemas.microsoft.com/office/drawing/2014/main" id="{0391A060-808E-4817-86FA-1760B0B4C3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0958" name="Group 133">
              <a:extLst>
                <a:ext uri="{FF2B5EF4-FFF2-40B4-BE49-F238E27FC236}">
                  <a16:creationId xmlns:a16="http://schemas.microsoft.com/office/drawing/2014/main" id="{F80A5412-8FBD-4E3B-B23E-D88CAD047A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60908" y="2428111"/>
              <a:ext cx="532759" cy="184809"/>
              <a:chOff x="2356" y="1300"/>
              <a:chExt cx="555" cy="194"/>
            </a:xfrm>
          </p:grpSpPr>
          <p:sp>
            <p:nvSpPr>
              <p:cNvPr id="80995" name="Oval 407">
                <a:extLst>
                  <a:ext uri="{FF2B5EF4-FFF2-40B4-BE49-F238E27FC236}">
                    <a16:creationId xmlns:a16="http://schemas.microsoft.com/office/drawing/2014/main" id="{A5339E57-9374-495D-BA75-D33E85AC73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96" name="Rectangle 410">
                <a:extLst>
                  <a:ext uri="{FF2B5EF4-FFF2-40B4-BE49-F238E27FC236}">
                    <a16:creationId xmlns:a16="http://schemas.microsoft.com/office/drawing/2014/main" id="{ABEA5642-24A1-4640-8F23-7B3665119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97" name="Oval 411">
                <a:extLst>
                  <a:ext uri="{FF2B5EF4-FFF2-40B4-BE49-F238E27FC236}">
                    <a16:creationId xmlns:a16="http://schemas.microsoft.com/office/drawing/2014/main" id="{098F844D-6628-4302-816B-661214E4B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0998" name="Group 137">
                <a:extLst>
                  <a:ext uri="{FF2B5EF4-FFF2-40B4-BE49-F238E27FC236}">
                    <a16:creationId xmlns:a16="http://schemas.microsoft.com/office/drawing/2014/main" id="{5E7FFFCD-175C-4DF5-91F1-DE078E8ACC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1001" name="Freeform 138">
                  <a:extLst>
                    <a:ext uri="{FF2B5EF4-FFF2-40B4-BE49-F238E27FC236}">
                      <a16:creationId xmlns:a16="http://schemas.microsoft.com/office/drawing/2014/main" id="{EC987649-7BBB-4F6E-83E9-745CBA2C83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1002" name="Freeform 139">
                  <a:extLst>
                    <a:ext uri="{FF2B5EF4-FFF2-40B4-BE49-F238E27FC236}">
                      <a16:creationId xmlns:a16="http://schemas.microsoft.com/office/drawing/2014/main" id="{B2172E12-AD4D-4A3F-8DCC-46AE397EE3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0999" name="Line 140">
                <a:extLst>
                  <a:ext uri="{FF2B5EF4-FFF2-40B4-BE49-F238E27FC236}">
                    <a16:creationId xmlns:a16="http://schemas.microsoft.com/office/drawing/2014/main" id="{A600BA69-3DA9-4894-A5FC-A53F3CFF26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1000" name="Line 141">
                <a:extLst>
                  <a:ext uri="{FF2B5EF4-FFF2-40B4-BE49-F238E27FC236}">
                    <a16:creationId xmlns:a16="http://schemas.microsoft.com/office/drawing/2014/main" id="{72F6128A-B678-476A-AFE7-EA520A359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0959" name="Group 133">
              <a:extLst>
                <a:ext uri="{FF2B5EF4-FFF2-40B4-BE49-F238E27FC236}">
                  <a16:creationId xmlns:a16="http://schemas.microsoft.com/office/drawing/2014/main" id="{58559983-1D7B-4AAF-9E5C-6E4C719644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05281" y="2289952"/>
              <a:ext cx="532759" cy="184809"/>
              <a:chOff x="2356" y="1300"/>
              <a:chExt cx="555" cy="194"/>
            </a:xfrm>
          </p:grpSpPr>
          <p:sp>
            <p:nvSpPr>
              <p:cNvPr id="80987" name="Oval 407">
                <a:extLst>
                  <a:ext uri="{FF2B5EF4-FFF2-40B4-BE49-F238E27FC236}">
                    <a16:creationId xmlns:a16="http://schemas.microsoft.com/office/drawing/2014/main" id="{608D2136-C6B3-4F9E-BFC6-1E6DEBF0B5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88" name="Rectangle 410">
                <a:extLst>
                  <a:ext uri="{FF2B5EF4-FFF2-40B4-BE49-F238E27FC236}">
                    <a16:creationId xmlns:a16="http://schemas.microsoft.com/office/drawing/2014/main" id="{8E61AAB1-5E62-4BE4-84DA-EA3B3F96E7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89" name="Oval 411">
                <a:extLst>
                  <a:ext uri="{FF2B5EF4-FFF2-40B4-BE49-F238E27FC236}">
                    <a16:creationId xmlns:a16="http://schemas.microsoft.com/office/drawing/2014/main" id="{E263A34A-D57B-4431-9EEE-E9FAA6445B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0990" name="Group 137">
                <a:extLst>
                  <a:ext uri="{FF2B5EF4-FFF2-40B4-BE49-F238E27FC236}">
                    <a16:creationId xmlns:a16="http://schemas.microsoft.com/office/drawing/2014/main" id="{3B62B0F0-D1D9-4C2B-BEF2-B01FCD9255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0993" name="Freeform 138">
                  <a:extLst>
                    <a:ext uri="{FF2B5EF4-FFF2-40B4-BE49-F238E27FC236}">
                      <a16:creationId xmlns:a16="http://schemas.microsoft.com/office/drawing/2014/main" id="{95C59D62-A405-46BD-B4FD-0907EA01A0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0994" name="Freeform 139">
                  <a:extLst>
                    <a:ext uri="{FF2B5EF4-FFF2-40B4-BE49-F238E27FC236}">
                      <a16:creationId xmlns:a16="http://schemas.microsoft.com/office/drawing/2014/main" id="{B0CAFA54-DC91-4A3A-99F7-260A534823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0991" name="Line 140">
                <a:extLst>
                  <a:ext uri="{FF2B5EF4-FFF2-40B4-BE49-F238E27FC236}">
                    <a16:creationId xmlns:a16="http://schemas.microsoft.com/office/drawing/2014/main" id="{BF9B7509-61F0-4420-AF12-E9461D055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0992" name="Line 141">
                <a:extLst>
                  <a:ext uri="{FF2B5EF4-FFF2-40B4-BE49-F238E27FC236}">
                    <a16:creationId xmlns:a16="http://schemas.microsoft.com/office/drawing/2014/main" id="{E3FBDECF-DB02-4594-88E7-C5851DF15B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0960" name="Group 133">
              <a:extLst>
                <a:ext uri="{FF2B5EF4-FFF2-40B4-BE49-F238E27FC236}">
                  <a16:creationId xmlns:a16="http://schemas.microsoft.com/office/drawing/2014/main" id="{EB3348EB-F816-4365-8772-78FA1AC15D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32661" y="2882876"/>
              <a:ext cx="532759" cy="184809"/>
              <a:chOff x="2356" y="1300"/>
              <a:chExt cx="555" cy="194"/>
            </a:xfrm>
          </p:grpSpPr>
          <p:sp>
            <p:nvSpPr>
              <p:cNvPr id="80979" name="Oval 407">
                <a:extLst>
                  <a:ext uri="{FF2B5EF4-FFF2-40B4-BE49-F238E27FC236}">
                    <a16:creationId xmlns:a16="http://schemas.microsoft.com/office/drawing/2014/main" id="{49753A4A-921E-49DC-8C04-2462DEC58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80" name="Rectangle 410">
                <a:extLst>
                  <a:ext uri="{FF2B5EF4-FFF2-40B4-BE49-F238E27FC236}">
                    <a16:creationId xmlns:a16="http://schemas.microsoft.com/office/drawing/2014/main" id="{54332739-3475-484C-A00C-ADAEFC76EE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81" name="Oval 411">
                <a:extLst>
                  <a:ext uri="{FF2B5EF4-FFF2-40B4-BE49-F238E27FC236}">
                    <a16:creationId xmlns:a16="http://schemas.microsoft.com/office/drawing/2014/main" id="{ECA742C3-B9C1-4163-B27A-606D103B20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0982" name="Group 137">
                <a:extLst>
                  <a:ext uri="{FF2B5EF4-FFF2-40B4-BE49-F238E27FC236}">
                    <a16:creationId xmlns:a16="http://schemas.microsoft.com/office/drawing/2014/main" id="{DB73264D-5778-4A3B-83A4-CFFD76702C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0985" name="Freeform 138">
                  <a:extLst>
                    <a:ext uri="{FF2B5EF4-FFF2-40B4-BE49-F238E27FC236}">
                      <a16:creationId xmlns:a16="http://schemas.microsoft.com/office/drawing/2014/main" id="{137B5C00-25E1-4D53-81DB-60686C0182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0986" name="Freeform 139">
                  <a:extLst>
                    <a:ext uri="{FF2B5EF4-FFF2-40B4-BE49-F238E27FC236}">
                      <a16:creationId xmlns:a16="http://schemas.microsoft.com/office/drawing/2014/main" id="{4E6E2E29-A564-4B2B-9D68-EDC6A2EEE9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0983" name="Line 140">
                <a:extLst>
                  <a:ext uri="{FF2B5EF4-FFF2-40B4-BE49-F238E27FC236}">
                    <a16:creationId xmlns:a16="http://schemas.microsoft.com/office/drawing/2014/main" id="{E19395EE-68EE-41E2-ABD7-567672AE23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0984" name="Line 141">
                <a:extLst>
                  <a:ext uri="{FF2B5EF4-FFF2-40B4-BE49-F238E27FC236}">
                    <a16:creationId xmlns:a16="http://schemas.microsoft.com/office/drawing/2014/main" id="{143DA37E-2981-4BBA-9DFB-1CBF5DED2D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0961" name="Group 133">
              <a:extLst>
                <a:ext uri="{FF2B5EF4-FFF2-40B4-BE49-F238E27FC236}">
                  <a16:creationId xmlns:a16="http://schemas.microsoft.com/office/drawing/2014/main" id="{02F65BA1-99FC-4B25-B14E-DECE4A9169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30660" y="3072767"/>
              <a:ext cx="532759" cy="184809"/>
              <a:chOff x="2356" y="1300"/>
              <a:chExt cx="555" cy="194"/>
            </a:xfrm>
          </p:grpSpPr>
          <p:sp>
            <p:nvSpPr>
              <p:cNvPr id="80971" name="Oval 407">
                <a:extLst>
                  <a:ext uri="{FF2B5EF4-FFF2-40B4-BE49-F238E27FC236}">
                    <a16:creationId xmlns:a16="http://schemas.microsoft.com/office/drawing/2014/main" id="{B189F2E1-A0D4-4A87-BAD9-E83D2EC8A4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72" name="Rectangle 410">
                <a:extLst>
                  <a:ext uri="{FF2B5EF4-FFF2-40B4-BE49-F238E27FC236}">
                    <a16:creationId xmlns:a16="http://schemas.microsoft.com/office/drawing/2014/main" id="{34CECE57-AEE8-4654-A0E6-CD13CEFC74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73" name="Oval 411">
                <a:extLst>
                  <a:ext uri="{FF2B5EF4-FFF2-40B4-BE49-F238E27FC236}">
                    <a16:creationId xmlns:a16="http://schemas.microsoft.com/office/drawing/2014/main" id="{DF6BA8A6-B87C-4F5A-A0D8-851DE6E015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0974" name="Group 137">
                <a:extLst>
                  <a:ext uri="{FF2B5EF4-FFF2-40B4-BE49-F238E27FC236}">
                    <a16:creationId xmlns:a16="http://schemas.microsoft.com/office/drawing/2014/main" id="{2FF0D926-99FF-4606-92DD-0FB12359A5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0977" name="Freeform 138">
                  <a:extLst>
                    <a:ext uri="{FF2B5EF4-FFF2-40B4-BE49-F238E27FC236}">
                      <a16:creationId xmlns:a16="http://schemas.microsoft.com/office/drawing/2014/main" id="{7FF17C8C-CB32-456C-828D-02719AB5B2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0978" name="Freeform 139">
                  <a:extLst>
                    <a:ext uri="{FF2B5EF4-FFF2-40B4-BE49-F238E27FC236}">
                      <a16:creationId xmlns:a16="http://schemas.microsoft.com/office/drawing/2014/main" id="{CF7B0F25-B4A4-4648-8A65-6CBFD260E9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0975" name="Line 140">
                <a:extLst>
                  <a:ext uri="{FF2B5EF4-FFF2-40B4-BE49-F238E27FC236}">
                    <a16:creationId xmlns:a16="http://schemas.microsoft.com/office/drawing/2014/main" id="{567F5799-09B4-4F3D-92E3-41DEB5A9F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0976" name="Line 141">
                <a:extLst>
                  <a:ext uri="{FF2B5EF4-FFF2-40B4-BE49-F238E27FC236}">
                    <a16:creationId xmlns:a16="http://schemas.microsoft.com/office/drawing/2014/main" id="{AA4827D3-A600-4495-88CF-4431D7DB04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80962" name="Group 133">
              <a:extLst>
                <a:ext uri="{FF2B5EF4-FFF2-40B4-BE49-F238E27FC236}">
                  <a16:creationId xmlns:a16="http://schemas.microsoft.com/office/drawing/2014/main" id="{559F5785-9FD3-4FA2-85A2-ED363F0C44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38032" y="3018963"/>
              <a:ext cx="532759" cy="184809"/>
              <a:chOff x="2356" y="1300"/>
              <a:chExt cx="555" cy="194"/>
            </a:xfrm>
          </p:grpSpPr>
          <p:sp>
            <p:nvSpPr>
              <p:cNvPr id="80963" name="Oval 407">
                <a:extLst>
                  <a:ext uri="{FF2B5EF4-FFF2-40B4-BE49-F238E27FC236}">
                    <a16:creationId xmlns:a16="http://schemas.microsoft.com/office/drawing/2014/main" id="{748C4FF8-C4C6-4B95-B592-F9EADBAF9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64" name="Rectangle 410">
                <a:extLst>
                  <a:ext uri="{FF2B5EF4-FFF2-40B4-BE49-F238E27FC236}">
                    <a16:creationId xmlns:a16="http://schemas.microsoft.com/office/drawing/2014/main" id="{604871E3-9000-4835-9434-40A3D8C36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0965" name="Oval 411">
                <a:extLst>
                  <a:ext uri="{FF2B5EF4-FFF2-40B4-BE49-F238E27FC236}">
                    <a16:creationId xmlns:a16="http://schemas.microsoft.com/office/drawing/2014/main" id="{66AEC8D3-C53A-4B37-AE0A-7FE676A8A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0966" name="Group 137">
                <a:extLst>
                  <a:ext uri="{FF2B5EF4-FFF2-40B4-BE49-F238E27FC236}">
                    <a16:creationId xmlns:a16="http://schemas.microsoft.com/office/drawing/2014/main" id="{4B3C84A8-2523-4C9D-903A-B43EE7C139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80969" name="Freeform 138">
                  <a:extLst>
                    <a:ext uri="{FF2B5EF4-FFF2-40B4-BE49-F238E27FC236}">
                      <a16:creationId xmlns:a16="http://schemas.microsoft.com/office/drawing/2014/main" id="{5130F4B4-9B33-4499-95CE-1CF40F0C2E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80970" name="Freeform 139">
                  <a:extLst>
                    <a:ext uri="{FF2B5EF4-FFF2-40B4-BE49-F238E27FC236}">
                      <a16:creationId xmlns:a16="http://schemas.microsoft.com/office/drawing/2014/main" id="{49BB000B-F1A6-4C98-AF34-AC6A188FCD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80967" name="Line 140">
                <a:extLst>
                  <a:ext uri="{FF2B5EF4-FFF2-40B4-BE49-F238E27FC236}">
                    <a16:creationId xmlns:a16="http://schemas.microsoft.com/office/drawing/2014/main" id="{5541BF0E-B892-4635-8FE3-367D9E5590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80968" name="Line 141">
                <a:extLst>
                  <a:ext uri="{FF2B5EF4-FFF2-40B4-BE49-F238E27FC236}">
                    <a16:creationId xmlns:a16="http://schemas.microsoft.com/office/drawing/2014/main" id="{87D326F1-FEBE-4FF8-8EE4-1CFBA82AAA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</p:grpSp>
      <p:cxnSp>
        <p:nvCxnSpPr>
          <p:cNvPr id="80905" name="Straight Connector 12">
            <a:extLst>
              <a:ext uri="{FF2B5EF4-FFF2-40B4-BE49-F238E27FC236}">
                <a16:creationId xmlns:a16="http://schemas.microsoft.com/office/drawing/2014/main" id="{E261B044-85AF-4BF5-8DD9-91AA46835F62}"/>
              </a:ext>
            </a:extLst>
          </p:cNvPr>
          <p:cNvCxnSpPr>
            <a:cxnSpLocks noChangeShapeType="1"/>
            <a:endCxn id="81104" idx="1"/>
          </p:cNvCxnSpPr>
          <p:nvPr/>
        </p:nvCxnSpPr>
        <p:spPr bwMode="auto">
          <a:xfrm>
            <a:off x="2382838" y="2609850"/>
            <a:ext cx="238125" cy="261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06" name="Straight Connector 500">
            <a:extLst>
              <a:ext uri="{FF2B5EF4-FFF2-40B4-BE49-F238E27FC236}">
                <a16:creationId xmlns:a16="http://schemas.microsoft.com/office/drawing/2014/main" id="{ED9D43C0-99E0-4DF6-8689-BABB2058789D}"/>
              </a:ext>
            </a:extLst>
          </p:cNvPr>
          <p:cNvCxnSpPr>
            <a:cxnSpLocks noChangeShapeType="1"/>
            <a:endCxn id="81106" idx="1"/>
          </p:cNvCxnSpPr>
          <p:nvPr/>
        </p:nvCxnSpPr>
        <p:spPr bwMode="auto">
          <a:xfrm>
            <a:off x="1638300" y="2849563"/>
            <a:ext cx="900113" cy="127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07" name="Straight Connector 501">
            <a:extLst>
              <a:ext uri="{FF2B5EF4-FFF2-40B4-BE49-F238E27FC236}">
                <a16:creationId xmlns:a16="http://schemas.microsoft.com/office/drawing/2014/main" id="{E2DEF9CE-1333-4B0F-97D6-FF025CA9180A}"/>
              </a:ext>
            </a:extLst>
          </p:cNvPr>
          <p:cNvCxnSpPr>
            <a:cxnSpLocks noChangeShapeType="1"/>
            <a:endCxn id="81102" idx="2"/>
          </p:cNvCxnSpPr>
          <p:nvPr/>
        </p:nvCxnSpPr>
        <p:spPr bwMode="auto">
          <a:xfrm flipV="1">
            <a:off x="1235075" y="2973388"/>
            <a:ext cx="1303338" cy="277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08" name="Straight Connector 502">
            <a:extLst>
              <a:ext uri="{FF2B5EF4-FFF2-40B4-BE49-F238E27FC236}">
                <a16:creationId xmlns:a16="http://schemas.microsoft.com/office/drawing/2014/main" id="{1389865F-E144-4FC4-928F-29B9B496E3F0}"/>
              </a:ext>
            </a:extLst>
          </p:cNvPr>
          <p:cNvCxnSpPr>
            <a:cxnSpLocks noChangeShapeType="1"/>
            <a:endCxn id="81072" idx="1"/>
          </p:cNvCxnSpPr>
          <p:nvPr/>
        </p:nvCxnSpPr>
        <p:spPr bwMode="auto">
          <a:xfrm>
            <a:off x="3916363" y="2411413"/>
            <a:ext cx="307975" cy="573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09" name="Straight Connector 503">
            <a:extLst>
              <a:ext uri="{FF2B5EF4-FFF2-40B4-BE49-F238E27FC236}">
                <a16:creationId xmlns:a16="http://schemas.microsoft.com/office/drawing/2014/main" id="{2102E885-8D71-4FCC-9FB7-0B533F2575FC}"/>
              </a:ext>
            </a:extLst>
          </p:cNvPr>
          <p:cNvCxnSpPr>
            <a:cxnSpLocks noChangeShapeType="1"/>
            <a:endCxn id="81072" idx="0"/>
          </p:cNvCxnSpPr>
          <p:nvPr/>
        </p:nvCxnSpPr>
        <p:spPr bwMode="auto">
          <a:xfrm flipH="1">
            <a:off x="4425950" y="2389188"/>
            <a:ext cx="384175" cy="579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0" name="Straight Connector 504">
            <a:extLst>
              <a:ext uri="{FF2B5EF4-FFF2-40B4-BE49-F238E27FC236}">
                <a16:creationId xmlns:a16="http://schemas.microsoft.com/office/drawing/2014/main" id="{2F6ABAC3-DEFD-49CF-8E7E-EFF663418D92}"/>
              </a:ext>
            </a:extLst>
          </p:cNvPr>
          <p:cNvCxnSpPr>
            <a:cxnSpLocks noChangeShapeType="1"/>
            <a:endCxn id="81155" idx="0"/>
          </p:cNvCxnSpPr>
          <p:nvPr/>
        </p:nvCxnSpPr>
        <p:spPr bwMode="auto">
          <a:xfrm>
            <a:off x="6770688" y="2900363"/>
            <a:ext cx="215900" cy="104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1" name="Straight Connector 505">
            <a:extLst>
              <a:ext uri="{FF2B5EF4-FFF2-40B4-BE49-F238E27FC236}">
                <a16:creationId xmlns:a16="http://schemas.microsoft.com/office/drawing/2014/main" id="{62EF7D23-8C95-4840-8F60-20B0FB1A2CF0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137400" y="3251200"/>
            <a:ext cx="241300" cy="692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2" name="Straight Connector 506">
            <a:extLst>
              <a:ext uri="{FF2B5EF4-FFF2-40B4-BE49-F238E27FC236}">
                <a16:creationId xmlns:a16="http://schemas.microsoft.com/office/drawing/2014/main" id="{343FD315-A6DC-4896-AA48-7564D19671AF}"/>
              </a:ext>
            </a:extLst>
          </p:cNvPr>
          <p:cNvCxnSpPr>
            <a:cxnSpLocks noChangeShapeType="1"/>
            <a:stCxn id="81221" idx="4"/>
            <a:endCxn id="81150" idx="0"/>
          </p:cNvCxnSpPr>
          <p:nvPr/>
        </p:nvCxnSpPr>
        <p:spPr bwMode="auto">
          <a:xfrm flipH="1">
            <a:off x="7483475" y="4229100"/>
            <a:ext cx="541338" cy="249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3" name="Straight Connector 507">
            <a:extLst>
              <a:ext uri="{FF2B5EF4-FFF2-40B4-BE49-F238E27FC236}">
                <a16:creationId xmlns:a16="http://schemas.microsoft.com/office/drawing/2014/main" id="{ECEB757C-C3C1-414E-8466-18A08F61750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454900" y="4573588"/>
            <a:ext cx="796925" cy="614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4" name="Straight Connector 508">
            <a:extLst>
              <a:ext uri="{FF2B5EF4-FFF2-40B4-BE49-F238E27FC236}">
                <a16:creationId xmlns:a16="http://schemas.microsoft.com/office/drawing/2014/main" id="{CE09E3A5-99A5-414D-8144-278928026F97}"/>
              </a:ext>
            </a:extLst>
          </p:cNvPr>
          <p:cNvCxnSpPr>
            <a:cxnSpLocks noChangeShapeType="1"/>
            <a:endCxn id="81137" idx="5"/>
          </p:cNvCxnSpPr>
          <p:nvPr/>
        </p:nvCxnSpPr>
        <p:spPr bwMode="auto">
          <a:xfrm flipH="1" flipV="1">
            <a:off x="6496050" y="4722813"/>
            <a:ext cx="1047750" cy="966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5" name="Straight Connector 509">
            <a:extLst>
              <a:ext uri="{FF2B5EF4-FFF2-40B4-BE49-F238E27FC236}">
                <a16:creationId xmlns:a16="http://schemas.microsoft.com/office/drawing/2014/main" id="{41AB502B-ADE1-4DCB-A530-2A871B51A1FC}"/>
              </a:ext>
            </a:extLst>
          </p:cNvPr>
          <p:cNvCxnSpPr>
            <a:cxnSpLocks noChangeShapeType="1"/>
            <a:stCxn id="81219" idx="0"/>
          </p:cNvCxnSpPr>
          <p:nvPr/>
        </p:nvCxnSpPr>
        <p:spPr bwMode="auto">
          <a:xfrm flipH="1" flipV="1">
            <a:off x="5319713" y="4694238"/>
            <a:ext cx="285750" cy="1160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6" name="Straight Connector 510">
            <a:extLst>
              <a:ext uri="{FF2B5EF4-FFF2-40B4-BE49-F238E27FC236}">
                <a16:creationId xmlns:a16="http://schemas.microsoft.com/office/drawing/2014/main" id="{BAF02602-0092-4072-A2F5-1CBA34DB440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068763" y="5045075"/>
            <a:ext cx="371475" cy="973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7" name="Straight Connector 511">
            <a:extLst>
              <a:ext uri="{FF2B5EF4-FFF2-40B4-BE49-F238E27FC236}">
                <a16:creationId xmlns:a16="http://schemas.microsoft.com/office/drawing/2014/main" id="{07F21C82-2785-462E-94D2-E92627344C8E}"/>
              </a:ext>
            </a:extLst>
          </p:cNvPr>
          <p:cNvCxnSpPr>
            <a:cxnSpLocks noChangeShapeType="1"/>
            <a:stCxn id="81216" idx="0"/>
          </p:cNvCxnSpPr>
          <p:nvPr/>
        </p:nvCxnSpPr>
        <p:spPr bwMode="auto">
          <a:xfrm flipH="1" flipV="1">
            <a:off x="3144838" y="5192713"/>
            <a:ext cx="244475" cy="661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8" name="Straight Connector 512">
            <a:extLst>
              <a:ext uri="{FF2B5EF4-FFF2-40B4-BE49-F238E27FC236}">
                <a16:creationId xmlns:a16="http://schemas.microsoft.com/office/drawing/2014/main" id="{FEEA8820-5815-44A3-A617-977101AA994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90700" y="5160963"/>
            <a:ext cx="401638" cy="209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19" name="Straight Connector 513">
            <a:extLst>
              <a:ext uri="{FF2B5EF4-FFF2-40B4-BE49-F238E27FC236}">
                <a16:creationId xmlns:a16="http://schemas.microsoft.com/office/drawing/2014/main" id="{85BF8092-D8CC-4B5A-A706-000F15386969}"/>
              </a:ext>
            </a:extLst>
          </p:cNvPr>
          <p:cNvCxnSpPr>
            <a:cxnSpLocks noChangeShapeType="1"/>
            <a:endCxn id="80967" idx="0"/>
          </p:cNvCxnSpPr>
          <p:nvPr/>
        </p:nvCxnSpPr>
        <p:spPr bwMode="auto">
          <a:xfrm flipV="1">
            <a:off x="1362075" y="5045075"/>
            <a:ext cx="706438" cy="44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920" name="Straight Connector 514">
            <a:extLst>
              <a:ext uri="{FF2B5EF4-FFF2-40B4-BE49-F238E27FC236}">
                <a16:creationId xmlns:a16="http://schemas.microsoft.com/office/drawing/2014/main" id="{0EA7FBC5-1FAA-44FD-AD10-1CA674EB5368}"/>
              </a:ext>
            </a:extLst>
          </p:cNvPr>
          <p:cNvCxnSpPr>
            <a:cxnSpLocks noChangeShapeType="1"/>
            <a:endCxn id="81023" idx="1"/>
          </p:cNvCxnSpPr>
          <p:nvPr/>
        </p:nvCxnSpPr>
        <p:spPr bwMode="auto">
          <a:xfrm>
            <a:off x="1155700" y="4376738"/>
            <a:ext cx="996950" cy="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8289" name="Group 20">
            <a:extLst>
              <a:ext uri="{FF2B5EF4-FFF2-40B4-BE49-F238E27FC236}">
                <a16:creationId xmlns:a16="http://schemas.microsoft.com/office/drawing/2014/main" id="{95A80418-73D2-4D7F-ABF9-9F2E7879E88E}"/>
              </a:ext>
            </a:extLst>
          </p:cNvPr>
          <p:cNvGrpSpPr>
            <a:grpSpLocks/>
          </p:cNvGrpSpPr>
          <p:nvPr/>
        </p:nvGrpSpPr>
        <p:grpSpPr bwMode="auto">
          <a:xfrm>
            <a:off x="4713288" y="2871788"/>
            <a:ext cx="2117725" cy="1082675"/>
            <a:chOff x="4712800" y="2871032"/>
            <a:chExt cx="2117908" cy="1082781"/>
          </a:xfrm>
        </p:grpSpPr>
        <p:grpSp>
          <p:nvGrpSpPr>
            <p:cNvPr id="80939" name="Group 16">
              <a:extLst>
                <a:ext uri="{FF2B5EF4-FFF2-40B4-BE49-F238E27FC236}">
                  <a16:creationId xmlns:a16="http://schemas.microsoft.com/office/drawing/2014/main" id="{9E190DED-0995-4B76-827B-3D256D4186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7190" y="2871032"/>
              <a:ext cx="530938" cy="338554"/>
              <a:chOff x="5573768" y="2726239"/>
              <a:chExt cx="530938" cy="338554"/>
            </a:xfrm>
          </p:grpSpPr>
          <p:sp>
            <p:nvSpPr>
              <p:cNvPr id="80942" name="Oval 14">
                <a:extLst>
                  <a:ext uri="{FF2B5EF4-FFF2-40B4-BE49-F238E27FC236}">
                    <a16:creationId xmlns:a16="http://schemas.microsoft.com/office/drawing/2014/main" id="{0035FC67-4848-47A9-A482-F7E3AA1BFF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80943" name="TextBox 15">
                <a:extLst>
                  <a:ext uri="{FF2B5EF4-FFF2-40B4-BE49-F238E27FC236}">
                    <a16:creationId xmlns:a16="http://schemas.microsoft.com/office/drawing/2014/main" id="{A65F5ED5-25EA-4F1A-8D99-2E23738CCE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solidFill>
                      <a:schemeClr val="bg1"/>
                    </a:solidFill>
                    <a:latin typeface="Arial" panose="020B0604020202020204" pitchFamily="34" charset="0"/>
                  </a:rPr>
                  <a:t>IXP</a:t>
                </a:r>
              </a:p>
            </p:txBody>
          </p:sp>
        </p:grpSp>
        <p:cxnSp>
          <p:nvCxnSpPr>
            <p:cNvPr id="80940" name="Straight Connector 18">
              <a:extLst>
                <a:ext uri="{FF2B5EF4-FFF2-40B4-BE49-F238E27FC236}">
                  <a16:creationId xmlns:a16="http://schemas.microsoft.com/office/drawing/2014/main" id="{AF5EBD46-2DE2-43C1-AD00-31AB8C6FCA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12800" y="3050554"/>
              <a:ext cx="964390" cy="2689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41" name="Straight Connector 516">
              <a:extLst>
                <a:ext uri="{FF2B5EF4-FFF2-40B4-BE49-F238E27FC236}">
                  <a16:creationId xmlns:a16="http://schemas.microsoft.com/office/drawing/2014/main" id="{71128F52-5342-4EAE-A9F3-5E48CD3240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39092" y="3168890"/>
              <a:ext cx="691616" cy="78492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8305" name="Group 39937">
            <a:extLst>
              <a:ext uri="{FF2B5EF4-FFF2-40B4-BE49-F238E27FC236}">
                <a16:creationId xmlns:a16="http://schemas.microsoft.com/office/drawing/2014/main" id="{213314BB-AD3F-4F0A-8CB8-F7D5ADBA9300}"/>
              </a:ext>
            </a:extLst>
          </p:cNvPr>
          <p:cNvGrpSpPr>
            <a:grpSpLocks/>
          </p:cNvGrpSpPr>
          <p:nvPr/>
        </p:nvGrpSpPr>
        <p:grpSpPr bwMode="auto">
          <a:xfrm>
            <a:off x="3692525" y="3789363"/>
            <a:ext cx="1538288" cy="585787"/>
            <a:chOff x="3692946" y="3789212"/>
            <a:chExt cx="1537885" cy="585306"/>
          </a:xfrm>
        </p:grpSpPr>
        <p:cxnSp>
          <p:nvCxnSpPr>
            <p:cNvPr id="80933" name="Straight Connector 515">
              <a:extLst>
                <a:ext uri="{FF2B5EF4-FFF2-40B4-BE49-F238E27FC236}">
                  <a16:creationId xmlns:a16="http://schemas.microsoft.com/office/drawing/2014/main" id="{89374407-1949-4568-997E-A1A17FF89E6E}"/>
                </a:ext>
              </a:extLst>
            </p:cNvPr>
            <p:cNvCxnSpPr>
              <a:cxnSpLocks noChangeShapeType="1"/>
              <a:stCxn id="80989" idx="0"/>
            </p:cNvCxnSpPr>
            <p:nvPr/>
          </p:nvCxnSpPr>
          <p:spPr bwMode="auto">
            <a:xfrm flipV="1">
              <a:off x="3833272" y="4233204"/>
              <a:ext cx="190444" cy="141314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80934" name="Group 518">
              <a:extLst>
                <a:ext uri="{FF2B5EF4-FFF2-40B4-BE49-F238E27FC236}">
                  <a16:creationId xmlns:a16="http://schemas.microsoft.com/office/drawing/2014/main" id="{5C62B8AF-0D75-48FC-BB62-4CD3D7CA24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2901" y="3934211"/>
              <a:ext cx="530938" cy="338554"/>
              <a:chOff x="5573768" y="2726239"/>
              <a:chExt cx="530938" cy="338554"/>
            </a:xfrm>
          </p:grpSpPr>
          <p:sp>
            <p:nvSpPr>
              <p:cNvPr id="80937" name="Oval 521">
                <a:extLst>
                  <a:ext uri="{FF2B5EF4-FFF2-40B4-BE49-F238E27FC236}">
                    <a16:creationId xmlns:a16="http://schemas.microsoft.com/office/drawing/2014/main" id="{D959B4D1-86E4-4A7E-8B74-9DC0EC3B4B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3768" y="2751297"/>
                <a:ext cx="528092" cy="304800"/>
              </a:xfrm>
              <a:prstGeom prst="ellipse">
                <a:avLst/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TW" altLang="zh-TW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80938" name="TextBox 522">
                <a:extLst>
                  <a:ext uri="{FF2B5EF4-FFF2-40B4-BE49-F238E27FC236}">
                    <a16:creationId xmlns:a16="http://schemas.microsoft.com/office/drawing/2014/main" id="{9852361E-DF1E-4649-BD77-7725039E40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93027" y="2726239"/>
                <a:ext cx="51167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600">
                    <a:solidFill>
                      <a:schemeClr val="bg1"/>
                    </a:solidFill>
                    <a:latin typeface="Arial" panose="020B0604020202020204" pitchFamily="34" charset="0"/>
                  </a:rPr>
                  <a:t>IXP</a:t>
                </a:r>
              </a:p>
            </p:txBody>
          </p:sp>
        </p:grpSp>
        <p:cxnSp>
          <p:nvCxnSpPr>
            <p:cNvPr id="80935" name="Straight Connector 519">
              <a:extLst>
                <a:ext uri="{FF2B5EF4-FFF2-40B4-BE49-F238E27FC236}">
                  <a16:creationId xmlns:a16="http://schemas.microsoft.com/office/drawing/2014/main" id="{E0C466A0-D1EF-4EB0-A340-E1035972E77A}"/>
                </a:ext>
              </a:extLst>
            </p:cNvPr>
            <p:cNvCxnSpPr>
              <a:cxnSpLocks noChangeShapeType="1"/>
              <a:stCxn id="80937" idx="6"/>
              <a:endCxn id="81189" idx="1"/>
            </p:cNvCxnSpPr>
            <p:nvPr/>
          </p:nvCxnSpPr>
          <p:spPr bwMode="auto">
            <a:xfrm flipV="1">
              <a:off x="4460993" y="3953654"/>
              <a:ext cx="769838" cy="15801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36" name="Straight Connector 520">
              <a:extLst>
                <a:ext uri="{FF2B5EF4-FFF2-40B4-BE49-F238E27FC236}">
                  <a16:creationId xmlns:a16="http://schemas.microsoft.com/office/drawing/2014/main" id="{6F19067D-1E99-4D11-8746-52A3708489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92946" y="3789212"/>
              <a:ext cx="342738" cy="204847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8321" name="Group 39939">
            <a:extLst>
              <a:ext uri="{FF2B5EF4-FFF2-40B4-BE49-F238E27FC236}">
                <a16:creationId xmlns:a16="http://schemas.microsoft.com/office/drawing/2014/main" id="{B8EFA2C8-CB62-4182-9296-B8EA3C034B8E}"/>
              </a:ext>
            </a:extLst>
          </p:cNvPr>
          <p:cNvGrpSpPr>
            <a:grpSpLocks/>
          </p:cNvGrpSpPr>
          <p:nvPr/>
        </p:nvGrpSpPr>
        <p:grpSpPr bwMode="auto">
          <a:xfrm>
            <a:off x="2406650" y="3633788"/>
            <a:ext cx="2901950" cy="1296987"/>
            <a:chOff x="2407287" y="3633041"/>
            <a:chExt cx="2900648" cy="1297685"/>
          </a:xfrm>
        </p:grpSpPr>
        <p:cxnSp>
          <p:nvCxnSpPr>
            <p:cNvPr id="80930" name="Straight Connector 7">
              <a:extLst>
                <a:ext uri="{FF2B5EF4-FFF2-40B4-BE49-F238E27FC236}">
                  <a16:creationId xmlns:a16="http://schemas.microsoft.com/office/drawing/2014/main" id="{870F8434-F5CA-4590-B16B-7C1FEA18D66F}"/>
                </a:ext>
              </a:extLst>
            </p:cNvPr>
            <p:cNvCxnSpPr>
              <a:cxnSpLocks noChangeShapeType="1"/>
              <a:stCxn id="81062" idx="5"/>
              <a:endCxn id="81187" idx="1"/>
            </p:cNvCxnSpPr>
            <p:nvPr/>
          </p:nvCxnSpPr>
          <p:spPr bwMode="auto">
            <a:xfrm>
              <a:off x="4876256" y="3633041"/>
              <a:ext cx="431679" cy="222499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31" name="Straight Connector 415">
              <a:extLst>
                <a:ext uri="{FF2B5EF4-FFF2-40B4-BE49-F238E27FC236}">
                  <a16:creationId xmlns:a16="http://schemas.microsoft.com/office/drawing/2014/main" id="{203001B1-D0FC-46AC-8542-3B39DE4C6415}"/>
                </a:ext>
              </a:extLst>
            </p:cNvPr>
            <p:cNvCxnSpPr>
              <a:cxnSpLocks noChangeShapeType="1"/>
              <a:endCxn id="81021" idx="0"/>
            </p:cNvCxnSpPr>
            <p:nvPr/>
          </p:nvCxnSpPr>
          <p:spPr bwMode="auto">
            <a:xfrm flipH="1">
              <a:off x="2407287" y="3753131"/>
              <a:ext cx="282429" cy="51137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0932" name="Straight Connector 523">
              <a:extLst>
                <a:ext uri="{FF2B5EF4-FFF2-40B4-BE49-F238E27FC236}">
                  <a16:creationId xmlns:a16="http://schemas.microsoft.com/office/drawing/2014/main" id="{50C9D6EC-2005-4E73-95A9-192E40C6AA25}"/>
                </a:ext>
              </a:extLst>
            </p:cNvPr>
            <p:cNvCxnSpPr>
              <a:cxnSpLocks noChangeShapeType="1"/>
              <a:stCxn id="80984" idx="0"/>
            </p:cNvCxnSpPr>
            <p:nvPr/>
          </p:nvCxnSpPr>
          <p:spPr bwMode="auto">
            <a:xfrm flipV="1">
              <a:off x="4307545" y="4626270"/>
              <a:ext cx="843636" cy="3044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8329" name="Group 39945">
            <a:extLst>
              <a:ext uri="{FF2B5EF4-FFF2-40B4-BE49-F238E27FC236}">
                <a16:creationId xmlns:a16="http://schemas.microsoft.com/office/drawing/2014/main" id="{8F1AADCA-BD62-4BAA-947B-E24F31F713E1}"/>
              </a:ext>
            </a:extLst>
          </p:cNvPr>
          <p:cNvGrpSpPr>
            <a:grpSpLocks/>
          </p:cNvGrpSpPr>
          <p:nvPr/>
        </p:nvGrpSpPr>
        <p:grpSpPr bwMode="auto">
          <a:xfrm>
            <a:off x="4686300" y="4864100"/>
            <a:ext cx="1914525" cy="741363"/>
            <a:chOff x="4686300" y="4864100"/>
            <a:chExt cx="1914118" cy="740879"/>
          </a:xfrm>
        </p:grpSpPr>
        <p:sp>
          <p:nvSpPr>
            <p:cNvPr id="80928" name="TextBox 39940">
              <a:extLst>
                <a:ext uri="{FF2B5EF4-FFF2-40B4-BE49-F238E27FC236}">
                  <a16:creationId xmlns:a16="http://schemas.microsoft.com/office/drawing/2014/main" id="{EB0FE5EF-96A4-4FC3-862F-BB2BE419B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700" y="5143500"/>
              <a:ext cx="1761718" cy="4614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i="1">
                  <a:solidFill>
                    <a:srgbClr val="CC0000"/>
                  </a:solidFill>
                  <a:latin typeface="Arial" panose="020B0604020202020204" pitchFamily="34" charset="0"/>
                </a:rPr>
                <a:t>peering link</a:t>
              </a:r>
            </a:p>
          </p:txBody>
        </p:sp>
        <p:cxnSp>
          <p:nvCxnSpPr>
            <p:cNvPr id="80929" name="Straight Connector 39943">
              <a:extLst>
                <a:ext uri="{FF2B5EF4-FFF2-40B4-BE49-F238E27FC236}">
                  <a16:creationId xmlns:a16="http://schemas.microsoft.com/office/drawing/2014/main" id="{6E600157-40C1-4D6A-A15D-00AC675837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86300" y="4864100"/>
              <a:ext cx="266700" cy="41910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8337" name="Group 39950">
            <a:extLst>
              <a:ext uri="{FF2B5EF4-FFF2-40B4-BE49-F238E27FC236}">
                <a16:creationId xmlns:a16="http://schemas.microsoft.com/office/drawing/2014/main" id="{EFF2B642-6BCB-4B37-BAE3-6F30BC4C4DAC}"/>
              </a:ext>
            </a:extLst>
          </p:cNvPr>
          <p:cNvGrpSpPr>
            <a:grpSpLocks/>
          </p:cNvGrpSpPr>
          <p:nvPr/>
        </p:nvGrpSpPr>
        <p:grpSpPr bwMode="auto">
          <a:xfrm>
            <a:off x="5270500" y="1701800"/>
            <a:ext cx="3403600" cy="1169988"/>
            <a:chOff x="5270499" y="1701800"/>
            <a:chExt cx="3402978" cy="1169232"/>
          </a:xfrm>
        </p:grpSpPr>
        <p:sp>
          <p:nvSpPr>
            <p:cNvPr id="80926" name="TextBox 39946">
              <a:extLst>
                <a:ext uri="{FF2B5EF4-FFF2-40B4-BE49-F238E27FC236}">
                  <a16:creationId xmlns:a16="http://schemas.microsoft.com/office/drawing/2014/main" id="{4AEEB43B-CD74-4E4D-B557-430F9FCD5B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0499" y="1701800"/>
              <a:ext cx="3402978" cy="461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400" i="1">
                  <a:solidFill>
                    <a:srgbClr val="CC0000"/>
                  </a:solidFill>
                  <a:latin typeface="Arial" panose="020B0604020202020204" pitchFamily="34" charset="0"/>
                </a:rPr>
                <a:t>Internet exchange point</a:t>
              </a:r>
            </a:p>
          </p:txBody>
        </p:sp>
        <p:cxnSp>
          <p:nvCxnSpPr>
            <p:cNvPr id="80927" name="Straight Connector 39948">
              <a:extLst>
                <a:ext uri="{FF2B5EF4-FFF2-40B4-BE49-F238E27FC236}">
                  <a16:creationId xmlns:a16="http://schemas.microsoft.com/office/drawing/2014/main" id="{1EB6B093-D774-479D-BD3E-375A63B01953}"/>
                </a:ext>
              </a:extLst>
            </p:cNvPr>
            <p:cNvCxnSpPr>
              <a:cxnSpLocks noChangeShapeType="1"/>
              <a:endCxn id="80943" idx="0"/>
            </p:cNvCxnSpPr>
            <p:nvPr/>
          </p:nvCxnSpPr>
          <p:spPr bwMode="auto">
            <a:xfrm flipH="1">
              <a:off x="5952289" y="2159000"/>
              <a:ext cx="219911" cy="71203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8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8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>
            <a:extLst>
              <a:ext uri="{FF2B5EF4-FFF2-40B4-BE49-F238E27FC236}">
                <a16:creationId xmlns:a16="http://schemas.microsoft.com/office/drawing/2014/main" id="{72244D22-4B07-4D36-B2F8-87D75700B0BE}"/>
              </a:ext>
            </a:extLst>
          </p:cNvPr>
          <p:cNvGrpSpPr>
            <a:grpSpLocks/>
          </p:cNvGrpSpPr>
          <p:nvPr/>
        </p:nvGrpSpPr>
        <p:grpSpPr bwMode="auto">
          <a:xfrm>
            <a:off x="1677988" y="3854450"/>
            <a:ext cx="347662" cy="681038"/>
            <a:chOff x="7923189" y="2486664"/>
            <a:chExt cx="360377" cy="884585"/>
          </a:xfrm>
        </p:grpSpPr>
        <p:pic>
          <p:nvPicPr>
            <p:cNvPr id="212606" name="Picture 3">
              <a:extLst>
                <a:ext uri="{FF2B5EF4-FFF2-40B4-BE49-F238E27FC236}">
                  <a16:creationId xmlns:a16="http://schemas.microsoft.com/office/drawing/2014/main" id="{AAF1760D-0EA2-474A-BF70-308BB03751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12607" name="Group 950">
              <a:extLst>
                <a:ext uri="{FF2B5EF4-FFF2-40B4-BE49-F238E27FC236}">
                  <a16:creationId xmlns:a16="http://schemas.microsoft.com/office/drawing/2014/main" id="{C657BAE1-6771-4F75-8958-0439BD2B04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608" name="Freeform 951">
                <a:extLst>
                  <a:ext uri="{FF2B5EF4-FFF2-40B4-BE49-F238E27FC236}">
                    <a16:creationId xmlns:a16="http://schemas.microsoft.com/office/drawing/2014/main" id="{C05547DB-2F16-40FA-8254-94056AC69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4 w 354"/>
                  <a:gd name="T3" fmla="*/ 9 h 2742"/>
                  <a:gd name="T4" fmla="*/ 4 w 354"/>
                  <a:gd name="T5" fmla="*/ 69 h 2742"/>
                  <a:gd name="T6" fmla="*/ 0 w 354"/>
                  <a:gd name="T7" fmla="*/ 72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609" name="Rectangle 952">
                <a:extLst>
                  <a:ext uri="{FF2B5EF4-FFF2-40B4-BE49-F238E27FC236}">
                    <a16:creationId xmlns:a16="http://schemas.microsoft.com/office/drawing/2014/main" id="{C7ED0FCC-6827-4FEF-97B6-A63F3A3AA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610" name="Freeform 953">
                <a:extLst>
                  <a:ext uri="{FF2B5EF4-FFF2-40B4-BE49-F238E27FC236}">
                    <a16:creationId xmlns:a16="http://schemas.microsoft.com/office/drawing/2014/main" id="{0F4EEB96-9D28-472F-A7A1-47D54D745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7 h 2537"/>
                  <a:gd name="T4" fmla="*/ 2 w 211"/>
                  <a:gd name="T5" fmla="*/ 6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611" name="Freeform 954">
                <a:extLst>
                  <a:ext uri="{FF2B5EF4-FFF2-40B4-BE49-F238E27FC236}">
                    <a16:creationId xmlns:a16="http://schemas.microsoft.com/office/drawing/2014/main" id="{C3075CAB-3DC8-490F-986D-3F221C4FB5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4 w 328"/>
                  <a:gd name="T3" fmla="*/ 4 h 226"/>
                  <a:gd name="T4" fmla="*/ 4 w 328"/>
                  <a:gd name="T5" fmla="*/ 7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612" name="Rectangle 955">
                <a:extLst>
                  <a:ext uri="{FF2B5EF4-FFF2-40B4-BE49-F238E27FC236}">
                    <a16:creationId xmlns:a16="http://schemas.microsoft.com/office/drawing/2014/main" id="{3091255A-47BC-40D0-B952-6736DB9ED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613" name="Group 956">
                <a:extLst>
                  <a:ext uri="{FF2B5EF4-FFF2-40B4-BE49-F238E27FC236}">
                    <a16:creationId xmlns:a16="http://schemas.microsoft.com/office/drawing/2014/main" id="{F3C53414-0F8A-4BB8-8846-BAA7039DDF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638" name="AutoShape 957">
                  <a:extLst>
                    <a:ext uri="{FF2B5EF4-FFF2-40B4-BE49-F238E27FC236}">
                      <a16:creationId xmlns:a16="http://schemas.microsoft.com/office/drawing/2014/main" id="{5AAD6AFB-0894-41D9-9B23-7D137F1A91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639" name="AutoShape 958">
                  <a:extLst>
                    <a:ext uri="{FF2B5EF4-FFF2-40B4-BE49-F238E27FC236}">
                      <a16:creationId xmlns:a16="http://schemas.microsoft.com/office/drawing/2014/main" id="{C6DE30FB-47E8-42C2-800D-80AD6114C2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614" name="Rectangle 959">
                <a:extLst>
                  <a:ext uri="{FF2B5EF4-FFF2-40B4-BE49-F238E27FC236}">
                    <a16:creationId xmlns:a16="http://schemas.microsoft.com/office/drawing/2014/main" id="{89C98B04-99BF-44FA-9DF3-2F2B9CC75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615" name="Group 960">
                <a:extLst>
                  <a:ext uri="{FF2B5EF4-FFF2-40B4-BE49-F238E27FC236}">
                    <a16:creationId xmlns:a16="http://schemas.microsoft.com/office/drawing/2014/main" id="{9490BCCC-F9E0-4B12-B0EF-8473346A1F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636" name="AutoShape 961">
                  <a:extLst>
                    <a:ext uri="{FF2B5EF4-FFF2-40B4-BE49-F238E27FC236}">
                      <a16:creationId xmlns:a16="http://schemas.microsoft.com/office/drawing/2014/main" id="{8346672E-C37E-4322-8BB9-541AA873B9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637" name="AutoShape 962">
                  <a:extLst>
                    <a:ext uri="{FF2B5EF4-FFF2-40B4-BE49-F238E27FC236}">
                      <a16:creationId xmlns:a16="http://schemas.microsoft.com/office/drawing/2014/main" id="{3888CCA8-6073-462C-9CE9-4DAB44D04C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616" name="Rectangle 963">
                <a:extLst>
                  <a:ext uri="{FF2B5EF4-FFF2-40B4-BE49-F238E27FC236}">
                    <a16:creationId xmlns:a16="http://schemas.microsoft.com/office/drawing/2014/main" id="{441800A9-2D25-4AA9-B5E2-52CD58FAF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617" name="Rectangle 964">
                <a:extLst>
                  <a:ext uri="{FF2B5EF4-FFF2-40B4-BE49-F238E27FC236}">
                    <a16:creationId xmlns:a16="http://schemas.microsoft.com/office/drawing/2014/main" id="{0CF734E0-0C54-4F30-A053-DF012C6DC3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618" name="Group 965">
                <a:extLst>
                  <a:ext uri="{FF2B5EF4-FFF2-40B4-BE49-F238E27FC236}">
                    <a16:creationId xmlns:a16="http://schemas.microsoft.com/office/drawing/2014/main" id="{567F96E1-06BF-4CA2-BB8F-4BDF6F2D45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634" name="AutoShape 966">
                  <a:extLst>
                    <a:ext uri="{FF2B5EF4-FFF2-40B4-BE49-F238E27FC236}">
                      <a16:creationId xmlns:a16="http://schemas.microsoft.com/office/drawing/2014/main" id="{A70B0EE9-115F-45C6-B958-E6A2A4B2F4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635" name="AutoShape 967">
                  <a:extLst>
                    <a:ext uri="{FF2B5EF4-FFF2-40B4-BE49-F238E27FC236}">
                      <a16:creationId xmlns:a16="http://schemas.microsoft.com/office/drawing/2014/main" id="{19128A5E-0D2F-44AE-AB79-5C4B486E96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619" name="Freeform 968">
                <a:extLst>
                  <a:ext uri="{FF2B5EF4-FFF2-40B4-BE49-F238E27FC236}">
                    <a16:creationId xmlns:a16="http://schemas.microsoft.com/office/drawing/2014/main" id="{424F7391-6CDF-47BA-8B75-ADD6F3794C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4 w 328"/>
                  <a:gd name="T3" fmla="*/ 3 h 226"/>
                  <a:gd name="T4" fmla="*/ 4 w 328"/>
                  <a:gd name="T5" fmla="*/ 6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12620" name="Group 969">
                <a:extLst>
                  <a:ext uri="{FF2B5EF4-FFF2-40B4-BE49-F238E27FC236}">
                    <a16:creationId xmlns:a16="http://schemas.microsoft.com/office/drawing/2014/main" id="{7ECDABE0-EA8B-4A01-A83E-7BBA71A4EA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632" name="AutoShape 970">
                  <a:extLst>
                    <a:ext uri="{FF2B5EF4-FFF2-40B4-BE49-F238E27FC236}">
                      <a16:creationId xmlns:a16="http://schemas.microsoft.com/office/drawing/2014/main" id="{C4F93E79-0A70-4AD3-916A-9941B84BE2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633" name="AutoShape 971">
                  <a:extLst>
                    <a:ext uri="{FF2B5EF4-FFF2-40B4-BE49-F238E27FC236}">
                      <a16:creationId xmlns:a16="http://schemas.microsoft.com/office/drawing/2014/main" id="{8750480F-121B-4F72-91D1-A9CCD30945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621" name="Rectangle 972">
                <a:extLst>
                  <a:ext uri="{FF2B5EF4-FFF2-40B4-BE49-F238E27FC236}">
                    <a16:creationId xmlns:a16="http://schemas.microsoft.com/office/drawing/2014/main" id="{028DE791-FB5F-4FFC-A2C9-97400159D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622" name="Freeform 973">
                <a:extLst>
                  <a:ext uri="{FF2B5EF4-FFF2-40B4-BE49-F238E27FC236}">
                    <a16:creationId xmlns:a16="http://schemas.microsoft.com/office/drawing/2014/main" id="{3934092B-95C0-4FDE-B50E-0F1DE4B4BB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4 w 296"/>
                  <a:gd name="T3" fmla="*/ 3 h 256"/>
                  <a:gd name="T4" fmla="*/ 4 w 296"/>
                  <a:gd name="T5" fmla="*/ 6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623" name="Freeform 974">
                <a:extLst>
                  <a:ext uri="{FF2B5EF4-FFF2-40B4-BE49-F238E27FC236}">
                    <a16:creationId xmlns:a16="http://schemas.microsoft.com/office/drawing/2014/main" id="{4F5359E0-6CEC-4CE4-8270-4C8CFF0E00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4 w 304"/>
                  <a:gd name="T3" fmla="*/ 5 h 288"/>
                  <a:gd name="T4" fmla="*/ 3 w 304"/>
                  <a:gd name="T5" fmla="*/ 8 h 288"/>
                  <a:gd name="T6" fmla="*/ 2 w 304"/>
                  <a:gd name="T7" fmla="*/ 3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624" name="Oval 975">
                <a:extLst>
                  <a:ext uri="{FF2B5EF4-FFF2-40B4-BE49-F238E27FC236}">
                    <a16:creationId xmlns:a16="http://schemas.microsoft.com/office/drawing/2014/main" id="{5C2AD52A-1E34-41B3-BD34-45A524E50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625" name="Freeform 976">
                <a:extLst>
                  <a:ext uri="{FF2B5EF4-FFF2-40B4-BE49-F238E27FC236}">
                    <a16:creationId xmlns:a16="http://schemas.microsoft.com/office/drawing/2014/main" id="{9E1B9269-55C0-4AFB-BA6F-F1247D2EEF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7 h 240"/>
                  <a:gd name="T4" fmla="*/ 4 w 306"/>
                  <a:gd name="T5" fmla="*/ 3 h 240"/>
                  <a:gd name="T6" fmla="*/ 4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626" name="AutoShape 977">
                <a:extLst>
                  <a:ext uri="{FF2B5EF4-FFF2-40B4-BE49-F238E27FC236}">
                    <a16:creationId xmlns:a16="http://schemas.microsoft.com/office/drawing/2014/main" id="{85380B3B-3927-40E7-B6C5-EE3C64359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627" name="AutoShape 978">
                <a:extLst>
                  <a:ext uri="{FF2B5EF4-FFF2-40B4-BE49-F238E27FC236}">
                    <a16:creationId xmlns:a16="http://schemas.microsoft.com/office/drawing/2014/main" id="{444B8ACE-9453-4869-BEBF-A759295DAA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628" name="Oval 979">
                <a:extLst>
                  <a:ext uri="{FF2B5EF4-FFF2-40B4-BE49-F238E27FC236}">
                    <a16:creationId xmlns:a16="http://schemas.microsoft.com/office/drawing/2014/main" id="{9CF2D0C5-C0BC-42D5-AF6C-7AFB30F0CD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629" name="Oval 980">
                <a:extLst>
                  <a:ext uri="{FF2B5EF4-FFF2-40B4-BE49-F238E27FC236}">
                    <a16:creationId xmlns:a16="http://schemas.microsoft.com/office/drawing/2014/main" id="{3E1DFAFA-0DA7-4D66-B28E-5A595837F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630" name="Oval 981">
                <a:extLst>
                  <a:ext uri="{FF2B5EF4-FFF2-40B4-BE49-F238E27FC236}">
                    <a16:creationId xmlns:a16="http://schemas.microsoft.com/office/drawing/2014/main" id="{BC5E83F4-2948-426D-BD70-BEC046FCA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631" name="Rectangle 982">
                <a:extLst>
                  <a:ext uri="{FF2B5EF4-FFF2-40B4-BE49-F238E27FC236}">
                    <a16:creationId xmlns:a16="http://schemas.microsoft.com/office/drawing/2014/main" id="{CAAA9F36-A2CF-4C4F-A10B-13A580AD8A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11970" name="Rectangle 2">
            <a:extLst>
              <a:ext uri="{FF2B5EF4-FFF2-40B4-BE49-F238E27FC236}">
                <a16:creationId xmlns:a16="http://schemas.microsoft.com/office/drawing/2014/main" id="{34BF6A08-E63E-43D3-89F8-30071794E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258763"/>
            <a:ext cx="846296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rgbClr val="000099"/>
                </a:solidFill>
              </a:rPr>
              <a:t>Content Distribution Networks </a:t>
            </a:r>
            <a:r>
              <a:rPr lang="en-US" altLang="en-US" sz="3600">
                <a:solidFill>
                  <a:srgbClr val="000099"/>
                </a:solidFill>
              </a:rPr>
              <a:t>(CDNs)</a:t>
            </a:r>
          </a:p>
        </p:txBody>
      </p:sp>
      <p:pic>
        <p:nvPicPr>
          <p:cNvPr id="211971" name="Picture 12" descr="underline_base">
            <a:extLst>
              <a:ext uri="{FF2B5EF4-FFF2-40B4-BE49-F238E27FC236}">
                <a16:creationId xmlns:a16="http://schemas.microsoft.com/office/drawing/2014/main" id="{0A69846C-B2D0-4FD0-9EA1-7A83F7CB9545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3" y="904875"/>
            <a:ext cx="8310562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11972" name="Group 485">
            <a:extLst>
              <a:ext uri="{FF2B5EF4-FFF2-40B4-BE49-F238E27FC236}">
                <a16:creationId xmlns:a16="http://schemas.microsoft.com/office/drawing/2014/main" id="{D8A142E3-20CD-4FCB-B78C-DFD21423CD6B}"/>
              </a:ext>
            </a:extLst>
          </p:cNvPr>
          <p:cNvGrpSpPr>
            <a:grpSpLocks/>
          </p:cNvGrpSpPr>
          <p:nvPr/>
        </p:nvGrpSpPr>
        <p:grpSpPr bwMode="auto">
          <a:xfrm>
            <a:off x="1163638" y="3897313"/>
            <a:ext cx="7000875" cy="2516187"/>
            <a:chOff x="450850" y="1669617"/>
            <a:chExt cx="8386121" cy="4786198"/>
          </a:xfrm>
        </p:grpSpPr>
        <p:sp>
          <p:nvSpPr>
            <p:cNvPr id="212306" name="Freeform 84">
              <a:extLst>
                <a:ext uri="{FF2B5EF4-FFF2-40B4-BE49-F238E27FC236}">
                  <a16:creationId xmlns:a16="http://schemas.microsoft.com/office/drawing/2014/main" id="{9D511527-4CC4-48DB-9D28-96D3DCF74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539" y="2241382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07" name="Freeform 84">
              <a:extLst>
                <a:ext uri="{FF2B5EF4-FFF2-40B4-BE49-F238E27FC236}">
                  <a16:creationId xmlns:a16="http://schemas.microsoft.com/office/drawing/2014/main" id="{F3527BFD-DBF3-4960-832D-4949911A2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83" y="3041420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08" name="Freeform 84">
              <a:extLst>
                <a:ext uri="{FF2B5EF4-FFF2-40B4-BE49-F238E27FC236}">
                  <a16:creationId xmlns:a16="http://schemas.microsoft.com/office/drawing/2014/main" id="{911A592E-DF28-436E-B7DE-64BB9F423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646" y="2495362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09" name="Freeform 84">
              <a:extLst>
                <a:ext uri="{FF2B5EF4-FFF2-40B4-BE49-F238E27FC236}">
                  <a16:creationId xmlns:a16="http://schemas.microsoft.com/office/drawing/2014/main" id="{10685D94-7ECB-415B-A6DD-AAF408145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260" y="5352642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10" name="Freeform 84">
              <a:extLst>
                <a:ext uri="{FF2B5EF4-FFF2-40B4-BE49-F238E27FC236}">
                  <a16:creationId xmlns:a16="http://schemas.microsoft.com/office/drawing/2014/main" id="{D6DB0E42-B670-404B-90DF-A52BCADFD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104" y="4730390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11" name="Freeform 84">
              <a:extLst>
                <a:ext uri="{FF2B5EF4-FFF2-40B4-BE49-F238E27FC236}">
                  <a16:creationId xmlns:a16="http://schemas.microsoft.com/office/drawing/2014/main" id="{4D81691A-23CC-45A0-841E-69858B9BD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473" y="4070041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12" name="Freeform 84">
              <a:extLst>
                <a:ext uri="{FF2B5EF4-FFF2-40B4-BE49-F238E27FC236}">
                  <a16:creationId xmlns:a16="http://schemas.microsoft.com/office/drawing/2014/main" id="{025414F1-30B4-44D0-83CF-D27EF91D6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4047" y="2927129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13" name="Freeform 84">
              <a:extLst>
                <a:ext uri="{FF2B5EF4-FFF2-40B4-BE49-F238E27FC236}">
                  <a16:creationId xmlns:a16="http://schemas.microsoft.com/office/drawing/2014/main" id="{C22E6CE8-C8EA-44B3-A64B-F07A09C19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955" y="2000100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14" name="Freeform 84">
              <a:extLst>
                <a:ext uri="{FF2B5EF4-FFF2-40B4-BE49-F238E27FC236}">
                  <a16:creationId xmlns:a16="http://schemas.microsoft.com/office/drawing/2014/main" id="{4FA396C5-B4F0-4AEC-8076-F9797996E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735" y="2647751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15" name="Freeform 84">
              <a:extLst>
                <a:ext uri="{FF2B5EF4-FFF2-40B4-BE49-F238E27FC236}">
                  <a16:creationId xmlns:a16="http://schemas.microsoft.com/office/drawing/2014/main" id="{5DED0460-4496-467A-8181-489F83713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478" y="1974702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16" name="Freeform 84">
              <a:extLst>
                <a:ext uri="{FF2B5EF4-FFF2-40B4-BE49-F238E27FC236}">
                  <a16:creationId xmlns:a16="http://schemas.microsoft.com/office/drawing/2014/main" id="{BF41270E-A11E-4BBD-92BE-F0A27948B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1590" y="5606623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17" name="Freeform 84">
              <a:extLst>
                <a:ext uri="{FF2B5EF4-FFF2-40B4-BE49-F238E27FC236}">
                  <a16:creationId xmlns:a16="http://schemas.microsoft.com/office/drawing/2014/main" id="{DE801E87-020C-4943-A00F-51866C901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9903" y="4958973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18" name="Freeform 84">
              <a:extLst>
                <a:ext uri="{FF2B5EF4-FFF2-40B4-BE49-F238E27FC236}">
                  <a16:creationId xmlns:a16="http://schemas.microsoft.com/office/drawing/2014/main" id="{14F1F796-0D17-4A16-AB59-BE3113E7C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1272" y="4044643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19" name="Freeform 84">
              <a:extLst>
                <a:ext uri="{FF2B5EF4-FFF2-40B4-BE49-F238E27FC236}">
                  <a16:creationId xmlns:a16="http://schemas.microsoft.com/office/drawing/2014/main" id="{48291896-1BBA-4202-85B9-49C7B1573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6089" y="5847904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20" name="Freeform 84">
              <a:extLst>
                <a:ext uri="{FF2B5EF4-FFF2-40B4-BE49-F238E27FC236}">
                  <a16:creationId xmlns:a16="http://schemas.microsoft.com/office/drawing/2014/main" id="{61623133-02F8-4AAD-BFE6-18E14E999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566" y="5987593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21" name="Freeform 84">
              <a:extLst>
                <a:ext uri="{FF2B5EF4-FFF2-40B4-BE49-F238E27FC236}">
                  <a16:creationId xmlns:a16="http://schemas.microsoft.com/office/drawing/2014/main" id="{5E8BC8F8-A671-4EF7-8F4E-935EA2543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2202" y="5835205"/>
              <a:ext cx="597068" cy="418221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12322" name="TextBox 4">
              <a:extLst>
                <a:ext uri="{FF2B5EF4-FFF2-40B4-BE49-F238E27FC236}">
                  <a16:creationId xmlns:a16="http://schemas.microsoft.com/office/drawing/2014/main" id="{9A6CD366-D1C3-44EE-AB09-72E464ABAD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07360">
              <a:off x="5295233" y="1669617"/>
              <a:ext cx="543812" cy="523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12323" name="TextBox 179">
              <a:extLst>
                <a:ext uri="{FF2B5EF4-FFF2-40B4-BE49-F238E27FC236}">
                  <a16:creationId xmlns:a16="http://schemas.microsoft.com/office/drawing/2014/main" id="{A5C83AB7-73B8-4E21-8F5D-62D422F3EA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635935" y="3085162"/>
              <a:ext cx="543697" cy="52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12324" name="TextBox 180">
              <a:extLst>
                <a:ext uri="{FF2B5EF4-FFF2-40B4-BE49-F238E27FC236}">
                  <a16:creationId xmlns:a16="http://schemas.microsoft.com/office/drawing/2014/main" id="{833EF025-F993-4AC2-A5CB-3B9CD4EDF2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395000" y="5885558"/>
              <a:ext cx="543812" cy="523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12325" name="TextBox 181">
              <a:extLst>
                <a:ext uri="{FF2B5EF4-FFF2-40B4-BE49-F238E27FC236}">
                  <a16:creationId xmlns:a16="http://schemas.microsoft.com/office/drawing/2014/main" id="{8DCC3900-B7D8-45C8-81A3-D47773074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9948738">
              <a:off x="2117518" y="5932635"/>
              <a:ext cx="543812" cy="523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12326" name="TextBox 182">
              <a:extLst>
                <a:ext uri="{FF2B5EF4-FFF2-40B4-BE49-F238E27FC236}">
                  <a16:creationId xmlns:a16="http://schemas.microsoft.com/office/drawing/2014/main" id="{F500F36B-CFA8-4049-B378-B31108C14B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4992697">
              <a:off x="440646" y="3712538"/>
              <a:ext cx="543697" cy="523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sp>
          <p:nvSpPr>
            <p:cNvPr id="212327" name="TextBox 183">
              <a:extLst>
                <a:ext uri="{FF2B5EF4-FFF2-40B4-BE49-F238E27FC236}">
                  <a16:creationId xmlns:a16="http://schemas.microsoft.com/office/drawing/2014/main" id="{1E549257-914A-4E18-90F4-23DBCB164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20651">
              <a:off x="2536067" y="1734469"/>
              <a:ext cx="543812" cy="523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>
                  <a:solidFill>
                    <a:srgbClr val="0000FF"/>
                  </a:solidFill>
                  <a:latin typeface="Arial" panose="020B0604020202020204" pitchFamily="34" charset="0"/>
                </a:rPr>
                <a:t>…</a:t>
              </a:r>
            </a:p>
          </p:txBody>
        </p:sp>
        <p:grpSp>
          <p:nvGrpSpPr>
            <p:cNvPr id="212328" name="Group 8">
              <a:extLst>
                <a:ext uri="{FF2B5EF4-FFF2-40B4-BE49-F238E27FC236}">
                  <a16:creationId xmlns:a16="http://schemas.microsoft.com/office/drawing/2014/main" id="{2D7685F8-5B30-4197-B191-906F5CC0DC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6600" y="3746500"/>
              <a:ext cx="3225800" cy="1117600"/>
              <a:chOff x="7848600" y="2044700"/>
              <a:chExt cx="3200399" cy="1371600"/>
            </a:xfrm>
          </p:grpSpPr>
          <p:sp>
            <p:nvSpPr>
              <p:cNvPr id="212524" name="Oval 3">
                <a:extLst>
                  <a:ext uri="{FF2B5EF4-FFF2-40B4-BE49-F238E27FC236}">
                    <a16:creationId xmlns:a16="http://schemas.microsoft.com/office/drawing/2014/main" id="{36E65245-5129-4EBE-B660-FD540594C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525" name="Group 133">
                <a:extLst>
                  <a:ext uri="{FF2B5EF4-FFF2-40B4-BE49-F238E27FC236}">
                    <a16:creationId xmlns:a16="http://schemas.microsoft.com/office/drawing/2014/main" id="{01C4C300-7224-4D04-AA4A-F472F0754B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212598" name="Oval 407">
                  <a:extLst>
                    <a:ext uri="{FF2B5EF4-FFF2-40B4-BE49-F238E27FC236}">
                      <a16:creationId xmlns:a16="http://schemas.microsoft.com/office/drawing/2014/main" id="{04C97926-AC7C-4114-AA54-D81251F164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99" name="Rectangle 410">
                  <a:extLst>
                    <a:ext uri="{FF2B5EF4-FFF2-40B4-BE49-F238E27FC236}">
                      <a16:creationId xmlns:a16="http://schemas.microsoft.com/office/drawing/2014/main" id="{6115B1A9-3FA2-44F3-B5AE-584FC9CE17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600" name="Oval 411">
                  <a:extLst>
                    <a:ext uri="{FF2B5EF4-FFF2-40B4-BE49-F238E27FC236}">
                      <a16:creationId xmlns:a16="http://schemas.microsoft.com/office/drawing/2014/main" id="{5BF78146-6E62-4DDF-823B-E3DD388262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601" name="Group 137">
                  <a:extLst>
                    <a:ext uri="{FF2B5EF4-FFF2-40B4-BE49-F238E27FC236}">
                      <a16:creationId xmlns:a16="http://schemas.microsoft.com/office/drawing/2014/main" id="{31363DEC-DEE3-452B-A405-F5DCE478158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604" name="Freeform 138">
                    <a:extLst>
                      <a:ext uri="{FF2B5EF4-FFF2-40B4-BE49-F238E27FC236}">
                        <a16:creationId xmlns:a16="http://schemas.microsoft.com/office/drawing/2014/main" id="{4FA26D2C-93DF-4DA3-AEF5-2DB4A0D67B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605" name="Freeform 139">
                    <a:extLst>
                      <a:ext uri="{FF2B5EF4-FFF2-40B4-BE49-F238E27FC236}">
                        <a16:creationId xmlns:a16="http://schemas.microsoft.com/office/drawing/2014/main" id="{34C96046-48D9-4FAF-ACD8-5036DA01CA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602" name="Line 140">
                  <a:extLst>
                    <a:ext uri="{FF2B5EF4-FFF2-40B4-BE49-F238E27FC236}">
                      <a16:creationId xmlns:a16="http://schemas.microsoft.com/office/drawing/2014/main" id="{AF223EA6-FC45-479C-B63D-E2206BC82E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603" name="Line 141">
                  <a:extLst>
                    <a:ext uri="{FF2B5EF4-FFF2-40B4-BE49-F238E27FC236}">
                      <a16:creationId xmlns:a16="http://schemas.microsoft.com/office/drawing/2014/main" id="{C386CD82-3C82-45B6-8E2C-37CBD5B5BD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4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cxnSp>
            <p:nvCxnSpPr>
              <p:cNvPr id="212526" name="Straight Connector 10">
                <a:extLst>
                  <a:ext uri="{FF2B5EF4-FFF2-40B4-BE49-F238E27FC236}">
                    <a16:creationId xmlns:a16="http://schemas.microsoft.com/office/drawing/2014/main" id="{6B126760-8506-4FB7-BA2E-B39E7508588F}"/>
                  </a:ext>
                </a:extLst>
              </p:cNvPr>
              <p:cNvCxnSpPr>
                <a:cxnSpLocks noChangeShapeType="1"/>
                <a:stCxn id="212603" idx="0"/>
              </p:cNvCxnSpPr>
              <p:nvPr/>
            </p:nvCxnSpPr>
            <p:spPr bwMode="auto">
              <a:xfrm>
                <a:off x="9055401" y="2220819"/>
                <a:ext cx="975377" cy="13653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27" name="Straight Connector 297">
                <a:extLst>
                  <a:ext uri="{FF2B5EF4-FFF2-40B4-BE49-F238E27FC236}">
                    <a16:creationId xmlns:a16="http://schemas.microsoft.com/office/drawing/2014/main" id="{FB0029B4-CD11-4FAC-9186-CCC54C1454B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22191" y="2583188"/>
                <a:ext cx="120745" cy="833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28" name="Straight Connector 298">
                <a:extLst>
                  <a:ext uri="{FF2B5EF4-FFF2-40B4-BE49-F238E27FC236}">
                    <a16:creationId xmlns:a16="http://schemas.microsoft.com/office/drawing/2014/main" id="{C2391AEB-8D6C-4E9E-8BF8-1B5BB7097DB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323081" y="2786992"/>
                <a:ext cx="243358" cy="4562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29" name="Straight Connector 299">
                <a:extLst>
                  <a:ext uri="{FF2B5EF4-FFF2-40B4-BE49-F238E27FC236}">
                    <a16:creationId xmlns:a16="http://schemas.microsoft.com/office/drawing/2014/main" id="{894E0058-38F3-4B6C-B399-E6B3F16C624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028147" y="2611644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30" name="Straight Connector 300">
                <a:extLst>
                  <a:ext uri="{FF2B5EF4-FFF2-40B4-BE49-F238E27FC236}">
                    <a16:creationId xmlns:a16="http://schemas.microsoft.com/office/drawing/2014/main" id="{320F17F2-702B-48E1-802A-5F36434A570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729859" y="2909476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31" name="Straight Connector 301">
                <a:extLst>
                  <a:ext uri="{FF2B5EF4-FFF2-40B4-BE49-F238E27FC236}">
                    <a16:creationId xmlns:a16="http://schemas.microsoft.com/office/drawing/2014/main" id="{61FF0AC7-CE38-460C-B852-768D02DB421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537887" y="2836224"/>
                <a:ext cx="252969" cy="25294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32" name="Straight Connector 302">
                <a:extLst>
                  <a:ext uri="{FF2B5EF4-FFF2-40B4-BE49-F238E27FC236}">
                    <a16:creationId xmlns:a16="http://schemas.microsoft.com/office/drawing/2014/main" id="{AF970B41-5FE4-4E83-8345-FDC90E66555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29359" y="2822067"/>
                <a:ext cx="354959" cy="12439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33" name="Straight Connector 303">
                <a:extLst>
                  <a:ext uri="{FF2B5EF4-FFF2-40B4-BE49-F238E27FC236}">
                    <a16:creationId xmlns:a16="http://schemas.microsoft.com/office/drawing/2014/main" id="{E03F6922-C480-4466-A8DC-FDC2D162519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0015190" y="2475242"/>
                <a:ext cx="283363" cy="1956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34" name="Straight Connector 304">
                <a:extLst>
                  <a:ext uri="{FF2B5EF4-FFF2-40B4-BE49-F238E27FC236}">
                    <a16:creationId xmlns:a16="http://schemas.microsoft.com/office/drawing/2014/main" id="{A6B1B6BE-A844-4847-AEEC-E68AD4C63F7D}"/>
                  </a:ext>
                </a:extLst>
              </p:cNvPr>
              <p:cNvCxnSpPr>
                <a:cxnSpLocks noChangeShapeType="1"/>
                <a:endCxn id="212598" idx="4"/>
              </p:cNvCxnSpPr>
              <p:nvPr/>
            </p:nvCxnSpPr>
            <p:spPr bwMode="auto">
              <a:xfrm flipH="1" flipV="1">
                <a:off x="8791902" y="2345614"/>
                <a:ext cx="410984" cy="871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12535" name="Group 133">
                <a:extLst>
                  <a:ext uri="{FF2B5EF4-FFF2-40B4-BE49-F238E27FC236}">
                    <a16:creationId xmlns:a16="http://schemas.microsoft.com/office/drawing/2014/main" id="{5218D128-2681-41C6-A3FD-0066D026D9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212590" name="Oval 407">
                  <a:extLst>
                    <a:ext uri="{FF2B5EF4-FFF2-40B4-BE49-F238E27FC236}">
                      <a16:creationId xmlns:a16="http://schemas.microsoft.com/office/drawing/2014/main" id="{8DC73280-40BB-4831-B453-B2CD685BE8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91" name="Rectangle 410">
                  <a:extLst>
                    <a:ext uri="{FF2B5EF4-FFF2-40B4-BE49-F238E27FC236}">
                      <a16:creationId xmlns:a16="http://schemas.microsoft.com/office/drawing/2014/main" id="{9D930620-0BF4-4CA6-A3A1-F016ADBD36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92" name="Oval 411">
                  <a:extLst>
                    <a:ext uri="{FF2B5EF4-FFF2-40B4-BE49-F238E27FC236}">
                      <a16:creationId xmlns:a16="http://schemas.microsoft.com/office/drawing/2014/main" id="{B10FD53A-D8B7-4ACD-9F62-0AFA97890F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593" name="Group 137">
                  <a:extLst>
                    <a:ext uri="{FF2B5EF4-FFF2-40B4-BE49-F238E27FC236}">
                      <a16:creationId xmlns:a16="http://schemas.microsoft.com/office/drawing/2014/main" id="{2C38C092-47AE-4F50-A6BA-DF3512C77AD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96" name="Freeform 138">
                    <a:extLst>
                      <a:ext uri="{FF2B5EF4-FFF2-40B4-BE49-F238E27FC236}">
                        <a16:creationId xmlns:a16="http://schemas.microsoft.com/office/drawing/2014/main" id="{96A68CE0-A63A-4849-B384-FD044ED7C9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597" name="Freeform 139">
                    <a:extLst>
                      <a:ext uri="{FF2B5EF4-FFF2-40B4-BE49-F238E27FC236}">
                        <a16:creationId xmlns:a16="http://schemas.microsoft.com/office/drawing/2014/main" id="{C086EEB1-A959-4409-977C-904E6C6F6A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594" name="Line 140">
                  <a:extLst>
                    <a:ext uri="{FF2B5EF4-FFF2-40B4-BE49-F238E27FC236}">
                      <a16:creationId xmlns:a16="http://schemas.microsoft.com/office/drawing/2014/main" id="{388E9B60-E5E2-4A52-9715-9396A93464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595" name="Line 141">
                  <a:extLst>
                    <a:ext uri="{FF2B5EF4-FFF2-40B4-BE49-F238E27FC236}">
                      <a16:creationId xmlns:a16="http://schemas.microsoft.com/office/drawing/2014/main" id="{6E5F4C8B-1BAB-4F4F-987A-194A65D3F2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212536" name="Group 133">
                <a:extLst>
                  <a:ext uri="{FF2B5EF4-FFF2-40B4-BE49-F238E27FC236}">
                    <a16:creationId xmlns:a16="http://schemas.microsoft.com/office/drawing/2014/main" id="{FC93279E-B8B8-4957-8BF6-FD7F349529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212582" name="Oval 407">
                  <a:extLst>
                    <a:ext uri="{FF2B5EF4-FFF2-40B4-BE49-F238E27FC236}">
                      <a16:creationId xmlns:a16="http://schemas.microsoft.com/office/drawing/2014/main" id="{C286BD6A-4BDA-4B63-BCAF-0461B051DC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83" name="Rectangle 410">
                  <a:extLst>
                    <a:ext uri="{FF2B5EF4-FFF2-40B4-BE49-F238E27FC236}">
                      <a16:creationId xmlns:a16="http://schemas.microsoft.com/office/drawing/2014/main" id="{3B901750-78E0-4E70-BD12-51B48E1B56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84" name="Oval 411">
                  <a:extLst>
                    <a:ext uri="{FF2B5EF4-FFF2-40B4-BE49-F238E27FC236}">
                      <a16:creationId xmlns:a16="http://schemas.microsoft.com/office/drawing/2014/main" id="{847B48A8-5B17-42DA-8F51-C78709556D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585" name="Group 137">
                  <a:extLst>
                    <a:ext uri="{FF2B5EF4-FFF2-40B4-BE49-F238E27FC236}">
                      <a16:creationId xmlns:a16="http://schemas.microsoft.com/office/drawing/2014/main" id="{5289181A-8891-4FD7-9571-98862334BB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88" name="Freeform 138">
                    <a:extLst>
                      <a:ext uri="{FF2B5EF4-FFF2-40B4-BE49-F238E27FC236}">
                        <a16:creationId xmlns:a16="http://schemas.microsoft.com/office/drawing/2014/main" id="{3302185B-25C7-42BB-9DAE-1680702FAA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589" name="Freeform 139">
                    <a:extLst>
                      <a:ext uri="{FF2B5EF4-FFF2-40B4-BE49-F238E27FC236}">
                        <a16:creationId xmlns:a16="http://schemas.microsoft.com/office/drawing/2014/main" id="{E69417C4-62CB-46CD-B646-D8AB2444E55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586" name="Line 140">
                  <a:extLst>
                    <a:ext uri="{FF2B5EF4-FFF2-40B4-BE49-F238E27FC236}">
                      <a16:creationId xmlns:a16="http://schemas.microsoft.com/office/drawing/2014/main" id="{3D51B0B1-DD21-4FA5-B2A2-17A2983EAF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56"/>
                  <a:ext cx="0" cy="88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587" name="Line 141">
                  <a:extLst>
                    <a:ext uri="{FF2B5EF4-FFF2-40B4-BE49-F238E27FC236}">
                      <a16:creationId xmlns:a16="http://schemas.microsoft.com/office/drawing/2014/main" id="{EF5BB199-0723-4BCA-B061-72AD7998522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58"/>
                  <a:ext cx="0" cy="8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212537" name="Group 133">
                <a:extLst>
                  <a:ext uri="{FF2B5EF4-FFF2-40B4-BE49-F238E27FC236}">
                    <a16:creationId xmlns:a16="http://schemas.microsoft.com/office/drawing/2014/main" id="{0799DB2C-AA86-4E63-98A7-5959768EF8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212574" name="Oval 407">
                  <a:extLst>
                    <a:ext uri="{FF2B5EF4-FFF2-40B4-BE49-F238E27FC236}">
                      <a16:creationId xmlns:a16="http://schemas.microsoft.com/office/drawing/2014/main" id="{81672374-A167-4ED6-8D96-437E5EC3D8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75" name="Rectangle 410">
                  <a:extLst>
                    <a:ext uri="{FF2B5EF4-FFF2-40B4-BE49-F238E27FC236}">
                      <a16:creationId xmlns:a16="http://schemas.microsoft.com/office/drawing/2014/main" id="{FB39896F-DBC2-4CD9-94AF-223290EB1B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76" name="Oval 411">
                  <a:extLst>
                    <a:ext uri="{FF2B5EF4-FFF2-40B4-BE49-F238E27FC236}">
                      <a16:creationId xmlns:a16="http://schemas.microsoft.com/office/drawing/2014/main" id="{23860EA9-3A50-4136-AA70-DAF2351D85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577" name="Group 137">
                  <a:extLst>
                    <a:ext uri="{FF2B5EF4-FFF2-40B4-BE49-F238E27FC236}">
                      <a16:creationId xmlns:a16="http://schemas.microsoft.com/office/drawing/2014/main" id="{67717B2A-EA22-4A23-AD14-005ECB5D503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80" name="Freeform 138">
                    <a:extLst>
                      <a:ext uri="{FF2B5EF4-FFF2-40B4-BE49-F238E27FC236}">
                        <a16:creationId xmlns:a16="http://schemas.microsoft.com/office/drawing/2014/main" id="{1091194E-F497-4113-B7CC-A903CEBC13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581" name="Freeform 139">
                    <a:extLst>
                      <a:ext uri="{FF2B5EF4-FFF2-40B4-BE49-F238E27FC236}">
                        <a16:creationId xmlns:a16="http://schemas.microsoft.com/office/drawing/2014/main" id="{45AEC91A-9F0B-4139-8E88-28F47E4100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578" name="Line 140">
                  <a:extLst>
                    <a:ext uri="{FF2B5EF4-FFF2-40B4-BE49-F238E27FC236}">
                      <a16:creationId xmlns:a16="http://schemas.microsoft.com/office/drawing/2014/main" id="{61D4C266-3C39-466C-BA00-BF0117CD89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579" name="Line 141">
                  <a:extLst>
                    <a:ext uri="{FF2B5EF4-FFF2-40B4-BE49-F238E27FC236}">
                      <a16:creationId xmlns:a16="http://schemas.microsoft.com/office/drawing/2014/main" id="{61D88711-FB96-4422-9055-E5EC2BD921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212538" name="Group 133">
                <a:extLst>
                  <a:ext uri="{FF2B5EF4-FFF2-40B4-BE49-F238E27FC236}">
                    <a16:creationId xmlns:a16="http://schemas.microsoft.com/office/drawing/2014/main" id="{CAB2ADCD-B2B7-4655-9178-7678B62033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212566" name="Oval 407">
                  <a:extLst>
                    <a:ext uri="{FF2B5EF4-FFF2-40B4-BE49-F238E27FC236}">
                      <a16:creationId xmlns:a16="http://schemas.microsoft.com/office/drawing/2014/main" id="{20858F1E-0DB4-45CE-A602-0490513CCF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67" name="Rectangle 410">
                  <a:extLst>
                    <a:ext uri="{FF2B5EF4-FFF2-40B4-BE49-F238E27FC236}">
                      <a16:creationId xmlns:a16="http://schemas.microsoft.com/office/drawing/2014/main" id="{57FA340A-2166-4E8B-8FD9-D83ADC9F0C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68" name="Oval 411">
                  <a:extLst>
                    <a:ext uri="{FF2B5EF4-FFF2-40B4-BE49-F238E27FC236}">
                      <a16:creationId xmlns:a16="http://schemas.microsoft.com/office/drawing/2014/main" id="{FE84E616-3719-40ED-838D-E1D912A783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569" name="Group 137">
                  <a:extLst>
                    <a:ext uri="{FF2B5EF4-FFF2-40B4-BE49-F238E27FC236}">
                      <a16:creationId xmlns:a16="http://schemas.microsoft.com/office/drawing/2014/main" id="{5DF4AF3E-3C02-48A2-A992-BAC1EF950C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72" name="Freeform 138">
                    <a:extLst>
                      <a:ext uri="{FF2B5EF4-FFF2-40B4-BE49-F238E27FC236}">
                        <a16:creationId xmlns:a16="http://schemas.microsoft.com/office/drawing/2014/main" id="{A5DB1319-EC54-4040-A53B-951612628C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573" name="Freeform 139">
                    <a:extLst>
                      <a:ext uri="{FF2B5EF4-FFF2-40B4-BE49-F238E27FC236}">
                        <a16:creationId xmlns:a16="http://schemas.microsoft.com/office/drawing/2014/main" id="{20E75B93-1E09-47CC-BFEA-D5AA96222F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570" name="Line 140">
                  <a:extLst>
                    <a:ext uri="{FF2B5EF4-FFF2-40B4-BE49-F238E27FC236}">
                      <a16:creationId xmlns:a16="http://schemas.microsoft.com/office/drawing/2014/main" id="{10F893BC-FDF2-433C-826F-963A647257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571" name="Line 141">
                  <a:extLst>
                    <a:ext uri="{FF2B5EF4-FFF2-40B4-BE49-F238E27FC236}">
                      <a16:creationId xmlns:a16="http://schemas.microsoft.com/office/drawing/2014/main" id="{E0D61C1F-500F-4E02-A143-1E32892ACB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212539" name="Group 133">
                <a:extLst>
                  <a:ext uri="{FF2B5EF4-FFF2-40B4-BE49-F238E27FC236}">
                    <a16:creationId xmlns:a16="http://schemas.microsoft.com/office/drawing/2014/main" id="{AF2BCFE0-21B3-4894-806A-8630157986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212558" name="Oval 407">
                  <a:extLst>
                    <a:ext uri="{FF2B5EF4-FFF2-40B4-BE49-F238E27FC236}">
                      <a16:creationId xmlns:a16="http://schemas.microsoft.com/office/drawing/2014/main" id="{8980C618-5F31-4841-9AE5-172149E89A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59" name="Rectangle 410">
                  <a:extLst>
                    <a:ext uri="{FF2B5EF4-FFF2-40B4-BE49-F238E27FC236}">
                      <a16:creationId xmlns:a16="http://schemas.microsoft.com/office/drawing/2014/main" id="{06F40F28-1293-444A-9FAA-CBAA514ECE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60" name="Oval 411">
                  <a:extLst>
                    <a:ext uri="{FF2B5EF4-FFF2-40B4-BE49-F238E27FC236}">
                      <a16:creationId xmlns:a16="http://schemas.microsoft.com/office/drawing/2014/main" id="{91144F72-F789-4BEF-98AE-BA10D926A9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561" name="Group 137">
                  <a:extLst>
                    <a:ext uri="{FF2B5EF4-FFF2-40B4-BE49-F238E27FC236}">
                      <a16:creationId xmlns:a16="http://schemas.microsoft.com/office/drawing/2014/main" id="{E34571BA-7592-461D-9585-FCFF9BE4E8B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64" name="Freeform 138">
                    <a:extLst>
                      <a:ext uri="{FF2B5EF4-FFF2-40B4-BE49-F238E27FC236}">
                        <a16:creationId xmlns:a16="http://schemas.microsoft.com/office/drawing/2014/main" id="{002B4CEB-036A-4A86-8EEF-F6032F35035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565" name="Freeform 139">
                    <a:extLst>
                      <a:ext uri="{FF2B5EF4-FFF2-40B4-BE49-F238E27FC236}">
                        <a16:creationId xmlns:a16="http://schemas.microsoft.com/office/drawing/2014/main" id="{028CBAB9-6E83-4B18-BDBA-AB7CB8427F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562" name="Line 140">
                  <a:extLst>
                    <a:ext uri="{FF2B5EF4-FFF2-40B4-BE49-F238E27FC236}">
                      <a16:creationId xmlns:a16="http://schemas.microsoft.com/office/drawing/2014/main" id="{0A6E15F1-BBD5-4C19-9974-E6CA54DA39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563" name="Line 141">
                  <a:extLst>
                    <a:ext uri="{FF2B5EF4-FFF2-40B4-BE49-F238E27FC236}">
                      <a16:creationId xmlns:a16="http://schemas.microsoft.com/office/drawing/2014/main" id="{D7E2D018-55C8-4213-A32F-29EC0B3CA1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212540" name="Group 133">
                <a:extLst>
                  <a:ext uri="{FF2B5EF4-FFF2-40B4-BE49-F238E27FC236}">
                    <a16:creationId xmlns:a16="http://schemas.microsoft.com/office/drawing/2014/main" id="{7DEAAE8A-C0BD-4B93-AE76-8B12C09B27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212550" name="Oval 407">
                  <a:extLst>
                    <a:ext uri="{FF2B5EF4-FFF2-40B4-BE49-F238E27FC236}">
                      <a16:creationId xmlns:a16="http://schemas.microsoft.com/office/drawing/2014/main" id="{E7E62F01-8DB7-4FDF-93FE-4F3D822A68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51" name="Rectangle 410">
                  <a:extLst>
                    <a:ext uri="{FF2B5EF4-FFF2-40B4-BE49-F238E27FC236}">
                      <a16:creationId xmlns:a16="http://schemas.microsoft.com/office/drawing/2014/main" id="{88585B6F-7438-4C09-BF2F-480136F423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52" name="Oval 411">
                  <a:extLst>
                    <a:ext uri="{FF2B5EF4-FFF2-40B4-BE49-F238E27FC236}">
                      <a16:creationId xmlns:a16="http://schemas.microsoft.com/office/drawing/2014/main" id="{4560B1AD-A867-4576-8F0F-27C0491A93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553" name="Group 137">
                  <a:extLst>
                    <a:ext uri="{FF2B5EF4-FFF2-40B4-BE49-F238E27FC236}">
                      <a16:creationId xmlns:a16="http://schemas.microsoft.com/office/drawing/2014/main" id="{A47E1E34-F3EB-4AB6-8103-51F09CDB1CE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56" name="Freeform 138">
                    <a:extLst>
                      <a:ext uri="{FF2B5EF4-FFF2-40B4-BE49-F238E27FC236}">
                        <a16:creationId xmlns:a16="http://schemas.microsoft.com/office/drawing/2014/main" id="{B50DD8F3-542C-4E4B-8F8D-6695AAFB6A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557" name="Freeform 139">
                    <a:extLst>
                      <a:ext uri="{FF2B5EF4-FFF2-40B4-BE49-F238E27FC236}">
                        <a16:creationId xmlns:a16="http://schemas.microsoft.com/office/drawing/2014/main" id="{D7C19072-335C-42B9-A3FE-B76FA27B75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554" name="Line 140">
                  <a:extLst>
                    <a:ext uri="{FF2B5EF4-FFF2-40B4-BE49-F238E27FC236}">
                      <a16:creationId xmlns:a16="http://schemas.microsoft.com/office/drawing/2014/main" id="{49CC1FE5-05EF-445C-AD04-31475DBC2D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555" name="Line 141">
                  <a:extLst>
                    <a:ext uri="{FF2B5EF4-FFF2-40B4-BE49-F238E27FC236}">
                      <a16:creationId xmlns:a16="http://schemas.microsoft.com/office/drawing/2014/main" id="{9C06C9A7-BB76-4A0C-8624-10AAAA37CF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212541" name="Group 133">
                <a:extLst>
                  <a:ext uri="{FF2B5EF4-FFF2-40B4-BE49-F238E27FC236}">
                    <a16:creationId xmlns:a16="http://schemas.microsoft.com/office/drawing/2014/main" id="{7EE33E33-F9E8-4F51-B7B4-1B41321F205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212542" name="Oval 407">
                  <a:extLst>
                    <a:ext uri="{FF2B5EF4-FFF2-40B4-BE49-F238E27FC236}">
                      <a16:creationId xmlns:a16="http://schemas.microsoft.com/office/drawing/2014/main" id="{B63F23E0-583D-40E5-8879-8065A311BC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43" name="Rectangle 410">
                  <a:extLst>
                    <a:ext uri="{FF2B5EF4-FFF2-40B4-BE49-F238E27FC236}">
                      <a16:creationId xmlns:a16="http://schemas.microsoft.com/office/drawing/2014/main" id="{E506AD7F-EFCE-408C-ABB4-514D811A92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44" name="Oval 411">
                  <a:extLst>
                    <a:ext uri="{FF2B5EF4-FFF2-40B4-BE49-F238E27FC236}">
                      <a16:creationId xmlns:a16="http://schemas.microsoft.com/office/drawing/2014/main" id="{447192B4-DFE9-44D3-AF0D-2C9EAC3B80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545" name="Group 137">
                  <a:extLst>
                    <a:ext uri="{FF2B5EF4-FFF2-40B4-BE49-F238E27FC236}">
                      <a16:creationId xmlns:a16="http://schemas.microsoft.com/office/drawing/2014/main" id="{67D2510D-27BD-47F0-995F-FEB6631555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48" name="Freeform 138">
                    <a:extLst>
                      <a:ext uri="{FF2B5EF4-FFF2-40B4-BE49-F238E27FC236}">
                        <a16:creationId xmlns:a16="http://schemas.microsoft.com/office/drawing/2014/main" id="{8DEF6313-B843-416B-8DC1-4CF5D65056E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549" name="Freeform 139">
                    <a:extLst>
                      <a:ext uri="{FF2B5EF4-FFF2-40B4-BE49-F238E27FC236}">
                        <a16:creationId xmlns:a16="http://schemas.microsoft.com/office/drawing/2014/main" id="{F74F4003-91C6-4BBA-B673-298BC0F87F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546" name="Line 140">
                  <a:extLst>
                    <a:ext uri="{FF2B5EF4-FFF2-40B4-BE49-F238E27FC236}">
                      <a16:creationId xmlns:a16="http://schemas.microsoft.com/office/drawing/2014/main" id="{EF4C0821-37D4-4625-B7FE-38B2ED15A0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547" name="Line 141">
                  <a:extLst>
                    <a:ext uri="{FF2B5EF4-FFF2-40B4-BE49-F238E27FC236}">
                      <a16:creationId xmlns:a16="http://schemas.microsoft.com/office/drawing/2014/main" id="{832B9C2D-F47A-4686-8F92-85B1CF4DAD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10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</p:grpSp>
        <p:grpSp>
          <p:nvGrpSpPr>
            <p:cNvPr id="212329" name="Group 331">
              <a:extLst>
                <a:ext uri="{FF2B5EF4-FFF2-40B4-BE49-F238E27FC236}">
                  <a16:creationId xmlns:a16="http://schemas.microsoft.com/office/drawing/2014/main" id="{493A0A8F-3F4A-4D0F-BC6B-D314C2B9B7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03400" y="2755900"/>
              <a:ext cx="3467100" cy="1193800"/>
              <a:chOff x="7848600" y="2044700"/>
              <a:chExt cx="3200399" cy="1371600"/>
            </a:xfrm>
          </p:grpSpPr>
          <p:sp>
            <p:nvSpPr>
              <p:cNvPr id="212442" name="Oval 332">
                <a:extLst>
                  <a:ext uri="{FF2B5EF4-FFF2-40B4-BE49-F238E27FC236}">
                    <a16:creationId xmlns:a16="http://schemas.microsoft.com/office/drawing/2014/main" id="{D3716C84-5F4D-49B1-9A9B-43816D6EE5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443" name="Group 133">
                <a:extLst>
                  <a:ext uri="{FF2B5EF4-FFF2-40B4-BE49-F238E27FC236}">
                    <a16:creationId xmlns:a16="http://schemas.microsoft.com/office/drawing/2014/main" id="{16D73BCC-BCF3-443E-8D66-7558863FB4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212516" name="Oval 407">
                  <a:extLst>
                    <a:ext uri="{FF2B5EF4-FFF2-40B4-BE49-F238E27FC236}">
                      <a16:creationId xmlns:a16="http://schemas.microsoft.com/office/drawing/2014/main" id="{80664FFF-E5D8-4833-BECC-743208FB10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17" name="Rectangle 410">
                  <a:extLst>
                    <a:ext uri="{FF2B5EF4-FFF2-40B4-BE49-F238E27FC236}">
                      <a16:creationId xmlns:a16="http://schemas.microsoft.com/office/drawing/2014/main" id="{55F5B2E6-F415-4A9F-B0C8-9D3799E8E9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18" name="Oval 411">
                  <a:extLst>
                    <a:ext uri="{FF2B5EF4-FFF2-40B4-BE49-F238E27FC236}">
                      <a16:creationId xmlns:a16="http://schemas.microsoft.com/office/drawing/2014/main" id="{C8FA1E6D-726B-478B-A63A-F56872CF86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519" name="Group 137">
                  <a:extLst>
                    <a:ext uri="{FF2B5EF4-FFF2-40B4-BE49-F238E27FC236}">
                      <a16:creationId xmlns:a16="http://schemas.microsoft.com/office/drawing/2014/main" id="{FF7529A1-68CA-441E-9233-B95CAC557C5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22" name="Freeform 138">
                    <a:extLst>
                      <a:ext uri="{FF2B5EF4-FFF2-40B4-BE49-F238E27FC236}">
                        <a16:creationId xmlns:a16="http://schemas.microsoft.com/office/drawing/2014/main" id="{67F36F12-E9BC-40A9-B07C-7764D47FFE7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523" name="Freeform 139">
                    <a:extLst>
                      <a:ext uri="{FF2B5EF4-FFF2-40B4-BE49-F238E27FC236}">
                        <a16:creationId xmlns:a16="http://schemas.microsoft.com/office/drawing/2014/main" id="{F34DA4EB-ACAA-4B10-AE22-239342A217B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520" name="Line 140">
                  <a:extLst>
                    <a:ext uri="{FF2B5EF4-FFF2-40B4-BE49-F238E27FC236}">
                      <a16:creationId xmlns:a16="http://schemas.microsoft.com/office/drawing/2014/main" id="{8C510139-31AD-403C-9D47-51CFD55A8A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521" name="Line 141">
                  <a:extLst>
                    <a:ext uri="{FF2B5EF4-FFF2-40B4-BE49-F238E27FC236}">
                      <a16:creationId xmlns:a16="http://schemas.microsoft.com/office/drawing/2014/main" id="{88EE8EDD-422A-44DC-86DA-643916D107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cxnSp>
            <p:nvCxnSpPr>
              <p:cNvPr id="212444" name="Straight Connector 334">
                <a:extLst>
                  <a:ext uri="{FF2B5EF4-FFF2-40B4-BE49-F238E27FC236}">
                    <a16:creationId xmlns:a16="http://schemas.microsoft.com/office/drawing/2014/main" id="{187D1D05-BAFE-4714-A88B-2C5937EA46F1}"/>
                  </a:ext>
                </a:extLst>
              </p:cNvPr>
              <p:cNvCxnSpPr>
                <a:cxnSpLocks noChangeShapeType="1"/>
                <a:stCxn id="212521" idx="0"/>
              </p:cNvCxnSpPr>
              <p:nvPr/>
            </p:nvCxnSpPr>
            <p:spPr bwMode="auto">
              <a:xfrm>
                <a:off x="9055401" y="2220819"/>
                <a:ext cx="975377" cy="13653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45" name="Straight Connector 335">
                <a:extLst>
                  <a:ext uri="{FF2B5EF4-FFF2-40B4-BE49-F238E27FC236}">
                    <a16:creationId xmlns:a16="http://schemas.microsoft.com/office/drawing/2014/main" id="{068CB2AF-181C-4C1F-B5E3-62239F86008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22191" y="2583188"/>
                <a:ext cx="120745" cy="833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46" name="Straight Connector 336">
                <a:extLst>
                  <a:ext uri="{FF2B5EF4-FFF2-40B4-BE49-F238E27FC236}">
                    <a16:creationId xmlns:a16="http://schemas.microsoft.com/office/drawing/2014/main" id="{221400D9-88E4-4ECC-B335-940B450CD02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323081" y="2786992"/>
                <a:ext cx="243358" cy="4562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47" name="Straight Connector 337">
                <a:extLst>
                  <a:ext uri="{FF2B5EF4-FFF2-40B4-BE49-F238E27FC236}">
                    <a16:creationId xmlns:a16="http://schemas.microsoft.com/office/drawing/2014/main" id="{6541E6CB-FB43-4527-8DC3-18D4B105869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028147" y="2611644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48" name="Straight Connector 338">
                <a:extLst>
                  <a:ext uri="{FF2B5EF4-FFF2-40B4-BE49-F238E27FC236}">
                    <a16:creationId xmlns:a16="http://schemas.microsoft.com/office/drawing/2014/main" id="{652F4842-753E-4CDE-80BF-3A4F2E599AA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729859" y="2909476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49" name="Straight Connector 339">
                <a:extLst>
                  <a:ext uri="{FF2B5EF4-FFF2-40B4-BE49-F238E27FC236}">
                    <a16:creationId xmlns:a16="http://schemas.microsoft.com/office/drawing/2014/main" id="{53A1DBCC-FFC7-443E-BAEC-335D5CE2D0F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537887" y="2836224"/>
                <a:ext cx="252969" cy="25294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50" name="Straight Connector 340">
                <a:extLst>
                  <a:ext uri="{FF2B5EF4-FFF2-40B4-BE49-F238E27FC236}">
                    <a16:creationId xmlns:a16="http://schemas.microsoft.com/office/drawing/2014/main" id="{0A32D837-F3BD-43CE-B013-8E04F94C547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29359" y="2822067"/>
                <a:ext cx="354959" cy="12439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51" name="Straight Connector 341">
                <a:extLst>
                  <a:ext uri="{FF2B5EF4-FFF2-40B4-BE49-F238E27FC236}">
                    <a16:creationId xmlns:a16="http://schemas.microsoft.com/office/drawing/2014/main" id="{44E14238-BA35-417C-9198-5A57CFCBE8F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0015190" y="2475242"/>
                <a:ext cx="283363" cy="1956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52" name="Straight Connector 342">
                <a:extLst>
                  <a:ext uri="{FF2B5EF4-FFF2-40B4-BE49-F238E27FC236}">
                    <a16:creationId xmlns:a16="http://schemas.microsoft.com/office/drawing/2014/main" id="{0D67B5F5-0A6D-4EC0-90E5-ED6576A2F273}"/>
                  </a:ext>
                </a:extLst>
              </p:cNvPr>
              <p:cNvCxnSpPr>
                <a:cxnSpLocks noChangeShapeType="1"/>
                <a:endCxn id="212516" idx="4"/>
              </p:cNvCxnSpPr>
              <p:nvPr/>
            </p:nvCxnSpPr>
            <p:spPr bwMode="auto">
              <a:xfrm flipH="1" flipV="1">
                <a:off x="8791902" y="2345614"/>
                <a:ext cx="410984" cy="871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12453" name="Group 133">
                <a:extLst>
                  <a:ext uri="{FF2B5EF4-FFF2-40B4-BE49-F238E27FC236}">
                    <a16:creationId xmlns:a16="http://schemas.microsoft.com/office/drawing/2014/main" id="{F9925C35-B51B-4353-9305-02CF818998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212508" name="Oval 407">
                  <a:extLst>
                    <a:ext uri="{FF2B5EF4-FFF2-40B4-BE49-F238E27FC236}">
                      <a16:creationId xmlns:a16="http://schemas.microsoft.com/office/drawing/2014/main" id="{E346573E-DA83-4F65-A559-4723C01679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09" name="Rectangle 410">
                  <a:extLst>
                    <a:ext uri="{FF2B5EF4-FFF2-40B4-BE49-F238E27FC236}">
                      <a16:creationId xmlns:a16="http://schemas.microsoft.com/office/drawing/2014/main" id="{C9438465-B664-4E3B-A1B0-EF3A7054C6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10" name="Oval 411">
                  <a:extLst>
                    <a:ext uri="{FF2B5EF4-FFF2-40B4-BE49-F238E27FC236}">
                      <a16:creationId xmlns:a16="http://schemas.microsoft.com/office/drawing/2014/main" id="{6F1E7051-77AD-4A62-BD3B-4C72DD93CF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511" name="Group 137">
                  <a:extLst>
                    <a:ext uri="{FF2B5EF4-FFF2-40B4-BE49-F238E27FC236}">
                      <a16:creationId xmlns:a16="http://schemas.microsoft.com/office/drawing/2014/main" id="{FE6A5BF1-B1C2-4523-A964-FCA382C63B5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14" name="Freeform 138">
                    <a:extLst>
                      <a:ext uri="{FF2B5EF4-FFF2-40B4-BE49-F238E27FC236}">
                        <a16:creationId xmlns:a16="http://schemas.microsoft.com/office/drawing/2014/main" id="{AF8B7682-15F8-455A-B384-30670291FD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515" name="Freeform 139">
                    <a:extLst>
                      <a:ext uri="{FF2B5EF4-FFF2-40B4-BE49-F238E27FC236}">
                        <a16:creationId xmlns:a16="http://schemas.microsoft.com/office/drawing/2014/main" id="{1E9D184E-B918-4F12-9F22-068BAFD55C8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512" name="Line 140">
                  <a:extLst>
                    <a:ext uri="{FF2B5EF4-FFF2-40B4-BE49-F238E27FC236}">
                      <a16:creationId xmlns:a16="http://schemas.microsoft.com/office/drawing/2014/main" id="{B243BE40-FA49-484D-A464-42E3A8AD9B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513" name="Line 141">
                  <a:extLst>
                    <a:ext uri="{FF2B5EF4-FFF2-40B4-BE49-F238E27FC236}">
                      <a16:creationId xmlns:a16="http://schemas.microsoft.com/office/drawing/2014/main" id="{6B9F9C76-0AC6-4B74-AB53-2ED51F7834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212454" name="Group 133">
                <a:extLst>
                  <a:ext uri="{FF2B5EF4-FFF2-40B4-BE49-F238E27FC236}">
                    <a16:creationId xmlns:a16="http://schemas.microsoft.com/office/drawing/2014/main" id="{933F5F2D-F60A-4196-B384-135427BAE1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212500" name="Oval 407">
                  <a:extLst>
                    <a:ext uri="{FF2B5EF4-FFF2-40B4-BE49-F238E27FC236}">
                      <a16:creationId xmlns:a16="http://schemas.microsoft.com/office/drawing/2014/main" id="{8326D75A-5FFB-433D-9597-98777705B0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01" name="Rectangle 410">
                  <a:extLst>
                    <a:ext uri="{FF2B5EF4-FFF2-40B4-BE49-F238E27FC236}">
                      <a16:creationId xmlns:a16="http://schemas.microsoft.com/office/drawing/2014/main" id="{33A987F1-C89E-4B72-844B-3524DDDE8A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502" name="Oval 411">
                  <a:extLst>
                    <a:ext uri="{FF2B5EF4-FFF2-40B4-BE49-F238E27FC236}">
                      <a16:creationId xmlns:a16="http://schemas.microsoft.com/office/drawing/2014/main" id="{3A852296-B205-4B29-8B33-2F180D3689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503" name="Group 137">
                  <a:extLst>
                    <a:ext uri="{FF2B5EF4-FFF2-40B4-BE49-F238E27FC236}">
                      <a16:creationId xmlns:a16="http://schemas.microsoft.com/office/drawing/2014/main" id="{F0F7C655-1410-4DB5-A0D0-2EFD607BD8C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06" name="Freeform 138">
                    <a:extLst>
                      <a:ext uri="{FF2B5EF4-FFF2-40B4-BE49-F238E27FC236}">
                        <a16:creationId xmlns:a16="http://schemas.microsoft.com/office/drawing/2014/main" id="{C060776A-FC29-455E-A7E4-473205A4AA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507" name="Freeform 139">
                    <a:extLst>
                      <a:ext uri="{FF2B5EF4-FFF2-40B4-BE49-F238E27FC236}">
                        <a16:creationId xmlns:a16="http://schemas.microsoft.com/office/drawing/2014/main" id="{A2BEF1ED-9C70-4552-A26D-CDDE00E6233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504" name="Line 140">
                  <a:extLst>
                    <a:ext uri="{FF2B5EF4-FFF2-40B4-BE49-F238E27FC236}">
                      <a16:creationId xmlns:a16="http://schemas.microsoft.com/office/drawing/2014/main" id="{347EF541-9F04-4995-B984-7B00267EB9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505" name="Line 141">
                  <a:extLst>
                    <a:ext uri="{FF2B5EF4-FFF2-40B4-BE49-F238E27FC236}">
                      <a16:creationId xmlns:a16="http://schemas.microsoft.com/office/drawing/2014/main" id="{FDE0441A-E251-4DDD-A29D-57AB6B9B7F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212455" name="Group 133">
                <a:extLst>
                  <a:ext uri="{FF2B5EF4-FFF2-40B4-BE49-F238E27FC236}">
                    <a16:creationId xmlns:a16="http://schemas.microsoft.com/office/drawing/2014/main" id="{096A2247-E0E8-420F-8C7A-413AB14F37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212492" name="Oval 407">
                  <a:extLst>
                    <a:ext uri="{FF2B5EF4-FFF2-40B4-BE49-F238E27FC236}">
                      <a16:creationId xmlns:a16="http://schemas.microsoft.com/office/drawing/2014/main" id="{3575FB6F-1C41-4811-B695-89F8D666CF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493" name="Rectangle 410">
                  <a:extLst>
                    <a:ext uri="{FF2B5EF4-FFF2-40B4-BE49-F238E27FC236}">
                      <a16:creationId xmlns:a16="http://schemas.microsoft.com/office/drawing/2014/main" id="{DB1F680F-755D-4D89-8846-43AC569BE8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494" name="Oval 411">
                  <a:extLst>
                    <a:ext uri="{FF2B5EF4-FFF2-40B4-BE49-F238E27FC236}">
                      <a16:creationId xmlns:a16="http://schemas.microsoft.com/office/drawing/2014/main" id="{849D20F3-9E4C-444D-BA46-27A2A290D5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495" name="Group 137">
                  <a:extLst>
                    <a:ext uri="{FF2B5EF4-FFF2-40B4-BE49-F238E27FC236}">
                      <a16:creationId xmlns:a16="http://schemas.microsoft.com/office/drawing/2014/main" id="{FA94D823-430C-4F1E-A8ED-5F10D9E6C1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498" name="Freeform 138">
                    <a:extLst>
                      <a:ext uri="{FF2B5EF4-FFF2-40B4-BE49-F238E27FC236}">
                        <a16:creationId xmlns:a16="http://schemas.microsoft.com/office/drawing/2014/main" id="{2BE6B3FF-D42A-4D9E-8705-D7A86090E16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499" name="Freeform 139">
                    <a:extLst>
                      <a:ext uri="{FF2B5EF4-FFF2-40B4-BE49-F238E27FC236}">
                        <a16:creationId xmlns:a16="http://schemas.microsoft.com/office/drawing/2014/main" id="{A35A3964-09A6-42C1-9A31-05F8F867BA5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496" name="Line 140">
                  <a:extLst>
                    <a:ext uri="{FF2B5EF4-FFF2-40B4-BE49-F238E27FC236}">
                      <a16:creationId xmlns:a16="http://schemas.microsoft.com/office/drawing/2014/main" id="{FC7CA067-97AE-42C8-ABDA-A08482FC65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497" name="Line 141">
                  <a:extLst>
                    <a:ext uri="{FF2B5EF4-FFF2-40B4-BE49-F238E27FC236}">
                      <a16:creationId xmlns:a16="http://schemas.microsoft.com/office/drawing/2014/main" id="{898E6F9D-BBA7-48AC-8AB8-A5E2553232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212456" name="Group 133">
                <a:extLst>
                  <a:ext uri="{FF2B5EF4-FFF2-40B4-BE49-F238E27FC236}">
                    <a16:creationId xmlns:a16="http://schemas.microsoft.com/office/drawing/2014/main" id="{430FAF96-64D0-4395-967F-2DF71F8676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212484" name="Oval 407">
                  <a:extLst>
                    <a:ext uri="{FF2B5EF4-FFF2-40B4-BE49-F238E27FC236}">
                      <a16:creationId xmlns:a16="http://schemas.microsoft.com/office/drawing/2014/main" id="{E8CA84C2-234C-463B-9ED5-B350615785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485" name="Rectangle 410">
                  <a:extLst>
                    <a:ext uri="{FF2B5EF4-FFF2-40B4-BE49-F238E27FC236}">
                      <a16:creationId xmlns:a16="http://schemas.microsoft.com/office/drawing/2014/main" id="{F7BAE3E9-8BEE-44E5-9C01-DD0A522C86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486" name="Oval 411">
                  <a:extLst>
                    <a:ext uri="{FF2B5EF4-FFF2-40B4-BE49-F238E27FC236}">
                      <a16:creationId xmlns:a16="http://schemas.microsoft.com/office/drawing/2014/main" id="{A92D4D6F-0629-4408-B9C1-63EC083AC4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487" name="Group 137">
                  <a:extLst>
                    <a:ext uri="{FF2B5EF4-FFF2-40B4-BE49-F238E27FC236}">
                      <a16:creationId xmlns:a16="http://schemas.microsoft.com/office/drawing/2014/main" id="{FF627259-B917-4372-900A-1058FCE3BE8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490" name="Freeform 138">
                    <a:extLst>
                      <a:ext uri="{FF2B5EF4-FFF2-40B4-BE49-F238E27FC236}">
                        <a16:creationId xmlns:a16="http://schemas.microsoft.com/office/drawing/2014/main" id="{7A7B959C-853E-4721-9DEF-1FE401F073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491" name="Freeform 139">
                    <a:extLst>
                      <a:ext uri="{FF2B5EF4-FFF2-40B4-BE49-F238E27FC236}">
                        <a16:creationId xmlns:a16="http://schemas.microsoft.com/office/drawing/2014/main" id="{2C6C7F81-5C47-45C8-A93D-CA4A468CCA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488" name="Line 140">
                  <a:extLst>
                    <a:ext uri="{FF2B5EF4-FFF2-40B4-BE49-F238E27FC236}">
                      <a16:creationId xmlns:a16="http://schemas.microsoft.com/office/drawing/2014/main" id="{14369AF5-7E4F-48FE-B651-49916A10D5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0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489" name="Line 141">
                  <a:extLst>
                    <a:ext uri="{FF2B5EF4-FFF2-40B4-BE49-F238E27FC236}">
                      <a16:creationId xmlns:a16="http://schemas.microsoft.com/office/drawing/2014/main" id="{7E903074-6606-46D5-9BA5-1D9F2FB94D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212457" name="Group 133">
                <a:extLst>
                  <a:ext uri="{FF2B5EF4-FFF2-40B4-BE49-F238E27FC236}">
                    <a16:creationId xmlns:a16="http://schemas.microsoft.com/office/drawing/2014/main" id="{CF21E8D5-9EA8-4B83-A5F1-5C5D2A82A4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212476" name="Oval 407">
                  <a:extLst>
                    <a:ext uri="{FF2B5EF4-FFF2-40B4-BE49-F238E27FC236}">
                      <a16:creationId xmlns:a16="http://schemas.microsoft.com/office/drawing/2014/main" id="{EBB9A5A6-983D-4ABE-A68E-2707847EEC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477" name="Rectangle 410">
                  <a:extLst>
                    <a:ext uri="{FF2B5EF4-FFF2-40B4-BE49-F238E27FC236}">
                      <a16:creationId xmlns:a16="http://schemas.microsoft.com/office/drawing/2014/main" id="{2247CF64-4935-434F-9111-32DE043F23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478" name="Oval 411">
                  <a:extLst>
                    <a:ext uri="{FF2B5EF4-FFF2-40B4-BE49-F238E27FC236}">
                      <a16:creationId xmlns:a16="http://schemas.microsoft.com/office/drawing/2014/main" id="{E1D12A2B-74F5-4C5B-8435-5EE5C03100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479" name="Group 137">
                  <a:extLst>
                    <a:ext uri="{FF2B5EF4-FFF2-40B4-BE49-F238E27FC236}">
                      <a16:creationId xmlns:a16="http://schemas.microsoft.com/office/drawing/2014/main" id="{7FDA89D1-0C22-4F75-B9CD-6207B451C1D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482" name="Freeform 138">
                    <a:extLst>
                      <a:ext uri="{FF2B5EF4-FFF2-40B4-BE49-F238E27FC236}">
                        <a16:creationId xmlns:a16="http://schemas.microsoft.com/office/drawing/2014/main" id="{37366604-C3F3-41AB-8CF7-588D6A9658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483" name="Freeform 139">
                    <a:extLst>
                      <a:ext uri="{FF2B5EF4-FFF2-40B4-BE49-F238E27FC236}">
                        <a16:creationId xmlns:a16="http://schemas.microsoft.com/office/drawing/2014/main" id="{E9AC876B-88DB-432A-8544-C6B26BE3D2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480" name="Line 140">
                  <a:extLst>
                    <a:ext uri="{FF2B5EF4-FFF2-40B4-BE49-F238E27FC236}">
                      <a16:creationId xmlns:a16="http://schemas.microsoft.com/office/drawing/2014/main" id="{E1B9AE8E-48AB-44F7-82F7-DF496FD27B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481" name="Line 141">
                  <a:extLst>
                    <a:ext uri="{FF2B5EF4-FFF2-40B4-BE49-F238E27FC236}">
                      <a16:creationId xmlns:a16="http://schemas.microsoft.com/office/drawing/2014/main" id="{445CD55C-0E9B-455F-B9CA-5481E87166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212458" name="Group 133">
                <a:extLst>
                  <a:ext uri="{FF2B5EF4-FFF2-40B4-BE49-F238E27FC236}">
                    <a16:creationId xmlns:a16="http://schemas.microsoft.com/office/drawing/2014/main" id="{31E49FE0-E88E-48D5-9AE0-7B2752B7D7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212468" name="Oval 407">
                  <a:extLst>
                    <a:ext uri="{FF2B5EF4-FFF2-40B4-BE49-F238E27FC236}">
                      <a16:creationId xmlns:a16="http://schemas.microsoft.com/office/drawing/2014/main" id="{A7744CA6-9DC9-4D86-B3EB-11DEF0B43E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469" name="Rectangle 410">
                  <a:extLst>
                    <a:ext uri="{FF2B5EF4-FFF2-40B4-BE49-F238E27FC236}">
                      <a16:creationId xmlns:a16="http://schemas.microsoft.com/office/drawing/2014/main" id="{521D2490-E0AD-4B0E-A2C9-1C57DD859D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470" name="Oval 411">
                  <a:extLst>
                    <a:ext uri="{FF2B5EF4-FFF2-40B4-BE49-F238E27FC236}">
                      <a16:creationId xmlns:a16="http://schemas.microsoft.com/office/drawing/2014/main" id="{E508C8BF-A8F0-4F74-B8FC-922429A203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471" name="Group 137">
                  <a:extLst>
                    <a:ext uri="{FF2B5EF4-FFF2-40B4-BE49-F238E27FC236}">
                      <a16:creationId xmlns:a16="http://schemas.microsoft.com/office/drawing/2014/main" id="{BBBFB50D-438C-4CEE-8486-BD219C6F55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474" name="Freeform 138">
                    <a:extLst>
                      <a:ext uri="{FF2B5EF4-FFF2-40B4-BE49-F238E27FC236}">
                        <a16:creationId xmlns:a16="http://schemas.microsoft.com/office/drawing/2014/main" id="{9CBF4207-4028-4D1E-A2FB-EC76FF193A8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475" name="Freeform 139">
                    <a:extLst>
                      <a:ext uri="{FF2B5EF4-FFF2-40B4-BE49-F238E27FC236}">
                        <a16:creationId xmlns:a16="http://schemas.microsoft.com/office/drawing/2014/main" id="{82B6CDF1-AF68-4D4C-A59F-2A569FFE04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472" name="Line 140">
                  <a:extLst>
                    <a:ext uri="{FF2B5EF4-FFF2-40B4-BE49-F238E27FC236}">
                      <a16:creationId xmlns:a16="http://schemas.microsoft.com/office/drawing/2014/main" id="{19838BE7-8B9E-4B69-8224-52A4D05F32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473" name="Line 141">
                  <a:extLst>
                    <a:ext uri="{FF2B5EF4-FFF2-40B4-BE49-F238E27FC236}">
                      <a16:creationId xmlns:a16="http://schemas.microsoft.com/office/drawing/2014/main" id="{708AF78C-6D8C-4A93-830B-95F7FADF52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grpSp>
            <p:nvGrpSpPr>
              <p:cNvPr id="212459" name="Group 133">
                <a:extLst>
                  <a:ext uri="{FF2B5EF4-FFF2-40B4-BE49-F238E27FC236}">
                    <a16:creationId xmlns:a16="http://schemas.microsoft.com/office/drawing/2014/main" id="{4BF68E37-F1AC-44F5-985B-2819250402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212460" name="Oval 407">
                  <a:extLst>
                    <a:ext uri="{FF2B5EF4-FFF2-40B4-BE49-F238E27FC236}">
                      <a16:creationId xmlns:a16="http://schemas.microsoft.com/office/drawing/2014/main" id="{161E6F08-77C3-49DB-8E82-ABBF37625E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461" name="Rectangle 410">
                  <a:extLst>
                    <a:ext uri="{FF2B5EF4-FFF2-40B4-BE49-F238E27FC236}">
                      <a16:creationId xmlns:a16="http://schemas.microsoft.com/office/drawing/2014/main" id="{D0867B42-2653-43FE-B711-494E3E8F74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12462" name="Oval 411">
                  <a:extLst>
                    <a:ext uri="{FF2B5EF4-FFF2-40B4-BE49-F238E27FC236}">
                      <a16:creationId xmlns:a16="http://schemas.microsoft.com/office/drawing/2014/main" id="{0A077633-64F9-4D99-B739-3D9124B100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212463" name="Group 137">
                  <a:extLst>
                    <a:ext uri="{FF2B5EF4-FFF2-40B4-BE49-F238E27FC236}">
                      <a16:creationId xmlns:a16="http://schemas.microsoft.com/office/drawing/2014/main" id="{9C84B5C9-D9D0-49F0-9698-82F715800BB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466" name="Freeform 138">
                    <a:extLst>
                      <a:ext uri="{FF2B5EF4-FFF2-40B4-BE49-F238E27FC236}">
                        <a16:creationId xmlns:a16="http://schemas.microsoft.com/office/drawing/2014/main" id="{18AF60EC-5889-43F2-B162-4559A2E6BFD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  <p:sp>
                <p:nvSpPr>
                  <p:cNvPr id="212467" name="Freeform 139">
                    <a:extLst>
                      <a:ext uri="{FF2B5EF4-FFF2-40B4-BE49-F238E27FC236}">
                        <a16:creationId xmlns:a16="http://schemas.microsoft.com/office/drawing/2014/main" id="{03323505-A243-46F3-9539-B168018D968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HK" altLang="en-US"/>
                  </a:p>
                </p:txBody>
              </p:sp>
            </p:grpSp>
            <p:sp>
              <p:nvSpPr>
                <p:cNvPr id="212464" name="Line 140">
                  <a:extLst>
                    <a:ext uri="{FF2B5EF4-FFF2-40B4-BE49-F238E27FC236}">
                      <a16:creationId xmlns:a16="http://schemas.microsoft.com/office/drawing/2014/main" id="{81747194-420A-472F-84CA-DB527BD4A8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7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465" name="Line 141">
                  <a:extLst>
                    <a:ext uri="{FF2B5EF4-FFF2-40B4-BE49-F238E27FC236}">
                      <a16:creationId xmlns:a16="http://schemas.microsoft.com/office/drawing/2014/main" id="{582577CC-9647-4D96-9776-7A880E362E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</p:grpSp>
        <p:sp>
          <p:nvSpPr>
            <p:cNvPr id="212330" name="Oval 417">
              <a:extLst>
                <a:ext uri="{FF2B5EF4-FFF2-40B4-BE49-F238E27FC236}">
                  <a16:creationId xmlns:a16="http://schemas.microsoft.com/office/drawing/2014/main" id="{D18741A2-8F64-4553-B69B-7EF06A390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600" y="4165600"/>
              <a:ext cx="3086100" cy="1168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pSp>
          <p:nvGrpSpPr>
            <p:cNvPr id="212331" name="Group 133">
              <a:extLst>
                <a:ext uri="{FF2B5EF4-FFF2-40B4-BE49-F238E27FC236}">
                  <a16:creationId xmlns:a16="http://schemas.microsoft.com/office/drawing/2014/main" id="{2942EC25-077B-41A9-AE91-DEC3F9AA06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2272" y="4264503"/>
              <a:ext cx="513732" cy="157430"/>
              <a:chOff x="2356" y="1300"/>
              <a:chExt cx="555" cy="194"/>
            </a:xfrm>
          </p:grpSpPr>
          <p:sp>
            <p:nvSpPr>
              <p:cNvPr id="212434" name="Oval 492">
                <a:extLst>
                  <a:ext uri="{FF2B5EF4-FFF2-40B4-BE49-F238E27FC236}">
                    <a16:creationId xmlns:a16="http://schemas.microsoft.com/office/drawing/2014/main" id="{A7DD3839-3142-4B81-9909-B08B289B6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435" name="Rectangle 410">
                <a:extLst>
                  <a:ext uri="{FF2B5EF4-FFF2-40B4-BE49-F238E27FC236}">
                    <a16:creationId xmlns:a16="http://schemas.microsoft.com/office/drawing/2014/main" id="{C20F4410-F5E7-4F78-A51D-D73C4C474C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436" name="Oval 411">
                <a:extLst>
                  <a:ext uri="{FF2B5EF4-FFF2-40B4-BE49-F238E27FC236}">
                    <a16:creationId xmlns:a16="http://schemas.microsoft.com/office/drawing/2014/main" id="{CCFE3FB4-BD64-4A3A-891F-EF501CCCB4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2437" name="Group 137">
                <a:extLst>
                  <a:ext uri="{FF2B5EF4-FFF2-40B4-BE49-F238E27FC236}">
                    <a16:creationId xmlns:a16="http://schemas.microsoft.com/office/drawing/2014/main" id="{12D5FDC7-9F15-4620-A63B-9FA01E7AE3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40" name="Freeform 138">
                  <a:extLst>
                    <a:ext uri="{FF2B5EF4-FFF2-40B4-BE49-F238E27FC236}">
                      <a16:creationId xmlns:a16="http://schemas.microsoft.com/office/drawing/2014/main" id="{63B0F279-B3E9-4718-8060-18DDACFB5F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441" name="Freeform 139">
                  <a:extLst>
                    <a:ext uri="{FF2B5EF4-FFF2-40B4-BE49-F238E27FC236}">
                      <a16:creationId xmlns:a16="http://schemas.microsoft.com/office/drawing/2014/main" id="{DD4F1A6E-9A4B-49FE-9816-18CC245732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12438" name="Line 140">
                <a:extLst>
                  <a:ext uri="{FF2B5EF4-FFF2-40B4-BE49-F238E27FC236}">
                    <a16:creationId xmlns:a16="http://schemas.microsoft.com/office/drawing/2014/main" id="{F033FCA5-2D8E-4982-BBE8-056FE462A5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439" name="Line 141">
                <a:extLst>
                  <a:ext uri="{FF2B5EF4-FFF2-40B4-BE49-F238E27FC236}">
                    <a16:creationId xmlns:a16="http://schemas.microsoft.com/office/drawing/2014/main" id="{5ADB2F76-93B5-4491-A7E8-8AA9C889DC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212332" name="Straight Connector 419">
              <a:extLst>
                <a:ext uri="{FF2B5EF4-FFF2-40B4-BE49-F238E27FC236}">
                  <a16:creationId xmlns:a16="http://schemas.microsoft.com/office/drawing/2014/main" id="{C4659D8E-A664-4549-9791-C3D8EA14D194}"/>
                </a:ext>
              </a:extLst>
            </p:cNvPr>
            <p:cNvCxnSpPr>
              <a:cxnSpLocks noChangeShapeType="1"/>
              <a:stCxn id="212439" idx="0"/>
            </p:cNvCxnSpPr>
            <p:nvPr/>
          </p:nvCxnSpPr>
          <p:spPr bwMode="auto">
            <a:xfrm>
              <a:off x="2662301" y="4315627"/>
              <a:ext cx="940542" cy="11630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3" name="Straight Connector 420">
              <a:extLst>
                <a:ext uri="{FF2B5EF4-FFF2-40B4-BE49-F238E27FC236}">
                  <a16:creationId xmlns:a16="http://schemas.microsoft.com/office/drawing/2014/main" id="{3829F436-CF24-4213-9010-955D71AA82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12420" y="4624312"/>
              <a:ext cx="116433" cy="710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4" name="Straight Connector 421">
              <a:extLst>
                <a:ext uri="{FF2B5EF4-FFF2-40B4-BE49-F238E27FC236}">
                  <a16:creationId xmlns:a16="http://schemas.microsoft.com/office/drawing/2014/main" id="{390C9D12-1C36-4FE4-8C7C-3EE4456904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920421" y="4797923"/>
              <a:ext cx="234667" cy="3886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5" name="Straight Connector 422">
              <a:extLst>
                <a:ext uri="{FF2B5EF4-FFF2-40B4-BE49-F238E27FC236}">
                  <a16:creationId xmlns:a16="http://schemas.microsoft.com/office/drawing/2014/main" id="{117E0170-C3AC-4EF2-81E0-636504E3B4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636021" y="4648552"/>
              <a:ext cx="185893" cy="9334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6" name="Straight Connector 423">
              <a:extLst>
                <a:ext uri="{FF2B5EF4-FFF2-40B4-BE49-F238E27FC236}">
                  <a16:creationId xmlns:a16="http://schemas.microsoft.com/office/drawing/2014/main" id="{7B636088-F041-477C-804D-85FE3119C9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48386" y="4902261"/>
              <a:ext cx="185893" cy="9334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7" name="Straight Connector 424">
              <a:extLst>
                <a:ext uri="{FF2B5EF4-FFF2-40B4-BE49-F238E27FC236}">
                  <a16:creationId xmlns:a16="http://schemas.microsoft.com/office/drawing/2014/main" id="{3931F517-AF96-4B8B-8E91-A187DD6B0E1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127556" y="4839861"/>
              <a:ext cx="243934" cy="21546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8" name="Straight Connector 425">
              <a:extLst>
                <a:ext uri="{FF2B5EF4-FFF2-40B4-BE49-F238E27FC236}">
                  <a16:creationId xmlns:a16="http://schemas.microsoft.com/office/drawing/2014/main" id="{02FA4E25-2DF1-43AB-8358-4CE35DDA459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601475" y="4827802"/>
              <a:ext cx="342282" cy="1059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9" name="Straight Connector 426">
              <a:extLst>
                <a:ext uri="{FF2B5EF4-FFF2-40B4-BE49-F238E27FC236}">
                  <a16:creationId xmlns:a16="http://schemas.microsoft.com/office/drawing/2014/main" id="{213DAFB1-CD79-45F8-AAC6-01F2EA32DC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587812" y="4532358"/>
              <a:ext cx="273243" cy="16667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40" name="Straight Connector 427">
              <a:extLst>
                <a:ext uri="{FF2B5EF4-FFF2-40B4-BE49-F238E27FC236}">
                  <a16:creationId xmlns:a16="http://schemas.microsoft.com/office/drawing/2014/main" id="{F3F5083C-0EC5-4BC4-914A-9E4617D33F7F}"/>
                </a:ext>
              </a:extLst>
            </p:cNvPr>
            <p:cNvCxnSpPr>
              <a:cxnSpLocks noChangeShapeType="1"/>
              <a:endCxn id="212434" idx="4"/>
            </p:cNvCxnSpPr>
            <p:nvPr/>
          </p:nvCxnSpPr>
          <p:spPr bwMode="auto">
            <a:xfrm flipH="1" flipV="1">
              <a:off x="2408213" y="4421934"/>
              <a:ext cx="396306" cy="7426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12341" name="Group 133">
              <a:extLst>
                <a:ext uri="{FF2B5EF4-FFF2-40B4-BE49-F238E27FC236}">
                  <a16:creationId xmlns:a16="http://schemas.microsoft.com/office/drawing/2014/main" id="{5C7B4077-FF8F-4F36-8865-319F44E677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4256" y="4681760"/>
              <a:ext cx="513732" cy="157430"/>
              <a:chOff x="2356" y="1300"/>
              <a:chExt cx="555" cy="194"/>
            </a:xfrm>
          </p:grpSpPr>
          <p:sp>
            <p:nvSpPr>
              <p:cNvPr id="212426" name="Oval 407">
                <a:extLst>
                  <a:ext uri="{FF2B5EF4-FFF2-40B4-BE49-F238E27FC236}">
                    <a16:creationId xmlns:a16="http://schemas.microsoft.com/office/drawing/2014/main" id="{203D8191-E987-42D8-9028-2380EA8F2E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427" name="Rectangle 410">
                <a:extLst>
                  <a:ext uri="{FF2B5EF4-FFF2-40B4-BE49-F238E27FC236}">
                    <a16:creationId xmlns:a16="http://schemas.microsoft.com/office/drawing/2014/main" id="{35AC6D45-9F76-4D24-B40E-68DC9F4891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428" name="Oval 411">
                <a:extLst>
                  <a:ext uri="{FF2B5EF4-FFF2-40B4-BE49-F238E27FC236}">
                    <a16:creationId xmlns:a16="http://schemas.microsoft.com/office/drawing/2014/main" id="{9254B169-6F95-484B-9F36-C23FB6A68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2429" name="Group 137">
                <a:extLst>
                  <a:ext uri="{FF2B5EF4-FFF2-40B4-BE49-F238E27FC236}">
                    <a16:creationId xmlns:a16="http://schemas.microsoft.com/office/drawing/2014/main" id="{3E6B6F17-5338-4930-B23B-0C4C34F875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32" name="Freeform 138">
                  <a:extLst>
                    <a:ext uri="{FF2B5EF4-FFF2-40B4-BE49-F238E27FC236}">
                      <a16:creationId xmlns:a16="http://schemas.microsoft.com/office/drawing/2014/main" id="{E708B7AC-2BEC-4CFF-B801-B240628718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433" name="Freeform 139">
                  <a:extLst>
                    <a:ext uri="{FF2B5EF4-FFF2-40B4-BE49-F238E27FC236}">
                      <a16:creationId xmlns:a16="http://schemas.microsoft.com/office/drawing/2014/main" id="{5CD376A4-959C-4B6E-A839-274220A458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12430" name="Line 140">
                <a:extLst>
                  <a:ext uri="{FF2B5EF4-FFF2-40B4-BE49-F238E27FC236}">
                    <a16:creationId xmlns:a16="http://schemas.microsoft.com/office/drawing/2014/main" id="{4EB7C726-7EFE-4792-A668-D42403E34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431" name="Line 141">
                <a:extLst>
                  <a:ext uri="{FF2B5EF4-FFF2-40B4-BE49-F238E27FC236}">
                    <a16:creationId xmlns:a16="http://schemas.microsoft.com/office/drawing/2014/main" id="{C3C43F57-0C08-4173-BC55-FE8C80B121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12342" name="Group 133">
              <a:extLst>
                <a:ext uri="{FF2B5EF4-FFF2-40B4-BE49-F238E27FC236}">
                  <a16:creationId xmlns:a16="http://schemas.microsoft.com/office/drawing/2014/main" id="{6C41CB8A-BDD2-449C-B23B-07D236CBC8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9607" y="4745634"/>
              <a:ext cx="513732" cy="157430"/>
              <a:chOff x="2356" y="1300"/>
              <a:chExt cx="555" cy="194"/>
            </a:xfrm>
          </p:grpSpPr>
          <p:sp>
            <p:nvSpPr>
              <p:cNvPr id="212418" name="Oval 407">
                <a:extLst>
                  <a:ext uri="{FF2B5EF4-FFF2-40B4-BE49-F238E27FC236}">
                    <a16:creationId xmlns:a16="http://schemas.microsoft.com/office/drawing/2014/main" id="{551D5E91-CBB8-4172-A77E-7EBBE5611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419" name="Rectangle 410">
                <a:extLst>
                  <a:ext uri="{FF2B5EF4-FFF2-40B4-BE49-F238E27FC236}">
                    <a16:creationId xmlns:a16="http://schemas.microsoft.com/office/drawing/2014/main" id="{65CFB281-1B19-4EFB-88DE-6EFCA290E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420" name="Oval 411">
                <a:extLst>
                  <a:ext uri="{FF2B5EF4-FFF2-40B4-BE49-F238E27FC236}">
                    <a16:creationId xmlns:a16="http://schemas.microsoft.com/office/drawing/2014/main" id="{77FE4B75-1BC9-4024-9E16-2C049E1E0F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2421" name="Group 137">
                <a:extLst>
                  <a:ext uri="{FF2B5EF4-FFF2-40B4-BE49-F238E27FC236}">
                    <a16:creationId xmlns:a16="http://schemas.microsoft.com/office/drawing/2014/main" id="{7957ED2E-F51C-4A22-86B6-E04CA2A180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24" name="Freeform 138">
                  <a:extLst>
                    <a:ext uri="{FF2B5EF4-FFF2-40B4-BE49-F238E27FC236}">
                      <a16:creationId xmlns:a16="http://schemas.microsoft.com/office/drawing/2014/main" id="{538E4BCA-F008-4967-A0B5-510B85DFCF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425" name="Freeform 139">
                  <a:extLst>
                    <a:ext uri="{FF2B5EF4-FFF2-40B4-BE49-F238E27FC236}">
                      <a16:creationId xmlns:a16="http://schemas.microsoft.com/office/drawing/2014/main" id="{A9266C41-0A57-4F8D-8026-C2CA8E062F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12422" name="Line 140">
                <a:extLst>
                  <a:ext uri="{FF2B5EF4-FFF2-40B4-BE49-F238E27FC236}">
                    <a16:creationId xmlns:a16="http://schemas.microsoft.com/office/drawing/2014/main" id="{72F7E46F-4CBC-4ECF-B0A4-DCD630692D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423" name="Line 141">
                <a:extLst>
                  <a:ext uri="{FF2B5EF4-FFF2-40B4-BE49-F238E27FC236}">
                    <a16:creationId xmlns:a16="http://schemas.microsoft.com/office/drawing/2014/main" id="{B3C75A69-9347-4AED-AD21-0F0D6E6C6D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12343" name="Group 133">
              <a:extLst>
                <a:ext uri="{FF2B5EF4-FFF2-40B4-BE49-F238E27FC236}">
                  <a16:creationId xmlns:a16="http://schemas.microsoft.com/office/drawing/2014/main" id="{C4304F58-0B2E-46B7-92EE-0593D6BBD8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7612" y="4492209"/>
              <a:ext cx="513732" cy="157430"/>
              <a:chOff x="2356" y="1300"/>
              <a:chExt cx="555" cy="194"/>
            </a:xfrm>
          </p:grpSpPr>
          <p:sp>
            <p:nvSpPr>
              <p:cNvPr id="212410" name="Oval 407">
                <a:extLst>
                  <a:ext uri="{FF2B5EF4-FFF2-40B4-BE49-F238E27FC236}">
                    <a16:creationId xmlns:a16="http://schemas.microsoft.com/office/drawing/2014/main" id="{BADDF138-40CF-4025-9123-D0BE4DA401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411" name="Rectangle 410">
                <a:extLst>
                  <a:ext uri="{FF2B5EF4-FFF2-40B4-BE49-F238E27FC236}">
                    <a16:creationId xmlns:a16="http://schemas.microsoft.com/office/drawing/2014/main" id="{B00D7A51-A9F5-49A8-B490-70FD31411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412" name="Oval 411">
                <a:extLst>
                  <a:ext uri="{FF2B5EF4-FFF2-40B4-BE49-F238E27FC236}">
                    <a16:creationId xmlns:a16="http://schemas.microsoft.com/office/drawing/2014/main" id="{6F09210A-BD39-4031-9B78-02AB4C6CD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2413" name="Group 137">
                <a:extLst>
                  <a:ext uri="{FF2B5EF4-FFF2-40B4-BE49-F238E27FC236}">
                    <a16:creationId xmlns:a16="http://schemas.microsoft.com/office/drawing/2014/main" id="{3EEC2DB9-0441-4661-9A7E-E97DFCD0AA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16" name="Freeform 138">
                  <a:extLst>
                    <a:ext uri="{FF2B5EF4-FFF2-40B4-BE49-F238E27FC236}">
                      <a16:creationId xmlns:a16="http://schemas.microsoft.com/office/drawing/2014/main" id="{4DDD9C6F-6F7B-4926-9CF0-D261E3C59E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417" name="Freeform 139">
                  <a:extLst>
                    <a:ext uri="{FF2B5EF4-FFF2-40B4-BE49-F238E27FC236}">
                      <a16:creationId xmlns:a16="http://schemas.microsoft.com/office/drawing/2014/main" id="{52274E81-8CE8-496B-A105-DA24266C9D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12414" name="Line 140">
                <a:extLst>
                  <a:ext uri="{FF2B5EF4-FFF2-40B4-BE49-F238E27FC236}">
                    <a16:creationId xmlns:a16="http://schemas.microsoft.com/office/drawing/2014/main" id="{A1D136E2-0405-4D89-87BD-17B677B3CA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415" name="Line 141">
                <a:extLst>
                  <a:ext uri="{FF2B5EF4-FFF2-40B4-BE49-F238E27FC236}">
                    <a16:creationId xmlns:a16="http://schemas.microsoft.com/office/drawing/2014/main" id="{6CF7FD56-2641-4B37-8273-3EDC04C48E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12344" name="Group 133">
              <a:extLst>
                <a:ext uri="{FF2B5EF4-FFF2-40B4-BE49-F238E27FC236}">
                  <a16:creationId xmlns:a16="http://schemas.microsoft.com/office/drawing/2014/main" id="{8D16CDCB-0A73-4D17-984D-B495001D1E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8257" y="4374518"/>
              <a:ext cx="513732" cy="157430"/>
              <a:chOff x="2356" y="1300"/>
              <a:chExt cx="555" cy="194"/>
            </a:xfrm>
          </p:grpSpPr>
          <p:sp>
            <p:nvSpPr>
              <p:cNvPr id="212402" name="Oval 407">
                <a:extLst>
                  <a:ext uri="{FF2B5EF4-FFF2-40B4-BE49-F238E27FC236}">
                    <a16:creationId xmlns:a16="http://schemas.microsoft.com/office/drawing/2014/main" id="{7AE4C362-2F21-4F6F-AD84-43A6327421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403" name="Rectangle 410">
                <a:extLst>
                  <a:ext uri="{FF2B5EF4-FFF2-40B4-BE49-F238E27FC236}">
                    <a16:creationId xmlns:a16="http://schemas.microsoft.com/office/drawing/2014/main" id="{0E516174-33D3-4644-9641-7DF3AF6527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404" name="Oval 411">
                <a:extLst>
                  <a:ext uri="{FF2B5EF4-FFF2-40B4-BE49-F238E27FC236}">
                    <a16:creationId xmlns:a16="http://schemas.microsoft.com/office/drawing/2014/main" id="{276AE2B9-E2D0-4207-BBB7-39ABDAD8E9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2405" name="Group 137">
                <a:extLst>
                  <a:ext uri="{FF2B5EF4-FFF2-40B4-BE49-F238E27FC236}">
                    <a16:creationId xmlns:a16="http://schemas.microsoft.com/office/drawing/2014/main" id="{22C0816B-2418-4885-A376-AEC0A48345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08" name="Freeform 138">
                  <a:extLst>
                    <a:ext uri="{FF2B5EF4-FFF2-40B4-BE49-F238E27FC236}">
                      <a16:creationId xmlns:a16="http://schemas.microsoft.com/office/drawing/2014/main" id="{64C87C9F-8F6A-4528-A351-FCE1017B14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409" name="Freeform 139">
                  <a:extLst>
                    <a:ext uri="{FF2B5EF4-FFF2-40B4-BE49-F238E27FC236}">
                      <a16:creationId xmlns:a16="http://schemas.microsoft.com/office/drawing/2014/main" id="{0C6146E8-24D9-4726-B982-FF5BFB3FA0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12406" name="Line 140">
                <a:extLst>
                  <a:ext uri="{FF2B5EF4-FFF2-40B4-BE49-F238E27FC236}">
                    <a16:creationId xmlns:a16="http://schemas.microsoft.com/office/drawing/2014/main" id="{D01BF712-02F4-4113-8FAF-1A6913058C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407" name="Line 141">
                <a:extLst>
                  <a:ext uri="{FF2B5EF4-FFF2-40B4-BE49-F238E27FC236}">
                    <a16:creationId xmlns:a16="http://schemas.microsoft.com/office/drawing/2014/main" id="{0E834175-BE87-407F-9BDF-25CE2C9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12345" name="Group 133">
              <a:extLst>
                <a:ext uri="{FF2B5EF4-FFF2-40B4-BE49-F238E27FC236}">
                  <a16:creationId xmlns:a16="http://schemas.microsoft.com/office/drawing/2014/main" id="{D580243A-63B4-4C51-8812-FFFC945F2A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7517" y="4879602"/>
              <a:ext cx="513732" cy="157430"/>
              <a:chOff x="2356" y="1300"/>
              <a:chExt cx="555" cy="194"/>
            </a:xfrm>
          </p:grpSpPr>
          <p:sp>
            <p:nvSpPr>
              <p:cNvPr id="212394" name="Oval 407">
                <a:extLst>
                  <a:ext uri="{FF2B5EF4-FFF2-40B4-BE49-F238E27FC236}">
                    <a16:creationId xmlns:a16="http://schemas.microsoft.com/office/drawing/2014/main" id="{FFF9A83C-D6C0-4C29-8ACD-C0EE7AA612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395" name="Rectangle 410">
                <a:extLst>
                  <a:ext uri="{FF2B5EF4-FFF2-40B4-BE49-F238E27FC236}">
                    <a16:creationId xmlns:a16="http://schemas.microsoft.com/office/drawing/2014/main" id="{D82595EE-E046-46FD-A7FF-B75A9A8627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396" name="Oval 411">
                <a:extLst>
                  <a:ext uri="{FF2B5EF4-FFF2-40B4-BE49-F238E27FC236}">
                    <a16:creationId xmlns:a16="http://schemas.microsoft.com/office/drawing/2014/main" id="{E845FB7C-BC1B-4A92-AFD1-63FE7E13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2397" name="Group 137">
                <a:extLst>
                  <a:ext uri="{FF2B5EF4-FFF2-40B4-BE49-F238E27FC236}">
                    <a16:creationId xmlns:a16="http://schemas.microsoft.com/office/drawing/2014/main" id="{8951B552-7B8F-4879-BC58-03518FE4C0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00" name="Freeform 138">
                  <a:extLst>
                    <a:ext uri="{FF2B5EF4-FFF2-40B4-BE49-F238E27FC236}">
                      <a16:creationId xmlns:a16="http://schemas.microsoft.com/office/drawing/2014/main" id="{2A6A4E3B-A316-4CB9-949F-B3F7FB08D1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401" name="Freeform 139">
                  <a:extLst>
                    <a:ext uri="{FF2B5EF4-FFF2-40B4-BE49-F238E27FC236}">
                      <a16:creationId xmlns:a16="http://schemas.microsoft.com/office/drawing/2014/main" id="{28DDC9F8-17F0-49AF-A0B5-17C0B8A866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12398" name="Line 140">
                <a:extLst>
                  <a:ext uri="{FF2B5EF4-FFF2-40B4-BE49-F238E27FC236}">
                    <a16:creationId xmlns:a16="http://schemas.microsoft.com/office/drawing/2014/main" id="{90AA3B5C-C6AF-45A1-B0A4-2F39391C3D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399" name="Line 141">
                <a:extLst>
                  <a:ext uri="{FF2B5EF4-FFF2-40B4-BE49-F238E27FC236}">
                    <a16:creationId xmlns:a16="http://schemas.microsoft.com/office/drawing/2014/main" id="{1997A9CF-F290-4085-A9AB-65661C86B7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12346" name="Group 133">
              <a:extLst>
                <a:ext uri="{FF2B5EF4-FFF2-40B4-BE49-F238E27FC236}">
                  <a16:creationId xmlns:a16="http://schemas.microsoft.com/office/drawing/2014/main" id="{F7593456-F279-47DE-9D78-13CC35CF9C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7730" y="5041361"/>
              <a:ext cx="513732" cy="157430"/>
              <a:chOff x="2356" y="1300"/>
              <a:chExt cx="555" cy="194"/>
            </a:xfrm>
          </p:grpSpPr>
          <p:sp>
            <p:nvSpPr>
              <p:cNvPr id="212386" name="Oval 407">
                <a:extLst>
                  <a:ext uri="{FF2B5EF4-FFF2-40B4-BE49-F238E27FC236}">
                    <a16:creationId xmlns:a16="http://schemas.microsoft.com/office/drawing/2014/main" id="{C2E9C013-6B73-4593-A5AB-6D3E9354F8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387" name="Rectangle 410">
                <a:extLst>
                  <a:ext uri="{FF2B5EF4-FFF2-40B4-BE49-F238E27FC236}">
                    <a16:creationId xmlns:a16="http://schemas.microsoft.com/office/drawing/2014/main" id="{47CD13E3-FD9D-4788-AAF5-F690D67CD9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388" name="Oval 411">
                <a:extLst>
                  <a:ext uri="{FF2B5EF4-FFF2-40B4-BE49-F238E27FC236}">
                    <a16:creationId xmlns:a16="http://schemas.microsoft.com/office/drawing/2014/main" id="{34928653-DEB7-4C2A-A46C-230615A6F0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2389" name="Group 137">
                <a:extLst>
                  <a:ext uri="{FF2B5EF4-FFF2-40B4-BE49-F238E27FC236}">
                    <a16:creationId xmlns:a16="http://schemas.microsoft.com/office/drawing/2014/main" id="{A04B4ED0-C24F-49F4-AFB5-021559193D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392" name="Freeform 138">
                  <a:extLst>
                    <a:ext uri="{FF2B5EF4-FFF2-40B4-BE49-F238E27FC236}">
                      <a16:creationId xmlns:a16="http://schemas.microsoft.com/office/drawing/2014/main" id="{74848EB6-983D-4339-9F45-38A138E6F2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393" name="Freeform 139">
                  <a:extLst>
                    <a:ext uri="{FF2B5EF4-FFF2-40B4-BE49-F238E27FC236}">
                      <a16:creationId xmlns:a16="http://schemas.microsoft.com/office/drawing/2014/main" id="{C4A2668E-AB9D-49A2-9983-5B50201934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12390" name="Line 140">
                <a:extLst>
                  <a:ext uri="{FF2B5EF4-FFF2-40B4-BE49-F238E27FC236}">
                    <a16:creationId xmlns:a16="http://schemas.microsoft.com/office/drawing/2014/main" id="{E7A7167E-F07C-4F58-8B1D-3A94A492C9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391" name="Line 141">
                <a:extLst>
                  <a:ext uri="{FF2B5EF4-FFF2-40B4-BE49-F238E27FC236}">
                    <a16:creationId xmlns:a16="http://schemas.microsoft.com/office/drawing/2014/main" id="{EB23B110-7D33-4498-A8FA-6B2F6C5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grpSp>
          <p:nvGrpSpPr>
            <p:cNvPr id="212347" name="Group 133">
              <a:extLst>
                <a:ext uri="{FF2B5EF4-FFF2-40B4-BE49-F238E27FC236}">
                  <a16:creationId xmlns:a16="http://schemas.microsoft.com/office/drawing/2014/main" id="{757A62E4-66A1-4038-83B8-23FCE2E8B2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6981" y="4995528"/>
              <a:ext cx="513732" cy="157430"/>
              <a:chOff x="2356" y="1300"/>
              <a:chExt cx="555" cy="194"/>
            </a:xfrm>
          </p:grpSpPr>
          <p:sp>
            <p:nvSpPr>
              <p:cNvPr id="212378" name="Oval 407">
                <a:extLst>
                  <a:ext uri="{FF2B5EF4-FFF2-40B4-BE49-F238E27FC236}">
                    <a16:creationId xmlns:a16="http://schemas.microsoft.com/office/drawing/2014/main" id="{04603470-3BA5-4046-8AB0-695C709269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379" name="Rectangle 410">
                <a:extLst>
                  <a:ext uri="{FF2B5EF4-FFF2-40B4-BE49-F238E27FC236}">
                    <a16:creationId xmlns:a16="http://schemas.microsoft.com/office/drawing/2014/main" id="{546DEA3F-8BA6-44B7-9707-42582E26A7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2380" name="Oval 411">
                <a:extLst>
                  <a:ext uri="{FF2B5EF4-FFF2-40B4-BE49-F238E27FC236}">
                    <a16:creationId xmlns:a16="http://schemas.microsoft.com/office/drawing/2014/main" id="{BC3CF084-6D26-4601-ACE9-E56C6C048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12381" name="Group 137">
                <a:extLst>
                  <a:ext uri="{FF2B5EF4-FFF2-40B4-BE49-F238E27FC236}">
                    <a16:creationId xmlns:a16="http://schemas.microsoft.com/office/drawing/2014/main" id="{104FAD96-0609-4024-B24D-D7E9C9166E3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384" name="Freeform 138">
                  <a:extLst>
                    <a:ext uri="{FF2B5EF4-FFF2-40B4-BE49-F238E27FC236}">
                      <a16:creationId xmlns:a16="http://schemas.microsoft.com/office/drawing/2014/main" id="{44635C99-7CE2-4787-8B3A-099E735A5E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  <p:sp>
              <p:nvSpPr>
                <p:cNvPr id="212385" name="Freeform 139">
                  <a:extLst>
                    <a:ext uri="{FF2B5EF4-FFF2-40B4-BE49-F238E27FC236}">
                      <a16:creationId xmlns:a16="http://schemas.microsoft.com/office/drawing/2014/main" id="{1A430061-9720-4C7E-BFBB-E540FD9D6E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HK" altLang="en-US"/>
                </a:p>
              </p:txBody>
            </p:sp>
          </p:grpSp>
          <p:sp>
            <p:nvSpPr>
              <p:cNvPr id="212382" name="Line 140">
                <a:extLst>
                  <a:ext uri="{FF2B5EF4-FFF2-40B4-BE49-F238E27FC236}">
                    <a16:creationId xmlns:a16="http://schemas.microsoft.com/office/drawing/2014/main" id="{5092E76B-99D5-4F0E-8C7A-54AF3D3DBE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383" name="Line 141">
                <a:extLst>
                  <a:ext uri="{FF2B5EF4-FFF2-40B4-BE49-F238E27FC236}">
                    <a16:creationId xmlns:a16="http://schemas.microsoft.com/office/drawing/2014/main" id="{F868E87D-51AD-4C6A-8A7D-1997EA0B49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</p:grpSp>
        <p:cxnSp>
          <p:nvCxnSpPr>
            <p:cNvPr id="212348" name="Straight Connector 12">
              <a:extLst>
                <a:ext uri="{FF2B5EF4-FFF2-40B4-BE49-F238E27FC236}">
                  <a16:creationId xmlns:a16="http://schemas.microsoft.com/office/drawing/2014/main" id="{F4CEBDAF-2E34-46F0-B63B-68BE630B915F}"/>
                </a:ext>
              </a:extLst>
            </p:cNvPr>
            <p:cNvCxnSpPr>
              <a:cxnSpLocks noChangeShapeType="1"/>
              <a:endCxn id="212518" idx="1"/>
            </p:cNvCxnSpPr>
            <p:nvPr/>
          </p:nvCxnSpPr>
          <p:spPr bwMode="auto">
            <a:xfrm>
              <a:off x="2382838" y="2609850"/>
              <a:ext cx="238125" cy="2619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49" name="Straight Connector 500">
              <a:extLst>
                <a:ext uri="{FF2B5EF4-FFF2-40B4-BE49-F238E27FC236}">
                  <a16:creationId xmlns:a16="http://schemas.microsoft.com/office/drawing/2014/main" id="{E26550A6-9674-4167-8C8A-14B737483AC2}"/>
                </a:ext>
              </a:extLst>
            </p:cNvPr>
            <p:cNvCxnSpPr>
              <a:cxnSpLocks noChangeShapeType="1"/>
              <a:stCxn id="212314" idx="8"/>
              <a:endCxn id="212375" idx="2"/>
            </p:cNvCxnSpPr>
            <p:nvPr/>
          </p:nvCxnSpPr>
          <p:spPr bwMode="auto">
            <a:xfrm>
              <a:off x="1455738" y="2990850"/>
              <a:ext cx="38100" cy="30956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0" name="Straight Connector 501">
              <a:extLst>
                <a:ext uri="{FF2B5EF4-FFF2-40B4-BE49-F238E27FC236}">
                  <a16:creationId xmlns:a16="http://schemas.microsoft.com/office/drawing/2014/main" id="{B3D53C5C-15FB-48CE-8C53-5D587B93AD54}"/>
                </a:ext>
              </a:extLst>
            </p:cNvPr>
            <p:cNvCxnSpPr>
              <a:cxnSpLocks noChangeShapeType="1"/>
              <a:endCxn id="212375" idx="3"/>
            </p:cNvCxnSpPr>
            <p:nvPr/>
          </p:nvCxnSpPr>
          <p:spPr bwMode="auto">
            <a:xfrm>
              <a:off x="1235075" y="3271838"/>
              <a:ext cx="123825" cy="21272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1" name="Straight Connector 502">
              <a:extLst>
                <a:ext uri="{FF2B5EF4-FFF2-40B4-BE49-F238E27FC236}">
                  <a16:creationId xmlns:a16="http://schemas.microsoft.com/office/drawing/2014/main" id="{DC388EAA-A7AF-4514-BEC3-3A83578ED9FE}"/>
                </a:ext>
              </a:extLst>
            </p:cNvPr>
            <p:cNvCxnSpPr>
              <a:cxnSpLocks noChangeShapeType="1"/>
              <a:endCxn id="212486" idx="1"/>
            </p:cNvCxnSpPr>
            <p:nvPr/>
          </p:nvCxnSpPr>
          <p:spPr bwMode="auto">
            <a:xfrm>
              <a:off x="3916363" y="2411413"/>
              <a:ext cx="307975" cy="57308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2" name="Straight Connector 503">
              <a:extLst>
                <a:ext uri="{FF2B5EF4-FFF2-40B4-BE49-F238E27FC236}">
                  <a16:creationId xmlns:a16="http://schemas.microsoft.com/office/drawing/2014/main" id="{5472F8C2-88FD-44B6-A254-3A845050DE92}"/>
                </a:ext>
              </a:extLst>
            </p:cNvPr>
            <p:cNvCxnSpPr>
              <a:cxnSpLocks noChangeShapeType="1"/>
              <a:endCxn id="212486" idx="0"/>
            </p:cNvCxnSpPr>
            <p:nvPr/>
          </p:nvCxnSpPr>
          <p:spPr bwMode="auto">
            <a:xfrm flipH="1">
              <a:off x="4425950" y="2389188"/>
              <a:ext cx="384175" cy="57943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3" name="Straight Connector 504">
              <a:extLst>
                <a:ext uri="{FF2B5EF4-FFF2-40B4-BE49-F238E27FC236}">
                  <a16:creationId xmlns:a16="http://schemas.microsoft.com/office/drawing/2014/main" id="{4A980795-B0B0-47F4-AD29-D55B4AFA131B}"/>
                </a:ext>
              </a:extLst>
            </p:cNvPr>
            <p:cNvCxnSpPr>
              <a:cxnSpLocks noChangeShapeType="1"/>
              <a:endCxn id="212568" idx="0"/>
            </p:cNvCxnSpPr>
            <p:nvPr/>
          </p:nvCxnSpPr>
          <p:spPr bwMode="auto">
            <a:xfrm>
              <a:off x="6770688" y="2900363"/>
              <a:ext cx="215900" cy="10461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4" name="Straight Connector 505">
              <a:extLst>
                <a:ext uri="{FF2B5EF4-FFF2-40B4-BE49-F238E27FC236}">
                  <a16:creationId xmlns:a16="http://schemas.microsoft.com/office/drawing/2014/main" id="{E8A37525-72EA-4462-8948-DD56A0E486A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137400" y="3251200"/>
              <a:ext cx="241300" cy="69215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5" name="Straight Connector 506">
              <a:extLst>
                <a:ext uri="{FF2B5EF4-FFF2-40B4-BE49-F238E27FC236}">
                  <a16:creationId xmlns:a16="http://schemas.microsoft.com/office/drawing/2014/main" id="{BAD195D2-5ECB-4A3C-BF6D-2DE00923D05F}"/>
                </a:ext>
              </a:extLst>
            </p:cNvPr>
            <p:cNvCxnSpPr>
              <a:cxnSpLocks noChangeShapeType="1"/>
              <a:stCxn id="212318" idx="4"/>
              <a:endCxn id="212563" idx="0"/>
            </p:cNvCxnSpPr>
            <p:nvPr/>
          </p:nvCxnSpPr>
          <p:spPr bwMode="auto">
            <a:xfrm flipH="1">
              <a:off x="7483475" y="4229100"/>
              <a:ext cx="541338" cy="2492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6" name="Straight Connector 507">
              <a:extLst>
                <a:ext uri="{FF2B5EF4-FFF2-40B4-BE49-F238E27FC236}">
                  <a16:creationId xmlns:a16="http://schemas.microsoft.com/office/drawing/2014/main" id="{A523CCC8-6E6F-4E67-B7EE-F1D9A003C0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454900" y="4573588"/>
              <a:ext cx="796925" cy="6143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7" name="Straight Connector 508">
              <a:extLst>
                <a:ext uri="{FF2B5EF4-FFF2-40B4-BE49-F238E27FC236}">
                  <a16:creationId xmlns:a16="http://schemas.microsoft.com/office/drawing/2014/main" id="{68E2F48A-0268-4844-A4E4-38B977E9075F}"/>
                </a:ext>
              </a:extLst>
            </p:cNvPr>
            <p:cNvCxnSpPr>
              <a:cxnSpLocks noChangeShapeType="1"/>
              <a:endCxn id="212550" idx="5"/>
            </p:cNvCxnSpPr>
            <p:nvPr/>
          </p:nvCxnSpPr>
          <p:spPr bwMode="auto">
            <a:xfrm flipH="1" flipV="1">
              <a:off x="6496050" y="4722813"/>
              <a:ext cx="1047750" cy="96678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8" name="Straight Connector 509">
              <a:extLst>
                <a:ext uri="{FF2B5EF4-FFF2-40B4-BE49-F238E27FC236}">
                  <a16:creationId xmlns:a16="http://schemas.microsoft.com/office/drawing/2014/main" id="{D6684C84-B450-4ACE-B5A0-2EF84259A3C8}"/>
                </a:ext>
              </a:extLst>
            </p:cNvPr>
            <p:cNvCxnSpPr>
              <a:cxnSpLocks noChangeShapeType="1"/>
              <a:stCxn id="212319" idx="0"/>
              <a:endCxn id="212374" idx="5"/>
            </p:cNvCxnSpPr>
            <p:nvPr/>
          </p:nvCxnSpPr>
          <p:spPr bwMode="auto">
            <a:xfrm flipH="1" flipV="1">
              <a:off x="5084763" y="5684838"/>
              <a:ext cx="520700" cy="1698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9" name="Straight Connector 510">
              <a:extLst>
                <a:ext uri="{FF2B5EF4-FFF2-40B4-BE49-F238E27FC236}">
                  <a16:creationId xmlns:a16="http://schemas.microsoft.com/office/drawing/2014/main" id="{3A4AFE91-47FF-4DCC-A8D3-0985CF1E07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068763" y="5045075"/>
              <a:ext cx="371475" cy="9731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0" name="Straight Connector 511">
              <a:extLst>
                <a:ext uri="{FF2B5EF4-FFF2-40B4-BE49-F238E27FC236}">
                  <a16:creationId xmlns:a16="http://schemas.microsoft.com/office/drawing/2014/main" id="{FB3E58EC-09F3-4405-8AD7-7339E7A374E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89313" y="5689600"/>
              <a:ext cx="306387" cy="16510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1" name="Straight Connector 512">
              <a:extLst>
                <a:ext uri="{FF2B5EF4-FFF2-40B4-BE49-F238E27FC236}">
                  <a16:creationId xmlns:a16="http://schemas.microsoft.com/office/drawing/2014/main" id="{F1B0242D-A92F-40E4-8088-4FF24A00BC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790700" y="5160963"/>
              <a:ext cx="401638" cy="20955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2" name="Straight Connector 513">
              <a:extLst>
                <a:ext uri="{FF2B5EF4-FFF2-40B4-BE49-F238E27FC236}">
                  <a16:creationId xmlns:a16="http://schemas.microsoft.com/office/drawing/2014/main" id="{6995053A-9AEB-45F5-B6F4-0525CABB65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179513" y="4467225"/>
              <a:ext cx="227012" cy="28257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3" name="Straight Connector 514">
              <a:extLst>
                <a:ext uri="{FF2B5EF4-FFF2-40B4-BE49-F238E27FC236}">
                  <a16:creationId xmlns:a16="http://schemas.microsoft.com/office/drawing/2014/main" id="{2BDA41EB-E682-4D7B-8CE9-2B937A84096F}"/>
                </a:ext>
              </a:extLst>
            </p:cNvPr>
            <p:cNvCxnSpPr>
              <a:cxnSpLocks noChangeShapeType="1"/>
              <a:endCxn id="212375" idx="5"/>
            </p:cNvCxnSpPr>
            <p:nvPr/>
          </p:nvCxnSpPr>
          <p:spPr bwMode="auto">
            <a:xfrm flipV="1">
              <a:off x="1155700" y="4368800"/>
              <a:ext cx="203200" cy="79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2364" name="Oval 14">
              <a:extLst>
                <a:ext uri="{FF2B5EF4-FFF2-40B4-BE49-F238E27FC236}">
                  <a16:creationId xmlns:a16="http://schemas.microsoft.com/office/drawing/2014/main" id="{FC3BD20C-8C60-4C4D-97BD-4A2E47E21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595" y="2896842"/>
              <a:ext cx="528046" cy="30477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12365" name="Straight Connector 18">
              <a:extLst>
                <a:ext uri="{FF2B5EF4-FFF2-40B4-BE49-F238E27FC236}">
                  <a16:creationId xmlns:a16="http://schemas.microsoft.com/office/drawing/2014/main" id="{48DA6424-D999-41FF-ACED-34E1CDE85C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13288" y="3051291"/>
              <a:ext cx="964307" cy="26892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6" name="Straight Connector 516">
              <a:extLst>
                <a:ext uri="{FF2B5EF4-FFF2-40B4-BE49-F238E27FC236}">
                  <a16:creationId xmlns:a16="http://schemas.microsoft.com/office/drawing/2014/main" id="{B3F35361-08FE-4BEF-910A-EC1BBB1BA82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39457" y="3169615"/>
              <a:ext cx="691556" cy="78484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7" name="Straight Connector 515">
              <a:extLst>
                <a:ext uri="{FF2B5EF4-FFF2-40B4-BE49-F238E27FC236}">
                  <a16:creationId xmlns:a16="http://schemas.microsoft.com/office/drawing/2014/main" id="{BA92B8F3-8B3E-4067-AA93-399AC3844CC0}"/>
                </a:ext>
              </a:extLst>
            </p:cNvPr>
            <p:cNvCxnSpPr>
              <a:cxnSpLocks noChangeShapeType="1"/>
              <a:stCxn id="212404" idx="0"/>
            </p:cNvCxnSpPr>
            <p:nvPr/>
          </p:nvCxnSpPr>
          <p:spPr bwMode="auto">
            <a:xfrm flipV="1">
              <a:off x="3832888" y="4233720"/>
              <a:ext cx="190494" cy="14143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2368" name="Oval 521">
              <a:extLst>
                <a:ext uri="{FF2B5EF4-FFF2-40B4-BE49-F238E27FC236}">
                  <a16:creationId xmlns:a16="http://schemas.microsoft.com/office/drawing/2014/main" id="{FAB3DC82-4888-4523-8C6E-4B037910E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543" y="3959560"/>
              <a:ext cx="528230" cy="30505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rPr>
                <a:t>   </a:t>
              </a:r>
            </a:p>
          </p:txBody>
        </p:sp>
        <p:cxnSp>
          <p:nvCxnSpPr>
            <p:cNvPr id="212369" name="Straight Connector 519">
              <a:extLst>
                <a:ext uri="{FF2B5EF4-FFF2-40B4-BE49-F238E27FC236}">
                  <a16:creationId xmlns:a16="http://schemas.microsoft.com/office/drawing/2014/main" id="{BDF511FC-5C49-48D9-B32B-0D5CA036A897}"/>
                </a:ext>
              </a:extLst>
            </p:cNvPr>
            <p:cNvCxnSpPr>
              <a:cxnSpLocks noChangeShapeType="1"/>
              <a:stCxn id="212368" idx="6"/>
              <a:endCxn id="212602" idx="1"/>
            </p:cNvCxnSpPr>
            <p:nvPr/>
          </p:nvCxnSpPr>
          <p:spPr bwMode="auto">
            <a:xfrm flipV="1">
              <a:off x="4460773" y="3953940"/>
              <a:ext cx="770040" cy="158145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70" name="Straight Connector 520">
              <a:extLst>
                <a:ext uri="{FF2B5EF4-FFF2-40B4-BE49-F238E27FC236}">
                  <a16:creationId xmlns:a16="http://schemas.microsoft.com/office/drawing/2014/main" id="{A4B6E7BA-0013-4A2A-9832-2BB6B95384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92525" y="3789363"/>
              <a:ext cx="342828" cy="205015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71" name="Straight Connector 7">
              <a:extLst>
                <a:ext uri="{FF2B5EF4-FFF2-40B4-BE49-F238E27FC236}">
                  <a16:creationId xmlns:a16="http://schemas.microsoft.com/office/drawing/2014/main" id="{E242E3AB-96EF-41A5-84AD-81CF7998FBA1}"/>
                </a:ext>
              </a:extLst>
            </p:cNvPr>
            <p:cNvCxnSpPr>
              <a:cxnSpLocks noChangeShapeType="1"/>
              <a:stCxn id="212476" idx="5"/>
              <a:endCxn id="212600" idx="1"/>
            </p:cNvCxnSpPr>
            <p:nvPr/>
          </p:nvCxnSpPr>
          <p:spPr bwMode="auto">
            <a:xfrm>
              <a:off x="4876727" y="3633788"/>
              <a:ext cx="431873" cy="22237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72" name="Straight Connector 415">
              <a:extLst>
                <a:ext uri="{FF2B5EF4-FFF2-40B4-BE49-F238E27FC236}">
                  <a16:creationId xmlns:a16="http://schemas.microsoft.com/office/drawing/2014/main" id="{B177C090-F0EF-4681-86A9-EBB59C801204}"/>
                </a:ext>
              </a:extLst>
            </p:cNvPr>
            <p:cNvCxnSpPr>
              <a:cxnSpLocks noChangeShapeType="1"/>
              <a:endCxn id="212436" idx="0"/>
            </p:cNvCxnSpPr>
            <p:nvPr/>
          </p:nvCxnSpPr>
          <p:spPr bwMode="auto">
            <a:xfrm flipH="1">
              <a:off x="2406650" y="3753813"/>
              <a:ext cx="282556" cy="511097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73" name="Straight Connector 523">
              <a:extLst>
                <a:ext uri="{FF2B5EF4-FFF2-40B4-BE49-F238E27FC236}">
                  <a16:creationId xmlns:a16="http://schemas.microsoft.com/office/drawing/2014/main" id="{5D88AC40-3796-4B87-A5E3-49D94EAC27B5}"/>
                </a:ext>
              </a:extLst>
            </p:cNvPr>
            <p:cNvCxnSpPr>
              <a:cxnSpLocks noChangeShapeType="1"/>
              <a:stCxn id="212399" idx="0"/>
            </p:cNvCxnSpPr>
            <p:nvPr/>
          </p:nvCxnSpPr>
          <p:spPr bwMode="auto">
            <a:xfrm flipV="1">
              <a:off x="4307761" y="4626483"/>
              <a:ext cx="844015" cy="304292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2374" name="Oval 6">
              <a:extLst>
                <a:ext uri="{FF2B5EF4-FFF2-40B4-BE49-F238E27FC236}">
                  <a16:creationId xmlns:a16="http://schemas.microsoft.com/office/drawing/2014/main" id="{B818AAAF-CA10-4B3A-9101-4B9C69D48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100" y="5359400"/>
              <a:ext cx="2044700" cy="381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2375" name="Oval 517">
              <a:extLst>
                <a:ext uri="{FF2B5EF4-FFF2-40B4-BE49-F238E27FC236}">
                  <a16:creationId xmlns:a16="http://schemas.microsoft.com/office/drawing/2014/main" id="{CC3F1545-8C7C-4C0F-A33E-A88626112B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67569" y="3736182"/>
              <a:ext cx="1252537" cy="381000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12376" name="Straight Connector 39941">
              <a:extLst>
                <a:ext uri="{FF2B5EF4-FFF2-40B4-BE49-F238E27FC236}">
                  <a16:creationId xmlns:a16="http://schemas.microsoft.com/office/drawing/2014/main" id="{0220F75E-6B33-43C7-8C67-F06866B6F791}"/>
                </a:ext>
              </a:extLst>
            </p:cNvPr>
            <p:cNvCxnSpPr>
              <a:cxnSpLocks noChangeShapeType="1"/>
              <a:stCxn id="212375" idx="0"/>
              <a:endCxn id="212464" idx="0"/>
            </p:cNvCxnSpPr>
            <p:nvPr/>
          </p:nvCxnSpPr>
          <p:spPr bwMode="auto">
            <a:xfrm flipV="1">
              <a:off x="1684338" y="3654425"/>
              <a:ext cx="758825" cy="27305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77" name="Straight Connector 524">
              <a:extLst>
                <a:ext uri="{FF2B5EF4-FFF2-40B4-BE49-F238E27FC236}">
                  <a16:creationId xmlns:a16="http://schemas.microsoft.com/office/drawing/2014/main" id="{A063338F-7AB4-4501-9AAC-BE2067DEEA45}"/>
                </a:ext>
              </a:extLst>
            </p:cNvPr>
            <p:cNvCxnSpPr>
              <a:cxnSpLocks noChangeShapeType="1"/>
              <a:endCxn id="212438" idx="1"/>
            </p:cNvCxnSpPr>
            <p:nvPr/>
          </p:nvCxnSpPr>
          <p:spPr bwMode="auto">
            <a:xfrm>
              <a:off x="1685925" y="4111625"/>
              <a:ext cx="466725" cy="26987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1973" name="Group 418">
            <a:extLst>
              <a:ext uri="{FF2B5EF4-FFF2-40B4-BE49-F238E27FC236}">
                <a16:creationId xmlns:a16="http://schemas.microsoft.com/office/drawing/2014/main" id="{CECB72B8-BBA8-4522-9158-5D9F45530D01}"/>
              </a:ext>
            </a:extLst>
          </p:cNvPr>
          <p:cNvGrpSpPr>
            <a:grpSpLocks/>
          </p:cNvGrpSpPr>
          <p:nvPr/>
        </p:nvGrpSpPr>
        <p:grpSpPr bwMode="auto">
          <a:xfrm>
            <a:off x="439738" y="4827588"/>
            <a:ext cx="874712" cy="506412"/>
            <a:chOff x="2889" y="1631"/>
            <a:chExt cx="980" cy="743"/>
          </a:xfrm>
        </p:grpSpPr>
        <p:sp>
          <p:nvSpPr>
            <p:cNvPr id="212304" name="Rectangle 419">
              <a:extLst>
                <a:ext uri="{FF2B5EF4-FFF2-40B4-BE49-F238E27FC236}">
                  <a16:creationId xmlns:a16="http://schemas.microsoft.com/office/drawing/2014/main" id="{BB2973FB-218A-4A77-91A1-8F7902488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249" name="AutoShape 420">
              <a:extLst>
                <a:ext uri="{FF2B5EF4-FFF2-40B4-BE49-F238E27FC236}">
                  <a16:creationId xmlns:a16="http://schemas.microsoft.com/office/drawing/2014/main" id="{F6F2284D-1E09-A64A-A423-35E7CBD88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4"/>
            </a:xfrm>
            <a:prstGeom prst="triangle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/>
            </a:extLst>
          </p:spPr>
          <p:txBody>
            <a:bodyPr wrap="none" anchor="ctr"/>
            <a:lstStyle/>
            <a:p>
              <a:pPr algn="ctr">
                <a:defRPr/>
              </a:pPr>
              <a:endParaRPr lang="en-US" sz="2400" dirty="0">
                <a:solidFill>
                  <a:srgbClr val="00CCFF"/>
                </a:solidFill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11974" name="Line 424">
            <a:extLst>
              <a:ext uri="{FF2B5EF4-FFF2-40B4-BE49-F238E27FC236}">
                <a16:creationId xmlns:a16="http://schemas.microsoft.com/office/drawing/2014/main" id="{C0207CAA-D254-4AE2-B8F8-2BFD297914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62050" y="5280025"/>
            <a:ext cx="144463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594B2A-14C4-49EA-94F4-A52E9DF6AF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0413" y="2065338"/>
            <a:ext cx="7772400" cy="1306512"/>
          </a:xfrm>
        </p:spPr>
        <p:txBody>
          <a:bodyPr/>
          <a:lstStyle/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altLang="en-US" dirty="0">
                <a:ea typeface="ＭＳ Ｐゴシック" panose="020B0600070205080204" pitchFamily="34" charset="-128"/>
              </a:rPr>
              <a:t>subscriber </a:t>
            </a:r>
            <a:r>
              <a:rPr lang="en-US" altLang="en-US" dirty="0">
                <a:solidFill>
                  <a:srgbClr val="0070C0"/>
                </a:solidFill>
                <a:ea typeface="ＭＳ Ｐゴシック" panose="020B0600070205080204" pitchFamily="34" charset="-128"/>
              </a:rPr>
              <a:t>requests content</a:t>
            </a:r>
            <a:r>
              <a:rPr lang="en-US" altLang="en-US" dirty="0">
                <a:ea typeface="ＭＳ Ｐゴシック" panose="020B0600070205080204" pitchFamily="34" charset="-128"/>
              </a:rPr>
              <a:t> from CDN</a:t>
            </a:r>
          </a:p>
        </p:txBody>
      </p:sp>
      <p:grpSp>
        <p:nvGrpSpPr>
          <p:cNvPr id="106942" name="Group 792">
            <a:extLst>
              <a:ext uri="{FF2B5EF4-FFF2-40B4-BE49-F238E27FC236}">
                <a16:creationId xmlns:a16="http://schemas.microsoft.com/office/drawing/2014/main" id="{8B0FC505-17AF-406B-8B46-E049C3740169}"/>
              </a:ext>
            </a:extLst>
          </p:cNvPr>
          <p:cNvGrpSpPr>
            <a:grpSpLocks/>
          </p:cNvGrpSpPr>
          <p:nvPr/>
        </p:nvGrpSpPr>
        <p:grpSpPr bwMode="auto">
          <a:xfrm>
            <a:off x="3221038" y="5776913"/>
            <a:ext cx="349250" cy="679450"/>
            <a:chOff x="7923189" y="2486664"/>
            <a:chExt cx="360377" cy="884585"/>
          </a:xfrm>
        </p:grpSpPr>
        <p:pic>
          <p:nvPicPr>
            <p:cNvPr id="212270" name="Picture 3">
              <a:extLst>
                <a:ext uri="{FF2B5EF4-FFF2-40B4-BE49-F238E27FC236}">
                  <a16:creationId xmlns:a16="http://schemas.microsoft.com/office/drawing/2014/main" id="{4DBB651E-6CF0-480B-8839-944D801971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12271" name="Group 950">
              <a:extLst>
                <a:ext uri="{FF2B5EF4-FFF2-40B4-BE49-F238E27FC236}">
                  <a16:creationId xmlns:a16="http://schemas.microsoft.com/office/drawing/2014/main" id="{1F1046B7-2837-4F82-81EA-726A9D6E8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272" name="Freeform 951">
                <a:extLst>
                  <a:ext uri="{FF2B5EF4-FFF2-40B4-BE49-F238E27FC236}">
                    <a16:creationId xmlns:a16="http://schemas.microsoft.com/office/drawing/2014/main" id="{AA0AB927-3555-413C-A2BA-AFE28B0CD0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4 w 354"/>
                  <a:gd name="T3" fmla="*/ 9 h 2742"/>
                  <a:gd name="T4" fmla="*/ 4 w 354"/>
                  <a:gd name="T5" fmla="*/ 69 h 2742"/>
                  <a:gd name="T6" fmla="*/ 0 w 354"/>
                  <a:gd name="T7" fmla="*/ 72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73" name="Rectangle 952">
                <a:extLst>
                  <a:ext uri="{FF2B5EF4-FFF2-40B4-BE49-F238E27FC236}">
                    <a16:creationId xmlns:a16="http://schemas.microsoft.com/office/drawing/2014/main" id="{C5CBDC5E-99FC-46B0-A7D8-0EC2AE851E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74" name="Freeform 953">
                <a:extLst>
                  <a:ext uri="{FF2B5EF4-FFF2-40B4-BE49-F238E27FC236}">
                    <a16:creationId xmlns:a16="http://schemas.microsoft.com/office/drawing/2014/main" id="{D1C70BDB-A321-4F3D-B98E-BD6133890B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7 h 2537"/>
                  <a:gd name="T4" fmla="*/ 2 w 211"/>
                  <a:gd name="T5" fmla="*/ 6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75" name="Freeform 954">
                <a:extLst>
                  <a:ext uri="{FF2B5EF4-FFF2-40B4-BE49-F238E27FC236}">
                    <a16:creationId xmlns:a16="http://schemas.microsoft.com/office/drawing/2014/main" id="{19961095-FFA9-4F26-8309-8C7778B77D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4 w 328"/>
                  <a:gd name="T3" fmla="*/ 4 h 226"/>
                  <a:gd name="T4" fmla="*/ 4 w 328"/>
                  <a:gd name="T5" fmla="*/ 7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76" name="Rectangle 955">
                <a:extLst>
                  <a:ext uri="{FF2B5EF4-FFF2-40B4-BE49-F238E27FC236}">
                    <a16:creationId xmlns:a16="http://schemas.microsoft.com/office/drawing/2014/main" id="{3CF3CFEB-C47C-42C7-974B-001297EC49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277" name="Group 956">
                <a:extLst>
                  <a:ext uri="{FF2B5EF4-FFF2-40B4-BE49-F238E27FC236}">
                    <a16:creationId xmlns:a16="http://schemas.microsoft.com/office/drawing/2014/main" id="{D0BF50B8-7017-49DE-9FF7-B8FFF72D97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302" name="AutoShape 957">
                  <a:extLst>
                    <a:ext uri="{FF2B5EF4-FFF2-40B4-BE49-F238E27FC236}">
                      <a16:creationId xmlns:a16="http://schemas.microsoft.com/office/drawing/2014/main" id="{F7758E3C-FC62-4C00-B25D-D77A69749B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303" name="AutoShape 958">
                  <a:extLst>
                    <a:ext uri="{FF2B5EF4-FFF2-40B4-BE49-F238E27FC236}">
                      <a16:creationId xmlns:a16="http://schemas.microsoft.com/office/drawing/2014/main" id="{DF86AECB-847A-41D9-AEA8-6EB5BCE272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278" name="Rectangle 959">
                <a:extLst>
                  <a:ext uri="{FF2B5EF4-FFF2-40B4-BE49-F238E27FC236}">
                    <a16:creationId xmlns:a16="http://schemas.microsoft.com/office/drawing/2014/main" id="{8B485859-E132-4989-B6AD-6F35836BA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279" name="Group 960">
                <a:extLst>
                  <a:ext uri="{FF2B5EF4-FFF2-40B4-BE49-F238E27FC236}">
                    <a16:creationId xmlns:a16="http://schemas.microsoft.com/office/drawing/2014/main" id="{8FED5284-BA17-4D16-B0AD-EB4841F95F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300" name="AutoShape 961">
                  <a:extLst>
                    <a:ext uri="{FF2B5EF4-FFF2-40B4-BE49-F238E27FC236}">
                      <a16:creationId xmlns:a16="http://schemas.microsoft.com/office/drawing/2014/main" id="{296446BC-5D9D-43CB-B71A-96B400CB0E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301" name="AutoShape 962">
                  <a:extLst>
                    <a:ext uri="{FF2B5EF4-FFF2-40B4-BE49-F238E27FC236}">
                      <a16:creationId xmlns:a16="http://schemas.microsoft.com/office/drawing/2014/main" id="{F6F1F662-2170-421D-8929-FB6452A60F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280" name="Rectangle 963">
                <a:extLst>
                  <a:ext uri="{FF2B5EF4-FFF2-40B4-BE49-F238E27FC236}">
                    <a16:creationId xmlns:a16="http://schemas.microsoft.com/office/drawing/2014/main" id="{54084D94-4E7C-4861-804F-59EBBD467B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81" name="Rectangle 964">
                <a:extLst>
                  <a:ext uri="{FF2B5EF4-FFF2-40B4-BE49-F238E27FC236}">
                    <a16:creationId xmlns:a16="http://schemas.microsoft.com/office/drawing/2014/main" id="{CEA54308-9C37-440D-BC44-29962EEB4A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282" name="Group 965">
                <a:extLst>
                  <a:ext uri="{FF2B5EF4-FFF2-40B4-BE49-F238E27FC236}">
                    <a16:creationId xmlns:a16="http://schemas.microsoft.com/office/drawing/2014/main" id="{AF8C2EAA-BEEA-422C-93D8-270885C764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298" name="AutoShape 966">
                  <a:extLst>
                    <a:ext uri="{FF2B5EF4-FFF2-40B4-BE49-F238E27FC236}">
                      <a16:creationId xmlns:a16="http://schemas.microsoft.com/office/drawing/2014/main" id="{7C6AA28B-F07D-467A-8AC8-85C46059E0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299" name="AutoShape 967">
                  <a:extLst>
                    <a:ext uri="{FF2B5EF4-FFF2-40B4-BE49-F238E27FC236}">
                      <a16:creationId xmlns:a16="http://schemas.microsoft.com/office/drawing/2014/main" id="{866350CF-4CA7-45B8-ABA8-7CB86BC587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283" name="Freeform 968">
                <a:extLst>
                  <a:ext uri="{FF2B5EF4-FFF2-40B4-BE49-F238E27FC236}">
                    <a16:creationId xmlns:a16="http://schemas.microsoft.com/office/drawing/2014/main" id="{14D094D3-3AD6-4C96-BE93-7DB543A7AF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4 w 328"/>
                  <a:gd name="T3" fmla="*/ 3 h 226"/>
                  <a:gd name="T4" fmla="*/ 4 w 328"/>
                  <a:gd name="T5" fmla="*/ 6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12284" name="Group 969">
                <a:extLst>
                  <a:ext uri="{FF2B5EF4-FFF2-40B4-BE49-F238E27FC236}">
                    <a16:creationId xmlns:a16="http://schemas.microsoft.com/office/drawing/2014/main" id="{89F8E44D-80AB-4FBA-BD20-A075A045E4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296" name="AutoShape 970">
                  <a:extLst>
                    <a:ext uri="{FF2B5EF4-FFF2-40B4-BE49-F238E27FC236}">
                      <a16:creationId xmlns:a16="http://schemas.microsoft.com/office/drawing/2014/main" id="{E80C289F-9844-484C-A301-2F16E9C874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297" name="AutoShape 971">
                  <a:extLst>
                    <a:ext uri="{FF2B5EF4-FFF2-40B4-BE49-F238E27FC236}">
                      <a16:creationId xmlns:a16="http://schemas.microsoft.com/office/drawing/2014/main" id="{B4B85AC5-4A7B-44A7-8A33-E51EABB226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285" name="Rectangle 972">
                <a:extLst>
                  <a:ext uri="{FF2B5EF4-FFF2-40B4-BE49-F238E27FC236}">
                    <a16:creationId xmlns:a16="http://schemas.microsoft.com/office/drawing/2014/main" id="{EF21238D-1E1B-44DA-B257-435642FCCD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86" name="Freeform 973">
                <a:extLst>
                  <a:ext uri="{FF2B5EF4-FFF2-40B4-BE49-F238E27FC236}">
                    <a16:creationId xmlns:a16="http://schemas.microsoft.com/office/drawing/2014/main" id="{65772F7E-9E33-45C4-9B04-914BEAF88E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4 w 296"/>
                  <a:gd name="T3" fmla="*/ 3 h 256"/>
                  <a:gd name="T4" fmla="*/ 4 w 296"/>
                  <a:gd name="T5" fmla="*/ 6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87" name="Freeform 974">
                <a:extLst>
                  <a:ext uri="{FF2B5EF4-FFF2-40B4-BE49-F238E27FC236}">
                    <a16:creationId xmlns:a16="http://schemas.microsoft.com/office/drawing/2014/main" id="{6A6FEEB6-ED6C-4D54-9351-3BF5A3B941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4 w 304"/>
                  <a:gd name="T3" fmla="*/ 5 h 288"/>
                  <a:gd name="T4" fmla="*/ 3 w 304"/>
                  <a:gd name="T5" fmla="*/ 8 h 288"/>
                  <a:gd name="T6" fmla="*/ 2 w 304"/>
                  <a:gd name="T7" fmla="*/ 3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88" name="Oval 975">
                <a:extLst>
                  <a:ext uri="{FF2B5EF4-FFF2-40B4-BE49-F238E27FC236}">
                    <a16:creationId xmlns:a16="http://schemas.microsoft.com/office/drawing/2014/main" id="{57058A41-EFE4-4D28-B950-82D00C235D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89" name="Freeform 976">
                <a:extLst>
                  <a:ext uri="{FF2B5EF4-FFF2-40B4-BE49-F238E27FC236}">
                    <a16:creationId xmlns:a16="http://schemas.microsoft.com/office/drawing/2014/main" id="{F9E183FA-E996-42ED-B78D-AC06FBCE8C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7 h 240"/>
                  <a:gd name="T4" fmla="*/ 4 w 306"/>
                  <a:gd name="T5" fmla="*/ 3 h 240"/>
                  <a:gd name="T6" fmla="*/ 4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90" name="AutoShape 977">
                <a:extLst>
                  <a:ext uri="{FF2B5EF4-FFF2-40B4-BE49-F238E27FC236}">
                    <a16:creationId xmlns:a16="http://schemas.microsoft.com/office/drawing/2014/main" id="{2782238F-5867-4FD4-AB6C-D4ACBF21B7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91" name="AutoShape 978">
                <a:extLst>
                  <a:ext uri="{FF2B5EF4-FFF2-40B4-BE49-F238E27FC236}">
                    <a16:creationId xmlns:a16="http://schemas.microsoft.com/office/drawing/2014/main" id="{46D8CF23-49FE-4FC3-A64B-06E44BABAC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92" name="Oval 979">
                <a:extLst>
                  <a:ext uri="{FF2B5EF4-FFF2-40B4-BE49-F238E27FC236}">
                    <a16:creationId xmlns:a16="http://schemas.microsoft.com/office/drawing/2014/main" id="{35213223-FE91-4B2E-9CA7-703C0D796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93" name="Oval 980">
                <a:extLst>
                  <a:ext uri="{FF2B5EF4-FFF2-40B4-BE49-F238E27FC236}">
                    <a16:creationId xmlns:a16="http://schemas.microsoft.com/office/drawing/2014/main" id="{BEF760C1-758C-46CF-BBE4-1889EA988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94" name="Oval 981">
                <a:extLst>
                  <a:ext uri="{FF2B5EF4-FFF2-40B4-BE49-F238E27FC236}">
                    <a16:creationId xmlns:a16="http://schemas.microsoft.com/office/drawing/2014/main" id="{FD13F371-727A-4F0B-82F3-178439F87D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95" name="Rectangle 982">
                <a:extLst>
                  <a:ext uri="{FF2B5EF4-FFF2-40B4-BE49-F238E27FC236}">
                    <a16:creationId xmlns:a16="http://schemas.microsoft.com/office/drawing/2014/main" id="{2E72C492-34E1-41E0-A22A-5E6B4FE60E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6983" name="Group 827">
            <a:extLst>
              <a:ext uri="{FF2B5EF4-FFF2-40B4-BE49-F238E27FC236}">
                <a16:creationId xmlns:a16="http://schemas.microsoft.com/office/drawing/2014/main" id="{2033CBC5-7FDA-43C4-BF0F-0A6766B95384}"/>
              </a:ext>
            </a:extLst>
          </p:cNvPr>
          <p:cNvGrpSpPr>
            <a:grpSpLocks/>
          </p:cNvGrpSpPr>
          <p:nvPr/>
        </p:nvGrpSpPr>
        <p:grpSpPr bwMode="auto">
          <a:xfrm>
            <a:off x="4387850" y="3556000"/>
            <a:ext cx="347663" cy="679450"/>
            <a:chOff x="7923189" y="2486664"/>
            <a:chExt cx="360377" cy="884585"/>
          </a:xfrm>
        </p:grpSpPr>
        <p:pic>
          <p:nvPicPr>
            <p:cNvPr id="212236" name="Picture 3">
              <a:extLst>
                <a:ext uri="{FF2B5EF4-FFF2-40B4-BE49-F238E27FC236}">
                  <a16:creationId xmlns:a16="http://schemas.microsoft.com/office/drawing/2014/main" id="{A8D6E3EE-372C-4EB3-9207-29A392B689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12237" name="Group 950">
              <a:extLst>
                <a:ext uri="{FF2B5EF4-FFF2-40B4-BE49-F238E27FC236}">
                  <a16:creationId xmlns:a16="http://schemas.microsoft.com/office/drawing/2014/main" id="{384889DD-8030-43DF-BB81-3F63A4A6D4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238" name="Freeform 951">
                <a:extLst>
                  <a:ext uri="{FF2B5EF4-FFF2-40B4-BE49-F238E27FC236}">
                    <a16:creationId xmlns:a16="http://schemas.microsoft.com/office/drawing/2014/main" id="{A4BD68C6-B09E-4A34-82EA-0B66DD6416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4 w 354"/>
                  <a:gd name="T3" fmla="*/ 9 h 2742"/>
                  <a:gd name="T4" fmla="*/ 4 w 354"/>
                  <a:gd name="T5" fmla="*/ 69 h 2742"/>
                  <a:gd name="T6" fmla="*/ 0 w 354"/>
                  <a:gd name="T7" fmla="*/ 72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39" name="Rectangle 952">
                <a:extLst>
                  <a:ext uri="{FF2B5EF4-FFF2-40B4-BE49-F238E27FC236}">
                    <a16:creationId xmlns:a16="http://schemas.microsoft.com/office/drawing/2014/main" id="{73FF1A3B-D7A2-4B1E-8E5D-81274F3F58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40" name="Freeform 953">
                <a:extLst>
                  <a:ext uri="{FF2B5EF4-FFF2-40B4-BE49-F238E27FC236}">
                    <a16:creationId xmlns:a16="http://schemas.microsoft.com/office/drawing/2014/main" id="{C35B9C7D-1D6E-42E3-864C-30B62405E8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7 h 2537"/>
                  <a:gd name="T4" fmla="*/ 2 w 211"/>
                  <a:gd name="T5" fmla="*/ 6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41" name="Freeform 954">
                <a:extLst>
                  <a:ext uri="{FF2B5EF4-FFF2-40B4-BE49-F238E27FC236}">
                    <a16:creationId xmlns:a16="http://schemas.microsoft.com/office/drawing/2014/main" id="{3DFF4717-24C2-4948-B586-BD9A565AE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4 w 328"/>
                  <a:gd name="T3" fmla="*/ 4 h 226"/>
                  <a:gd name="T4" fmla="*/ 4 w 328"/>
                  <a:gd name="T5" fmla="*/ 7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42" name="Rectangle 955">
                <a:extLst>
                  <a:ext uri="{FF2B5EF4-FFF2-40B4-BE49-F238E27FC236}">
                    <a16:creationId xmlns:a16="http://schemas.microsoft.com/office/drawing/2014/main" id="{B9905500-FAA7-4295-98D1-3B854A69E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243" name="Group 956">
                <a:extLst>
                  <a:ext uri="{FF2B5EF4-FFF2-40B4-BE49-F238E27FC236}">
                    <a16:creationId xmlns:a16="http://schemas.microsoft.com/office/drawing/2014/main" id="{98B3D0A7-69BA-4F1F-B99A-7672E748E6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268" name="AutoShape 957">
                  <a:extLst>
                    <a:ext uri="{FF2B5EF4-FFF2-40B4-BE49-F238E27FC236}">
                      <a16:creationId xmlns:a16="http://schemas.microsoft.com/office/drawing/2014/main" id="{A47F7507-43CB-4002-B33F-3FCDAA8185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269" name="AutoShape 958">
                  <a:extLst>
                    <a:ext uri="{FF2B5EF4-FFF2-40B4-BE49-F238E27FC236}">
                      <a16:creationId xmlns:a16="http://schemas.microsoft.com/office/drawing/2014/main" id="{DCC6FD0F-5736-4010-985A-9513BEB455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244" name="Rectangle 959">
                <a:extLst>
                  <a:ext uri="{FF2B5EF4-FFF2-40B4-BE49-F238E27FC236}">
                    <a16:creationId xmlns:a16="http://schemas.microsoft.com/office/drawing/2014/main" id="{EC4BAB25-76A0-486A-8E09-29845FCCE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245" name="Group 960">
                <a:extLst>
                  <a:ext uri="{FF2B5EF4-FFF2-40B4-BE49-F238E27FC236}">
                    <a16:creationId xmlns:a16="http://schemas.microsoft.com/office/drawing/2014/main" id="{8AA60445-F283-45D6-9EF6-BFF0C275FE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266" name="AutoShape 961">
                  <a:extLst>
                    <a:ext uri="{FF2B5EF4-FFF2-40B4-BE49-F238E27FC236}">
                      <a16:creationId xmlns:a16="http://schemas.microsoft.com/office/drawing/2014/main" id="{55DDFCDD-A97D-4549-890F-B952EFB54D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267" name="AutoShape 962">
                  <a:extLst>
                    <a:ext uri="{FF2B5EF4-FFF2-40B4-BE49-F238E27FC236}">
                      <a16:creationId xmlns:a16="http://schemas.microsoft.com/office/drawing/2014/main" id="{5F9F9953-E567-4C20-AE17-8735C4966C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246" name="Rectangle 963">
                <a:extLst>
                  <a:ext uri="{FF2B5EF4-FFF2-40B4-BE49-F238E27FC236}">
                    <a16:creationId xmlns:a16="http://schemas.microsoft.com/office/drawing/2014/main" id="{AE723E83-7EF8-4B62-BD4A-AB862C00E0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47" name="Rectangle 964">
                <a:extLst>
                  <a:ext uri="{FF2B5EF4-FFF2-40B4-BE49-F238E27FC236}">
                    <a16:creationId xmlns:a16="http://schemas.microsoft.com/office/drawing/2014/main" id="{4E6543F2-C24F-40DC-87A1-5D2FFB234A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248" name="Group 965">
                <a:extLst>
                  <a:ext uri="{FF2B5EF4-FFF2-40B4-BE49-F238E27FC236}">
                    <a16:creationId xmlns:a16="http://schemas.microsoft.com/office/drawing/2014/main" id="{130C071D-3B12-45F6-B119-FF8106FCBF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264" name="AutoShape 966">
                  <a:extLst>
                    <a:ext uri="{FF2B5EF4-FFF2-40B4-BE49-F238E27FC236}">
                      <a16:creationId xmlns:a16="http://schemas.microsoft.com/office/drawing/2014/main" id="{FB20589D-33D1-41AE-B51A-8C68C5CBAC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265" name="AutoShape 967">
                  <a:extLst>
                    <a:ext uri="{FF2B5EF4-FFF2-40B4-BE49-F238E27FC236}">
                      <a16:creationId xmlns:a16="http://schemas.microsoft.com/office/drawing/2014/main" id="{D80F1AD4-C749-4545-9D57-DB54A3C2B2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249" name="Freeform 968">
                <a:extLst>
                  <a:ext uri="{FF2B5EF4-FFF2-40B4-BE49-F238E27FC236}">
                    <a16:creationId xmlns:a16="http://schemas.microsoft.com/office/drawing/2014/main" id="{D583453D-851F-4251-8C95-68D0951FE8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4 w 328"/>
                  <a:gd name="T3" fmla="*/ 3 h 226"/>
                  <a:gd name="T4" fmla="*/ 4 w 328"/>
                  <a:gd name="T5" fmla="*/ 6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12250" name="Group 969">
                <a:extLst>
                  <a:ext uri="{FF2B5EF4-FFF2-40B4-BE49-F238E27FC236}">
                    <a16:creationId xmlns:a16="http://schemas.microsoft.com/office/drawing/2014/main" id="{3714C848-9032-4022-A781-FE3B2E80C8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262" name="AutoShape 970">
                  <a:extLst>
                    <a:ext uri="{FF2B5EF4-FFF2-40B4-BE49-F238E27FC236}">
                      <a16:creationId xmlns:a16="http://schemas.microsoft.com/office/drawing/2014/main" id="{29AF50DF-1C3B-47C3-85AA-F529083414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263" name="AutoShape 971">
                  <a:extLst>
                    <a:ext uri="{FF2B5EF4-FFF2-40B4-BE49-F238E27FC236}">
                      <a16:creationId xmlns:a16="http://schemas.microsoft.com/office/drawing/2014/main" id="{B05F0D1F-D5AD-4C1A-8388-6388EE2F47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251" name="Rectangle 972">
                <a:extLst>
                  <a:ext uri="{FF2B5EF4-FFF2-40B4-BE49-F238E27FC236}">
                    <a16:creationId xmlns:a16="http://schemas.microsoft.com/office/drawing/2014/main" id="{0A26A793-903A-465E-9D5D-142F94A7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52" name="Freeform 973">
                <a:extLst>
                  <a:ext uri="{FF2B5EF4-FFF2-40B4-BE49-F238E27FC236}">
                    <a16:creationId xmlns:a16="http://schemas.microsoft.com/office/drawing/2014/main" id="{AF6FC961-046D-4518-9785-F7B29F1285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4 w 296"/>
                  <a:gd name="T3" fmla="*/ 3 h 256"/>
                  <a:gd name="T4" fmla="*/ 4 w 296"/>
                  <a:gd name="T5" fmla="*/ 6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53" name="Freeform 974">
                <a:extLst>
                  <a:ext uri="{FF2B5EF4-FFF2-40B4-BE49-F238E27FC236}">
                    <a16:creationId xmlns:a16="http://schemas.microsoft.com/office/drawing/2014/main" id="{1B3E4788-EF7C-44D9-9816-5008A271A7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4 w 304"/>
                  <a:gd name="T3" fmla="*/ 5 h 288"/>
                  <a:gd name="T4" fmla="*/ 3 w 304"/>
                  <a:gd name="T5" fmla="*/ 8 h 288"/>
                  <a:gd name="T6" fmla="*/ 2 w 304"/>
                  <a:gd name="T7" fmla="*/ 3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54" name="Oval 975">
                <a:extLst>
                  <a:ext uri="{FF2B5EF4-FFF2-40B4-BE49-F238E27FC236}">
                    <a16:creationId xmlns:a16="http://schemas.microsoft.com/office/drawing/2014/main" id="{7B589584-CF88-445B-8EB1-C739E93B4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55" name="Freeform 976">
                <a:extLst>
                  <a:ext uri="{FF2B5EF4-FFF2-40B4-BE49-F238E27FC236}">
                    <a16:creationId xmlns:a16="http://schemas.microsoft.com/office/drawing/2014/main" id="{17DBECC8-89E4-4CC8-BEDF-317FB725BC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7 h 240"/>
                  <a:gd name="T4" fmla="*/ 4 w 306"/>
                  <a:gd name="T5" fmla="*/ 3 h 240"/>
                  <a:gd name="T6" fmla="*/ 4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56" name="AutoShape 977">
                <a:extLst>
                  <a:ext uri="{FF2B5EF4-FFF2-40B4-BE49-F238E27FC236}">
                    <a16:creationId xmlns:a16="http://schemas.microsoft.com/office/drawing/2014/main" id="{57949E44-CBB8-45A1-B5FB-38B6A8DF6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57" name="AutoShape 978">
                <a:extLst>
                  <a:ext uri="{FF2B5EF4-FFF2-40B4-BE49-F238E27FC236}">
                    <a16:creationId xmlns:a16="http://schemas.microsoft.com/office/drawing/2014/main" id="{1592E1E3-3588-472C-9B0A-995B8AD7D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58" name="Oval 979">
                <a:extLst>
                  <a:ext uri="{FF2B5EF4-FFF2-40B4-BE49-F238E27FC236}">
                    <a16:creationId xmlns:a16="http://schemas.microsoft.com/office/drawing/2014/main" id="{15F6307D-7AA7-4C6C-A7D1-8157FB314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59" name="Oval 980">
                <a:extLst>
                  <a:ext uri="{FF2B5EF4-FFF2-40B4-BE49-F238E27FC236}">
                    <a16:creationId xmlns:a16="http://schemas.microsoft.com/office/drawing/2014/main" id="{87ECB875-65D7-4F5B-88C2-52C98BDCF6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60" name="Oval 981">
                <a:extLst>
                  <a:ext uri="{FF2B5EF4-FFF2-40B4-BE49-F238E27FC236}">
                    <a16:creationId xmlns:a16="http://schemas.microsoft.com/office/drawing/2014/main" id="{C9D6E730-F790-44AE-BC7A-B24DA99BD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61" name="Rectangle 982">
                <a:extLst>
                  <a:ext uri="{FF2B5EF4-FFF2-40B4-BE49-F238E27FC236}">
                    <a16:creationId xmlns:a16="http://schemas.microsoft.com/office/drawing/2014/main" id="{3C321FB6-82F6-4F93-AD3A-5BD3062EC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6992" name="Group 862">
            <a:extLst>
              <a:ext uri="{FF2B5EF4-FFF2-40B4-BE49-F238E27FC236}">
                <a16:creationId xmlns:a16="http://schemas.microsoft.com/office/drawing/2014/main" id="{17F6955C-C8CC-443B-A9F8-992391363AC4}"/>
              </a:ext>
            </a:extLst>
          </p:cNvPr>
          <p:cNvGrpSpPr>
            <a:grpSpLocks/>
          </p:cNvGrpSpPr>
          <p:nvPr/>
        </p:nvGrpSpPr>
        <p:grpSpPr bwMode="auto">
          <a:xfrm>
            <a:off x="5084763" y="5611813"/>
            <a:ext cx="347662" cy="681037"/>
            <a:chOff x="7923189" y="2486664"/>
            <a:chExt cx="360377" cy="884585"/>
          </a:xfrm>
        </p:grpSpPr>
        <p:pic>
          <p:nvPicPr>
            <p:cNvPr id="212202" name="Picture 3">
              <a:extLst>
                <a:ext uri="{FF2B5EF4-FFF2-40B4-BE49-F238E27FC236}">
                  <a16:creationId xmlns:a16="http://schemas.microsoft.com/office/drawing/2014/main" id="{28FFB3A4-AA28-487E-A47D-629A6726EC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12203" name="Group 950">
              <a:extLst>
                <a:ext uri="{FF2B5EF4-FFF2-40B4-BE49-F238E27FC236}">
                  <a16:creationId xmlns:a16="http://schemas.microsoft.com/office/drawing/2014/main" id="{811ECAA7-C017-4BBA-8CA8-CF9A1E8DE6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204" name="Freeform 951">
                <a:extLst>
                  <a:ext uri="{FF2B5EF4-FFF2-40B4-BE49-F238E27FC236}">
                    <a16:creationId xmlns:a16="http://schemas.microsoft.com/office/drawing/2014/main" id="{82F0C51E-1DC5-4C06-A20F-7E7C9DC70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4 w 354"/>
                  <a:gd name="T3" fmla="*/ 9 h 2742"/>
                  <a:gd name="T4" fmla="*/ 4 w 354"/>
                  <a:gd name="T5" fmla="*/ 69 h 2742"/>
                  <a:gd name="T6" fmla="*/ 0 w 354"/>
                  <a:gd name="T7" fmla="*/ 72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05" name="Rectangle 952">
                <a:extLst>
                  <a:ext uri="{FF2B5EF4-FFF2-40B4-BE49-F238E27FC236}">
                    <a16:creationId xmlns:a16="http://schemas.microsoft.com/office/drawing/2014/main" id="{BEAE29BF-3BDB-4344-87F3-1B2156FD4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06" name="Freeform 953">
                <a:extLst>
                  <a:ext uri="{FF2B5EF4-FFF2-40B4-BE49-F238E27FC236}">
                    <a16:creationId xmlns:a16="http://schemas.microsoft.com/office/drawing/2014/main" id="{6C5C9B13-2E11-4464-A53D-83D75B1403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7 h 2537"/>
                  <a:gd name="T4" fmla="*/ 2 w 211"/>
                  <a:gd name="T5" fmla="*/ 6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07" name="Freeform 954">
                <a:extLst>
                  <a:ext uri="{FF2B5EF4-FFF2-40B4-BE49-F238E27FC236}">
                    <a16:creationId xmlns:a16="http://schemas.microsoft.com/office/drawing/2014/main" id="{6270ACC5-1EED-4B76-9DC1-55BCD7EA89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4 w 328"/>
                  <a:gd name="T3" fmla="*/ 4 h 226"/>
                  <a:gd name="T4" fmla="*/ 4 w 328"/>
                  <a:gd name="T5" fmla="*/ 7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08" name="Rectangle 955">
                <a:extLst>
                  <a:ext uri="{FF2B5EF4-FFF2-40B4-BE49-F238E27FC236}">
                    <a16:creationId xmlns:a16="http://schemas.microsoft.com/office/drawing/2014/main" id="{28808F9D-36A4-4413-AE57-91AC177E2F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209" name="Group 956">
                <a:extLst>
                  <a:ext uri="{FF2B5EF4-FFF2-40B4-BE49-F238E27FC236}">
                    <a16:creationId xmlns:a16="http://schemas.microsoft.com/office/drawing/2014/main" id="{11ACA0EF-8806-4940-B371-F2372C98E5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234" name="AutoShape 957">
                  <a:extLst>
                    <a:ext uri="{FF2B5EF4-FFF2-40B4-BE49-F238E27FC236}">
                      <a16:creationId xmlns:a16="http://schemas.microsoft.com/office/drawing/2014/main" id="{E64C1A6F-8AE4-48C4-9431-81B43E4743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235" name="AutoShape 958">
                  <a:extLst>
                    <a:ext uri="{FF2B5EF4-FFF2-40B4-BE49-F238E27FC236}">
                      <a16:creationId xmlns:a16="http://schemas.microsoft.com/office/drawing/2014/main" id="{0AC67AF8-8ECD-4574-966B-7002515E8F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210" name="Rectangle 959">
                <a:extLst>
                  <a:ext uri="{FF2B5EF4-FFF2-40B4-BE49-F238E27FC236}">
                    <a16:creationId xmlns:a16="http://schemas.microsoft.com/office/drawing/2014/main" id="{412DE0E2-937D-4637-A52D-6C56261548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211" name="Group 960">
                <a:extLst>
                  <a:ext uri="{FF2B5EF4-FFF2-40B4-BE49-F238E27FC236}">
                    <a16:creationId xmlns:a16="http://schemas.microsoft.com/office/drawing/2014/main" id="{521297DF-C711-45C3-9EB3-A19DB4854F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232" name="AutoShape 961">
                  <a:extLst>
                    <a:ext uri="{FF2B5EF4-FFF2-40B4-BE49-F238E27FC236}">
                      <a16:creationId xmlns:a16="http://schemas.microsoft.com/office/drawing/2014/main" id="{F33A7293-F9CE-4FD3-BC0D-FEDC3A651B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233" name="AutoShape 962">
                  <a:extLst>
                    <a:ext uri="{FF2B5EF4-FFF2-40B4-BE49-F238E27FC236}">
                      <a16:creationId xmlns:a16="http://schemas.microsoft.com/office/drawing/2014/main" id="{5AF91976-CBEF-4449-9568-C729863BCE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212" name="Rectangle 963">
                <a:extLst>
                  <a:ext uri="{FF2B5EF4-FFF2-40B4-BE49-F238E27FC236}">
                    <a16:creationId xmlns:a16="http://schemas.microsoft.com/office/drawing/2014/main" id="{52B8772F-D6D8-4A35-B208-88EC33E0DD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13" name="Rectangle 964">
                <a:extLst>
                  <a:ext uri="{FF2B5EF4-FFF2-40B4-BE49-F238E27FC236}">
                    <a16:creationId xmlns:a16="http://schemas.microsoft.com/office/drawing/2014/main" id="{E36B41D9-676E-46CD-98B9-73D6F9B72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214" name="Group 965">
                <a:extLst>
                  <a:ext uri="{FF2B5EF4-FFF2-40B4-BE49-F238E27FC236}">
                    <a16:creationId xmlns:a16="http://schemas.microsoft.com/office/drawing/2014/main" id="{CCE1EAF4-1982-49A5-8555-C093324AD8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230" name="AutoShape 966">
                  <a:extLst>
                    <a:ext uri="{FF2B5EF4-FFF2-40B4-BE49-F238E27FC236}">
                      <a16:creationId xmlns:a16="http://schemas.microsoft.com/office/drawing/2014/main" id="{63B00BA4-36A4-4380-AC9D-A3430BF577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231" name="AutoShape 967">
                  <a:extLst>
                    <a:ext uri="{FF2B5EF4-FFF2-40B4-BE49-F238E27FC236}">
                      <a16:creationId xmlns:a16="http://schemas.microsoft.com/office/drawing/2014/main" id="{729920FD-612E-437A-9685-8776AA27EE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215" name="Freeform 968">
                <a:extLst>
                  <a:ext uri="{FF2B5EF4-FFF2-40B4-BE49-F238E27FC236}">
                    <a16:creationId xmlns:a16="http://schemas.microsoft.com/office/drawing/2014/main" id="{33396F5F-A13A-4FF5-B965-115FB90CE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4 w 328"/>
                  <a:gd name="T3" fmla="*/ 3 h 226"/>
                  <a:gd name="T4" fmla="*/ 4 w 328"/>
                  <a:gd name="T5" fmla="*/ 6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12216" name="Group 969">
                <a:extLst>
                  <a:ext uri="{FF2B5EF4-FFF2-40B4-BE49-F238E27FC236}">
                    <a16:creationId xmlns:a16="http://schemas.microsoft.com/office/drawing/2014/main" id="{59A9F0BC-8374-4C32-9F5D-99E830C7E5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228" name="AutoShape 970">
                  <a:extLst>
                    <a:ext uri="{FF2B5EF4-FFF2-40B4-BE49-F238E27FC236}">
                      <a16:creationId xmlns:a16="http://schemas.microsoft.com/office/drawing/2014/main" id="{F9BF1A78-875B-40FB-A0A6-6C0EA8F8B8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229" name="AutoShape 971">
                  <a:extLst>
                    <a:ext uri="{FF2B5EF4-FFF2-40B4-BE49-F238E27FC236}">
                      <a16:creationId xmlns:a16="http://schemas.microsoft.com/office/drawing/2014/main" id="{68E06E62-EA24-48E3-963A-59612B49DF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217" name="Rectangle 972">
                <a:extLst>
                  <a:ext uri="{FF2B5EF4-FFF2-40B4-BE49-F238E27FC236}">
                    <a16:creationId xmlns:a16="http://schemas.microsoft.com/office/drawing/2014/main" id="{E521B601-57E4-4447-B267-41F95CFEC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18" name="Freeform 973">
                <a:extLst>
                  <a:ext uri="{FF2B5EF4-FFF2-40B4-BE49-F238E27FC236}">
                    <a16:creationId xmlns:a16="http://schemas.microsoft.com/office/drawing/2014/main" id="{BB40F46A-C1E3-4D9B-9E55-49AC626A57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4 w 296"/>
                  <a:gd name="T3" fmla="*/ 3 h 256"/>
                  <a:gd name="T4" fmla="*/ 4 w 296"/>
                  <a:gd name="T5" fmla="*/ 6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19" name="Freeform 974">
                <a:extLst>
                  <a:ext uri="{FF2B5EF4-FFF2-40B4-BE49-F238E27FC236}">
                    <a16:creationId xmlns:a16="http://schemas.microsoft.com/office/drawing/2014/main" id="{B5618823-CB8B-4FBE-BF6A-0F0F8CCAE4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4 w 304"/>
                  <a:gd name="T3" fmla="*/ 5 h 288"/>
                  <a:gd name="T4" fmla="*/ 3 w 304"/>
                  <a:gd name="T5" fmla="*/ 8 h 288"/>
                  <a:gd name="T6" fmla="*/ 2 w 304"/>
                  <a:gd name="T7" fmla="*/ 3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20" name="Oval 975">
                <a:extLst>
                  <a:ext uri="{FF2B5EF4-FFF2-40B4-BE49-F238E27FC236}">
                    <a16:creationId xmlns:a16="http://schemas.microsoft.com/office/drawing/2014/main" id="{3546414C-C027-4381-BF7F-901011B873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21" name="Freeform 976">
                <a:extLst>
                  <a:ext uri="{FF2B5EF4-FFF2-40B4-BE49-F238E27FC236}">
                    <a16:creationId xmlns:a16="http://schemas.microsoft.com/office/drawing/2014/main" id="{61D5AD33-0B5D-4A7E-AED9-F2C7B1C831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7 h 240"/>
                  <a:gd name="T4" fmla="*/ 4 w 306"/>
                  <a:gd name="T5" fmla="*/ 3 h 240"/>
                  <a:gd name="T6" fmla="*/ 4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222" name="AutoShape 977">
                <a:extLst>
                  <a:ext uri="{FF2B5EF4-FFF2-40B4-BE49-F238E27FC236}">
                    <a16:creationId xmlns:a16="http://schemas.microsoft.com/office/drawing/2014/main" id="{C8024C16-8E4C-4E24-8873-EAC5C0823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23" name="AutoShape 978">
                <a:extLst>
                  <a:ext uri="{FF2B5EF4-FFF2-40B4-BE49-F238E27FC236}">
                    <a16:creationId xmlns:a16="http://schemas.microsoft.com/office/drawing/2014/main" id="{622E34BF-A5C3-4607-A1FD-C432377F27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24" name="Oval 979">
                <a:extLst>
                  <a:ext uri="{FF2B5EF4-FFF2-40B4-BE49-F238E27FC236}">
                    <a16:creationId xmlns:a16="http://schemas.microsoft.com/office/drawing/2014/main" id="{7A654A0C-DF4C-43CB-B541-867F1567A1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25" name="Oval 980">
                <a:extLst>
                  <a:ext uri="{FF2B5EF4-FFF2-40B4-BE49-F238E27FC236}">
                    <a16:creationId xmlns:a16="http://schemas.microsoft.com/office/drawing/2014/main" id="{C3DB7520-1D3C-4AA6-A36B-285E1CC88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26" name="Oval 981">
                <a:extLst>
                  <a:ext uri="{FF2B5EF4-FFF2-40B4-BE49-F238E27FC236}">
                    <a16:creationId xmlns:a16="http://schemas.microsoft.com/office/drawing/2014/main" id="{9F77ABC6-4F73-4E62-883F-0315359473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227" name="Rectangle 982">
                <a:extLst>
                  <a:ext uri="{FF2B5EF4-FFF2-40B4-BE49-F238E27FC236}">
                    <a16:creationId xmlns:a16="http://schemas.microsoft.com/office/drawing/2014/main" id="{0961020C-4AA4-4260-B8A4-F9586665C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7040" name="Group 897">
            <a:extLst>
              <a:ext uri="{FF2B5EF4-FFF2-40B4-BE49-F238E27FC236}">
                <a16:creationId xmlns:a16="http://schemas.microsoft.com/office/drawing/2014/main" id="{4291986A-DA1A-46DE-A25F-B12E8FCFA803}"/>
              </a:ext>
            </a:extLst>
          </p:cNvPr>
          <p:cNvGrpSpPr>
            <a:grpSpLocks/>
          </p:cNvGrpSpPr>
          <p:nvPr/>
        </p:nvGrpSpPr>
        <p:grpSpPr bwMode="auto">
          <a:xfrm>
            <a:off x="6067425" y="3829050"/>
            <a:ext cx="347663" cy="681038"/>
            <a:chOff x="7923189" y="2486664"/>
            <a:chExt cx="360377" cy="884585"/>
          </a:xfrm>
        </p:grpSpPr>
        <p:pic>
          <p:nvPicPr>
            <p:cNvPr id="212168" name="Picture 3">
              <a:extLst>
                <a:ext uri="{FF2B5EF4-FFF2-40B4-BE49-F238E27FC236}">
                  <a16:creationId xmlns:a16="http://schemas.microsoft.com/office/drawing/2014/main" id="{ED072C41-62BB-4BF0-A3B0-E2C6BCB20C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12169" name="Group 950">
              <a:extLst>
                <a:ext uri="{FF2B5EF4-FFF2-40B4-BE49-F238E27FC236}">
                  <a16:creationId xmlns:a16="http://schemas.microsoft.com/office/drawing/2014/main" id="{892B007C-2F7A-45B1-BD1B-5A1F84B68D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170" name="Freeform 951">
                <a:extLst>
                  <a:ext uri="{FF2B5EF4-FFF2-40B4-BE49-F238E27FC236}">
                    <a16:creationId xmlns:a16="http://schemas.microsoft.com/office/drawing/2014/main" id="{FA26E247-7C3B-41F4-9EDE-65D00F7A8A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4 w 354"/>
                  <a:gd name="T3" fmla="*/ 9 h 2742"/>
                  <a:gd name="T4" fmla="*/ 4 w 354"/>
                  <a:gd name="T5" fmla="*/ 69 h 2742"/>
                  <a:gd name="T6" fmla="*/ 0 w 354"/>
                  <a:gd name="T7" fmla="*/ 72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71" name="Rectangle 952">
                <a:extLst>
                  <a:ext uri="{FF2B5EF4-FFF2-40B4-BE49-F238E27FC236}">
                    <a16:creationId xmlns:a16="http://schemas.microsoft.com/office/drawing/2014/main" id="{B9239B07-D3D8-4397-93B8-9641F6A40A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72" name="Freeform 953">
                <a:extLst>
                  <a:ext uri="{FF2B5EF4-FFF2-40B4-BE49-F238E27FC236}">
                    <a16:creationId xmlns:a16="http://schemas.microsoft.com/office/drawing/2014/main" id="{5E5586AF-E88D-4850-B68D-885B6083C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7 h 2537"/>
                  <a:gd name="T4" fmla="*/ 2 w 211"/>
                  <a:gd name="T5" fmla="*/ 6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73" name="Freeform 954">
                <a:extLst>
                  <a:ext uri="{FF2B5EF4-FFF2-40B4-BE49-F238E27FC236}">
                    <a16:creationId xmlns:a16="http://schemas.microsoft.com/office/drawing/2014/main" id="{9D8C7A8D-6D0B-4D4C-AC3B-53794B505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4 w 328"/>
                  <a:gd name="T3" fmla="*/ 4 h 226"/>
                  <a:gd name="T4" fmla="*/ 4 w 328"/>
                  <a:gd name="T5" fmla="*/ 7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74" name="Rectangle 955">
                <a:extLst>
                  <a:ext uri="{FF2B5EF4-FFF2-40B4-BE49-F238E27FC236}">
                    <a16:creationId xmlns:a16="http://schemas.microsoft.com/office/drawing/2014/main" id="{DE2A0EC0-4B27-4E13-9BF2-21EDFC44F7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175" name="Group 956">
                <a:extLst>
                  <a:ext uri="{FF2B5EF4-FFF2-40B4-BE49-F238E27FC236}">
                    <a16:creationId xmlns:a16="http://schemas.microsoft.com/office/drawing/2014/main" id="{43AC86D5-A06E-4839-A05F-8107214FDA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200" name="AutoShape 957">
                  <a:extLst>
                    <a:ext uri="{FF2B5EF4-FFF2-40B4-BE49-F238E27FC236}">
                      <a16:creationId xmlns:a16="http://schemas.microsoft.com/office/drawing/2014/main" id="{0C11E6F0-FFB1-40A1-AF6B-0D01C7C365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201" name="AutoShape 958">
                  <a:extLst>
                    <a:ext uri="{FF2B5EF4-FFF2-40B4-BE49-F238E27FC236}">
                      <a16:creationId xmlns:a16="http://schemas.microsoft.com/office/drawing/2014/main" id="{46A8C2BE-C2E6-4902-AFAD-3702B325F6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176" name="Rectangle 959">
                <a:extLst>
                  <a:ext uri="{FF2B5EF4-FFF2-40B4-BE49-F238E27FC236}">
                    <a16:creationId xmlns:a16="http://schemas.microsoft.com/office/drawing/2014/main" id="{B7183F48-8108-48FF-8DBC-E913B2D71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177" name="Group 960">
                <a:extLst>
                  <a:ext uri="{FF2B5EF4-FFF2-40B4-BE49-F238E27FC236}">
                    <a16:creationId xmlns:a16="http://schemas.microsoft.com/office/drawing/2014/main" id="{C1C715A0-9E49-4C72-A5AE-A1194E3EBB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198" name="AutoShape 961">
                  <a:extLst>
                    <a:ext uri="{FF2B5EF4-FFF2-40B4-BE49-F238E27FC236}">
                      <a16:creationId xmlns:a16="http://schemas.microsoft.com/office/drawing/2014/main" id="{5B708A5D-A763-4020-A13F-AAE4C40C5F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199" name="AutoShape 962">
                  <a:extLst>
                    <a:ext uri="{FF2B5EF4-FFF2-40B4-BE49-F238E27FC236}">
                      <a16:creationId xmlns:a16="http://schemas.microsoft.com/office/drawing/2014/main" id="{70FDD1AB-83AB-434F-B45A-FBE90793FB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178" name="Rectangle 963">
                <a:extLst>
                  <a:ext uri="{FF2B5EF4-FFF2-40B4-BE49-F238E27FC236}">
                    <a16:creationId xmlns:a16="http://schemas.microsoft.com/office/drawing/2014/main" id="{243FA948-6208-4AF8-8A8E-1672898D6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79" name="Rectangle 964">
                <a:extLst>
                  <a:ext uri="{FF2B5EF4-FFF2-40B4-BE49-F238E27FC236}">
                    <a16:creationId xmlns:a16="http://schemas.microsoft.com/office/drawing/2014/main" id="{F9032BE8-17C9-4208-A5F8-9CE8942673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180" name="Group 965">
                <a:extLst>
                  <a:ext uri="{FF2B5EF4-FFF2-40B4-BE49-F238E27FC236}">
                    <a16:creationId xmlns:a16="http://schemas.microsoft.com/office/drawing/2014/main" id="{6AC409D6-4E6E-4E04-A6BE-96E9DB00EA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196" name="AutoShape 966">
                  <a:extLst>
                    <a:ext uri="{FF2B5EF4-FFF2-40B4-BE49-F238E27FC236}">
                      <a16:creationId xmlns:a16="http://schemas.microsoft.com/office/drawing/2014/main" id="{A4D1DB7F-E13E-45FE-8380-80A1BC5ECB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197" name="AutoShape 967">
                  <a:extLst>
                    <a:ext uri="{FF2B5EF4-FFF2-40B4-BE49-F238E27FC236}">
                      <a16:creationId xmlns:a16="http://schemas.microsoft.com/office/drawing/2014/main" id="{B64F5F4D-D946-4288-9678-0C1559A67F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181" name="Freeform 968">
                <a:extLst>
                  <a:ext uri="{FF2B5EF4-FFF2-40B4-BE49-F238E27FC236}">
                    <a16:creationId xmlns:a16="http://schemas.microsoft.com/office/drawing/2014/main" id="{2D982B24-B202-45D7-A741-34D0FDAA77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4 w 328"/>
                  <a:gd name="T3" fmla="*/ 3 h 226"/>
                  <a:gd name="T4" fmla="*/ 4 w 328"/>
                  <a:gd name="T5" fmla="*/ 6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12182" name="Group 969">
                <a:extLst>
                  <a:ext uri="{FF2B5EF4-FFF2-40B4-BE49-F238E27FC236}">
                    <a16:creationId xmlns:a16="http://schemas.microsoft.com/office/drawing/2014/main" id="{477A9427-3096-4573-9172-5AEA8C343F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194" name="AutoShape 970">
                  <a:extLst>
                    <a:ext uri="{FF2B5EF4-FFF2-40B4-BE49-F238E27FC236}">
                      <a16:creationId xmlns:a16="http://schemas.microsoft.com/office/drawing/2014/main" id="{54162FDD-EFDD-4632-99DB-C60A624F25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195" name="AutoShape 971">
                  <a:extLst>
                    <a:ext uri="{FF2B5EF4-FFF2-40B4-BE49-F238E27FC236}">
                      <a16:creationId xmlns:a16="http://schemas.microsoft.com/office/drawing/2014/main" id="{EC9EDBD2-6B05-4F12-9839-D5763C8699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183" name="Rectangle 972">
                <a:extLst>
                  <a:ext uri="{FF2B5EF4-FFF2-40B4-BE49-F238E27FC236}">
                    <a16:creationId xmlns:a16="http://schemas.microsoft.com/office/drawing/2014/main" id="{3C0641AB-1DFE-44A6-AB4D-6E4D82E1F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84" name="Freeform 973">
                <a:extLst>
                  <a:ext uri="{FF2B5EF4-FFF2-40B4-BE49-F238E27FC236}">
                    <a16:creationId xmlns:a16="http://schemas.microsoft.com/office/drawing/2014/main" id="{315E3D04-8331-4BD2-8F36-3EE97B74FA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4 w 296"/>
                  <a:gd name="T3" fmla="*/ 3 h 256"/>
                  <a:gd name="T4" fmla="*/ 4 w 296"/>
                  <a:gd name="T5" fmla="*/ 6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85" name="Freeform 974">
                <a:extLst>
                  <a:ext uri="{FF2B5EF4-FFF2-40B4-BE49-F238E27FC236}">
                    <a16:creationId xmlns:a16="http://schemas.microsoft.com/office/drawing/2014/main" id="{40538BFA-0DE8-461A-8C44-E495D78AD1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4 w 304"/>
                  <a:gd name="T3" fmla="*/ 5 h 288"/>
                  <a:gd name="T4" fmla="*/ 3 w 304"/>
                  <a:gd name="T5" fmla="*/ 8 h 288"/>
                  <a:gd name="T6" fmla="*/ 2 w 304"/>
                  <a:gd name="T7" fmla="*/ 3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86" name="Oval 975">
                <a:extLst>
                  <a:ext uri="{FF2B5EF4-FFF2-40B4-BE49-F238E27FC236}">
                    <a16:creationId xmlns:a16="http://schemas.microsoft.com/office/drawing/2014/main" id="{7E4FA48A-374F-492A-B455-588A22A71E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87" name="Freeform 976">
                <a:extLst>
                  <a:ext uri="{FF2B5EF4-FFF2-40B4-BE49-F238E27FC236}">
                    <a16:creationId xmlns:a16="http://schemas.microsoft.com/office/drawing/2014/main" id="{B6FB4C96-EAA6-4093-ABBE-547CEA7D24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7 h 240"/>
                  <a:gd name="T4" fmla="*/ 4 w 306"/>
                  <a:gd name="T5" fmla="*/ 3 h 240"/>
                  <a:gd name="T6" fmla="*/ 4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88" name="AutoShape 977">
                <a:extLst>
                  <a:ext uri="{FF2B5EF4-FFF2-40B4-BE49-F238E27FC236}">
                    <a16:creationId xmlns:a16="http://schemas.microsoft.com/office/drawing/2014/main" id="{632BEE9C-69DC-45BB-B8F6-C9272DD999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89" name="AutoShape 978">
                <a:extLst>
                  <a:ext uri="{FF2B5EF4-FFF2-40B4-BE49-F238E27FC236}">
                    <a16:creationId xmlns:a16="http://schemas.microsoft.com/office/drawing/2014/main" id="{931CCBA3-9FC2-415D-B039-ADA85EE6F2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90" name="Oval 979">
                <a:extLst>
                  <a:ext uri="{FF2B5EF4-FFF2-40B4-BE49-F238E27FC236}">
                    <a16:creationId xmlns:a16="http://schemas.microsoft.com/office/drawing/2014/main" id="{52768356-F492-45D4-AFE5-600A9C3B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91" name="Oval 980">
                <a:extLst>
                  <a:ext uri="{FF2B5EF4-FFF2-40B4-BE49-F238E27FC236}">
                    <a16:creationId xmlns:a16="http://schemas.microsoft.com/office/drawing/2014/main" id="{2E9CD6C7-1156-4B2F-AE12-1F8AF7373E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92" name="Oval 981">
                <a:extLst>
                  <a:ext uri="{FF2B5EF4-FFF2-40B4-BE49-F238E27FC236}">
                    <a16:creationId xmlns:a16="http://schemas.microsoft.com/office/drawing/2014/main" id="{4DE2870E-124A-4903-A884-A6916403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93" name="Rectangle 982">
                <a:extLst>
                  <a:ext uri="{FF2B5EF4-FFF2-40B4-BE49-F238E27FC236}">
                    <a16:creationId xmlns:a16="http://schemas.microsoft.com/office/drawing/2014/main" id="{542AC87A-B3C8-440C-8C76-492FE25A8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7067" name="Group 932">
            <a:extLst>
              <a:ext uri="{FF2B5EF4-FFF2-40B4-BE49-F238E27FC236}">
                <a16:creationId xmlns:a16="http://schemas.microsoft.com/office/drawing/2014/main" id="{50534FFB-9453-425F-8E45-83AB1141E3EE}"/>
              </a:ext>
            </a:extLst>
          </p:cNvPr>
          <p:cNvGrpSpPr>
            <a:grpSpLocks/>
          </p:cNvGrpSpPr>
          <p:nvPr/>
        </p:nvGrpSpPr>
        <p:grpSpPr bwMode="auto">
          <a:xfrm>
            <a:off x="2122488" y="5629275"/>
            <a:ext cx="347662" cy="681038"/>
            <a:chOff x="7923189" y="2486664"/>
            <a:chExt cx="360377" cy="884585"/>
          </a:xfrm>
        </p:grpSpPr>
        <p:pic>
          <p:nvPicPr>
            <p:cNvPr id="212134" name="Picture 3">
              <a:extLst>
                <a:ext uri="{FF2B5EF4-FFF2-40B4-BE49-F238E27FC236}">
                  <a16:creationId xmlns:a16="http://schemas.microsoft.com/office/drawing/2014/main" id="{676ABF1A-FDE8-4E1B-AE56-FDF74386FC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12135" name="Group 950">
              <a:extLst>
                <a:ext uri="{FF2B5EF4-FFF2-40B4-BE49-F238E27FC236}">
                  <a16:creationId xmlns:a16="http://schemas.microsoft.com/office/drawing/2014/main" id="{7656E9A1-91BC-40BA-B831-F691A3D5E7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136" name="Freeform 951">
                <a:extLst>
                  <a:ext uri="{FF2B5EF4-FFF2-40B4-BE49-F238E27FC236}">
                    <a16:creationId xmlns:a16="http://schemas.microsoft.com/office/drawing/2014/main" id="{C198A68E-B834-4876-BBFD-38C00DE6DD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4 w 354"/>
                  <a:gd name="T3" fmla="*/ 9 h 2742"/>
                  <a:gd name="T4" fmla="*/ 4 w 354"/>
                  <a:gd name="T5" fmla="*/ 69 h 2742"/>
                  <a:gd name="T6" fmla="*/ 0 w 354"/>
                  <a:gd name="T7" fmla="*/ 72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37" name="Rectangle 952">
                <a:extLst>
                  <a:ext uri="{FF2B5EF4-FFF2-40B4-BE49-F238E27FC236}">
                    <a16:creationId xmlns:a16="http://schemas.microsoft.com/office/drawing/2014/main" id="{8D8B523D-1F4F-4B36-BF5A-719A2D51A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38" name="Freeform 953">
                <a:extLst>
                  <a:ext uri="{FF2B5EF4-FFF2-40B4-BE49-F238E27FC236}">
                    <a16:creationId xmlns:a16="http://schemas.microsoft.com/office/drawing/2014/main" id="{9E53001D-2A43-49E3-A6F5-8A84B0C509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7 h 2537"/>
                  <a:gd name="T4" fmla="*/ 2 w 211"/>
                  <a:gd name="T5" fmla="*/ 6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39" name="Freeform 954">
                <a:extLst>
                  <a:ext uri="{FF2B5EF4-FFF2-40B4-BE49-F238E27FC236}">
                    <a16:creationId xmlns:a16="http://schemas.microsoft.com/office/drawing/2014/main" id="{22566D4F-679C-4663-B69B-74DF89014D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4 w 328"/>
                  <a:gd name="T3" fmla="*/ 4 h 226"/>
                  <a:gd name="T4" fmla="*/ 4 w 328"/>
                  <a:gd name="T5" fmla="*/ 7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40" name="Rectangle 955">
                <a:extLst>
                  <a:ext uri="{FF2B5EF4-FFF2-40B4-BE49-F238E27FC236}">
                    <a16:creationId xmlns:a16="http://schemas.microsoft.com/office/drawing/2014/main" id="{367296EE-ED0E-4003-9993-8CFA16CC0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141" name="Group 956">
                <a:extLst>
                  <a:ext uri="{FF2B5EF4-FFF2-40B4-BE49-F238E27FC236}">
                    <a16:creationId xmlns:a16="http://schemas.microsoft.com/office/drawing/2014/main" id="{AE158ABD-D5CF-4708-8943-98B61184E2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166" name="AutoShape 957">
                  <a:extLst>
                    <a:ext uri="{FF2B5EF4-FFF2-40B4-BE49-F238E27FC236}">
                      <a16:creationId xmlns:a16="http://schemas.microsoft.com/office/drawing/2014/main" id="{472A99A8-CD7A-404D-B667-870A65BFA3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167" name="AutoShape 958">
                  <a:extLst>
                    <a:ext uri="{FF2B5EF4-FFF2-40B4-BE49-F238E27FC236}">
                      <a16:creationId xmlns:a16="http://schemas.microsoft.com/office/drawing/2014/main" id="{F5E655CD-78CB-4F12-8032-649BC72CC2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142" name="Rectangle 959">
                <a:extLst>
                  <a:ext uri="{FF2B5EF4-FFF2-40B4-BE49-F238E27FC236}">
                    <a16:creationId xmlns:a16="http://schemas.microsoft.com/office/drawing/2014/main" id="{66C9C330-0179-4E88-81D0-BDBD7A157D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143" name="Group 960">
                <a:extLst>
                  <a:ext uri="{FF2B5EF4-FFF2-40B4-BE49-F238E27FC236}">
                    <a16:creationId xmlns:a16="http://schemas.microsoft.com/office/drawing/2014/main" id="{9A8F0564-0A6F-45B5-B99D-36A0D4F09F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164" name="AutoShape 961">
                  <a:extLst>
                    <a:ext uri="{FF2B5EF4-FFF2-40B4-BE49-F238E27FC236}">
                      <a16:creationId xmlns:a16="http://schemas.microsoft.com/office/drawing/2014/main" id="{55603258-1741-4898-AD2F-5910DCCFBB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165" name="AutoShape 962">
                  <a:extLst>
                    <a:ext uri="{FF2B5EF4-FFF2-40B4-BE49-F238E27FC236}">
                      <a16:creationId xmlns:a16="http://schemas.microsoft.com/office/drawing/2014/main" id="{8579996E-4D84-4668-BBAD-1409514F3F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144" name="Rectangle 963">
                <a:extLst>
                  <a:ext uri="{FF2B5EF4-FFF2-40B4-BE49-F238E27FC236}">
                    <a16:creationId xmlns:a16="http://schemas.microsoft.com/office/drawing/2014/main" id="{E1BCD8A9-2F8B-440B-B842-6A2CF08DFC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45" name="Rectangle 964">
                <a:extLst>
                  <a:ext uri="{FF2B5EF4-FFF2-40B4-BE49-F238E27FC236}">
                    <a16:creationId xmlns:a16="http://schemas.microsoft.com/office/drawing/2014/main" id="{4A7A024B-B987-485A-AF57-71469BA24E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146" name="Group 965">
                <a:extLst>
                  <a:ext uri="{FF2B5EF4-FFF2-40B4-BE49-F238E27FC236}">
                    <a16:creationId xmlns:a16="http://schemas.microsoft.com/office/drawing/2014/main" id="{FE62307F-CC6F-412E-A57F-7630AC5E95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162" name="AutoShape 966">
                  <a:extLst>
                    <a:ext uri="{FF2B5EF4-FFF2-40B4-BE49-F238E27FC236}">
                      <a16:creationId xmlns:a16="http://schemas.microsoft.com/office/drawing/2014/main" id="{DA4330AD-6582-4537-9A4A-2A6FF64CFE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163" name="AutoShape 967">
                  <a:extLst>
                    <a:ext uri="{FF2B5EF4-FFF2-40B4-BE49-F238E27FC236}">
                      <a16:creationId xmlns:a16="http://schemas.microsoft.com/office/drawing/2014/main" id="{F621D0A1-7EAF-49EA-BE7D-C239D1956B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147" name="Freeform 968">
                <a:extLst>
                  <a:ext uri="{FF2B5EF4-FFF2-40B4-BE49-F238E27FC236}">
                    <a16:creationId xmlns:a16="http://schemas.microsoft.com/office/drawing/2014/main" id="{5B235CB2-EC43-4AAB-821F-1D38618FE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4 w 328"/>
                  <a:gd name="T3" fmla="*/ 3 h 226"/>
                  <a:gd name="T4" fmla="*/ 4 w 328"/>
                  <a:gd name="T5" fmla="*/ 6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12148" name="Group 969">
                <a:extLst>
                  <a:ext uri="{FF2B5EF4-FFF2-40B4-BE49-F238E27FC236}">
                    <a16:creationId xmlns:a16="http://schemas.microsoft.com/office/drawing/2014/main" id="{03110596-FE90-4A84-9642-9FCE28357E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160" name="AutoShape 970">
                  <a:extLst>
                    <a:ext uri="{FF2B5EF4-FFF2-40B4-BE49-F238E27FC236}">
                      <a16:creationId xmlns:a16="http://schemas.microsoft.com/office/drawing/2014/main" id="{2E450DC0-30D5-4915-A69B-938BC06DB5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161" name="AutoShape 971">
                  <a:extLst>
                    <a:ext uri="{FF2B5EF4-FFF2-40B4-BE49-F238E27FC236}">
                      <a16:creationId xmlns:a16="http://schemas.microsoft.com/office/drawing/2014/main" id="{81C03E28-88AE-41B3-B393-7430FCA668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149" name="Rectangle 972">
                <a:extLst>
                  <a:ext uri="{FF2B5EF4-FFF2-40B4-BE49-F238E27FC236}">
                    <a16:creationId xmlns:a16="http://schemas.microsoft.com/office/drawing/2014/main" id="{ED5A9555-7535-43DE-BFBA-9F1784F221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50" name="Freeform 973">
                <a:extLst>
                  <a:ext uri="{FF2B5EF4-FFF2-40B4-BE49-F238E27FC236}">
                    <a16:creationId xmlns:a16="http://schemas.microsoft.com/office/drawing/2014/main" id="{855A139C-B6BA-4C8F-B3F2-F553D71DD7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4 w 296"/>
                  <a:gd name="T3" fmla="*/ 3 h 256"/>
                  <a:gd name="T4" fmla="*/ 4 w 296"/>
                  <a:gd name="T5" fmla="*/ 6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51" name="Freeform 974">
                <a:extLst>
                  <a:ext uri="{FF2B5EF4-FFF2-40B4-BE49-F238E27FC236}">
                    <a16:creationId xmlns:a16="http://schemas.microsoft.com/office/drawing/2014/main" id="{6D9788BB-EF38-43D5-8FE2-2142306E6A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4 w 304"/>
                  <a:gd name="T3" fmla="*/ 5 h 288"/>
                  <a:gd name="T4" fmla="*/ 3 w 304"/>
                  <a:gd name="T5" fmla="*/ 8 h 288"/>
                  <a:gd name="T6" fmla="*/ 2 w 304"/>
                  <a:gd name="T7" fmla="*/ 3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52" name="Oval 975">
                <a:extLst>
                  <a:ext uri="{FF2B5EF4-FFF2-40B4-BE49-F238E27FC236}">
                    <a16:creationId xmlns:a16="http://schemas.microsoft.com/office/drawing/2014/main" id="{0E6C608E-C965-4E1F-9DFD-8561CA2CB4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53" name="Freeform 976">
                <a:extLst>
                  <a:ext uri="{FF2B5EF4-FFF2-40B4-BE49-F238E27FC236}">
                    <a16:creationId xmlns:a16="http://schemas.microsoft.com/office/drawing/2014/main" id="{30CD41A2-E604-48D5-A450-928FFD757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7 h 240"/>
                  <a:gd name="T4" fmla="*/ 4 w 306"/>
                  <a:gd name="T5" fmla="*/ 3 h 240"/>
                  <a:gd name="T6" fmla="*/ 4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54" name="AutoShape 977">
                <a:extLst>
                  <a:ext uri="{FF2B5EF4-FFF2-40B4-BE49-F238E27FC236}">
                    <a16:creationId xmlns:a16="http://schemas.microsoft.com/office/drawing/2014/main" id="{3861861A-FBDC-4B86-A824-EF5C5100B7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55" name="AutoShape 978">
                <a:extLst>
                  <a:ext uri="{FF2B5EF4-FFF2-40B4-BE49-F238E27FC236}">
                    <a16:creationId xmlns:a16="http://schemas.microsoft.com/office/drawing/2014/main" id="{05D04F60-5DEF-41BB-A9F8-A5C2771620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56" name="Oval 979">
                <a:extLst>
                  <a:ext uri="{FF2B5EF4-FFF2-40B4-BE49-F238E27FC236}">
                    <a16:creationId xmlns:a16="http://schemas.microsoft.com/office/drawing/2014/main" id="{B7D7787A-A05E-4E75-B8D1-65BBB95EAF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57" name="Oval 980">
                <a:extLst>
                  <a:ext uri="{FF2B5EF4-FFF2-40B4-BE49-F238E27FC236}">
                    <a16:creationId xmlns:a16="http://schemas.microsoft.com/office/drawing/2014/main" id="{5AACFEEF-7BD0-4F51-AFB3-6900829B96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58" name="Oval 981">
                <a:extLst>
                  <a:ext uri="{FF2B5EF4-FFF2-40B4-BE49-F238E27FC236}">
                    <a16:creationId xmlns:a16="http://schemas.microsoft.com/office/drawing/2014/main" id="{4EAF672B-52AB-4180-AEBA-F225C35DA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59" name="Rectangle 982">
                <a:extLst>
                  <a:ext uri="{FF2B5EF4-FFF2-40B4-BE49-F238E27FC236}">
                    <a16:creationId xmlns:a16="http://schemas.microsoft.com/office/drawing/2014/main" id="{B14501EE-C83F-4FCE-8C95-D746E1913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11981" name="Group 15">
            <a:extLst>
              <a:ext uri="{FF2B5EF4-FFF2-40B4-BE49-F238E27FC236}">
                <a16:creationId xmlns:a16="http://schemas.microsoft.com/office/drawing/2014/main" id="{E91A53E8-905D-4FB9-B890-AC010B6DDB8A}"/>
              </a:ext>
            </a:extLst>
          </p:cNvPr>
          <p:cNvGrpSpPr>
            <a:grpSpLocks/>
          </p:cNvGrpSpPr>
          <p:nvPr/>
        </p:nvGrpSpPr>
        <p:grpSpPr bwMode="auto">
          <a:xfrm>
            <a:off x="7707313" y="4368800"/>
            <a:ext cx="990600" cy="731838"/>
            <a:chOff x="7707615" y="4368892"/>
            <a:chExt cx="990551" cy="731635"/>
          </a:xfrm>
        </p:grpSpPr>
        <p:pic>
          <p:nvPicPr>
            <p:cNvPr id="212034" name="Picture 14">
              <a:extLst>
                <a:ext uri="{FF2B5EF4-FFF2-40B4-BE49-F238E27FC236}">
                  <a16:creationId xmlns:a16="http://schemas.microsoft.com/office/drawing/2014/main" id="{FC241F75-1D80-4E8B-A9CE-DB3EC6022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1833" y="4640202"/>
              <a:ext cx="822008" cy="46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12035" name="Group 249">
              <a:extLst>
                <a:ext uri="{FF2B5EF4-FFF2-40B4-BE49-F238E27FC236}">
                  <a16:creationId xmlns:a16="http://schemas.microsoft.com/office/drawing/2014/main" id="{96795173-241C-4E79-BF91-4021DD7D874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07615" y="4368892"/>
              <a:ext cx="225953" cy="395900"/>
              <a:chOff x="4140" y="429"/>
              <a:chExt cx="1425" cy="2396"/>
            </a:xfrm>
          </p:grpSpPr>
          <p:sp>
            <p:nvSpPr>
              <p:cNvPr id="212102" name="Freeform 250">
                <a:extLst>
                  <a:ext uri="{FF2B5EF4-FFF2-40B4-BE49-F238E27FC236}">
                    <a16:creationId xmlns:a16="http://schemas.microsoft.com/office/drawing/2014/main" id="{B55349C4-A2C1-4DBA-BB49-606BB7C9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03" name="Rectangle 251">
                <a:extLst>
                  <a:ext uri="{FF2B5EF4-FFF2-40B4-BE49-F238E27FC236}">
                    <a16:creationId xmlns:a16="http://schemas.microsoft.com/office/drawing/2014/main" id="{A713C900-A6FB-49A5-A531-FB2C46201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429"/>
                <a:ext cx="1051" cy="227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04" name="Freeform 252">
                <a:extLst>
                  <a:ext uri="{FF2B5EF4-FFF2-40B4-BE49-F238E27FC236}">
                    <a16:creationId xmlns:a16="http://schemas.microsoft.com/office/drawing/2014/main" id="{38247E7A-BB06-4761-AFF8-2D2466309E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05" name="Freeform 253">
                <a:extLst>
                  <a:ext uri="{FF2B5EF4-FFF2-40B4-BE49-F238E27FC236}">
                    <a16:creationId xmlns:a16="http://schemas.microsoft.com/office/drawing/2014/main" id="{CBAFFC8A-B0B4-4482-B704-FD65A395BD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06" name="Rectangle 254">
                <a:extLst>
                  <a:ext uri="{FF2B5EF4-FFF2-40B4-BE49-F238E27FC236}">
                    <a16:creationId xmlns:a16="http://schemas.microsoft.com/office/drawing/2014/main" id="{C0343DCF-840A-478E-809D-5CDE8003C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3" y="688"/>
                <a:ext cx="60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107" name="Group 255">
                <a:extLst>
                  <a:ext uri="{FF2B5EF4-FFF2-40B4-BE49-F238E27FC236}">
                    <a16:creationId xmlns:a16="http://schemas.microsoft.com/office/drawing/2014/main" id="{67283B98-D88B-4923-A70C-1EBB1F835C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132" name="AutoShape 256">
                  <a:extLst>
                    <a:ext uri="{FF2B5EF4-FFF2-40B4-BE49-F238E27FC236}">
                      <a16:creationId xmlns:a16="http://schemas.microsoft.com/office/drawing/2014/main" id="{A84A523C-CB9F-4DEE-9D3D-C04FEC08CE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" y="2569"/>
                  <a:ext cx="725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133" name="AutoShape 257">
                  <a:extLst>
                    <a:ext uri="{FF2B5EF4-FFF2-40B4-BE49-F238E27FC236}">
                      <a16:creationId xmlns:a16="http://schemas.microsoft.com/office/drawing/2014/main" id="{AFF2FF67-4B30-4807-8274-B07507B164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5" y="2587"/>
                  <a:ext cx="700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108" name="Rectangle 258">
                <a:extLst>
                  <a:ext uri="{FF2B5EF4-FFF2-40B4-BE49-F238E27FC236}">
                    <a16:creationId xmlns:a16="http://schemas.microsoft.com/office/drawing/2014/main" id="{827831B4-634C-430C-A543-6E27F2BE5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5"/>
                <a:ext cx="60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109" name="Group 259">
                <a:extLst>
                  <a:ext uri="{FF2B5EF4-FFF2-40B4-BE49-F238E27FC236}">
                    <a16:creationId xmlns:a16="http://schemas.microsoft.com/office/drawing/2014/main" id="{016DE959-FDA3-469B-8121-ED815C8B77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130" name="AutoShape 260">
                  <a:extLst>
                    <a:ext uri="{FF2B5EF4-FFF2-40B4-BE49-F238E27FC236}">
                      <a16:creationId xmlns:a16="http://schemas.microsoft.com/office/drawing/2014/main" id="{625ACAD5-41FB-4107-9F92-7BEA84A637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70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131" name="AutoShape 261">
                  <a:extLst>
                    <a:ext uri="{FF2B5EF4-FFF2-40B4-BE49-F238E27FC236}">
                      <a16:creationId xmlns:a16="http://schemas.microsoft.com/office/drawing/2014/main" id="{0EE7B43F-C9BF-40BF-9204-528DB6BFB8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3" y="2590"/>
                  <a:ext cx="687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110" name="Rectangle 262">
                <a:extLst>
                  <a:ext uri="{FF2B5EF4-FFF2-40B4-BE49-F238E27FC236}">
                    <a16:creationId xmlns:a16="http://schemas.microsoft.com/office/drawing/2014/main" id="{540765EC-12B3-4D56-9DB9-97DC9BD90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361"/>
                <a:ext cx="591" cy="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11" name="Rectangle 263">
                <a:extLst>
                  <a:ext uri="{FF2B5EF4-FFF2-40B4-BE49-F238E27FC236}">
                    <a16:creationId xmlns:a16="http://schemas.microsoft.com/office/drawing/2014/main" id="{E8DB6EFA-C2FE-4BCF-97B3-14BE84285C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4" y="1649"/>
                <a:ext cx="59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112" name="Group 264">
                <a:extLst>
                  <a:ext uri="{FF2B5EF4-FFF2-40B4-BE49-F238E27FC236}">
                    <a16:creationId xmlns:a16="http://schemas.microsoft.com/office/drawing/2014/main" id="{70699A42-1613-45C3-810F-43AED8FED4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128" name="AutoShape 265">
                  <a:extLst>
                    <a:ext uri="{FF2B5EF4-FFF2-40B4-BE49-F238E27FC236}">
                      <a16:creationId xmlns:a16="http://schemas.microsoft.com/office/drawing/2014/main" id="{3EB8062E-D3FF-4557-A10F-574E3D961F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0"/>
                  <a:ext cx="711" cy="13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129" name="AutoShape 266">
                  <a:extLst>
                    <a:ext uri="{FF2B5EF4-FFF2-40B4-BE49-F238E27FC236}">
                      <a16:creationId xmlns:a16="http://schemas.microsoft.com/office/drawing/2014/main" id="{D4F1321A-C642-4B8F-8B91-1CE97FD73B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73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113" name="Freeform 267">
                <a:extLst>
                  <a:ext uri="{FF2B5EF4-FFF2-40B4-BE49-F238E27FC236}">
                    <a16:creationId xmlns:a16="http://schemas.microsoft.com/office/drawing/2014/main" id="{B5498610-DDD1-4689-BDC6-B5FAF46C1A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12114" name="Group 268">
                <a:extLst>
                  <a:ext uri="{FF2B5EF4-FFF2-40B4-BE49-F238E27FC236}">
                    <a16:creationId xmlns:a16="http://schemas.microsoft.com/office/drawing/2014/main" id="{0C904952-9DB6-429E-B387-8A7E10A95B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126" name="AutoShape 269">
                  <a:extLst>
                    <a:ext uri="{FF2B5EF4-FFF2-40B4-BE49-F238E27FC236}">
                      <a16:creationId xmlns:a16="http://schemas.microsoft.com/office/drawing/2014/main" id="{F3C79DE1-E1FB-4004-A315-BB337E7391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" y="2544"/>
                  <a:ext cx="723" cy="16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127" name="AutoShape 270">
                  <a:extLst>
                    <a:ext uri="{FF2B5EF4-FFF2-40B4-BE49-F238E27FC236}">
                      <a16:creationId xmlns:a16="http://schemas.microsoft.com/office/drawing/2014/main" id="{3ABF6EBF-3B16-45CE-9DED-A3509C6C7B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5" y="2582"/>
                  <a:ext cx="673" cy="11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115" name="Rectangle 271">
                <a:extLst>
                  <a:ext uri="{FF2B5EF4-FFF2-40B4-BE49-F238E27FC236}">
                    <a16:creationId xmlns:a16="http://schemas.microsoft.com/office/drawing/2014/main" id="{D6C8C5BB-9245-4C25-AC3D-ADF671D104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5" y="429"/>
                <a:ext cx="6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16" name="Freeform 272">
                <a:extLst>
                  <a:ext uri="{FF2B5EF4-FFF2-40B4-BE49-F238E27FC236}">
                    <a16:creationId xmlns:a16="http://schemas.microsoft.com/office/drawing/2014/main" id="{9A4A515B-EEEC-4A33-AA2A-E093F29968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17" name="Freeform 273">
                <a:extLst>
                  <a:ext uri="{FF2B5EF4-FFF2-40B4-BE49-F238E27FC236}">
                    <a16:creationId xmlns:a16="http://schemas.microsoft.com/office/drawing/2014/main" id="{41221C06-018A-449E-AE15-A69D2782D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18" name="Oval 274">
                <a:extLst>
                  <a:ext uri="{FF2B5EF4-FFF2-40B4-BE49-F238E27FC236}">
                    <a16:creationId xmlns:a16="http://schemas.microsoft.com/office/drawing/2014/main" id="{0C07EDBF-4569-45FE-9DE1-7EB79C9E2C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09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19" name="Freeform 275">
                <a:extLst>
                  <a:ext uri="{FF2B5EF4-FFF2-40B4-BE49-F238E27FC236}">
                    <a16:creationId xmlns:a16="http://schemas.microsoft.com/office/drawing/2014/main" id="{7D6002A0-5A10-411F-92A7-62CCE6C603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120" name="AutoShape 276">
                <a:extLst>
                  <a:ext uri="{FF2B5EF4-FFF2-40B4-BE49-F238E27FC236}">
                    <a16:creationId xmlns:a16="http://schemas.microsoft.com/office/drawing/2014/main" id="{C2BD82F5-3680-4CBD-9ECC-F18F842BC5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3" y="2677"/>
                <a:ext cx="1201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21" name="AutoShape 277">
                <a:extLst>
                  <a:ext uri="{FF2B5EF4-FFF2-40B4-BE49-F238E27FC236}">
                    <a16:creationId xmlns:a16="http://schemas.microsoft.com/office/drawing/2014/main" id="{6947CC76-8433-4F59-9598-398610FBE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705"/>
                <a:ext cx="1071" cy="7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22" name="Oval 278">
                <a:extLst>
                  <a:ext uri="{FF2B5EF4-FFF2-40B4-BE49-F238E27FC236}">
                    <a16:creationId xmlns:a16="http://schemas.microsoft.com/office/drawing/2014/main" id="{84EAB89D-BA59-4A8F-914D-7A35BF101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2379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23" name="Oval 279">
                <a:extLst>
                  <a:ext uri="{FF2B5EF4-FFF2-40B4-BE49-F238E27FC236}">
                    <a16:creationId xmlns:a16="http://schemas.microsoft.com/office/drawing/2014/main" id="{8BE23182-7A00-442D-BB92-59570CF4A1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79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24" name="Oval 280">
                <a:extLst>
                  <a:ext uri="{FF2B5EF4-FFF2-40B4-BE49-F238E27FC236}">
                    <a16:creationId xmlns:a16="http://schemas.microsoft.com/office/drawing/2014/main" id="{420A21DD-50CD-4A6B-8424-13A5CF4CEA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79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125" name="Rectangle 281">
                <a:extLst>
                  <a:ext uri="{FF2B5EF4-FFF2-40B4-BE49-F238E27FC236}">
                    <a16:creationId xmlns:a16="http://schemas.microsoft.com/office/drawing/2014/main" id="{37CE5E97-9B15-4F11-8606-DBC0FB471F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1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12036" name="Group 249">
              <a:extLst>
                <a:ext uri="{FF2B5EF4-FFF2-40B4-BE49-F238E27FC236}">
                  <a16:creationId xmlns:a16="http://schemas.microsoft.com/office/drawing/2014/main" id="{645AF21F-6651-40C3-A8F8-837084ABF92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39866" y="4369199"/>
              <a:ext cx="225953" cy="395900"/>
              <a:chOff x="4140" y="429"/>
              <a:chExt cx="1425" cy="2396"/>
            </a:xfrm>
          </p:grpSpPr>
          <p:sp>
            <p:nvSpPr>
              <p:cNvPr id="212070" name="Freeform 250">
                <a:extLst>
                  <a:ext uri="{FF2B5EF4-FFF2-40B4-BE49-F238E27FC236}">
                    <a16:creationId xmlns:a16="http://schemas.microsoft.com/office/drawing/2014/main" id="{6DF51541-7D3E-4FD1-88B0-1EE136DFAB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71" name="Rectangle 251">
                <a:extLst>
                  <a:ext uri="{FF2B5EF4-FFF2-40B4-BE49-F238E27FC236}">
                    <a16:creationId xmlns:a16="http://schemas.microsoft.com/office/drawing/2014/main" id="{F374FAC7-45E8-4BE6-AA05-674BD9098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427"/>
                <a:ext cx="1051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72" name="Freeform 252">
                <a:extLst>
                  <a:ext uri="{FF2B5EF4-FFF2-40B4-BE49-F238E27FC236}">
                    <a16:creationId xmlns:a16="http://schemas.microsoft.com/office/drawing/2014/main" id="{95A5A8EE-C91E-4BED-8450-DB05AA7093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73" name="Freeform 253">
                <a:extLst>
                  <a:ext uri="{FF2B5EF4-FFF2-40B4-BE49-F238E27FC236}">
                    <a16:creationId xmlns:a16="http://schemas.microsoft.com/office/drawing/2014/main" id="{6452CA04-D2BA-4ABD-86E6-66E6C1BAC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74" name="Rectangle 254">
                <a:extLst>
                  <a:ext uri="{FF2B5EF4-FFF2-40B4-BE49-F238E27FC236}">
                    <a16:creationId xmlns:a16="http://schemas.microsoft.com/office/drawing/2014/main" id="{7ACD8D98-8B96-42F8-8083-BA87080E61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696"/>
                <a:ext cx="601" cy="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075" name="Group 255">
                <a:extLst>
                  <a:ext uri="{FF2B5EF4-FFF2-40B4-BE49-F238E27FC236}">
                    <a16:creationId xmlns:a16="http://schemas.microsoft.com/office/drawing/2014/main" id="{8F7B888D-1619-4506-BCD1-1784D87C0F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100" name="AutoShape 256">
                  <a:extLst>
                    <a:ext uri="{FF2B5EF4-FFF2-40B4-BE49-F238E27FC236}">
                      <a16:creationId xmlns:a16="http://schemas.microsoft.com/office/drawing/2014/main" id="{2C6E26CB-D81F-4918-AF1A-1F7598E277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7"/>
                  <a:ext cx="725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101" name="AutoShape 257">
                  <a:extLst>
                    <a:ext uri="{FF2B5EF4-FFF2-40B4-BE49-F238E27FC236}">
                      <a16:creationId xmlns:a16="http://schemas.microsoft.com/office/drawing/2014/main" id="{B9C06F60-1162-4E47-81E5-BCA821C522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2586"/>
                  <a:ext cx="700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076" name="Rectangle 258">
                <a:extLst>
                  <a:ext uri="{FF2B5EF4-FFF2-40B4-BE49-F238E27FC236}">
                    <a16:creationId xmlns:a16="http://schemas.microsoft.com/office/drawing/2014/main" id="{73C5CDA9-FB7E-49E7-932D-1FD34E510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23"/>
                <a:ext cx="591" cy="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077" name="Group 259">
                <a:extLst>
                  <a:ext uri="{FF2B5EF4-FFF2-40B4-BE49-F238E27FC236}">
                    <a16:creationId xmlns:a16="http://schemas.microsoft.com/office/drawing/2014/main" id="{82AA8578-8E9A-4001-96A0-8F4C7B8DC5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098" name="AutoShape 260">
                  <a:extLst>
                    <a:ext uri="{FF2B5EF4-FFF2-40B4-BE49-F238E27FC236}">
                      <a16:creationId xmlns:a16="http://schemas.microsoft.com/office/drawing/2014/main" id="{0ED1C708-C8F4-497A-8D92-8558A7A67E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099" name="AutoShape 261">
                  <a:extLst>
                    <a:ext uri="{FF2B5EF4-FFF2-40B4-BE49-F238E27FC236}">
                      <a16:creationId xmlns:a16="http://schemas.microsoft.com/office/drawing/2014/main" id="{4825FC4D-0836-4B07-934F-EF2365CE73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8"/>
                  <a:ext cx="687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078" name="Rectangle 262">
                <a:extLst>
                  <a:ext uri="{FF2B5EF4-FFF2-40B4-BE49-F238E27FC236}">
                    <a16:creationId xmlns:a16="http://schemas.microsoft.com/office/drawing/2014/main" id="{03F1D9E1-7040-4BC1-8857-ED80368752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9"/>
                <a:ext cx="59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79" name="Rectangle 263">
                <a:extLst>
                  <a:ext uri="{FF2B5EF4-FFF2-40B4-BE49-F238E27FC236}">
                    <a16:creationId xmlns:a16="http://schemas.microsoft.com/office/drawing/2014/main" id="{A148AE58-49F1-4A64-B977-EC73E55F3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60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080" name="Group 264">
                <a:extLst>
                  <a:ext uri="{FF2B5EF4-FFF2-40B4-BE49-F238E27FC236}">
                    <a16:creationId xmlns:a16="http://schemas.microsoft.com/office/drawing/2014/main" id="{3A21336A-136F-4B2A-90CB-E25AA85A04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096" name="AutoShape 265">
                  <a:extLst>
                    <a:ext uri="{FF2B5EF4-FFF2-40B4-BE49-F238E27FC236}">
                      <a16:creationId xmlns:a16="http://schemas.microsoft.com/office/drawing/2014/main" id="{E0DA0D54-F504-4173-82EE-A7FE7997DD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11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097" name="AutoShape 266">
                  <a:extLst>
                    <a:ext uri="{FF2B5EF4-FFF2-40B4-BE49-F238E27FC236}">
                      <a16:creationId xmlns:a16="http://schemas.microsoft.com/office/drawing/2014/main" id="{F21CF1FB-3B5E-475E-B8F7-E00D961D2F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6"/>
                  <a:ext cx="67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081" name="Freeform 267">
                <a:extLst>
                  <a:ext uri="{FF2B5EF4-FFF2-40B4-BE49-F238E27FC236}">
                    <a16:creationId xmlns:a16="http://schemas.microsoft.com/office/drawing/2014/main" id="{DFBB6688-0B22-48B9-BE02-EC40938043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12082" name="Group 268">
                <a:extLst>
                  <a:ext uri="{FF2B5EF4-FFF2-40B4-BE49-F238E27FC236}">
                    <a16:creationId xmlns:a16="http://schemas.microsoft.com/office/drawing/2014/main" id="{574D860F-8237-4DE3-9CEC-8983EEE6A3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094" name="AutoShape 269">
                  <a:extLst>
                    <a:ext uri="{FF2B5EF4-FFF2-40B4-BE49-F238E27FC236}">
                      <a16:creationId xmlns:a16="http://schemas.microsoft.com/office/drawing/2014/main" id="{3F5A17C5-C92E-4595-A71E-1131591EA2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1"/>
                  <a:ext cx="76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095" name="AutoShape 270">
                  <a:extLst>
                    <a:ext uri="{FF2B5EF4-FFF2-40B4-BE49-F238E27FC236}">
                      <a16:creationId xmlns:a16="http://schemas.microsoft.com/office/drawing/2014/main" id="{5469953A-C38C-4107-95D9-BF24FD20D2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2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083" name="Rectangle 271">
                <a:extLst>
                  <a:ext uri="{FF2B5EF4-FFF2-40B4-BE49-F238E27FC236}">
                    <a16:creationId xmlns:a16="http://schemas.microsoft.com/office/drawing/2014/main" id="{9A0F33B6-A8F8-439B-8A00-F8D76DB87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7"/>
                <a:ext cx="70" cy="229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84" name="Freeform 272">
                <a:extLst>
                  <a:ext uri="{FF2B5EF4-FFF2-40B4-BE49-F238E27FC236}">
                    <a16:creationId xmlns:a16="http://schemas.microsoft.com/office/drawing/2014/main" id="{4D6C87C9-8C42-4B38-A051-AA2F4F3B47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85" name="Freeform 273">
                <a:extLst>
                  <a:ext uri="{FF2B5EF4-FFF2-40B4-BE49-F238E27FC236}">
                    <a16:creationId xmlns:a16="http://schemas.microsoft.com/office/drawing/2014/main" id="{EF1BF205-1A52-41BC-9CD1-DB4A851D6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86" name="Oval 274">
                <a:extLst>
                  <a:ext uri="{FF2B5EF4-FFF2-40B4-BE49-F238E27FC236}">
                    <a16:creationId xmlns:a16="http://schemas.microsoft.com/office/drawing/2014/main" id="{A6E903BA-B6B8-4165-8F01-015275E769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7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87" name="Freeform 275">
                <a:extLst>
                  <a:ext uri="{FF2B5EF4-FFF2-40B4-BE49-F238E27FC236}">
                    <a16:creationId xmlns:a16="http://schemas.microsoft.com/office/drawing/2014/main" id="{A2D4DE0E-9116-48AC-91E5-8E76FFA2A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88" name="AutoShape 276">
                <a:extLst>
                  <a:ext uri="{FF2B5EF4-FFF2-40B4-BE49-F238E27FC236}">
                    <a16:creationId xmlns:a16="http://schemas.microsoft.com/office/drawing/2014/main" id="{C05ADFFE-56AC-457D-B3E7-2460184861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6" y="2684"/>
                <a:ext cx="1201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89" name="AutoShape 277">
                <a:extLst>
                  <a:ext uri="{FF2B5EF4-FFF2-40B4-BE49-F238E27FC236}">
                    <a16:creationId xmlns:a16="http://schemas.microsoft.com/office/drawing/2014/main" id="{FBE9A047-F99F-4C20-BF81-962634D57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2713"/>
                <a:ext cx="1071" cy="8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90" name="Oval 278">
                <a:extLst>
                  <a:ext uri="{FF2B5EF4-FFF2-40B4-BE49-F238E27FC236}">
                    <a16:creationId xmlns:a16="http://schemas.microsoft.com/office/drawing/2014/main" id="{18A54BCA-752C-46A5-A889-FF4575D84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7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91" name="Oval 279">
                <a:extLst>
                  <a:ext uri="{FF2B5EF4-FFF2-40B4-BE49-F238E27FC236}">
                    <a16:creationId xmlns:a16="http://schemas.microsoft.com/office/drawing/2014/main" id="{BD27C377-2DD3-45EC-8DE6-09361D8E3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7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92" name="Oval 280">
                <a:extLst>
                  <a:ext uri="{FF2B5EF4-FFF2-40B4-BE49-F238E27FC236}">
                    <a16:creationId xmlns:a16="http://schemas.microsoft.com/office/drawing/2014/main" id="{23CF1C05-A451-459A-936B-3776D36D03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7" y="2387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93" name="Rectangle 281">
                <a:extLst>
                  <a:ext uri="{FF2B5EF4-FFF2-40B4-BE49-F238E27FC236}">
                    <a16:creationId xmlns:a16="http://schemas.microsoft.com/office/drawing/2014/main" id="{2209EC21-01A3-4034-BE7D-69A6749BB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8" y="1839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12037" name="Group 249">
              <a:extLst>
                <a:ext uri="{FF2B5EF4-FFF2-40B4-BE49-F238E27FC236}">
                  <a16:creationId xmlns:a16="http://schemas.microsoft.com/office/drawing/2014/main" id="{4D36A226-0D28-480B-8627-137970B6FD4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472213" y="4384408"/>
              <a:ext cx="225953" cy="395900"/>
              <a:chOff x="4140" y="429"/>
              <a:chExt cx="1425" cy="2396"/>
            </a:xfrm>
          </p:grpSpPr>
          <p:sp>
            <p:nvSpPr>
              <p:cNvPr id="212038" name="Freeform 250">
                <a:extLst>
                  <a:ext uri="{FF2B5EF4-FFF2-40B4-BE49-F238E27FC236}">
                    <a16:creationId xmlns:a16="http://schemas.microsoft.com/office/drawing/2014/main" id="{7FA32C14-D36B-4F85-AC40-2418BB367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39" name="Rectangle 251">
                <a:extLst>
                  <a:ext uri="{FF2B5EF4-FFF2-40B4-BE49-F238E27FC236}">
                    <a16:creationId xmlns:a16="http://schemas.microsoft.com/office/drawing/2014/main" id="{6E9CB678-B171-4349-B5AD-542DA36F8B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0" y="431"/>
                <a:ext cx="1051" cy="227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40" name="Freeform 252">
                <a:extLst>
                  <a:ext uri="{FF2B5EF4-FFF2-40B4-BE49-F238E27FC236}">
                    <a16:creationId xmlns:a16="http://schemas.microsoft.com/office/drawing/2014/main" id="{CC3EE4CA-3B49-4394-8AD4-5B1282F7E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41" name="Freeform 253">
                <a:extLst>
                  <a:ext uri="{FF2B5EF4-FFF2-40B4-BE49-F238E27FC236}">
                    <a16:creationId xmlns:a16="http://schemas.microsoft.com/office/drawing/2014/main" id="{6D7E2C2F-0085-4C5A-B5CD-852DDD4574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42" name="Rectangle 254">
                <a:extLst>
                  <a:ext uri="{FF2B5EF4-FFF2-40B4-BE49-F238E27FC236}">
                    <a16:creationId xmlns:a16="http://schemas.microsoft.com/office/drawing/2014/main" id="{AE7350AD-F001-4144-974F-FC6092D72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60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043" name="Group 255">
                <a:extLst>
                  <a:ext uri="{FF2B5EF4-FFF2-40B4-BE49-F238E27FC236}">
                    <a16:creationId xmlns:a16="http://schemas.microsoft.com/office/drawing/2014/main" id="{01CDFD2A-8783-4BF3-951D-C9D0E53DA1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068" name="AutoShape 256">
                  <a:extLst>
                    <a:ext uri="{FF2B5EF4-FFF2-40B4-BE49-F238E27FC236}">
                      <a16:creationId xmlns:a16="http://schemas.microsoft.com/office/drawing/2014/main" id="{023F06C0-CDB5-4567-A820-1469D381D4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1"/>
                  <a:ext cx="725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069" name="AutoShape 257">
                  <a:extLst>
                    <a:ext uri="{FF2B5EF4-FFF2-40B4-BE49-F238E27FC236}">
                      <a16:creationId xmlns:a16="http://schemas.microsoft.com/office/drawing/2014/main" id="{AAD802D1-796B-43D9-B096-5E094FF6C2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90"/>
                  <a:ext cx="700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044" name="Rectangle 258">
                <a:extLst>
                  <a:ext uri="{FF2B5EF4-FFF2-40B4-BE49-F238E27FC236}">
                    <a16:creationId xmlns:a16="http://schemas.microsoft.com/office/drawing/2014/main" id="{CA416E6E-FAA4-4A32-9800-F10E0BA9B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17"/>
                <a:ext cx="60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045" name="Group 259">
                <a:extLst>
                  <a:ext uri="{FF2B5EF4-FFF2-40B4-BE49-F238E27FC236}">
                    <a16:creationId xmlns:a16="http://schemas.microsoft.com/office/drawing/2014/main" id="{741C9B51-99E2-4FFF-8A68-EE973C62B8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066" name="AutoShape 260">
                  <a:extLst>
                    <a:ext uri="{FF2B5EF4-FFF2-40B4-BE49-F238E27FC236}">
                      <a16:creationId xmlns:a16="http://schemas.microsoft.com/office/drawing/2014/main" id="{42981656-696C-4914-98FE-D9D117B07D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1" y="2572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067" name="AutoShape 261">
                  <a:extLst>
                    <a:ext uri="{FF2B5EF4-FFF2-40B4-BE49-F238E27FC236}">
                      <a16:creationId xmlns:a16="http://schemas.microsoft.com/office/drawing/2014/main" id="{EDD151B8-91DC-4A8A-8C99-6AE64E38A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4" y="2592"/>
                  <a:ext cx="687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046" name="Rectangle 262">
                <a:extLst>
                  <a:ext uri="{FF2B5EF4-FFF2-40B4-BE49-F238E27FC236}">
                    <a16:creationId xmlns:a16="http://schemas.microsoft.com/office/drawing/2014/main" id="{7F7FCE14-7883-4928-9AEC-F283061DBB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63"/>
                <a:ext cx="591" cy="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47" name="Rectangle 263">
                <a:extLst>
                  <a:ext uri="{FF2B5EF4-FFF2-40B4-BE49-F238E27FC236}">
                    <a16:creationId xmlns:a16="http://schemas.microsoft.com/office/drawing/2014/main" id="{0928EDBE-1DED-41B2-B20E-97013F5AB7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1"/>
                <a:ext cx="59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048" name="Group 264">
                <a:extLst>
                  <a:ext uri="{FF2B5EF4-FFF2-40B4-BE49-F238E27FC236}">
                    <a16:creationId xmlns:a16="http://schemas.microsoft.com/office/drawing/2014/main" id="{3DA68ABA-D2F7-4F29-A501-C08D6B0B75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064" name="AutoShape 265">
                  <a:extLst>
                    <a:ext uri="{FF2B5EF4-FFF2-40B4-BE49-F238E27FC236}">
                      <a16:creationId xmlns:a16="http://schemas.microsoft.com/office/drawing/2014/main" id="{7494CE46-9D8D-4737-B4B5-7A900C8F14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" y="2572"/>
                  <a:ext cx="686" cy="13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065" name="AutoShape 266">
                  <a:extLst>
                    <a:ext uri="{FF2B5EF4-FFF2-40B4-BE49-F238E27FC236}">
                      <a16:creationId xmlns:a16="http://schemas.microsoft.com/office/drawing/2014/main" id="{310309F0-648F-4558-B62A-E6F0FC499C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1" y="2590"/>
                  <a:ext cx="648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049" name="Freeform 267">
                <a:extLst>
                  <a:ext uri="{FF2B5EF4-FFF2-40B4-BE49-F238E27FC236}">
                    <a16:creationId xmlns:a16="http://schemas.microsoft.com/office/drawing/2014/main" id="{41BFE58B-F815-4009-8B3A-3AA384A41C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12050" name="Group 268">
                <a:extLst>
                  <a:ext uri="{FF2B5EF4-FFF2-40B4-BE49-F238E27FC236}">
                    <a16:creationId xmlns:a16="http://schemas.microsoft.com/office/drawing/2014/main" id="{F032113D-AD9D-4843-B96E-F9DF346A40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062" name="AutoShape 269">
                  <a:extLst>
                    <a:ext uri="{FF2B5EF4-FFF2-40B4-BE49-F238E27FC236}">
                      <a16:creationId xmlns:a16="http://schemas.microsoft.com/office/drawing/2014/main" id="{BAE80124-B126-4031-B6F5-9E88B34352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5"/>
                  <a:ext cx="723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063" name="AutoShape 270">
                  <a:extLst>
                    <a:ext uri="{FF2B5EF4-FFF2-40B4-BE49-F238E27FC236}">
                      <a16:creationId xmlns:a16="http://schemas.microsoft.com/office/drawing/2014/main" id="{002C34E3-F20C-4EA3-802D-498BAE0487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5"/>
                  <a:ext cx="686" cy="11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051" name="Rectangle 271">
                <a:extLst>
                  <a:ext uri="{FF2B5EF4-FFF2-40B4-BE49-F238E27FC236}">
                    <a16:creationId xmlns:a16="http://schemas.microsoft.com/office/drawing/2014/main" id="{9D77C687-645B-4F56-95CE-93F4F4A43E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1" y="431"/>
                <a:ext cx="6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52" name="Freeform 272">
                <a:extLst>
                  <a:ext uri="{FF2B5EF4-FFF2-40B4-BE49-F238E27FC236}">
                    <a16:creationId xmlns:a16="http://schemas.microsoft.com/office/drawing/2014/main" id="{D6FC5305-6898-4FC6-9B76-AFFEA3EA50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53" name="Freeform 273">
                <a:extLst>
                  <a:ext uri="{FF2B5EF4-FFF2-40B4-BE49-F238E27FC236}">
                    <a16:creationId xmlns:a16="http://schemas.microsoft.com/office/drawing/2014/main" id="{81A8FAD8-F266-48F9-83E3-A02B0A9D2A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54" name="Oval 274">
                <a:extLst>
                  <a:ext uri="{FF2B5EF4-FFF2-40B4-BE49-F238E27FC236}">
                    <a16:creationId xmlns:a16="http://schemas.microsoft.com/office/drawing/2014/main" id="{392292EB-81CC-4176-B93F-630067582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2" y="2611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55" name="Freeform 275">
                <a:extLst>
                  <a:ext uri="{FF2B5EF4-FFF2-40B4-BE49-F238E27FC236}">
                    <a16:creationId xmlns:a16="http://schemas.microsoft.com/office/drawing/2014/main" id="{83EB949A-73AC-46F1-8854-BE581E8EEE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56" name="AutoShape 276">
                <a:extLst>
                  <a:ext uri="{FF2B5EF4-FFF2-40B4-BE49-F238E27FC236}">
                    <a16:creationId xmlns:a16="http://schemas.microsoft.com/office/drawing/2014/main" id="{54A2CF79-EB13-4261-B70B-629AAEEB04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201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57" name="AutoShape 277">
                <a:extLst>
                  <a:ext uri="{FF2B5EF4-FFF2-40B4-BE49-F238E27FC236}">
                    <a16:creationId xmlns:a16="http://schemas.microsoft.com/office/drawing/2014/main" id="{23DD1FCC-DB10-478D-AAF5-3704FE3515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0" y="2708"/>
                <a:ext cx="1071" cy="8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58" name="Oval 278">
                <a:extLst>
                  <a:ext uri="{FF2B5EF4-FFF2-40B4-BE49-F238E27FC236}">
                    <a16:creationId xmlns:a16="http://schemas.microsoft.com/office/drawing/2014/main" id="{03B475C7-A661-42EA-84BB-8108A88D7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1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59" name="Oval 279">
                <a:extLst>
                  <a:ext uri="{FF2B5EF4-FFF2-40B4-BE49-F238E27FC236}">
                    <a16:creationId xmlns:a16="http://schemas.microsoft.com/office/drawing/2014/main" id="{3622438C-3DDF-4EF8-92F7-640E7B096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0" y="2381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60" name="Oval 280">
                <a:extLst>
                  <a:ext uri="{FF2B5EF4-FFF2-40B4-BE49-F238E27FC236}">
                    <a16:creationId xmlns:a16="http://schemas.microsoft.com/office/drawing/2014/main" id="{2C5F4C9F-5631-4D5F-A432-082E6B3707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1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61" name="Rectangle 281">
                <a:extLst>
                  <a:ext uri="{FF2B5EF4-FFF2-40B4-BE49-F238E27FC236}">
                    <a16:creationId xmlns:a16="http://schemas.microsoft.com/office/drawing/2014/main" id="{EF717043-985B-4953-B239-6F69C79A9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3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137" name="Group 1068">
            <a:extLst>
              <a:ext uri="{FF2B5EF4-FFF2-40B4-BE49-F238E27FC236}">
                <a16:creationId xmlns:a16="http://schemas.microsoft.com/office/drawing/2014/main" id="{605FBB8E-79F4-47E3-AD7D-8F4D2B6000D2}"/>
              </a:ext>
            </a:extLst>
          </p:cNvPr>
          <p:cNvGrpSpPr>
            <a:grpSpLocks/>
          </p:cNvGrpSpPr>
          <p:nvPr/>
        </p:nvGrpSpPr>
        <p:grpSpPr bwMode="auto">
          <a:xfrm>
            <a:off x="7186613" y="5734050"/>
            <a:ext cx="347662" cy="681038"/>
            <a:chOff x="7923189" y="2486664"/>
            <a:chExt cx="360377" cy="884585"/>
          </a:xfrm>
        </p:grpSpPr>
        <p:pic>
          <p:nvPicPr>
            <p:cNvPr id="212000" name="Picture 3">
              <a:extLst>
                <a:ext uri="{FF2B5EF4-FFF2-40B4-BE49-F238E27FC236}">
                  <a16:creationId xmlns:a16="http://schemas.microsoft.com/office/drawing/2014/main" id="{C859B477-CD61-4B9C-87C5-A9FD1A6A48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12001" name="Group 950">
              <a:extLst>
                <a:ext uri="{FF2B5EF4-FFF2-40B4-BE49-F238E27FC236}">
                  <a16:creationId xmlns:a16="http://schemas.microsoft.com/office/drawing/2014/main" id="{BD227C56-4287-4E91-8ABF-1F6C36D14A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002" name="Freeform 951">
                <a:extLst>
                  <a:ext uri="{FF2B5EF4-FFF2-40B4-BE49-F238E27FC236}">
                    <a16:creationId xmlns:a16="http://schemas.microsoft.com/office/drawing/2014/main" id="{83B08DE9-071C-4E11-B2FE-0723E32F55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4 w 354"/>
                  <a:gd name="T3" fmla="*/ 9 h 2742"/>
                  <a:gd name="T4" fmla="*/ 4 w 354"/>
                  <a:gd name="T5" fmla="*/ 69 h 2742"/>
                  <a:gd name="T6" fmla="*/ 0 w 354"/>
                  <a:gd name="T7" fmla="*/ 72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03" name="Rectangle 952">
                <a:extLst>
                  <a:ext uri="{FF2B5EF4-FFF2-40B4-BE49-F238E27FC236}">
                    <a16:creationId xmlns:a16="http://schemas.microsoft.com/office/drawing/2014/main" id="{80650075-1067-4711-92F1-83361C087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04" name="Freeform 953">
                <a:extLst>
                  <a:ext uri="{FF2B5EF4-FFF2-40B4-BE49-F238E27FC236}">
                    <a16:creationId xmlns:a16="http://schemas.microsoft.com/office/drawing/2014/main" id="{D0EE2640-3654-40B2-B7B1-F82061CD90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 w 211"/>
                  <a:gd name="T3" fmla="*/ 7 h 2537"/>
                  <a:gd name="T4" fmla="*/ 2 w 211"/>
                  <a:gd name="T5" fmla="*/ 6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05" name="Freeform 954">
                <a:extLst>
                  <a:ext uri="{FF2B5EF4-FFF2-40B4-BE49-F238E27FC236}">
                    <a16:creationId xmlns:a16="http://schemas.microsoft.com/office/drawing/2014/main" id="{04CE7828-CCD3-40B9-9A8C-A0B01C10AA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4 w 328"/>
                  <a:gd name="T3" fmla="*/ 4 h 226"/>
                  <a:gd name="T4" fmla="*/ 4 w 328"/>
                  <a:gd name="T5" fmla="*/ 7 h 226"/>
                  <a:gd name="T6" fmla="*/ 0 w 328"/>
                  <a:gd name="T7" fmla="*/ 3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06" name="Rectangle 955">
                <a:extLst>
                  <a:ext uri="{FF2B5EF4-FFF2-40B4-BE49-F238E27FC236}">
                    <a16:creationId xmlns:a16="http://schemas.microsoft.com/office/drawing/2014/main" id="{DE834A4A-7830-48E7-B502-949D0715E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007" name="Group 956">
                <a:extLst>
                  <a:ext uri="{FF2B5EF4-FFF2-40B4-BE49-F238E27FC236}">
                    <a16:creationId xmlns:a16="http://schemas.microsoft.com/office/drawing/2014/main" id="{CC4D8DCC-3607-4250-8D44-204B2D0F3B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032" name="AutoShape 957">
                  <a:extLst>
                    <a:ext uri="{FF2B5EF4-FFF2-40B4-BE49-F238E27FC236}">
                      <a16:creationId xmlns:a16="http://schemas.microsoft.com/office/drawing/2014/main" id="{AB421180-318E-4E96-842E-705BE71F7F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033" name="AutoShape 958">
                  <a:extLst>
                    <a:ext uri="{FF2B5EF4-FFF2-40B4-BE49-F238E27FC236}">
                      <a16:creationId xmlns:a16="http://schemas.microsoft.com/office/drawing/2014/main" id="{1BBBEE7B-CB41-4CB2-968F-D333E4819A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008" name="Rectangle 959">
                <a:extLst>
                  <a:ext uri="{FF2B5EF4-FFF2-40B4-BE49-F238E27FC236}">
                    <a16:creationId xmlns:a16="http://schemas.microsoft.com/office/drawing/2014/main" id="{69DE7E11-17E0-4467-AA4F-B30858447F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009" name="Group 960">
                <a:extLst>
                  <a:ext uri="{FF2B5EF4-FFF2-40B4-BE49-F238E27FC236}">
                    <a16:creationId xmlns:a16="http://schemas.microsoft.com/office/drawing/2014/main" id="{8C9D2DC4-EE52-4A67-837E-020E81C0E1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030" name="AutoShape 961">
                  <a:extLst>
                    <a:ext uri="{FF2B5EF4-FFF2-40B4-BE49-F238E27FC236}">
                      <a16:creationId xmlns:a16="http://schemas.microsoft.com/office/drawing/2014/main" id="{02E7C72E-4257-4830-B201-8E42349873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031" name="AutoShape 962">
                  <a:extLst>
                    <a:ext uri="{FF2B5EF4-FFF2-40B4-BE49-F238E27FC236}">
                      <a16:creationId xmlns:a16="http://schemas.microsoft.com/office/drawing/2014/main" id="{42762F11-0621-4D24-BC72-1BC5506DC7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010" name="Rectangle 963">
                <a:extLst>
                  <a:ext uri="{FF2B5EF4-FFF2-40B4-BE49-F238E27FC236}">
                    <a16:creationId xmlns:a16="http://schemas.microsoft.com/office/drawing/2014/main" id="{1FD3A44F-AF5B-4D69-A01C-5200FD31C0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11" name="Rectangle 964">
                <a:extLst>
                  <a:ext uri="{FF2B5EF4-FFF2-40B4-BE49-F238E27FC236}">
                    <a16:creationId xmlns:a16="http://schemas.microsoft.com/office/drawing/2014/main" id="{88A42911-4712-45FB-9929-F36670E7E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grpSp>
            <p:nvGrpSpPr>
              <p:cNvPr id="212012" name="Group 965">
                <a:extLst>
                  <a:ext uri="{FF2B5EF4-FFF2-40B4-BE49-F238E27FC236}">
                    <a16:creationId xmlns:a16="http://schemas.microsoft.com/office/drawing/2014/main" id="{3D05A0E9-B1BA-4142-8EF5-FD68144F65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028" name="AutoShape 966">
                  <a:extLst>
                    <a:ext uri="{FF2B5EF4-FFF2-40B4-BE49-F238E27FC236}">
                      <a16:creationId xmlns:a16="http://schemas.microsoft.com/office/drawing/2014/main" id="{EB3E0B69-403B-4F1B-9031-01C5AB6208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029" name="AutoShape 967">
                  <a:extLst>
                    <a:ext uri="{FF2B5EF4-FFF2-40B4-BE49-F238E27FC236}">
                      <a16:creationId xmlns:a16="http://schemas.microsoft.com/office/drawing/2014/main" id="{228D7C77-5B39-432B-B0FE-4FC0806755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013" name="Freeform 968">
                <a:extLst>
                  <a:ext uri="{FF2B5EF4-FFF2-40B4-BE49-F238E27FC236}">
                    <a16:creationId xmlns:a16="http://schemas.microsoft.com/office/drawing/2014/main" id="{30C417D8-0AD2-4B99-9E3A-6EFDBFD91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4 w 328"/>
                  <a:gd name="T3" fmla="*/ 3 h 226"/>
                  <a:gd name="T4" fmla="*/ 4 w 328"/>
                  <a:gd name="T5" fmla="*/ 6 h 226"/>
                  <a:gd name="T6" fmla="*/ 0 w 328"/>
                  <a:gd name="T7" fmla="*/ 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grpSp>
            <p:nvGrpSpPr>
              <p:cNvPr id="212014" name="Group 969">
                <a:extLst>
                  <a:ext uri="{FF2B5EF4-FFF2-40B4-BE49-F238E27FC236}">
                    <a16:creationId xmlns:a16="http://schemas.microsoft.com/office/drawing/2014/main" id="{15EEE794-C46C-440F-BB53-1495DD50E3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026" name="AutoShape 970">
                  <a:extLst>
                    <a:ext uri="{FF2B5EF4-FFF2-40B4-BE49-F238E27FC236}">
                      <a16:creationId xmlns:a16="http://schemas.microsoft.com/office/drawing/2014/main" id="{55701332-B04D-4F88-9D3C-7D33EA350F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2027" name="AutoShape 971">
                  <a:extLst>
                    <a:ext uri="{FF2B5EF4-FFF2-40B4-BE49-F238E27FC236}">
                      <a16:creationId xmlns:a16="http://schemas.microsoft.com/office/drawing/2014/main" id="{CF3C0BAE-A12B-41ED-ACFF-32B3DAB9E5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ＭＳ Ｐゴシック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ct val="20000"/>
                    </a:spcBef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212015" name="Rectangle 972">
                <a:extLst>
                  <a:ext uri="{FF2B5EF4-FFF2-40B4-BE49-F238E27FC236}">
                    <a16:creationId xmlns:a16="http://schemas.microsoft.com/office/drawing/2014/main" id="{3CC037F8-1281-4E12-B754-3D8F6728F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16" name="Freeform 973">
                <a:extLst>
                  <a:ext uri="{FF2B5EF4-FFF2-40B4-BE49-F238E27FC236}">
                    <a16:creationId xmlns:a16="http://schemas.microsoft.com/office/drawing/2014/main" id="{E2710B39-C21B-4F0B-ABC1-93DAC34AA4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4 w 296"/>
                  <a:gd name="T3" fmla="*/ 3 h 256"/>
                  <a:gd name="T4" fmla="*/ 4 w 296"/>
                  <a:gd name="T5" fmla="*/ 6 h 256"/>
                  <a:gd name="T6" fmla="*/ 0 w 296"/>
                  <a:gd name="T7" fmla="*/ 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17" name="Freeform 974">
                <a:extLst>
                  <a:ext uri="{FF2B5EF4-FFF2-40B4-BE49-F238E27FC236}">
                    <a16:creationId xmlns:a16="http://schemas.microsoft.com/office/drawing/2014/main" id="{B27BEECC-BB93-4A8C-99F2-3EA1EC80D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4 w 304"/>
                  <a:gd name="T3" fmla="*/ 5 h 288"/>
                  <a:gd name="T4" fmla="*/ 3 w 304"/>
                  <a:gd name="T5" fmla="*/ 8 h 288"/>
                  <a:gd name="T6" fmla="*/ 2 w 304"/>
                  <a:gd name="T7" fmla="*/ 3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18" name="Oval 975">
                <a:extLst>
                  <a:ext uri="{FF2B5EF4-FFF2-40B4-BE49-F238E27FC236}">
                    <a16:creationId xmlns:a16="http://schemas.microsoft.com/office/drawing/2014/main" id="{FD9C9ECB-766F-40E0-8E8F-DE5A0094F2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19" name="Freeform 976">
                <a:extLst>
                  <a:ext uri="{FF2B5EF4-FFF2-40B4-BE49-F238E27FC236}">
                    <a16:creationId xmlns:a16="http://schemas.microsoft.com/office/drawing/2014/main" id="{2E477168-7BC4-48C1-B237-CED1BABE9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 h 240"/>
                  <a:gd name="T2" fmla="*/ 2 w 306"/>
                  <a:gd name="T3" fmla="*/ 7 h 240"/>
                  <a:gd name="T4" fmla="*/ 4 w 306"/>
                  <a:gd name="T5" fmla="*/ 3 h 240"/>
                  <a:gd name="T6" fmla="*/ 4 w 306"/>
                  <a:gd name="T7" fmla="*/ 0 h 240"/>
                  <a:gd name="T8" fmla="*/ 0 w 306"/>
                  <a:gd name="T9" fmla="*/ 3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HK" altLang="en-US"/>
              </a:p>
            </p:txBody>
          </p:sp>
          <p:sp>
            <p:nvSpPr>
              <p:cNvPr id="212020" name="AutoShape 977">
                <a:extLst>
                  <a:ext uri="{FF2B5EF4-FFF2-40B4-BE49-F238E27FC236}">
                    <a16:creationId xmlns:a16="http://schemas.microsoft.com/office/drawing/2014/main" id="{1FD736F2-F1C2-4987-AE6C-313F2949E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21" name="AutoShape 978">
                <a:extLst>
                  <a:ext uri="{FF2B5EF4-FFF2-40B4-BE49-F238E27FC236}">
                    <a16:creationId xmlns:a16="http://schemas.microsoft.com/office/drawing/2014/main" id="{AEB3558C-E0AC-4E02-82AC-DB0AAC69C3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22" name="Oval 979">
                <a:extLst>
                  <a:ext uri="{FF2B5EF4-FFF2-40B4-BE49-F238E27FC236}">
                    <a16:creationId xmlns:a16="http://schemas.microsoft.com/office/drawing/2014/main" id="{0E4528B0-8167-4F87-9A02-300EEC376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23" name="Oval 980">
                <a:extLst>
                  <a:ext uri="{FF2B5EF4-FFF2-40B4-BE49-F238E27FC236}">
                    <a16:creationId xmlns:a16="http://schemas.microsoft.com/office/drawing/2014/main" id="{CC871644-B680-4DF0-84D3-7C9EB130B9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24" name="Oval 981">
                <a:extLst>
                  <a:ext uri="{FF2B5EF4-FFF2-40B4-BE49-F238E27FC236}">
                    <a16:creationId xmlns:a16="http://schemas.microsoft.com/office/drawing/2014/main" id="{1A295B29-35F5-4DED-8209-66C09C10B0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12025" name="Rectangle 982">
                <a:extLst>
                  <a:ext uri="{FF2B5EF4-FFF2-40B4-BE49-F238E27FC236}">
                    <a16:creationId xmlns:a16="http://schemas.microsoft.com/office/drawing/2014/main" id="{BD49479A-5934-4A42-8B1A-5E7224172E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143" name="Group 19">
            <a:extLst>
              <a:ext uri="{FF2B5EF4-FFF2-40B4-BE49-F238E27FC236}">
                <a16:creationId xmlns:a16="http://schemas.microsoft.com/office/drawing/2014/main" id="{4DCBB3A1-4E7A-4F1D-9C0C-5E932181A1D3}"/>
              </a:ext>
            </a:extLst>
          </p:cNvPr>
          <p:cNvGrpSpPr>
            <a:grpSpLocks/>
          </p:cNvGrpSpPr>
          <p:nvPr/>
        </p:nvGrpSpPr>
        <p:grpSpPr bwMode="auto">
          <a:xfrm>
            <a:off x="227013" y="3719513"/>
            <a:ext cx="982662" cy="1585912"/>
            <a:chOff x="226804" y="3719080"/>
            <a:chExt cx="982820" cy="1586234"/>
          </a:xfrm>
        </p:grpSpPr>
        <p:pic>
          <p:nvPicPr>
            <p:cNvPr id="211997" name="Picture 9">
              <a:extLst>
                <a:ext uri="{FF2B5EF4-FFF2-40B4-BE49-F238E27FC236}">
                  <a16:creationId xmlns:a16="http://schemas.microsoft.com/office/drawing/2014/main" id="{DAC7DC8F-EC15-48E9-B14F-90E7B16B4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109" y="5014480"/>
              <a:ext cx="405029" cy="290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1998" name="Cloud Callout 16">
              <a:extLst>
                <a:ext uri="{FF2B5EF4-FFF2-40B4-BE49-F238E27FC236}">
                  <a16:creationId xmlns:a16="http://schemas.microsoft.com/office/drawing/2014/main" id="{C42C0B6B-2151-4E41-BAD0-E311EFCBFFF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6804" y="3719080"/>
              <a:ext cx="982820" cy="514019"/>
            </a:xfrm>
            <a:prstGeom prst="cloudCallout">
              <a:avLst>
                <a:gd name="adj1" fmla="val -7606"/>
                <a:gd name="adj2" fmla="val 147866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211999" name="Picture 18" descr="madman.jpg">
              <a:extLst>
                <a:ext uri="{FF2B5EF4-FFF2-40B4-BE49-F238E27FC236}">
                  <a16:creationId xmlns:a16="http://schemas.microsoft.com/office/drawing/2014/main" id="{C1BFE79E-8081-4C3D-9381-4EF592FE9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767" y="3870258"/>
              <a:ext cx="767350" cy="211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1984" name="Content Placeholder 12">
            <a:extLst>
              <a:ext uri="{FF2B5EF4-FFF2-40B4-BE49-F238E27FC236}">
                <a16:creationId xmlns:a16="http://schemas.microsoft.com/office/drawing/2014/main" id="{82823145-9E9D-44B1-810A-5B466496980B}"/>
              </a:ext>
            </a:extLst>
          </p:cNvPr>
          <p:cNvSpPr txBox="1">
            <a:spLocks/>
          </p:cNvSpPr>
          <p:nvPr/>
        </p:nvSpPr>
        <p:spPr bwMode="auto">
          <a:xfrm>
            <a:off x="715963" y="1265238"/>
            <a:ext cx="777240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7338" indent="-2873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681038" indent="-223838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SzPct val="100000"/>
              <a:buFont typeface="Wingdings" panose="05000000000000000000" pitchFamily="2" charset="2"/>
              <a:buChar char="§"/>
            </a:pPr>
            <a:r>
              <a:rPr lang="en-US" altLang="en-US">
                <a:solidFill>
                  <a:srgbClr val="000000"/>
                </a:solidFill>
              </a:rPr>
              <a:t>CDN: stores copies of content at CDN nodes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e.g. Netflix stores copies of MadMen</a:t>
            </a:r>
          </a:p>
        </p:txBody>
      </p:sp>
      <p:grpSp>
        <p:nvGrpSpPr>
          <p:cNvPr id="1144" name="Group 22">
            <a:extLst>
              <a:ext uri="{FF2B5EF4-FFF2-40B4-BE49-F238E27FC236}">
                <a16:creationId xmlns:a16="http://schemas.microsoft.com/office/drawing/2014/main" id="{DE3BCC2E-6B5E-42C4-8085-4A96B674C844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5030788"/>
            <a:ext cx="1857375" cy="338137"/>
            <a:chOff x="5957397" y="-30236"/>
            <a:chExt cx="1857399" cy="338554"/>
          </a:xfrm>
        </p:grpSpPr>
        <p:sp>
          <p:nvSpPr>
            <p:cNvPr id="211995" name="Rectangle 20">
              <a:extLst>
                <a:ext uri="{FF2B5EF4-FFF2-40B4-BE49-F238E27FC236}">
                  <a16:creationId xmlns:a16="http://schemas.microsoft.com/office/drawing/2014/main" id="{43F1236B-AC2B-474A-81D1-23C80655D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98" y="0"/>
              <a:ext cx="1829556" cy="272128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1996" name="TextBox 21">
              <a:extLst>
                <a:ext uri="{FF2B5EF4-FFF2-40B4-BE49-F238E27FC236}">
                  <a16:creationId xmlns:a16="http://schemas.microsoft.com/office/drawing/2014/main" id="{AF57E485-A0B1-44FC-A184-8B57CEDBFE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397" y="-30236"/>
              <a:ext cx="185739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FFFFFF"/>
                  </a:solidFill>
                  <a:latin typeface="Arial" panose="020B0604020202020204" pitchFamily="34" charset="0"/>
                </a:rPr>
                <a:t>where’s Madmen?</a:t>
              </a:r>
            </a:p>
          </p:txBody>
        </p:sp>
      </p:grpSp>
      <p:grpSp>
        <p:nvGrpSpPr>
          <p:cNvPr id="1145" name="Group 1112">
            <a:extLst>
              <a:ext uri="{FF2B5EF4-FFF2-40B4-BE49-F238E27FC236}">
                <a16:creationId xmlns:a16="http://schemas.microsoft.com/office/drawing/2014/main" id="{1EE8C930-FCC2-490C-B841-CFDEA901F5D0}"/>
              </a:ext>
            </a:extLst>
          </p:cNvPr>
          <p:cNvGrpSpPr>
            <a:grpSpLocks/>
          </p:cNvGrpSpPr>
          <p:nvPr/>
        </p:nvGrpSpPr>
        <p:grpSpPr bwMode="auto">
          <a:xfrm>
            <a:off x="7261225" y="4778375"/>
            <a:ext cx="1279525" cy="338138"/>
            <a:chOff x="5931471" y="-30236"/>
            <a:chExt cx="1279747" cy="338971"/>
          </a:xfrm>
        </p:grpSpPr>
        <p:sp>
          <p:nvSpPr>
            <p:cNvPr id="211993" name="Rectangle 1113">
              <a:extLst>
                <a:ext uri="{FF2B5EF4-FFF2-40B4-BE49-F238E27FC236}">
                  <a16:creationId xmlns:a16="http://schemas.microsoft.com/office/drawing/2014/main" id="{5DE7C277-8222-410C-B3BE-F25785A72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98" y="13898"/>
              <a:ext cx="1225865" cy="25822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1994" name="TextBox 1114">
              <a:extLst>
                <a:ext uri="{FF2B5EF4-FFF2-40B4-BE49-F238E27FC236}">
                  <a16:creationId xmlns:a16="http://schemas.microsoft.com/office/drawing/2014/main" id="{98D33D45-9AB5-42A7-BB28-BFCEEA007B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1471" y="-30236"/>
              <a:ext cx="1279747" cy="338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solidFill>
                    <a:srgbClr val="FFFFFF"/>
                  </a:solidFill>
                  <a:latin typeface="Arial" panose="020B0604020202020204" pitchFamily="34" charset="0"/>
                </a:rPr>
                <a:t>manifest file</a:t>
              </a:r>
            </a:p>
          </p:txBody>
        </p:sp>
      </p:grpSp>
      <p:sp>
        <p:nvSpPr>
          <p:cNvPr id="28" name="Freeform 27">
            <a:extLst>
              <a:ext uri="{FF2B5EF4-FFF2-40B4-BE49-F238E27FC236}">
                <a16:creationId xmlns:a16="http://schemas.microsoft.com/office/drawing/2014/main" id="{1D49E65F-5B2A-41D9-8AE0-6A3B084FF655}"/>
              </a:ext>
            </a:extLst>
          </p:cNvPr>
          <p:cNvSpPr>
            <a:spLocks/>
          </p:cNvSpPr>
          <p:nvPr/>
        </p:nvSpPr>
        <p:spPr bwMode="auto">
          <a:xfrm>
            <a:off x="1074738" y="4243388"/>
            <a:ext cx="1008062" cy="881062"/>
          </a:xfrm>
          <a:custGeom>
            <a:avLst/>
            <a:gdLst>
              <a:gd name="T0" fmla="*/ 126602 w 1284637"/>
              <a:gd name="T1" fmla="*/ 0 h 1108430"/>
              <a:gd name="T2" fmla="*/ 144873 w 1284637"/>
              <a:gd name="T3" fmla="*/ 140276 h 1108430"/>
              <a:gd name="T4" fmla="*/ 0 w 1284637"/>
              <a:gd name="T5" fmla="*/ 140115 h 1108430"/>
              <a:gd name="T6" fmla="*/ 0 60000 65536"/>
              <a:gd name="T7" fmla="*/ 0 60000 65536"/>
              <a:gd name="T8" fmla="*/ 0 60000 65536"/>
              <a:gd name="T9" fmla="*/ 0 w 1284637"/>
              <a:gd name="T10" fmla="*/ 0 h 1108430"/>
              <a:gd name="T11" fmla="*/ 1284637 w 1284637"/>
              <a:gd name="T12" fmla="*/ 1108430 h 110843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84637" h="1108430">
                <a:moveTo>
                  <a:pt x="1122624" y="0"/>
                </a:moveTo>
                <a:lnTo>
                  <a:pt x="1284637" y="1108430"/>
                </a:lnTo>
                <a:lnTo>
                  <a:pt x="0" y="1107156"/>
                </a:ln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HK" altLang="en-US"/>
          </a:p>
        </p:txBody>
      </p:sp>
      <p:sp>
        <p:nvSpPr>
          <p:cNvPr id="1121" name="Freeform 1120">
            <a:extLst>
              <a:ext uri="{FF2B5EF4-FFF2-40B4-BE49-F238E27FC236}">
                <a16:creationId xmlns:a16="http://schemas.microsoft.com/office/drawing/2014/main" id="{313097C2-3A81-4477-9C18-4838B835ECB3}"/>
              </a:ext>
            </a:extLst>
          </p:cNvPr>
          <p:cNvSpPr>
            <a:spLocks/>
          </p:cNvSpPr>
          <p:nvPr/>
        </p:nvSpPr>
        <p:spPr bwMode="auto">
          <a:xfrm flipV="1">
            <a:off x="1100138" y="5127625"/>
            <a:ext cx="2166937" cy="709613"/>
          </a:xfrm>
          <a:custGeom>
            <a:avLst/>
            <a:gdLst>
              <a:gd name="T0" fmla="*/ 3870887 w 1898925"/>
              <a:gd name="T1" fmla="*/ 0 h 980345"/>
              <a:gd name="T2" fmla="*/ 6231784 w 1898925"/>
              <a:gd name="T3" fmla="*/ 32743 h 980345"/>
              <a:gd name="T4" fmla="*/ 4799837 w 1898925"/>
              <a:gd name="T5" fmla="*/ 37202 h 980345"/>
              <a:gd name="T6" fmla="*/ 2787559 w 1898925"/>
              <a:gd name="T7" fmla="*/ 52176 h 980345"/>
              <a:gd name="T8" fmla="*/ 0 w 1898925"/>
              <a:gd name="T9" fmla="*/ 53410 h 9803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98925"/>
              <a:gd name="T16" fmla="*/ 0 h 980345"/>
              <a:gd name="T17" fmla="*/ 1898925 w 1898925"/>
              <a:gd name="T18" fmla="*/ 980345 h 98034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98925" h="980345">
                <a:moveTo>
                  <a:pt x="1179521" y="0"/>
                </a:moveTo>
                <a:lnTo>
                  <a:pt x="1898925" y="600997"/>
                </a:lnTo>
                <a:lnTo>
                  <a:pt x="1462589" y="682836"/>
                </a:lnTo>
                <a:cubicBezTo>
                  <a:pt x="1258197" y="730637"/>
                  <a:pt x="1110581" y="844165"/>
                  <a:pt x="849414" y="957692"/>
                </a:cubicBezTo>
                <a:lnTo>
                  <a:pt x="0" y="980345"/>
                </a:ln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HK" altLang="en-US"/>
          </a:p>
        </p:txBody>
      </p:sp>
      <p:sp>
        <p:nvSpPr>
          <p:cNvPr id="1122" name="Content Placeholder 12">
            <a:extLst>
              <a:ext uri="{FF2B5EF4-FFF2-40B4-BE49-F238E27FC236}">
                <a16:creationId xmlns:a16="http://schemas.microsoft.com/office/drawing/2014/main" id="{5588F164-B30A-D646-A5F4-EAAD6517FDAC}"/>
              </a:ext>
            </a:extLst>
          </p:cNvPr>
          <p:cNvSpPr txBox="1">
            <a:spLocks/>
          </p:cNvSpPr>
          <p:nvPr/>
        </p:nvSpPr>
        <p:spPr bwMode="auto">
          <a:xfrm>
            <a:off x="771525" y="2505075"/>
            <a:ext cx="765016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marL="681038" lvl="1" indent="-223838">
              <a:buFont typeface="Arial"/>
              <a:buChar char="•"/>
              <a:defRPr/>
            </a:pPr>
            <a:r>
              <a:rPr lang="en-US" dirty="0">
                <a:solidFill>
                  <a:srgbClr val="0070C0"/>
                </a:solidFill>
              </a:rPr>
              <a:t>directed to nearby copy</a:t>
            </a:r>
            <a:r>
              <a:rPr lang="en-US" dirty="0">
                <a:solidFill>
                  <a:srgbClr val="000000"/>
                </a:solidFill>
              </a:rPr>
              <a:t>, retrieves content</a:t>
            </a:r>
          </a:p>
          <a:p>
            <a:pPr marL="457200" lvl="1" indent="0">
              <a:buFont typeface="Wingdings" charset="0"/>
              <a:buNone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23" name="Content Placeholder 12">
            <a:extLst>
              <a:ext uri="{FF2B5EF4-FFF2-40B4-BE49-F238E27FC236}">
                <a16:creationId xmlns:a16="http://schemas.microsoft.com/office/drawing/2014/main" id="{73B636F8-047A-1742-88CB-E94AD6375E42}"/>
              </a:ext>
            </a:extLst>
          </p:cNvPr>
          <p:cNvSpPr txBox="1">
            <a:spLocks/>
          </p:cNvSpPr>
          <p:nvPr/>
        </p:nvSpPr>
        <p:spPr bwMode="auto">
          <a:xfrm>
            <a:off x="787400" y="2852738"/>
            <a:ext cx="77724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marL="681038" lvl="1" indent="-223838">
              <a:buFont typeface="Arial"/>
              <a:buChar char="•"/>
              <a:defRPr/>
            </a:pPr>
            <a:r>
              <a:rPr lang="en-US" dirty="0">
                <a:solidFill>
                  <a:srgbClr val="0070C0"/>
                </a:solidFill>
              </a:rPr>
              <a:t>may choose different copy</a:t>
            </a:r>
            <a:r>
              <a:rPr lang="en-US" dirty="0">
                <a:solidFill>
                  <a:srgbClr val="000000"/>
                </a:solidFill>
              </a:rPr>
              <a:t> if network path congested</a:t>
            </a:r>
          </a:p>
          <a:p>
            <a:pPr marL="457200" lvl="1" indent="0">
              <a:buFont typeface="Wingdings" charset="0"/>
              <a:buNone/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1991" name="Rectangle 7">
            <a:extLst>
              <a:ext uri="{FF2B5EF4-FFF2-40B4-BE49-F238E27FC236}">
                <a16:creationId xmlns:a16="http://schemas.microsoft.com/office/drawing/2014/main" id="{D6D57A84-0A90-4CE2-A711-2F8745CF2C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6924675" y="6454775"/>
            <a:ext cx="1547813" cy="300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11992" name="Rectangle 8">
            <a:extLst>
              <a:ext uri="{FF2B5EF4-FFF2-40B4-BE49-F238E27FC236}">
                <a16:creationId xmlns:a16="http://schemas.microsoft.com/office/drawing/2014/main" id="{42DA80B7-B3A9-432F-893C-1230333E22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B5DBE7D2-8FAC-46BB-9604-D4A06E74D8D1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27</a:t>
            </a:fld>
            <a:endParaRPr lang="en-US" altLang="en-US" sz="12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5214E-6 3.59408E-6 L 0.11335 -0.02916 L 0.14356 -0.02685 L 0.31852 0.00185 L 0.46138 -0.03078 L 0.55164 -0.00486 L 0.62333 0.0155 L 0.72418 -0.01088 L 0.77539 -0.05508 " pathEditMode="relative" rAng="0" ptsTypes="AAAAAAAAA">
                                      <p:cBhvr>
                                        <p:cTn id="45" dur="2000" fill="hold"/>
                                        <p:tgtEl>
                                          <p:spTgt spid="1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761" y="-19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7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11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86 -0.00046 L -0.12238 0.06989 L -0.2812 0.02152 L -0.43152 0.0523 L -0.6367 0.028 L -0.76549 0.05462 " pathEditMode="relative" rAng="0" ptsTypes="AAAAAA">
                                      <p:cBhvr>
                                        <p:cTn id="56" dur="2000" fill="hold"/>
                                        <p:tgtEl>
                                          <p:spTgt spid="1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518" y="35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8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9" dur="500"/>
                                        <p:tgtEl>
                                          <p:spTgt spid="11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122" grpId="0"/>
      <p:bldP spid="112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1" name="Picture 11" descr="underline_base">
            <a:extLst>
              <a:ext uri="{FF2B5EF4-FFF2-40B4-BE49-F238E27FC236}">
                <a16:creationId xmlns:a16="http://schemas.microsoft.com/office/drawing/2014/main" id="{642003DA-7246-4273-9DDA-B0CE3123066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1068388"/>
            <a:ext cx="4113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162" name="Rectangle 7">
            <a:extLst>
              <a:ext uri="{FF2B5EF4-FFF2-40B4-BE49-F238E27FC236}">
                <a16:creationId xmlns:a16="http://schemas.microsoft.com/office/drawing/2014/main" id="{3430AE92-0A56-4E61-B530-561DE3D18E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20163" name="Rectangle 8">
            <a:extLst>
              <a:ext uri="{FF2B5EF4-FFF2-40B4-BE49-F238E27FC236}">
                <a16:creationId xmlns:a16="http://schemas.microsoft.com/office/drawing/2014/main" id="{CA948A8D-AFC7-4FE5-92A6-2AD52F315D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ahoma" panose="020B0604030504040204" pitchFamily="34" charset="0"/>
              </a:rPr>
              <a:t>2-</a:t>
            </a:r>
            <a:fld id="{869B365E-D2C5-49C3-9560-BC5DDC5FEB40}" type="slidenum">
              <a:rPr lang="en-US" altLang="en-US" sz="1200"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200">
              <a:latin typeface="Tahoma" panose="020B0604030504040204" pitchFamily="34" charset="0"/>
            </a:endParaRPr>
          </a:p>
        </p:txBody>
      </p:sp>
      <p:sp>
        <p:nvSpPr>
          <p:cNvPr id="220164" name="Rectangle 2">
            <a:extLst>
              <a:ext uri="{FF2B5EF4-FFF2-40B4-BE49-F238E27FC236}">
                <a16:creationId xmlns:a16="http://schemas.microsoft.com/office/drawing/2014/main" id="{78F5C239-0F82-4F74-90BC-E61F316696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Chapter 2: outline</a:t>
            </a:r>
          </a:p>
        </p:txBody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F1FD3333-52DE-684C-BAF8-73AE8A0AD2E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11313"/>
            <a:ext cx="3810000" cy="4648200"/>
          </a:xfrm>
        </p:spPr>
        <p:txBody>
          <a:bodyPr/>
          <a:lstStyle/>
          <a:p>
            <a:pPr marL="512763" indent="-512763">
              <a:lnSpc>
                <a:spcPct val="100000"/>
              </a:lnSpc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2.1 principles of network applications</a:t>
            </a:r>
          </a:p>
          <a:p>
            <a:pPr marL="512763" indent="-512763">
              <a:lnSpc>
                <a:spcPct val="100000"/>
              </a:lnSpc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2.2 Web and HTTP</a:t>
            </a:r>
          </a:p>
          <a:p>
            <a:pPr marL="512763" indent="-512763">
              <a:lnSpc>
                <a:spcPct val="100000"/>
              </a:lnSpc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2.3 electronic mail</a:t>
            </a:r>
          </a:p>
          <a:p>
            <a:pPr marL="738188" lvl="1" indent="-287338">
              <a:lnSpc>
                <a:spcPct val="100000"/>
              </a:lnSpc>
              <a:buFont typeface="Arial"/>
              <a:buChar char="•"/>
              <a:defRPr/>
            </a:pPr>
            <a:r>
              <a:rPr lang="en-US" dirty="0">
                <a:latin typeface="Gill Sans MT" charset="0"/>
              </a:rPr>
              <a:t>SMTP, POP3, IMAP</a:t>
            </a:r>
          </a:p>
          <a:p>
            <a:pPr marL="512763" indent="-512763">
              <a:lnSpc>
                <a:spcPct val="100000"/>
              </a:lnSpc>
              <a:buFont typeface="Wingdings" charset="0"/>
              <a:buNone/>
              <a:defRPr/>
            </a:pPr>
            <a:r>
              <a:rPr lang="en-US" dirty="0">
                <a:latin typeface="Gill Sans MT" charset="0"/>
              </a:rPr>
              <a:t>2.4 DNS</a:t>
            </a:r>
          </a:p>
          <a:p>
            <a:pPr marL="457200" indent="-457200">
              <a:buFont typeface="Wingdings" charset="2"/>
              <a:buChar char="§"/>
              <a:defRPr/>
            </a:pPr>
            <a:endParaRPr lang="en-US" sz="2400" dirty="0">
              <a:latin typeface="Gill Sans MT" charset="0"/>
            </a:endParaRPr>
          </a:p>
        </p:txBody>
      </p:sp>
      <p:sp>
        <p:nvSpPr>
          <p:cNvPr id="220166" name="Rectangle 4">
            <a:extLst>
              <a:ext uri="{FF2B5EF4-FFF2-40B4-BE49-F238E27FC236}">
                <a16:creationId xmlns:a16="http://schemas.microsoft.com/office/drawing/2014/main" id="{89857912-C0CE-4C26-9090-765AB315F0D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73600" y="1600200"/>
            <a:ext cx="3876675" cy="4648200"/>
          </a:xfrm>
        </p:spPr>
        <p:txBody>
          <a:bodyPr/>
          <a:lstStyle/>
          <a:p>
            <a:pPr marL="512763" indent="-512763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2.5 P2P applications</a:t>
            </a:r>
          </a:p>
          <a:p>
            <a:pPr marL="512763" indent="-512763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en-US">
                <a:ea typeface="ＭＳ Ｐゴシック" panose="020B0600070205080204" pitchFamily="34" charset="-128"/>
              </a:rPr>
              <a:t>2.6 video streaming and content distribution networks</a:t>
            </a:r>
          </a:p>
          <a:p>
            <a:pPr marL="512763" indent="-512763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en-US">
                <a:solidFill>
                  <a:srgbClr val="CC0000"/>
                </a:solidFill>
                <a:ea typeface="ＭＳ Ｐゴシック" panose="020B0600070205080204" pitchFamily="34" charset="-128"/>
              </a:rPr>
              <a:t>2.7 socket programming with UDP and TCP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Rectangle 7">
            <a:extLst>
              <a:ext uri="{FF2B5EF4-FFF2-40B4-BE49-F238E27FC236}">
                <a16:creationId xmlns:a16="http://schemas.microsoft.com/office/drawing/2014/main" id="{C03CC8B4-98CE-4F32-9A3D-138DFA3A1A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57027" name="Rectangle 8">
            <a:extLst>
              <a:ext uri="{FF2B5EF4-FFF2-40B4-BE49-F238E27FC236}">
                <a16:creationId xmlns:a16="http://schemas.microsoft.com/office/drawing/2014/main" id="{1797CA73-84E2-4C9A-B393-0C0EDE8B12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2-</a:t>
            </a:r>
            <a:fld id="{C4C64262-AAFB-4883-A7CC-78B62DE45F50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29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57028" name="Rectangle 2">
            <a:extLst>
              <a:ext uri="{FF2B5EF4-FFF2-40B4-BE49-F238E27FC236}">
                <a16:creationId xmlns:a16="http://schemas.microsoft.com/office/drawing/2014/main" id="{F2840238-03EF-4261-9A87-2C7B366EA8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0"/>
            <a:ext cx="7772400" cy="1143000"/>
          </a:xfrm>
        </p:spPr>
        <p:txBody>
          <a:bodyPr/>
          <a:lstStyle/>
          <a:p>
            <a:r>
              <a:rPr lang="en-US" altLang="zh-TW" sz="4000"/>
              <a:t>Socket programming </a:t>
            </a:r>
            <a:endParaRPr lang="en-US" altLang="zh-TW"/>
          </a:p>
        </p:txBody>
      </p:sp>
      <p:sp>
        <p:nvSpPr>
          <p:cNvPr id="257029" name="Rectangle 3">
            <a:extLst>
              <a:ext uri="{FF2B5EF4-FFF2-40B4-BE49-F238E27FC236}">
                <a16:creationId xmlns:a16="http://schemas.microsoft.com/office/drawing/2014/main" id="{EBD751FB-D648-4F59-A8DD-BE474D8B9F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2125" y="1395413"/>
            <a:ext cx="8021638" cy="15335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C0000"/>
                </a:solidFill>
              </a:rPr>
              <a:t>goal:</a:t>
            </a:r>
            <a:r>
              <a:rPr lang="en-US" altLang="zh-TW">
                <a:solidFill>
                  <a:srgbClr val="000000"/>
                </a:solidFill>
              </a:rPr>
              <a:t> learn how to build client/server applications that communicate using sockets</a:t>
            </a:r>
            <a:endParaRPr lang="en-US" altLang="zh-TW" i="1">
              <a:solidFill>
                <a:srgbClr val="CC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C0000"/>
                </a:solidFill>
              </a:rPr>
              <a:t>socket:</a:t>
            </a:r>
            <a:r>
              <a:rPr lang="en-US" altLang="zh-TW"/>
              <a:t> door between application process and end-end-transport protocol </a:t>
            </a:r>
          </a:p>
        </p:txBody>
      </p:sp>
      <p:grpSp>
        <p:nvGrpSpPr>
          <p:cNvPr id="257030" name="Group 60">
            <a:extLst>
              <a:ext uri="{FF2B5EF4-FFF2-40B4-BE49-F238E27FC236}">
                <a16:creationId xmlns:a16="http://schemas.microsoft.com/office/drawing/2014/main" id="{92CDB6E5-A631-4844-8F7A-2C964B488E32}"/>
              </a:ext>
            </a:extLst>
          </p:cNvPr>
          <p:cNvGrpSpPr>
            <a:grpSpLocks/>
          </p:cNvGrpSpPr>
          <p:nvPr/>
        </p:nvGrpSpPr>
        <p:grpSpPr bwMode="auto">
          <a:xfrm>
            <a:off x="296863" y="3335338"/>
            <a:ext cx="8208962" cy="2536825"/>
            <a:chOff x="358775" y="3459163"/>
            <a:chExt cx="8208963" cy="2536825"/>
          </a:xfrm>
        </p:grpSpPr>
        <p:sp>
          <p:nvSpPr>
            <p:cNvPr id="257032" name="Freeform 44">
              <a:extLst>
                <a:ext uri="{FF2B5EF4-FFF2-40B4-BE49-F238E27FC236}">
                  <a16:creationId xmlns:a16="http://schemas.microsoft.com/office/drawing/2014/main" id="{9051A26B-7771-4123-915D-B9DB0C8E7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4800" y="3468688"/>
              <a:ext cx="736600" cy="1998662"/>
            </a:xfrm>
            <a:custGeom>
              <a:avLst/>
              <a:gdLst>
                <a:gd name="T0" fmla="*/ 2147483646 w 464"/>
                <a:gd name="T1" fmla="*/ 2147483646 h 1259"/>
                <a:gd name="T2" fmla="*/ 0 w 464"/>
                <a:gd name="T3" fmla="*/ 0 h 1259"/>
                <a:gd name="T4" fmla="*/ 2147483646 w 464"/>
                <a:gd name="T5" fmla="*/ 2147483646 h 1259"/>
                <a:gd name="T6" fmla="*/ 2147483646 w 464"/>
                <a:gd name="T7" fmla="*/ 2147483646 h 1259"/>
                <a:gd name="T8" fmla="*/ 2147483646 w 464"/>
                <a:gd name="T9" fmla="*/ 2147483646 h 1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4"/>
                <a:gd name="T16" fmla="*/ 0 h 1259"/>
                <a:gd name="T17" fmla="*/ 464 w 464"/>
                <a:gd name="T18" fmla="*/ 1259 h 12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4" h="1259">
                  <a:moveTo>
                    <a:pt x="464" y="1060"/>
                  </a:moveTo>
                  <a:lnTo>
                    <a:pt x="0" y="0"/>
                  </a:lnTo>
                  <a:lnTo>
                    <a:pt x="6" y="1258"/>
                  </a:lnTo>
                  <a:lnTo>
                    <a:pt x="382" y="1259"/>
                  </a:lnTo>
                  <a:lnTo>
                    <a:pt x="464" y="106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57033" name="Freeform 7">
              <a:extLst>
                <a:ext uri="{FF2B5EF4-FFF2-40B4-BE49-F238E27FC236}">
                  <a16:creationId xmlns:a16="http://schemas.microsoft.com/office/drawing/2014/main" id="{3F994988-1EC7-4FAC-B70C-4D269A791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100" y="4765675"/>
              <a:ext cx="1808163" cy="1031875"/>
            </a:xfrm>
            <a:custGeom>
              <a:avLst/>
              <a:gdLst>
                <a:gd name="T0" fmla="*/ 2147483646 w 2135"/>
                <a:gd name="T1" fmla="*/ 2147483646 h 1662"/>
                <a:gd name="T2" fmla="*/ 2147483646 w 2135"/>
                <a:gd name="T3" fmla="*/ 2147483646 h 1662"/>
                <a:gd name="T4" fmla="*/ 2147483646 w 2135"/>
                <a:gd name="T5" fmla="*/ 2147483646 h 1662"/>
                <a:gd name="T6" fmla="*/ 2147483646 w 2135"/>
                <a:gd name="T7" fmla="*/ 2147483646 h 1662"/>
                <a:gd name="T8" fmla="*/ 2147483646 w 2135"/>
                <a:gd name="T9" fmla="*/ 2147483646 h 1662"/>
                <a:gd name="T10" fmla="*/ 2147483646 w 2135"/>
                <a:gd name="T11" fmla="*/ 2147483646 h 1662"/>
                <a:gd name="T12" fmla="*/ 2147483646 w 2135"/>
                <a:gd name="T13" fmla="*/ 2147483646 h 1662"/>
                <a:gd name="T14" fmla="*/ 2147483646 w 2135"/>
                <a:gd name="T15" fmla="*/ 2147483646 h 1662"/>
                <a:gd name="T16" fmla="*/ 2147483646 w 2135"/>
                <a:gd name="T17" fmla="*/ 2147483646 h 1662"/>
                <a:gd name="T18" fmla="*/ 2147483646 w 2135"/>
                <a:gd name="T19" fmla="*/ 2147483646 h 1662"/>
                <a:gd name="T20" fmla="*/ 2147483646 w 2135"/>
                <a:gd name="T21" fmla="*/ 2147483646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57034" name="Text Box 51">
              <a:extLst>
                <a:ext uri="{FF2B5EF4-FFF2-40B4-BE49-F238E27FC236}">
                  <a16:creationId xmlns:a16="http://schemas.microsoft.com/office/drawing/2014/main" id="{FA972F84-976D-4798-B1FD-911FA549D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8250" y="4897438"/>
              <a:ext cx="8747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Internet</a:t>
              </a:r>
            </a:p>
          </p:txBody>
        </p:sp>
        <p:sp>
          <p:nvSpPr>
            <p:cNvPr id="257035" name="Line 52">
              <a:extLst>
                <a:ext uri="{FF2B5EF4-FFF2-40B4-BE49-F238E27FC236}">
                  <a16:creationId xmlns:a16="http://schemas.microsoft.com/office/drawing/2014/main" id="{9885BF75-F818-4ED2-A805-BE5195C0E2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8800" y="5308600"/>
              <a:ext cx="2211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57036" name="Text Box 53">
              <a:extLst>
                <a:ext uri="{FF2B5EF4-FFF2-40B4-BE49-F238E27FC236}">
                  <a16:creationId xmlns:a16="http://schemas.microsoft.com/office/drawing/2014/main" id="{F6220653-0775-4BDD-8771-FC2216AA9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19938" y="4533900"/>
              <a:ext cx="1063625" cy="825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controlled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by OS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TW" sz="1600">
                <a:solidFill>
                  <a:srgbClr val="CC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7037" name="Text Box 56">
              <a:extLst>
                <a:ext uri="{FF2B5EF4-FFF2-40B4-BE49-F238E27FC236}">
                  <a16:creationId xmlns:a16="http://schemas.microsoft.com/office/drawing/2014/main" id="{4A5E3125-5FE1-44F9-89B3-E69E09D994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7713" y="3633788"/>
              <a:ext cx="1470025" cy="533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controlled by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CC0000"/>
                  </a:solidFill>
                  <a:latin typeface="Arial" panose="020B0604020202020204" pitchFamily="34" charset="0"/>
                </a:rPr>
                <a:t>app developer</a:t>
              </a:r>
            </a:p>
          </p:txBody>
        </p:sp>
        <p:sp>
          <p:nvSpPr>
            <p:cNvPr id="257038" name="Freeform 50">
              <a:extLst>
                <a:ext uri="{FF2B5EF4-FFF2-40B4-BE49-F238E27FC236}">
                  <a16:creationId xmlns:a16="http://schemas.microsoft.com/office/drawing/2014/main" id="{E8E35EEF-0F90-45C8-88C6-681308502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400" y="3532188"/>
              <a:ext cx="758825" cy="1997075"/>
            </a:xfrm>
            <a:custGeom>
              <a:avLst/>
              <a:gdLst>
                <a:gd name="T0" fmla="*/ 0 w 478"/>
                <a:gd name="T1" fmla="*/ 2147483646 h 1258"/>
                <a:gd name="T2" fmla="*/ 2147483646 w 478"/>
                <a:gd name="T3" fmla="*/ 0 h 1258"/>
                <a:gd name="T4" fmla="*/ 2147483646 w 478"/>
                <a:gd name="T5" fmla="*/ 2147483646 h 1258"/>
                <a:gd name="T6" fmla="*/ 2147483646 w 478"/>
                <a:gd name="T7" fmla="*/ 2147483646 h 1258"/>
                <a:gd name="T8" fmla="*/ 0 w 478"/>
                <a:gd name="T9" fmla="*/ 2147483646 h 12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8"/>
                <a:gd name="T16" fmla="*/ 0 h 1258"/>
                <a:gd name="T17" fmla="*/ 478 w 478"/>
                <a:gd name="T18" fmla="*/ 1258 h 125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8" h="1258">
                  <a:moveTo>
                    <a:pt x="0" y="1040"/>
                  </a:moveTo>
                  <a:lnTo>
                    <a:pt x="478" y="0"/>
                  </a:lnTo>
                  <a:lnTo>
                    <a:pt x="472" y="1258"/>
                  </a:lnTo>
                  <a:lnTo>
                    <a:pt x="41" y="1246"/>
                  </a:lnTo>
                  <a:lnTo>
                    <a:pt x="0" y="1040"/>
                  </a:lnTo>
                  <a:close/>
                </a:path>
              </a:pathLst>
            </a:custGeom>
            <a:gradFill rotWithShape="1">
              <a:gsLst>
                <a:gs pos="0">
                  <a:schemeClr val="bg1"/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57039" name="Rectangle 23">
              <a:extLst>
                <a:ext uri="{FF2B5EF4-FFF2-40B4-BE49-F238E27FC236}">
                  <a16:creationId xmlns:a16="http://schemas.microsoft.com/office/drawing/2014/main" id="{513DC993-62B6-4DD0-AB6B-6D76A21A8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675" y="3487738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7040" name="Rectangle 24">
              <a:extLst>
                <a:ext uri="{FF2B5EF4-FFF2-40B4-BE49-F238E27FC236}">
                  <a16:creationId xmlns:a16="http://schemas.microsoft.com/office/drawing/2014/main" id="{BF49F196-6098-454A-8E3E-BC5F2440C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9575" y="3541713"/>
              <a:ext cx="1273175" cy="197961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7041" name="Line 25">
              <a:extLst>
                <a:ext uri="{FF2B5EF4-FFF2-40B4-BE49-F238E27FC236}">
                  <a16:creationId xmlns:a16="http://schemas.microsoft.com/office/drawing/2014/main" id="{7D1258B8-4850-40C6-8155-EA425E8C8F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9100" y="4302125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57042" name="Text Box 26">
              <a:extLst>
                <a:ext uri="{FF2B5EF4-FFF2-40B4-BE49-F238E27FC236}">
                  <a16:creationId xmlns:a16="http://schemas.microsoft.com/office/drawing/2014/main" id="{225F9CD7-C60A-4184-8967-F97A52634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6238" y="4284663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969696"/>
                  </a:solidFill>
                  <a:latin typeface="Tahoma" panose="020B0604030504040204" pitchFamily="34" charset="0"/>
                </a:rPr>
                <a:t>transport</a:t>
              </a:r>
            </a:p>
          </p:txBody>
        </p:sp>
        <p:sp>
          <p:nvSpPr>
            <p:cNvPr id="257043" name="Line 27">
              <a:extLst>
                <a:ext uri="{FF2B5EF4-FFF2-40B4-BE49-F238E27FC236}">
                  <a16:creationId xmlns:a16="http://schemas.microsoft.com/office/drawing/2014/main" id="{8B4250C5-ACE4-4B71-AD80-56E7363175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7038" y="4622800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57044" name="Line 28">
              <a:extLst>
                <a:ext uri="{FF2B5EF4-FFF2-40B4-BE49-F238E27FC236}">
                  <a16:creationId xmlns:a16="http://schemas.microsoft.com/office/drawing/2014/main" id="{661BB027-1AA6-46B4-A5FF-84802BB016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2750" y="4932363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57045" name="Line 29">
              <a:extLst>
                <a:ext uri="{FF2B5EF4-FFF2-40B4-BE49-F238E27FC236}">
                  <a16:creationId xmlns:a16="http://schemas.microsoft.com/office/drawing/2014/main" id="{989606A3-E8B1-4E50-A4E7-15C0BEA31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2750" y="5218113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57046" name="Text Box 26">
              <a:extLst>
                <a:ext uri="{FF2B5EF4-FFF2-40B4-BE49-F238E27FC236}">
                  <a16:creationId xmlns:a16="http://schemas.microsoft.com/office/drawing/2014/main" id="{4C71855D-E545-40B9-8B80-E955A1100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1163" y="3532188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Tahoma" panose="020B0604030504040204" pitchFamily="34" charset="0"/>
                </a:rPr>
                <a:t>application</a:t>
              </a:r>
            </a:p>
          </p:txBody>
        </p:sp>
        <p:sp>
          <p:nvSpPr>
            <p:cNvPr id="257047" name="Text Box 26">
              <a:extLst>
                <a:ext uri="{FF2B5EF4-FFF2-40B4-BE49-F238E27FC236}">
                  <a16:creationId xmlns:a16="http://schemas.microsoft.com/office/drawing/2014/main" id="{1F3CEAF6-7B7B-4B63-B3E5-20BFCA1E2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6713" y="5189538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969696"/>
                  </a:solidFill>
                  <a:latin typeface="Tahoma" panose="020B0604030504040204" pitchFamily="34" charset="0"/>
                </a:rPr>
                <a:t>physical</a:t>
              </a:r>
            </a:p>
          </p:txBody>
        </p:sp>
        <p:sp>
          <p:nvSpPr>
            <p:cNvPr id="257048" name="Text Box 26">
              <a:extLst>
                <a:ext uri="{FF2B5EF4-FFF2-40B4-BE49-F238E27FC236}">
                  <a16:creationId xmlns:a16="http://schemas.microsoft.com/office/drawing/2014/main" id="{680CC0EF-FECF-465B-9BAC-D111167DD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5763" y="4903788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969696"/>
                  </a:solidFill>
                  <a:latin typeface="Tahoma" panose="020B0604030504040204" pitchFamily="34" charset="0"/>
                </a:rPr>
                <a:t>link</a:t>
              </a:r>
            </a:p>
          </p:txBody>
        </p:sp>
        <p:sp>
          <p:nvSpPr>
            <p:cNvPr id="257049" name="Text Box 26">
              <a:extLst>
                <a:ext uri="{FF2B5EF4-FFF2-40B4-BE49-F238E27FC236}">
                  <a16:creationId xmlns:a16="http://schemas.microsoft.com/office/drawing/2014/main" id="{C4609B7C-5183-4650-886B-0FABCAF1A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6238" y="4608513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969696"/>
                  </a:solidFill>
                  <a:latin typeface="Tahoma" panose="020B0604030504040204" pitchFamily="34" charset="0"/>
                </a:rPr>
                <a:t>network</a:t>
              </a:r>
            </a:p>
          </p:txBody>
        </p:sp>
        <p:sp>
          <p:nvSpPr>
            <p:cNvPr id="257050" name="Oval 62">
              <a:extLst>
                <a:ext uri="{FF2B5EF4-FFF2-40B4-BE49-F238E27FC236}">
                  <a16:creationId xmlns:a16="http://schemas.microsoft.com/office/drawing/2014/main" id="{76D4BCE8-5DBD-457A-B3D8-A608EB11C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4513" y="3806825"/>
              <a:ext cx="990600" cy="30480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process</a:t>
              </a:r>
            </a:p>
          </p:txBody>
        </p:sp>
        <p:grpSp>
          <p:nvGrpSpPr>
            <p:cNvPr id="257051" name="Group 63">
              <a:extLst>
                <a:ext uri="{FF2B5EF4-FFF2-40B4-BE49-F238E27FC236}">
                  <a16:creationId xmlns:a16="http://schemas.microsoft.com/office/drawing/2014/main" id="{260E34EB-CE64-4FBB-B9A4-DE50A50173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2163" y="4167188"/>
              <a:ext cx="546100" cy="225425"/>
              <a:chOff x="1287" y="2524"/>
              <a:chExt cx="260" cy="100"/>
            </a:xfrm>
          </p:grpSpPr>
          <p:sp>
            <p:nvSpPr>
              <p:cNvPr id="257081" name="Rectangle 64">
                <a:extLst>
                  <a:ext uri="{FF2B5EF4-FFF2-40B4-BE49-F238E27FC236}">
                    <a16:creationId xmlns:a16="http://schemas.microsoft.com/office/drawing/2014/main" id="{2C93C599-E830-42C9-BE42-9AA92BD065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7082" name="Rectangle 65">
                <a:extLst>
                  <a:ext uri="{FF2B5EF4-FFF2-40B4-BE49-F238E27FC236}">
                    <a16:creationId xmlns:a16="http://schemas.microsoft.com/office/drawing/2014/main" id="{687B4E2D-9A8B-44C6-87F9-C0BB743F7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7083" name="Rectangle 66">
                <a:extLst>
                  <a:ext uri="{FF2B5EF4-FFF2-40B4-BE49-F238E27FC236}">
                    <a16:creationId xmlns:a16="http://schemas.microsoft.com/office/drawing/2014/main" id="{517C10AC-08CE-417F-81EB-8CB4D75E5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7084" name="Rectangle 67">
                <a:extLst>
                  <a:ext uri="{FF2B5EF4-FFF2-40B4-BE49-F238E27FC236}">
                    <a16:creationId xmlns:a16="http://schemas.microsoft.com/office/drawing/2014/main" id="{6644E9B1-8180-4227-B775-AAEEBBD10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57052" name="Rectangle 23">
              <a:extLst>
                <a:ext uri="{FF2B5EF4-FFF2-40B4-BE49-F238E27FC236}">
                  <a16:creationId xmlns:a16="http://schemas.microsoft.com/office/drawing/2014/main" id="{5F3F4BB7-69C3-4EB4-B88F-8D194D6F7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0038" y="3459163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7053" name="Rectangle 24">
              <a:extLst>
                <a:ext uri="{FF2B5EF4-FFF2-40B4-BE49-F238E27FC236}">
                  <a16:creationId xmlns:a16="http://schemas.microsoft.com/office/drawing/2014/main" id="{D3D30A2F-635D-44C6-B4A2-FE478BF47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1938" y="3513138"/>
              <a:ext cx="1273175" cy="197961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TW" altLang="zh-TW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7054" name="Line 25">
              <a:extLst>
                <a:ext uri="{FF2B5EF4-FFF2-40B4-BE49-F238E27FC236}">
                  <a16:creationId xmlns:a16="http://schemas.microsoft.com/office/drawing/2014/main" id="{DBFB9788-E3DB-410F-A384-28D5AB65FF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1463" y="4273550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57055" name="Text Box 26">
              <a:extLst>
                <a:ext uri="{FF2B5EF4-FFF2-40B4-BE49-F238E27FC236}">
                  <a16:creationId xmlns:a16="http://schemas.microsoft.com/office/drawing/2014/main" id="{8CCAB4F6-12A9-4129-AC21-8B6F026D2A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8600" y="4256088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969696"/>
                  </a:solidFill>
                  <a:latin typeface="Tahoma" panose="020B0604030504040204" pitchFamily="34" charset="0"/>
                </a:rPr>
                <a:t>transport</a:t>
              </a:r>
            </a:p>
          </p:txBody>
        </p:sp>
        <p:sp>
          <p:nvSpPr>
            <p:cNvPr id="257056" name="Line 27">
              <a:extLst>
                <a:ext uri="{FF2B5EF4-FFF2-40B4-BE49-F238E27FC236}">
                  <a16:creationId xmlns:a16="http://schemas.microsoft.com/office/drawing/2014/main" id="{682B3C2A-A38A-43D8-8478-5295605DB7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9400" y="4594225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57057" name="Line 28">
              <a:extLst>
                <a:ext uri="{FF2B5EF4-FFF2-40B4-BE49-F238E27FC236}">
                  <a16:creationId xmlns:a16="http://schemas.microsoft.com/office/drawing/2014/main" id="{906F5945-DF05-4367-930B-044F736AE1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5113" y="4903788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57058" name="Line 29">
              <a:extLst>
                <a:ext uri="{FF2B5EF4-FFF2-40B4-BE49-F238E27FC236}">
                  <a16:creationId xmlns:a16="http://schemas.microsoft.com/office/drawing/2014/main" id="{F5FFF7D7-C3F1-4C37-A24B-32790B1BC4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45113" y="5189538"/>
              <a:ext cx="1263650" cy="31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HK" altLang="en-US"/>
            </a:p>
          </p:txBody>
        </p:sp>
        <p:sp>
          <p:nvSpPr>
            <p:cNvPr id="257059" name="Text Box 26">
              <a:extLst>
                <a:ext uri="{FF2B5EF4-FFF2-40B4-BE49-F238E27FC236}">
                  <a16:creationId xmlns:a16="http://schemas.microsoft.com/office/drawing/2014/main" id="{41997A02-6BC7-4212-A782-41689FC3DE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3525" y="3503613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Tahoma" panose="020B0604030504040204" pitchFamily="34" charset="0"/>
                </a:rPr>
                <a:t>application</a:t>
              </a:r>
            </a:p>
          </p:txBody>
        </p:sp>
        <p:sp>
          <p:nvSpPr>
            <p:cNvPr id="257060" name="Text Box 26">
              <a:extLst>
                <a:ext uri="{FF2B5EF4-FFF2-40B4-BE49-F238E27FC236}">
                  <a16:creationId xmlns:a16="http://schemas.microsoft.com/office/drawing/2014/main" id="{44C94365-DA0C-48F6-B29F-044FDFB57A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9075" y="5160963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969696"/>
                  </a:solidFill>
                  <a:latin typeface="Tahoma" panose="020B0604030504040204" pitchFamily="34" charset="0"/>
                </a:rPr>
                <a:t>physical</a:t>
              </a:r>
            </a:p>
          </p:txBody>
        </p:sp>
        <p:sp>
          <p:nvSpPr>
            <p:cNvPr id="257061" name="Text Box 26">
              <a:extLst>
                <a:ext uri="{FF2B5EF4-FFF2-40B4-BE49-F238E27FC236}">
                  <a16:creationId xmlns:a16="http://schemas.microsoft.com/office/drawing/2014/main" id="{7F0C1964-AC66-4340-BD16-70DE37EAD4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8125" y="4875213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969696"/>
                  </a:solidFill>
                  <a:latin typeface="Tahoma" panose="020B0604030504040204" pitchFamily="34" charset="0"/>
                </a:rPr>
                <a:t>link</a:t>
              </a:r>
            </a:p>
          </p:txBody>
        </p:sp>
        <p:sp>
          <p:nvSpPr>
            <p:cNvPr id="257062" name="Text Box 26">
              <a:extLst>
                <a:ext uri="{FF2B5EF4-FFF2-40B4-BE49-F238E27FC236}">
                  <a16:creationId xmlns:a16="http://schemas.microsoft.com/office/drawing/2014/main" id="{1B938529-B1FA-40B9-AC9D-784717230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8600" y="4579938"/>
              <a:ext cx="131762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1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969696"/>
                  </a:solidFill>
                  <a:latin typeface="Tahoma" panose="020B0604030504040204" pitchFamily="34" charset="0"/>
                </a:rPr>
                <a:t>network</a:t>
              </a:r>
            </a:p>
          </p:txBody>
        </p:sp>
        <p:sp>
          <p:nvSpPr>
            <p:cNvPr id="257063" name="Oval 80">
              <a:extLst>
                <a:ext uri="{FF2B5EF4-FFF2-40B4-BE49-F238E27FC236}">
                  <a16:creationId xmlns:a16="http://schemas.microsoft.com/office/drawing/2014/main" id="{D586B2D1-4EFA-4319-AB72-B21F3034B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875" y="3778250"/>
              <a:ext cx="990600" cy="30480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600">
                  <a:solidFill>
                    <a:srgbClr val="000000"/>
                  </a:solidFill>
                  <a:latin typeface="Arial" panose="020B0604020202020204" pitchFamily="34" charset="0"/>
                </a:rPr>
                <a:t>process</a:t>
              </a:r>
            </a:p>
          </p:txBody>
        </p:sp>
        <p:grpSp>
          <p:nvGrpSpPr>
            <p:cNvPr id="257064" name="Group 81">
              <a:extLst>
                <a:ext uri="{FF2B5EF4-FFF2-40B4-BE49-F238E27FC236}">
                  <a16:creationId xmlns:a16="http://schemas.microsoft.com/office/drawing/2014/main" id="{84064E0A-6AD0-47E9-97FB-CCE1777441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24525" y="4138613"/>
              <a:ext cx="546100" cy="225425"/>
              <a:chOff x="1287" y="2524"/>
              <a:chExt cx="260" cy="100"/>
            </a:xfrm>
          </p:grpSpPr>
          <p:sp>
            <p:nvSpPr>
              <p:cNvPr id="257077" name="Rectangle 82">
                <a:extLst>
                  <a:ext uri="{FF2B5EF4-FFF2-40B4-BE49-F238E27FC236}">
                    <a16:creationId xmlns:a16="http://schemas.microsoft.com/office/drawing/2014/main" id="{2586D0A5-7441-4C8D-BC66-808B5F706D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7078" name="Rectangle 83">
                <a:extLst>
                  <a:ext uri="{FF2B5EF4-FFF2-40B4-BE49-F238E27FC236}">
                    <a16:creationId xmlns:a16="http://schemas.microsoft.com/office/drawing/2014/main" id="{EADA851D-D347-478C-8CC3-8C9BA10E1E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7079" name="Rectangle 84">
                <a:extLst>
                  <a:ext uri="{FF2B5EF4-FFF2-40B4-BE49-F238E27FC236}">
                    <a16:creationId xmlns:a16="http://schemas.microsoft.com/office/drawing/2014/main" id="{F503F36C-087F-48F0-BB45-5F6956F6A6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257080" name="Rectangle 85">
                <a:extLst>
                  <a:ext uri="{FF2B5EF4-FFF2-40B4-BE49-F238E27FC236}">
                    <a16:creationId xmlns:a16="http://schemas.microsoft.com/office/drawing/2014/main" id="{3BBAEB72-BEBA-4666-952D-523DCA2ECE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C9900"/>
              </a:solidFill>
              <a:ln w="9525">
                <a:solidFill>
                  <a:srgbClr val="CC99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endParaRPr lang="zh-TW" altLang="zh-TW" sz="20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57065" name="Line 87">
              <a:extLst>
                <a:ext uri="{FF2B5EF4-FFF2-40B4-BE49-F238E27FC236}">
                  <a16:creationId xmlns:a16="http://schemas.microsoft.com/office/drawing/2014/main" id="{AE17DF11-7580-48E3-BAA8-4800738A02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34150" y="3910013"/>
              <a:ext cx="609600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57066" name="Line 88">
              <a:extLst>
                <a:ext uri="{FF2B5EF4-FFF2-40B4-BE49-F238E27FC236}">
                  <a16:creationId xmlns:a16="http://schemas.microsoft.com/office/drawing/2014/main" id="{62F388D1-CBB6-4661-825C-3DDF379456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9575" y="4335463"/>
              <a:ext cx="0" cy="102235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57067" name="Line 89">
              <a:extLst>
                <a:ext uri="{FF2B5EF4-FFF2-40B4-BE49-F238E27FC236}">
                  <a16:creationId xmlns:a16="http://schemas.microsoft.com/office/drawing/2014/main" id="{3618409F-E6C7-4B89-8C5B-D26FE01C53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83388" y="4835525"/>
              <a:ext cx="609600" cy="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57068" name="Text Box 56">
              <a:extLst>
                <a:ext uri="{FF2B5EF4-FFF2-40B4-BE49-F238E27FC236}">
                  <a16:creationId xmlns:a16="http://schemas.microsoft.com/office/drawing/2014/main" id="{9227B8E0-35B3-4750-883C-F761498024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7288" y="3590925"/>
              <a:ext cx="9175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2000" i="1">
                  <a:solidFill>
                    <a:srgbClr val="CC0000"/>
                  </a:solidFill>
                  <a:latin typeface="Arial" panose="020B0604020202020204" pitchFamily="34" charset="0"/>
                </a:rPr>
                <a:t>socket</a:t>
              </a:r>
            </a:p>
          </p:txBody>
        </p:sp>
        <p:sp>
          <p:nvSpPr>
            <p:cNvPr id="257069" name="Line 91">
              <a:extLst>
                <a:ext uri="{FF2B5EF4-FFF2-40B4-BE49-F238E27FC236}">
                  <a16:creationId xmlns:a16="http://schemas.microsoft.com/office/drawing/2014/main" id="{BC4B67DD-2E1A-4B74-9FC2-5A5BDB5161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00338" y="3790950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sp>
          <p:nvSpPr>
            <p:cNvPr id="257070" name="Line 92">
              <a:extLst>
                <a:ext uri="{FF2B5EF4-FFF2-40B4-BE49-F238E27FC236}">
                  <a16:creationId xmlns:a16="http://schemas.microsoft.com/office/drawing/2014/main" id="{F79C23C8-CAA5-4815-A509-C2507DFA2B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35500" y="3779838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  <p:grpSp>
          <p:nvGrpSpPr>
            <p:cNvPr id="257071" name="Group 93">
              <a:extLst>
                <a:ext uri="{FF2B5EF4-FFF2-40B4-BE49-F238E27FC236}">
                  <a16:creationId xmlns:a16="http://schemas.microsoft.com/office/drawing/2014/main" id="{2C65D6AD-D09A-4DD2-89BF-F67960E73C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775" y="4808538"/>
              <a:ext cx="1035050" cy="904875"/>
              <a:chOff x="-44" y="1473"/>
              <a:chExt cx="981" cy="1105"/>
            </a:xfrm>
          </p:grpSpPr>
          <p:pic>
            <p:nvPicPr>
              <p:cNvPr id="257075" name="Picture 94" descr="desktop_computer_stylized_medium">
                <a:extLst>
                  <a:ext uri="{FF2B5EF4-FFF2-40B4-BE49-F238E27FC236}">
                    <a16:creationId xmlns:a16="http://schemas.microsoft.com/office/drawing/2014/main" id="{9802E844-CB3C-4E50-B1DF-3BFCA374BC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076" name="Freeform 95">
                <a:extLst>
                  <a:ext uri="{FF2B5EF4-FFF2-40B4-BE49-F238E27FC236}">
                    <a16:creationId xmlns:a16="http://schemas.microsoft.com/office/drawing/2014/main" id="{6B6C408E-39B2-4418-9D86-4F2A9E144E8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0218433 w 356"/>
                  <a:gd name="T3" fmla="*/ 2544776 h 368"/>
                  <a:gd name="T4" fmla="*/ 23984813 w 356"/>
                  <a:gd name="T5" fmla="*/ 53030324 h 368"/>
                  <a:gd name="T6" fmla="*/ 5285912 w 356"/>
                  <a:gd name="T7" fmla="*/ 6632020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  <p:grpSp>
          <p:nvGrpSpPr>
            <p:cNvPr id="257072" name="Group 96">
              <a:extLst>
                <a:ext uri="{FF2B5EF4-FFF2-40B4-BE49-F238E27FC236}">
                  <a16:creationId xmlns:a16="http://schemas.microsoft.com/office/drawing/2014/main" id="{89739AB6-8933-4E20-9230-7D5A04740D93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075488" y="5091113"/>
              <a:ext cx="1035050" cy="904875"/>
              <a:chOff x="-44" y="1473"/>
              <a:chExt cx="981" cy="1105"/>
            </a:xfrm>
          </p:grpSpPr>
          <p:pic>
            <p:nvPicPr>
              <p:cNvPr id="257073" name="Picture 97" descr="desktop_computer_stylized_medium">
                <a:extLst>
                  <a:ext uri="{FF2B5EF4-FFF2-40B4-BE49-F238E27FC236}">
                    <a16:creationId xmlns:a16="http://schemas.microsoft.com/office/drawing/2014/main" id="{D32A6A09-E637-4C25-9B61-7353F121D8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57074" name="Freeform 98">
                <a:extLst>
                  <a:ext uri="{FF2B5EF4-FFF2-40B4-BE49-F238E27FC236}">
                    <a16:creationId xmlns:a16="http://schemas.microsoft.com/office/drawing/2014/main" id="{17F222C0-E723-4239-9658-3385750C702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0218433 w 356"/>
                  <a:gd name="T3" fmla="*/ 2544776 h 368"/>
                  <a:gd name="T4" fmla="*/ 23984813 w 356"/>
                  <a:gd name="T5" fmla="*/ 53030324 h 368"/>
                  <a:gd name="T6" fmla="*/ 5285912 w 356"/>
                  <a:gd name="T7" fmla="*/ 66320202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zh-HK" altLang="en-US"/>
              </a:p>
            </p:txBody>
          </p:sp>
        </p:grpSp>
      </p:grpSp>
      <p:pic>
        <p:nvPicPr>
          <p:cNvPr id="257031" name="Picture 17" descr="underline_base">
            <a:extLst>
              <a:ext uri="{FF2B5EF4-FFF2-40B4-BE49-F238E27FC236}">
                <a16:creationId xmlns:a16="http://schemas.microsoft.com/office/drawing/2014/main" id="{B2A41149-CD0E-4142-951C-9EE904C64F59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85725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7">
            <a:extLst>
              <a:ext uri="{FF2B5EF4-FFF2-40B4-BE49-F238E27FC236}">
                <a16:creationId xmlns:a16="http://schemas.microsoft.com/office/drawing/2014/main" id="{C6671255-EC0D-42DF-AD5C-73FC74F4F4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58051" name="Rectangle 8">
            <a:extLst>
              <a:ext uri="{FF2B5EF4-FFF2-40B4-BE49-F238E27FC236}">
                <a16:creationId xmlns:a16="http://schemas.microsoft.com/office/drawing/2014/main" id="{EDBD2B16-09F5-4480-AF2B-C05837BB1D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2-</a:t>
            </a:r>
            <a:fld id="{B2FE24C2-4A9F-4A1B-8DCE-8F390188CD8F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30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58052" name="Rectangle 2">
            <a:extLst>
              <a:ext uri="{FF2B5EF4-FFF2-40B4-BE49-F238E27FC236}">
                <a16:creationId xmlns:a16="http://schemas.microsoft.com/office/drawing/2014/main" id="{B7EEFDB3-E88A-40C0-8909-95CBFCE117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0"/>
            <a:ext cx="7772400" cy="1143000"/>
          </a:xfrm>
        </p:spPr>
        <p:txBody>
          <a:bodyPr/>
          <a:lstStyle/>
          <a:p>
            <a:r>
              <a:rPr lang="en-US" altLang="zh-TW" sz="4000"/>
              <a:t>Socket programming </a:t>
            </a:r>
            <a:endParaRPr lang="en-US" altLang="zh-TW"/>
          </a:p>
        </p:txBody>
      </p:sp>
      <p:sp>
        <p:nvSpPr>
          <p:cNvPr id="258053" name="Rectangle 3">
            <a:extLst>
              <a:ext uri="{FF2B5EF4-FFF2-40B4-BE49-F238E27FC236}">
                <a16:creationId xmlns:a16="http://schemas.microsoft.com/office/drawing/2014/main" id="{6AE68852-257D-4511-BB75-E9C373AB67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2125" y="1395413"/>
            <a:ext cx="8021638" cy="1533525"/>
          </a:xfrm>
        </p:spPr>
        <p:txBody>
          <a:bodyPr/>
          <a:lstStyle/>
          <a:p>
            <a:pPr marL="342900" lvl="1" indent="-342900">
              <a:buSzPct val="65000"/>
              <a:buFont typeface="Wingdings" panose="05000000000000000000" pitchFamily="2" charset="2"/>
              <a:buNone/>
            </a:pPr>
            <a:r>
              <a:rPr lang="en-US" altLang="zh-TW" sz="2800" i="1">
                <a:solidFill>
                  <a:srgbClr val="22228B"/>
                </a:solidFill>
              </a:rPr>
              <a:t>Two socket types for two transport services:</a:t>
            </a:r>
          </a:p>
          <a:p>
            <a:pPr marL="342900" lvl="1" indent="-342900">
              <a:buSzPct val="65000"/>
            </a:pPr>
            <a:r>
              <a:rPr lang="en-US" altLang="zh-TW" sz="2800" i="1">
                <a:solidFill>
                  <a:srgbClr val="CC0000"/>
                </a:solidFill>
              </a:rPr>
              <a:t>UDP:</a:t>
            </a:r>
            <a:r>
              <a:rPr lang="en-US" altLang="zh-TW" sz="2800">
                <a:solidFill>
                  <a:srgbClr val="000000"/>
                </a:solidFill>
              </a:rPr>
              <a:t> </a:t>
            </a:r>
            <a:r>
              <a:rPr lang="en-US" altLang="zh-TW" sz="2800"/>
              <a:t>unreliable datagram</a:t>
            </a:r>
            <a:endParaRPr lang="en-US" altLang="zh-TW" i="1">
              <a:solidFill>
                <a:srgbClr val="CC0000"/>
              </a:solidFill>
            </a:endParaRPr>
          </a:p>
          <a:p>
            <a:pPr marL="342900" lvl="1" indent="-342900">
              <a:buSzPct val="65000"/>
            </a:pPr>
            <a:r>
              <a:rPr lang="en-US" altLang="zh-TW" sz="2800" i="1">
                <a:solidFill>
                  <a:srgbClr val="CC0000"/>
                </a:solidFill>
              </a:rPr>
              <a:t>TCP:</a:t>
            </a:r>
            <a:r>
              <a:rPr lang="en-US" altLang="zh-TW" sz="2800"/>
              <a:t> reliable, byte stream-oriented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/>
          </a:p>
        </p:txBody>
      </p:sp>
      <p:pic>
        <p:nvPicPr>
          <p:cNvPr id="258054" name="Picture 17" descr="underline_base">
            <a:extLst>
              <a:ext uri="{FF2B5EF4-FFF2-40B4-BE49-F238E27FC236}">
                <a16:creationId xmlns:a16="http://schemas.microsoft.com/office/drawing/2014/main" id="{123CC0ED-4E26-4EE7-86DC-FA7A2D7DB81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85725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Rectangle 3">
            <a:extLst>
              <a:ext uri="{FF2B5EF4-FFF2-40B4-BE49-F238E27FC236}">
                <a16:creationId xmlns:a16="http://schemas.microsoft.com/office/drawing/2014/main" id="{F56885DC-7AEB-4A17-85BB-DE6B3D031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981325"/>
            <a:ext cx="8021638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lvl="1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itchFamily="2" charset="2"/>
              <a:buNone/>
              <a:defRPr/>
            </a:pPr>
            <a:r>
              <a:rPr lang="en-US" sz="2800" i="1" kern="0" dirty="0">
                <a:solidFill>
                  <a:srgbClr val="C00000"/>
                </a:solidFill>
                <a:latin typeface="Gill Sans MT" pitchFamily="34" charset="0"/>
                <a:ea typeface="ＭＳ Ｐゴシック" charset="0"/>
              </a:rPr>
              <a:t>Application Example</a:t>
            </a:r>
            <a:r>
              <a:rPr lang="en-US" sz="2800" i="1" kern="0" dirty="0">
                <a:solidFill>
                  <a:srgbClr val="2D2DB9">
                    <a:lumMod val="75000"/>
                  </a:srgbClr>
                </a:solidFill>
                <a:latin typeface="Gill Sans MT" pitchFamily="34" charset="0"/>
                <a:ea typeface="ＭＳ Ｐゴシック" charset="0"/>
              </a:rPr>
              <a:t>:</a:t>
            </a:r>
          </a:p>
          <a:p>
            <a:pPr marL="514350" indent="-5143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+mj-lt"/>
              <a:buAutoNum type="arabicPeriod"/>
              <a:defRPr/>
            </a:pPr>
            <a:r>
              <a:rPr lang="en-US" sz="2800" kern="0" dirty="0">
                <a:solidFill>
                  <a:srgbClr val="C00000"/>
                </a:solidFill>
                <a:latin typeface="Gill Sans MT" pitchFamily="34" charset="0"/>
                <a:cs typeface="ＭＳ Ｐゴシック" charset="0"/>
              </a:rPr>
              <a:t>Client</a:t>
            </a:r>
            <a:r>
              <a:rPr lang="en-US" sz="2800" kern="0" dirty="0">
                <a:solidFill>
                  <a:srgbClr val="000000"/>
                </a:solidFill>
                <a:latin typeface="Gill Sans MT" pitchFamily="34" charset="0"/>
                <a:cs typeface="ＭＳ Ｐゴシック" charset="0"/>
              </a:rPr>
              <a:t> reads a line of characters (data) from its keyboard and sends the data to the server.</a:t>
            </a:r>
          </a:p>
          <a:p>
            <a:pPr marL="514350" indent="-5143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+mj-lt"/>
              <a:buAutoNum type="arabicPeriod"/>
              <a:defRPr/>
            </a:pPr>
            <a:r>
              <a:rPr lang="en-US" sz="2800" kern="0" dirty="0">
                <a:solidFill>
                  <a:srgbClr val="000000"/>
                </a:solidFill>
                <a:latin typeface="Gill Sans MT" pitchFamily="34" charset="0"/>
                <a:cs typeface="ＭＳ Ｐゴシック" charset="0"/>
              </a:rPr>
              <a:t>The </a:t>
            </a:r>
            <a:r>
              <a:rPr lang="en-US" sz="2800" kern="0" dirty="0">
                <a:solidFill>
                  <a:srgbClr val="C00000"/>
                </a:solidFill>
                <a:latin typeface="Gill Sans MT" pitchFamily="34" charset="0"/>
                <a:cs typeface="ＭＳ Ｐゴシック" charset="0"/>
              </a:rPr>
              <a:t>server</a:t>
            </a:r>
            <a:r>
              <a:rPr lang="en-US" sz="2800" kern="0" dirty="0">
                <a:solidFill>
                  <a:srgbClr val="000000"/>
                </a:solidFill>
                <a:latin typeface="Gill Sans MT" pitchFamily="34" charset="0"/>
                <a:cs typeface="ＭＳ Ｐゴシック" charset="0"/>
              </a:rPr>
              <a:t> receives the data and </a:t>
            </a:r>
            <a:r>
              <a:rPr lang="en-US" sz="2800" kern="0" dirty="0">
                <a:solidFill>
                  <a:srgbClr val="C00000"/>
                </a:solidFill>
                <a:latin typeface="Gill Sans MT" pitchFamily="34" charset="0"/>
                <a:cs typeface="ＭＳ Ｐゴシック" charset="0"/>
              </a:rPr>
              <a:t>converts characters to uppercase</a:t>
            </a:r>
            <a:r>
              <a:rPr lang="en-US" sz="2800" kern="0" dirty="0">
                <a:solidFill>
                  <a:srgbClr val="000000"/>
                </a:solidFill>
                <a:latin typeface="Gill Sans MT" pitchFamily="34" charset="0"/>
                <a:cs typeface="ＭＳ Ｐゴシック" charset="0"/>
              </a:rPr>
              <a:t>.</a:t>
            </a:r>
          </a:p>
          <a:p>
            <a:pPr marL="514350" indent="-5143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+mj-lt"/>
              <a:buAutoNum type="arabicPeriod"/>
              <a:defRPr/>
            </a:pPr>
            <a:r>
              <a:rPr lang="en-US" sz="2800" kern="0" dirty="0">
                <a:solidFill>
                  <a:srgbClr val="000000"/>
                </a:solidFill>
                <a:latin typeface="Gill Sans MT" pitchFamily="34" charset="0"/>
                <a:cs typeface="ＭＳ Ｐゴシック" charset="0"/>
              </a:rPr>
              <a:t>The server sends the modified data to the client.</a:t>
            </a:r>
          </a:p>
          <a:p>
            <a:pPr marL="514350" indent="-5143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+mj-lt"/>
              <a:buAutoNum type="arabicPeriod"/>
              <a:defRPr/>
            </a:pPr>
            <a:r>
              <a:rPr lang="en-US" sz="2800" kern="0" dirty="0">
                <a:solidFill>
                  <a:srgbClr val="000000"/>
                </a:solidFill>
                <a:latin typeface="Gill Sans MT" pitchFamily="34" charset="0"/>
                <a:cs typeface="ＭＳ Ｐゴシック" charset="0"/>
              </a:rPr>
              <a:t>The client receives the modified data and displays the line on its screen.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7">
            <a:extLst>
              <a:ext uri="{FF2B5EF4-FFF2-40B4-BE49-F238E27FC236}">
                <a16:creationId xmlns:a16="http://schemas.microsoft.com/office/drawing/2014/main" id="{2D9DAEAF-43CA-4927-BD69-D9291FEED0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59075" name="Rectangle 8">
            <a:extLst>
              <a:ext uri="{FF2B5EF4-FFF2-40B4-BE49-F238E27FC236}">
                <a16:creationId xmlns:a16="http://schemas.microsoft.com/office/drawing/2014/main" id="{1DAB53DC-7195-413A-8A81-C6C02629BC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2-</a:t>
            </a:r>
            <a:fld id="{77061CC8-D0A7-469D-9268-0ED985DA3379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31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259076" name="Picture 15" descr="underline_base">
            <a:extLst>
              <a:ext uri="{FF2B5EF4-FFF2-40B4-BE49-F238E27FC236}">
                <a16:creationId xmlns:a16="http://schemas.microsoft.com/office/drawing/2014/main" id="{11FD3CF0-2E5C-466A-AF68-31CBF6805F32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5" y="790575"/>
            <a:ext cx="6399213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9077" name="Rectangle 2">
            <a:extLst>
              <a:ext uri="{FF2B5EF4-FFF2-40B4-BE49-F238E27FC236}">
                <a16:creationId xmlns:a16="http://schemas.microsoft.com/office/drawing/2014/main" id="{4451D042-C834-4534-9E6B-14AEB53BC7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1175" y="0"/>
            <a:ext cx="7772400" cy="1143000"/>
          </a:xfrm>
        </p:spPr>
        <p:txBody>
          <a:bodyPr/>
          <a:lstStyle/>
          <a:p>
            <a:r>
              <a:rPr lang="en-US" altLang="zh-TW" sz="4000"/>
              <a:t>Socket programming </a:t>
            </a:r>
            <a:r>
              <a:rPr lang="en-US" altLang="zh-TW" sz="4000" i="1">
                <a:solidFill>
                  <a:srgbClr val="CC0000"/>
                </a:solidFill>
              </a:rPr>
              <a:t>with UDP</a:t>
            </a:r>
            <a:endParaRPr lang="en-US" altLang="zh-TW">
              <a:solidFill>
                <a:srgbClr val="CC0000"/>
              </a:solidFill>
            </a:endParaRPr>
          </a:p>
        </p:txBody>
      </p:sp>
      <p:sp>
        <p:nvSpPr>
          <p:cNvPr id="259078" name="Rectangle 3">
            <a:extLst>
              <a:ext uri="{FF2B5EF4-FFF2-40B4-BE49-F238E27FC236}">
                <a16:creationId xmlns:a16="http://schemas.microsoft.com/office/drawing/2014/main" id="{C39E15A7-7F79-40BD-8CF0-3328D003CA4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5613" y="1354138"/>
            <a:ext cx="7265987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CC0000"/>
                </a:solidFill>
              </a:rPr>
              <a:t>UDP: no </a:t>
            </a:r>
            <a:r>
              <a:rPr lang="ja-JP" altLang="en-US" dirty="0">
                <a:solidFill>
                  <a:srgbClr val="CC0000"/>
                </a:solidFill>
              </a:rPr>
              <a:t>“</a:t>
            </a:r>
            <a:r>
              <a:rPr lang="en-US" altLang="ja-JP" dirty="0">
                <a:solidFill>
                  <a:srgbClr val="CC0000"/>
                </a:solidFill>
              </a:rPr>
              <a:t>connection</a:t>
            </a:r>
            <a:r>
              <a:rPr lang="ja-JP" altLang="en-US" dirty="0">
                <a:solidFill>
                  <a:srgbClr val="CC0000"/>
                </a:solidFill>
              </a:rPr>
              <a:t>”</a:t>
            </a:r>
            <a:r>
              <a:rPr lang="en-US" altLang="ja-JP" dirty="0">
                <a:solidFill>
                  <a:srgbClr val="CC0000"/>
                </a:solidFill>
              </a:rPr>
              <a:t> between client &amp; server</a:t>
            </a:r>
          </a:p>
          <a:p>
            <a:r>
              <a:rPr lang="en-US" altLang="zh-TW" sz="2400" dirty="0"/>
              <a:t>no handshaking before sending data</a:t>
            </a:r>
          </a:p>
          <a:p>
            <a:r>
              <a:rPr lang="en-US" altLang="zh-TW" sz="2400" dirty="0">
                <a:solidFill>
                  <a:schemeClr val="accent2"/>
                </a:solidFill>
              </a:rPr>
              <a:t>sender explicitly attaches IP destination address and port # to each packet</a:t>
            </a:r>
          </a:p>
          <a:p>
            <a:r>
              <a:rPr lang="en-US" altLang="zh-TW" sz="2400" dirty="0"/>
              <a:t>receiver extracts sender IP address and port # from received packet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TW" dirty="0">
                <a:solidFill>
                  <a:srgbClr val="CC0000"/>
                </a:solidFill>
              </a:rPr>
              <a:t>UDP: transmitted data may be lost or received out-of-order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TW" dirty="0"/>
              <a:t>Application viewpoint:</a:t>
            </a:r>
          </a:p>
          <a:p>
            <a:pPr>
              <a:lnSpc>
                <a:spcPts val="2800"/>
              </a:lnSpc>
              <a:spcBef>
                <a:spcPct val="0"/>
              </a:spcBef>
              <a:buClrTx/>
              <a:buSzTx/>
            </a:pPr>
            <a:r>
              <a:rPr lang="en-US" altLang="zh-TW" sz="2400" dirty="0"/>
              <a:t>UDP provides </a:t>
            </a:r>
            <a:r>
              <a:rPr lang="en-US" altLang="zh-TW" sz="2400" i="1" dirty="0"/>
              <a:t>unreliable</a:t>
            </a:r>
            <a:r>
              <a:rPr lang="en-US" altLang="zh-TW" sz="2400" dirty="0"/>
              <a:t> transfer of groups of bytes (</a:t>
            </a:r>
            <a:r>
              <a:rPr lang="ja-JP" altLang="en-US" sz="2400" dirty="0"/>
              <a:t>“</a:t>
            </a:r>
            <a:r>
              <a:rPr lang="en-US" altLang="ja-JP" sz="2400" dirty="0"/>
              <a:t>datagrams</a:t>
            </a:r>
            <a:r>
              <a:rPr lang="ja-JP" altLang="en-US" sz="2400" dirty="0"/>
              <a:t>”</a:t>
            </a:r>
            <a:r>
              <a:rPr lang="en-US" altLang="ja-JP" sz="2400" dirty="0"/>
              <a:t>)  between client and server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zh-TW" dirty="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>
            <a:extLst>
              <a:ext uri="{FF2B5EF4-FFF2-40B4-BE49-F238E27FC236}">
                <a16:creationId xmlns:a16="http://schemas.microsoft.com/office/drawing/2014/main" id="{73603F96-D354-4F8C-A23C-9687A0EB05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0"/>
            <a:ext cx="7772400" cy="1143000"/>
          </a:xfrm>
        </p:spPr>
        <p:txBody>
          <a:bodyPr/>
          <a:lstStyle/>
          <a:p>
            <a:r>
              <a:rPr lang="en-US" altLang="zh-TW" sz="3600"/>
              <a:t>Client/server socket interaction: UDP</a:t>
            </a:r>
            <a:endParaRPr lang="en-US" altLang="zh-TW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96BFEC90-CD17-4FC2-989B-9143C3C06A65}"/>
              </a:ext>
            </a:extLst>
          </p:cNvPr>
          <p:cNvGrpSpPr>
            <a:grpSpLocks/>
          </p:cNvGrpSpPr>
          <p:nvPr/>
        </p:nvGrpSpPr>
        <p:grpSpPr bwMode="auto">
          <a:xfrm>
            <a:off x="5510213" y="4081463"/>
            <a:ext cx="2211387" cy="2111375"/>
            <a:chOff x="3485" y="2550"/>
            <a:chExt cx="1393" cy="1330"/>
          </a:xfrm>
        </p:grpSpPr>
        <p:grpSp>
          <p:nvGrpSpPr>
            <p:cNvPr id="260123" name="Group 5">
              <a:extLst>
                <a:ext uri="{FF2B5EF4-FFF2-40B4-BE49-F238E27FC236}">
                  <a16:creationId xmlns:a16="http://schemas.microsoft.com/office/drawing/2014/main" id="{A0C85B9F-FA24-47F7-A47E-14F523CA7C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5" y="2964"/>
              <a:ext cx="1393" cy="916"/>
              <a:chOff x="3485" y="2964"/>
              <a:chExt cx="1393" cy="916"/>
            </a:xfrm>
          </p:grpSpPr>
          <p:sp>
            <p:nvSpPr>
              <p:cNvPr id="260125" name="Text Box 6">
                <a:extLst>
                  <a:ext uri="{FF2B5EF4-FFF2-40B4-BE49-F238E27FC236}">
                    <a16:creationId xmlns:a16="http://schemas.microsoft.com/office/drawing/2014/main" id="{CE4DFDCA-A38D-4E8E-8778-5C0CC0E74F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9" y="3473"/>
                <a:ext cx="900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close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solidFill>
                      <a:srgbClr val="7030A0"/>
                    </a:solidFill>
                    <a:latin typeface="Arial" panose="020B0604020202020204" pitchFamily="34" charset="0"/>
                  </a:rPr>
                  <a:t>clientSocket</a:t>
                </a:r>
                <a:endParaRPr lang="en-US" altLang="zh-TW" sz="1800">
                  <a:solidFill>
                    <a:srgbClr val="7030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0126" name="Line 7">
                <a:extLst>
                  <a:ext uri="{FF2B5EF4-FFF2-40B4-BE49-F238E27FC236}">
                    <a16:creationId xmlns:a16="http://schemas.microsoft.com/office/drawing/2014/main" id="{3395D8E9-F264-411D-935F-D07177AE1C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3318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HK" altLang="en-US"/>
              </a:p>
            </p:txBody>
          </p:sp>
          <p:sp>
            <p:nvSpPr>
              <p:cNvPr id="260127" name="Text Box 8">
                <a:extLst>
                  <a:ext uri="{FF2B5EF4-FFF2-40B4-BE49-F238E27FC236}">
                    <a16:creationId xmlns:a16="http://schemas.microsoft.com/office/drawing/2014/main" id="{5D9AC5AA-5911-4B4D-ACF7-3291C55E80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5" y="2964"/>
                <a:ext cx="139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read datagram from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solidFill>
                      <a:srgbClr val="7030A0"/>
                    </a:solidFill>
                    <a:latin typeface="Arial" panose="020B0604020202020204" pitchFamily="34" charset="0"/>
                  </a:rPr>
                  <a:t>clientSocket</a:t>
                </a:r>
                <a:endParaRPr lang="en-US" altLang="zh-TW" sz="1800">
                  <a:solidFill>
                    <a:srgbClr val="7030A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0124" name="Line 9">
              <a:extLst>
                <a:ext uri="{FF2B5EF4-FFF2-40B4-BE49-F238E27FC236}">
                  <a16:creationId xmlns:a16="http://schemas.microsoft.com/office/drawing/2014/main" id="{BB4BCE1F-7BBF-4FEC-99AE-20CCDD1C8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4" y="2550"/>
              <a:ext cx="0" cy="52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HK" altLang="en-US"/>
            </a:p>
          </p:txBody>
        </p:sp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0DB30519-DA65-4C07-A9D9-D37513756984}"/>
              </a:ext>
            </a:extLst>
          </p:cNvPr>
          <p:cNvGrpSpPr>
            <a:grpSpLocks/>
          </p:cNvGrpSpPr>
          <p:nvPr/>
        </p:nvGrpSpPr>
        <p:grpSpPr bwMode="auto">
          <a:xfrm>
            <a:off x="3000375" y="1333500"/>
            <a:ext cx="6203950" cy="2690813"/>
            <a:chOff x="1890" y="840"/>
            <a:chExt cx="3908" cy="1695"/>
          </a:xfrm>
        </p:grpSpPr>
        <p:grpSp>
          <p:nvGrpSpPr>
            <p:cNvPr id="260116" name="Group 11">
              <a:extLst>
                <a:ext uri="{FF2B5EF4-FFF2-40B4-BE49-F238E27FC236}">
                  <a16:creationId xmlns:a16="http://schemas.microsoft.com/office/drawing/2014/main" id="{4644AF29-35A6-458D-AD3F-1893AD7A58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7" y="1240"/>
              <a:ext cx="2290" cy="612"/>
              <a:chOff x="3241" y="1750"/>
              <a:chExt cx="2290" cy="612"/>
            </a:xfrm>
          </p:grpSpPr>
          <p:sp>
            <p:nvSpPr>
              <p:cNvPr id="260121" name="Text Box 12">
                <a:extLst>
                  <a:ext uri="{FF2B5EF4-FFF2-40B4-BE49-F238E27FC236}">
                    <a16:creationId xmlns:a16="http://schemas.microsoft.com/office/drawing/2014/main" id="{A497BCC9-BC64-40B3-9CB4-F987DEA323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" y="1750"/>
                <a:ext cx="1021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8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create socket: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TW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0122" name="Text Box 13">
                <a:extLst>
                  <a:ext uri="{FF2B5EF4-FFF2-40B4-BE49-F238E27FC236}">
                    <a16:creationId xmlns:a16="http://schemas.microsoft.com/office/drawing/2014/main" id="{27E5D82B-B217-4D51-8A24-24EB3457BB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" y="1944"/>
                <a:ext cx="2290" cy="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ts val="2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r>
                  <a:rPr lang="en-US" altLang="zh-TW" sz="1800">
                    <a:solidFill>
                      <a:srgbClr val="7030A0"/>
                    </a:solidFill>
                    <a:latin typeface="Arial" panose="020B0604020202020204" pitchFamily="34" charset="0"/>
                  </a:rPr>
                  <a:t>clientSocket =</a:t>
                </a:r>
              </a:p>
              <a:p>
                <a:pPr>
                  <a:lnSpc>
                    <a:spcPts val="2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r>
                  <a:rPr lang="en-US" altLang="zh-TW" sz="1800">
                    <a:solidFill>
                      <a:srgbClr val="7030A0"/>
                    </a:solidFill>
                    <a:latin typeface="Arial" panose="020B0604020202020204" pitchFamily="34" charset="0"/>
                  </a:rPr>
                  <a:t>socket(AF_INET,SOCK_DGRAM)</a:t>
                </a:r>
                <a:endParaRPr lang="en-US" altLang="zh-TW" sz="1800">
                  <a:solidFill>
                    <a:srgbClr val="7030A0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0117" name="Text Box 14">
              <a:extLst>
                <a:ext uri="{FF2B5EF4-FFF2-40B4-BE49-F238E27FC236}">
                  <a16:creationId xmlns:a16="http://schemas.microsoft.com/office/drawing/2014/main" id="{3F0A9FBD-93C2-4468-8314-45E610597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0" y="840"/>
              <a:ext cx="1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endParaRPr lang="zh-TW" altLang="zh-TW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0118" name="Text Box 15">
              <a:extLst>
                <a:ext uri="{FF2B5EF4-FFF2-40B4-BE49-F238E27FC236}">
                  <a16:creationId xmlns:a16="http://schemas.microsoft.com/office/drawing/2014/main" id="{1A4B89CB-AC73-4782-AC15-5DA804D3B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9" y="1953"/>
              <a:ext cx="2409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solidFill>
                    <a:srgbClr val="000000"/>
                  </a:solidFill>
                  <a:latin typeface="Arial" panose="020B0604020202020204" pitchFamily="34" charset="0"/>
                </a:rPr>
                <a:t>Create datagram with </a:t>
              </a:r>
              <a:r>
                <a:rPr lang="en-US" altLang="zh-TW" sz="1800" dirty="0">
                  <a:solidFill>
                    <a:srgbClr val="0070C0"/>
                  </a:solidFill>
                  <a:latin typeface="Arial" panose="020B0604020202020204" pitchFamily="34" charset="0"/>
                </a:rPr>
                <a:t>server IP</a:t>
              </a:r>
              <a:r>
                <a:rPr lang="en-US" altLang="zh-TW" sz="1800" dirty="0">
                  <a:solidFill>
                    <a:srgbClr val="000000"/>
                  </a:solidFill>
                  <a:latin typeface="Arial" panose="020B0604020202020204" pitchFamily="34" charset="0"/>
                </a:rPr>
                <a:t> and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dirty="0">
                  <a:solidFill>
                    <a:srgbClr val="0070C0"/>
                  </a:solidFill>
                  <a:latin typeface="Arial" panose="020B0604020202020204" pitchFamily="34" charset="0"/>
                </a:rPr>
                <a:t>port=x</a:t>
              </a:r>
              <a:r>
                <a:rPr lang="en-US" altLang="zh-TW" sz="1800" dirty="0">
                  <a:solidFill>
                    <a:srgbClr val="000000"/>
                  </a:solidFill>
                  <a:latin typeface="Arial" panose="020B0604020202020204" pitchFamily="34" charset="0"/>
                </a:rPr>
                <a:t>; send datagram via</a:t>
              </a:r>
              <a:br>
                <a:rPr lang="en-US" altLang="zh-TW" sz="1800" dirty="0">
                  <a:solidFill>
                    <a:srgbClr val="CC0000"/>
                  </a:solidFill>
                  <a:latin typeface="Arial" panose="020B0604020202020204" pitchFamily="34" charset="0"/>
                </a:rPr>
              </a:br>
              <a:r>
                <a:rPr lang="en-US" altLang="zh-TW" sz="1800" dirty="0" err="1">
                  <a:solidFill>
                    <a:srgbClr val="7030A0"/>
                  </a:solidFill>
                  <a:latin typeface="Arial" panose="020B0604020202020204" pitchFamily="34" charset="0"/>
                </a:rPr>
                <a:t>clientSocket</a:t>
              </a:r>
              <a:endParaRPr lang="en-US" altLang="zh-TW" sz="1800" dirty="0">
                <a:solidFill>
                  <a:srgbClr val="7030A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0119" name="Line 16">
              <a:extLst>
                <a:ext uri="{FF2B5EF4-FFF2-40B4-BE49-F238E27FC236}">
                  <a16:creationId xmlns:a16="http://schemas.microsoft.com/office/drawing/2014/main" id="{B2FFF582-8581-46F2-BE24-E93E27C9F7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8" y="1830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HK" altLang="en-US"/>
            </a:p>
          </p:txBody>
        </p:sp>
        <p:sp>
          <p:nvSpPr>
            <p:cNvPr id="260120" name="Line 17">
              <a:extLst>
                <a:ext uri="{FF2B5EF4-FFF2-40B4-BE49-F238E27FC236}">
                  <a16:creationId xmlns:a16="http://schemas.microsoft.com/office/drawing/2014/main" id="{97B12ACF-ADCD-4043-A1F6-0038C6621C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90" y="2208"/>
              <a:ext cx="1518" cy="252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HK" altLang="en-US"/>
            </a:p>
          </p:txBody>
        </p:sp>
      </p:grpSp>
      <p:sp>
        <p:nvSpPr>
          <p:cNvPr id="260101" name="Text Box 18">
            <a:extLst>
              <a:ext uri="{FF2B5EF4-FFF2-40B4-BE49-F238E27FC236}">
                <a16:creationId xmlns:a16="http://schemas.microsoft.com/office/drawing/2014/main" id="{91B6B995-3F49-4DCC-9048-A8A10AF4B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38" y="2187575"/>
            <a:ext cx="24622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>
                <a:solidFill>
                  <a:srgbClr val="000000"/>
                </a:solidFill>
                <a:latin typeface="Arial" panose="020B0604020202020204" pitchFamily="34" charset="0"/>
              </a:rPr>
              <a:t>create socket, </a:t>
            </a:r>
            <a:r>
              <a:rPr lang="en-US" altLang="zh-TW" sz="1800">
                <a:solidFill>
                  <a:srgbClr val="0070C0"/>
                </a:solidFill>
                <a:latin typeface="Arial" panose="020B0604020202020204" pitchFamily="34" charset="0"/>
              </a:rPr>
              <a:t>port= x</a:t>
            </a:r>
            <a:r>
              <a:rPr lang="en-US" altLang="zh-TW" sz="180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en-US" altLang="zh-TW" sz="1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0102" name="Text Box 19">
            <a:extLst>
              <a:ext uri="{FF2B5EF4-FFF2-40B4-BE49-F238E27FC236}">
                <a16:creationId xmlns:a16="http://schemas.microsoft.com/office/drawing/2014/main" id="{E8DF19F5-47BF-4162-A795-BAF412A14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438" y="2482850"/>
            <a:ext cx="3635375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ts val="2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serverSocket =</a:t>
            </a:r>
          </a:p>
          <a:p>
            <a:pPr>
              <a:lnSpc>
                <a:spcPts val="2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1800">
                <a:solidFill>
                  <a:srgbClr val="CC0000"/>
                </a:solidFill>
                <a:latin typeface="Arial" panose="020B0604020202020204" pitchFamily="34" charset="0"/>
              </a:rPr>
              <a:t>socket(AF_INET,SOCK_DGRAM)</a:t>
            </a:r>
            <a:endParaRPr lang="en-US" altLang="zh-TW" sz="180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" name="Group 20">
            <a:extLst>
              <a:ext uri="{FF2B5EF4-FFF2-40B4-BE49-F238E27FC236}">
                <a16:creationId xmlns:a16="http://schemas.microsoft.com/office/drawing/2014/main" id="{41CC88F5-AB24-4BD8-A461-9E48770B977F}"/>
              </a:ext>
            </a:extLst>
          </p:cNvPr>
          <p:cNvGrpSpPr>
            <a:grpSpLocks/>
          </p:cNvGrpSpPr>
          <p:nvPr/>
        </p:nvGrpSpPr>
        <p:grpSpPr bwMode="auto">
          <a:xfrm>
            <a:off x="1316038" y="3146425"/>
            <a:ext cx="2211387" cy="1122363"/>
            <a:chOff x="885" y="1982"/>
            <a:chExt cx="1393" cy="707"/>
          </a:xfrm>
        </p:grpSpPr>
        <p:sp>
          <p:nvSpPr>
            <p:cNvPr id="260114" name="Line 21">
              <a:extLst>
                <a:ext uri="{FF2B5EF4-FFF2-40B4-BE49-F238E27FC236}">
                  <a16:creationId xmlns:a16="http://schemas.microsoft.com/office/drawing/2014/main" id="{6615898B-089E-4B93-942E-64932A161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6" y="1982"/>
              <a:ext cx="0" cy="36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HK" altLang="en-US"/>
            </a:p>
          </p:txBody>
        </p:sp>
        <p:sp>
          <p:nvSpPr>
            <p:cNvPr id="260115" name="Text Box 22">
              <a:extLst>
                <a:ext uri="{FF2B5EF4-FFF2-40B4-BE49-F238E27FC236}">
                  <a16:creationId xmlns:a16="http://schemas.microsoft.com/office/drawing/2014/main" id="{53BED221-3771-4721-B91B-FCD60E5D4E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" y="2282"/>
              <a:ext cx="139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00"/>
                  </a:solidFill>
                  <a:latin typeface="Arial" panose="020B0604020202020204" pitchFamily="34" charset="0"/>
                </a:rPr>
                <a:t>read datagram from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CC0000"/>
                  </a:solidFill>
                  <a:latin typeface="Arial" panose="020B0604020202020204" pitchFamily="34" charset="0"/>
                </a:rPr>
                <a:t>serverSocke</a:t>
              </a:r>
              <a:r>
                <a:rPr lang="en-US" altLang="zh-TW" sz="1800">
                  <a:solidFill>
                    <a:srgbClr val="FF0000"/>
                  </a:solidFill>
                  <a:latin typeface="Arial" panose="020B0604020202020204" pitchFamily="34" charset="0"/>
                </a:rPr>
                <a:t>t</a:t>
              </a:r>
              <a:endParaRPr lang="en-US" altLang="zh-TW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Group 23">
            <a:extLst>
              <a:ext uri="{FF2B5EF4-FFF2-40B4-BE49-F238E27FC236}">
                <a16:creationId xmlns:a16="http://schemas.microsoft.com/office/drawing/2014/main" id="{C494DA7D-E9C4-4D52-8880-B88224C51BC5}"/>
              </a:ext>
            </a:extLst>
          </p:cNvPr>
          <p:cNvGrpSpPr>
            <a:grpSpLocks/>
          </p:cNvGrpSpPr>
          <p:nvPr/>
        </p:nvGrpSpPr>
        <p:grpSpPr bwMode="auto">
          <a:xfrm>
            <a:off x="1338263" y="4295775"/>
            <a:ext cx="3973512" cy="1660525"/>
            <a:chOff x="899" y="2720"/>
            <a:chExt cx="2503" cy="1046"/>
          </a:xfrm>
        </p:grpSpPr>
        <p:sp>
          <p:nvSpPr>
            <p:cNvPr id="260111" name="Text Box 24">
              <a:extLst>
                <a:ext uri="{FF2B5EF4-FFF2-40B4-BE49-F238E27FC236}">
                  <a16:creationId xmlns:a16="http://schemas.microsoft.com/office/drawing/2014/main" id="{DCCFB981-1151-4A65-B08C-8D1A60E32F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9" y="2835"/>
              <a:ext cx="1062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00"/>
                  </a:solidFill>
                  <a:latin typeface="Arial" panose="020B0604020202020204" pitchFamily="34" charset="0"/>
                </a:rPr>
                <a:t>write reply to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CC0000"/>
                  </a:solidFill>
                  <a:latin typeface="Arial" panose="020B0604020202020204" pitchFamily="34" charset="0"/>
                </a:rPr>
                <a:t>serverSocket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00"/>
                  </a:solidFill>
                  <a:latin typeface="Arial" panose="020B0604020202020204" pitchFamily="34" charset="0"/>
                </a:rPr>
                <a:t>specifying </a:t>
              </a:r>
              <a:br>
                <a:rPr lang="en-US" altLang="zh-TW" sz="1800">
                  <a:solidFill>
                    <a:srgbClr val="000000"/>
                  </a:solidFill>
                  <a:latin typeface="Arial" panose="020B0604020202020204" pitchFamily="34" charset="0"/>
                </a:rPr>
              </a:br>
              <a:r>
                <a:rPr lang="en-US" altLang="zh-TW" sz="1800">
                  <a:solidFill>
                    <a:srgbClr val="000000"/>
                  </a:solidFill>
                  <a:latin typeface="Arial" panose="020B0604020202020204" pitchFamily="34" charset="0"/>
                </a:rPr>
                <a:t>client address,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000000"/>
                  </a:solidFill>
                  <a:latin typeface="Arial" panose="020B0604020202020204" pitchFamily="34" charset="0"/>
                </a:rPr>
                <a:t>port number</a:t>
              </a:r>
              <a:endParaRPr lang="en-US" altLang="zh-TW" sz="1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0112" name="Line 25">
              <a:extLst>
                <a:ext uri="{FF2B5EF4-FFF2-40B4-BE49-F238E27FC236}">
                  <a16:creationId xmlns:a16="http://schemas.microsoft.com/office/drawing/2014/main" id="{639283A8-F15B-431C-89A8-B8E291084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2" y="2720"/>
              <a:ext cx="0" cy="19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HK" altLang="en-US"/>
            </a:p>
          </p:txBody>
        </p:sp>
        <p:sp>
          <p:nvSpPr>
            <p:cNvPr id="260113" name="Line 26">
              <a:extLst>
                <a:ext uri="{FF2B5EF4-FFF2-40B4-BE49-F238E27FC236}">
                  <a16:creationId xmlns:a16="http://schemas.microsoft.com/office/drawing/2014/main" id="{07DAF8C3-627C-4A91-BA20-655B5C5FF5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2970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HK" altLang="en-US"/>
            </a:p>
          </p:txBody>
        </p:sp>
      </p:grpSp>
      <p:sp>
        <p:nvSpPr>
          <p:cNvPr id="260105" name="Footer Placeholder 2">
            <a:extLst>
              <a:ext uri="{FF2B5EF4-FFF2-40B4-BE49-F238E27FC236}">
                <a16:creationId xmlns:a16="http://schemas.microsoft.com/office/drawing/2014/main" id="{F6095123-66E3-4B64-A6CC-8223E5091681}"/>
              </a:ext>
            </a:extLst>
          </p:cNvPr>
          <p:cNvSpPr txBox="1">
            <a:spLocks noGrp="1"/>
          </p:cNvSpPr>
          <p:nvPr/>
        </p:nvSpPr>
        <p:spPr bwMode="auto">
          <a:xfrm>
            <a:off x="7618413" y="6532563"/>
            <a:ext cx="1452562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 2-</a:t>
            </a:r>
            <a:fld id="{47826B14-EEEF-4ED8-BCD9-17F870BBF534}" type="slidenum">
              <a:rPr lang="en-US" altLang="zh-TW"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zh-TW" sz="12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0106" name="Picture 32" descr="underline_base">
            <a:extLst>
              <a:ext uri="{FF2B5EF4-FFF2-40B4-BE49-F238E27FC236}">
                <a16:creationId xmlns:a16="http://schemas.microsoft.com/office/drawing/2014/main" id="{D756BC30-FE0E-4559-B94E-A5D6FFE264B9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782638"/>
            <a:ext cx="73136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0107" name="Text Box 22">
            <a:extLst>
              <a:ext uri="{FF2B5EF4-FFF2-40B4-BE49-F238E27FC236}">
                <a16:creationId xmlns:a16="http://schemas.microsoft.com/office/drawing/2014/main" id="{37C97D3A-E43B-460B-B739-4377BC43C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1304925"/>
            <a:ext cx="36861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>
                <a:solidFill>
                  <a:srgbClr val="000000"/>
                </a:solidFill>
              </a:rPr>
              <a:t>server</a:t>
            </a:r>
            <a:r>
              <a:rPr lang="en-US" altLang="zh-TW" sz="2400">
                <a:solidFill>
                  <a:srgbClr val="000000"/>
                </a:solidFill>
              </a:rPr>
              <a:t> (running</a:t>
            </a:r>
            <a:r>
              <a:rPr lang="en-US" altLang="zh-TW" sz="2000">
                <a:solidFill>
                  <a:srgbClr val="000000"/>
                </a:solidFill>
              </a:rPr>
              <a:t> on</a:t>
            </a:r>
            <a:r>
              <a:rPr lang="en-US" altLang="zh-TW" sz="180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zh-TW" sz="1800">
                <a:solidFill>
                  <a:srgbClr val="0070C0"/>
                </a:solidFill>
                <a:latin typeface="Comic Sans MS" panose="030F0702030302020204" pitchFamily="66" charset="0"/>
              </a:rPr>
              <a:t>serverIP</a:t>
            </a:r>
            <a:r>
              <a:rPr lang="en-US" altLang="zh-TW" sz="240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260108" name="Text Box 23">
            <a:extLst>
              <a:ext uri="{FF2B5EF4-FFF2-40B4-BE49-F238E27FC236}">
                <a16:creationId xmlns:a16="http://schemas.microsoft.com/office/drawing/2014/main" id="{3B08B083-6B39-4C27-908B-F58D9F53A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88" y="1301750"/>
            <a:ext cx="962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>
                <a:solidFill>
                  <a:srgbClr val="000000"/>
                </a:solidFill>
              </a:rPr>
              <a:t>client</a:t>
            </a:r>
          </a:p>
        </p:txBody>
      </p:sp>
      <p:sp>
        <p:nvSpPr>
          <p:cNvPr id="260109" name="Line 35">
            <a:extLst>
              <a:ext uri="{FF2B5EF4-FFF2-40B4-BE49-F238E27FC236}">
                <a16:creationId xmlns:a16="http://schemas.microsoft.com/office/drawing/2014/main" id="{D0FB5C1A-530A-4393-9240-3AD28933E4E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863" y="1755775"/>
            <a:ext cx="3341687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60110" name="Line 36">
            <a:extLst>
              <a:ext uri="{FF2B5EF4-FFF2-40B4-BE49-F238E27FC236}">
                <a16:creationId xmlns:a16="http://schemas.microsoft.com/office/drawing/2014/main" id="{60D8CF43-278D-4058-9741-016F93CAEF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5138" y="1766888"/>
            <a:ext cx="67627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7">
            <a:extLst>
              <a:ext uri="{FF2B5EF4-FFF2-40B4-BE49-F238E27FC236}">
                <a16:creationId xmlns:a16="http://schemas.microsoft.com/office/drawing/2014/main" id="{92F5E4E0-6E43-43B7-A4D4-AF0B111627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62147" name="Rectangle 8">
            <a:extLst>
              <a:ext uri="{FF2B5EF4-FFF2-40B4-BE49-F238E27FC236}">
                <a16:creationId xmlns:a16="http://schemas.microsoft.com/office/drawing/2014/main" id="{7BD03277-5A22-4AE7-AF78-962C1B5E05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2-</a:t>
            </a:r>
            <a:fld id="{8CCE9236-022C-4A45-8FB0-2A3A420DC6F4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33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62148" name="Rectangle 2">
            <a:extLst>
              <a:ext uri="{FF2B5EF4-FFF2-40B4-BE49-F238E27FC236}">
                <a16:creationId xmlns:a16="http://schemas.microsoft.com/office/drawing/2014/main" id="{A1E6DD20-13FF-4EFC-8C60-96C62FB73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88900"/>
            <a:ext cx="7772400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>
                <a:solidFill>
                  <a:srgbClr val="000099"/>
                </a:solidFill>
              </a:rPr>
              <a:t>Example app: UDP client</a:t>
            </a:r>
            <a:endParaRPr lang="en-US" altLang="zh-TW" sz="4400">
              <a:solidFill>
                <a:srgbClr val="000099"/>
              </a:solidFill>
            </a:endParaRPr>
          </a:p>
        </p:txBody>
      </p:sp>
      <p:sp>
        <p:nvSpPr>
          <p:cNvPr id="262149" name="TextBox 1">
            <a:extLst>
              <a:ext uri="{FF2B5EF4-FFF2-40B4-BE49-F238E27FC236}">
                <a16:creationId xmlns:a16="http://schemas.microsoft.com/office/drawing/2014/main" id="{47F586C8-FA96-462C-AFDA-A8D9A620A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100" y="1651000"/>
            <a:ext cx="6167438" cy="464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from socket import *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70C0"/>
                </a:solidFill>
                <a:latin typeface="Arial" panose="020B0604020202020204" pitchFamily="34" charset="0"/>
              </a:rPr>
              <a:t>serverName = </a:t>
            </a: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‘</a:t>
            </a:r>
            <a:r>
              <a:rPr lang="en-US" altLang="zh-TW" sz="2000">
                <a:solidFill>
                  <a:srgbClr val="0070C0"/>
                </a:solidFill>
                <a:latin typeface="Arial" panose="020B0604020202020204" pitchFamily="34" charset="0"/>
              </a:rPr>
              <a:t>hostname</a:t>
            </a:r>
            <a:r>
              <a:rPr lang="en-US" altLang="en-US" sz="2000">
                <a:solidFill>
                  <a:srgbClr val="0070C0"/>
                </a:solidFill>
                <a:latin typeface="Arial" panose="020B0604020202020204" pitchFamily="34" charset="0"/>
              </a:rPr>
              <a:t>’</a:t>
            </a:r>
            <a:endParaRPr lang="en-US" altLang="zh-TW" sz="200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serverPort = 12000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70C0"/>
                </a:solidFill>
                <a:latin typeface="Arial" panose="020B0604020202020204" pitchFamily="34" charset="0"/>
              </a:rPr>
              <a:t>clientSocket = socket(socket.AF_INET, 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70C0"/>
                </a:solidFill>
                <a:latin typeface="Arial" panose="020B0604020202020204" pitchFamily="34" charset="0"/>
              </a:rPr>
              <a:t>                                   socket.SOCK_DGRAM)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message = raw_input(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Input lowercase sentence: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clientSocket.sendto</a:t>
            </a:r>
            <a:r>
              <a:rPr lang="en-US" altLang="zh-TW" sz="1800">
                <a:solidFill>
                  <a:srgbClr val="000000"/>
                </a:solidFill>
                <a:latin typeface="Arial" panose="020B0604020202020204" pitchFamily="34" charset="0"/>
              </a:rPr>
              <a:t>(message,(serverName, serverPort))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70C0"/>
                </a:solidFill>
                <a:latin typeface="Arial" panose="020B0604020202020204" pitchFamily="34" charset="0"/>
              </a:rPr>
              <a:t>modifiedMessage, serverAddress = 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70C0"/>
                </a:solidFill>
                <a:latin typeface="Arial" panose="020B0604020202020204" pitchFamily="34" charset="0"/>
              </a:rPr>
              <a:t>                                   clientSocket.recvfrom(2048)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print modifiedMessage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clientSocket.close()</a:t>
            </a:r>
          </a:p>
        </p:txBody>
      </p:sp>
      <p:sp>
        <p:nvSpPr>
          <p:cNvPr id="262150" name="TextBox 2">
            <a:extLst>
              <a:ext uri="{FF2B5EF4-FFF2-40B4-BE49-F238E27FC236}">
                <a16:creationId xmlns:a16="http://schemas.microsoft.com/office/drawing/2014/main" id="{F26B5DBE-1075-427D-B051-9D71CDDE1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800" y="1168400"/>
            <a:ext cx="2741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400" i="1">
                <a:solidFill>
                  <a:srgbClr val="CC0000"/>
                </a:solidFill>
                <a:latin typeface="Arial" panose="020B0604020202020204" pitchFamily="34" charset="0"/>
              </a:rPr>
              <a:t>Python UDPClient</a:t>
            </a:r>
          </a:p>
        </p:txBody>
      </p:sp>
      <p:grpSp>
        <p:nvGrpSpPr>
          <p:cNvPr id="2" name="Group 46">
            <a:extLst>
              <a:ext uri="{FF2B5EF4-FFF2-40B4-BE49-F238E27FC236}">
                <a16:creationId xmlns:a16="http://schemas.microsoft.com/office/drawing/2014/main" id="{4F5C93EC-E6DC-44BE-97E1-04A35B3EE21D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1606550"/>
            <a:ext cx="2451100" cy="546100"/>
            <a:chOff x="228727" y="1605758"/>
            <a:chExt cx="2450973" cy="547500"/>
          </a:xfrm>
        </p:grpSpPr>
        <p:sp>
          <p:nvSpPr>
            <p:cNvPr id="262169" name="TextBox 3">
              <a:extLst>
                <a:ext uri="{FF2B5EF4-FFF2-40B4-BE49-F238E27FC236}">
                  <a16:creationId xmlns:a16="http://schemas.microsoft.com/office/drawing/2014/main" id="{47A4E275-3FB0-4F95-B69F-78B4326AB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727" y="1605758"/>
              <a:ext cx="2057612" cy="547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ts val="16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include Python</a:t>
              </a:r>
              <a:r>
                <a:rPr lang="en-US" altLang="en-US" sz="1400">
                  <a:solidFill>
                    <a:srgbClr val="000099"/>
                  </a:solidFill>
                  <a:latin typeface="Arial" panose="020B0604020202020204" pitchFamily="34" charset="0"/>
                </a:rPr>
                <a:t>’</a:t>
              </a: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s socket </a:t>
              </a:r>
            </a:p>
            <a:p>
              <a:pPr>
                <a:lnSpc>
                  <a:spcPts val="16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library</a:t>
              </a:r>
            </a:p>
          </p:txBody>
        </p:sp>
        <p:cxnSp>
          <p:nvCxnSpPr>
            <p:cNvPr id="262170" name="Straight Connector 10">
              <a:extLst>
                <a:ext uri="{FF2B5EF4-FFF2-40B4-BE49-F238E27FC236}">
                  <a16:creationId xmlns:a16="http://schemas.microsoft.com/office/drawing/2014/main" id="{34AB48B9-FB62-47CB-A657-2C06895670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952522" y="1930400"/>
              <a:ext cx="1727178" cy="813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47">
            <a:extLst>
              <a:ext uri="{FF2B5EF4-FFF2-40B4-BE49-F238E27FC236}">
                <a16:creationId xmlns:a16="http://schemas.microsoft.com/office/drawing/2014/main" id="{C409D40D-EE4A-46DE-AB4C-3807D9C6938E}"/>
              </a:ext>
            </a:extLst>
          </p:cNvPr>
          <p:cNvGrpSpPr>
            <a:grpSpLocks/>
          </p:cNvGrpSpPr>
          <p:nvPr/>
        </p:nvGrpSpPr>
        <p:grpSpPr bwMode="auto">
          <a:xfrm>
            <a:off x="190500" y="2917825"/>
            <a:ext cx="2587625" cy="523875"/>
            <a:chOff x="189714" y="2918148"/>
            <a:chExt cx="2587958" cy="522566"/>
          </a:xfrm>
        </p:grpSpPr>
        <p:sp>
          <p:nvSpPr>
            <p:cNvPr id="262167" name="TextBox 31">
              <a:extLst>
                <a:ext uri="{FF2B5EF4-FFF2-40B4-BE49-F238E27FC236}">
                  <a16:creationId xmlns:a16="http://schemas.microsoft.com/office/drawing/2014/main" id="{ED34FC7E-446E-4F52-89B9-C87A29309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714" y="2918148"/>
              <a:ext cx="2271818" cy="522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create UDP socket for client</a:t>
              </a:r>
            </a:p>
          </p:txBody>
        </p:sp>
        <p:cxnSp>
          <p:nvCxnSpPr>
            <p:cNvPr id="262168" name="Straight Connector 32">
              <a:extLst>
                <a:ext uri="{FF2B5EF4-FFF2-40B4-BE49-F238E27FC236}">
                  <a16:creationId xmlns:a16="http://schemas.microsoft.com/office/drawing/2014/main" id="{A36E5F4F-7DEF-4B62-8154-F01FFB7ED75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0143" y="3165929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oup 48">
            <a:extLst>
              <a:ext uri="{FF2B5EF4-FFF2-40B4-BE49-F238E27FC236}">
                <a16:creationId xmlns:a16="http://schemas.microsoft.com/office/drawing/2014/main" id="{BF4883EC-E51B-4596-A6FF-DF1F3F68C78A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3530600"/>
            <a:ext cx="2505075" cy="547688"/>
            <a:chOff x="215900" y="3530600"/>
            <a:chExt cx="2505529" cy="547500"/>
          </a:xfrm>
        </p:grpSpPr>
        <p:sp>
          <p:nvSpPr>
            <p:cNvPr id="262165" name="TextBox 34">
              <a:extLst>
                <a:ext uri="{FF2B5EF4-FFF2-40B4-BE49-F238E27FC236}">
                  <a16:creationId xmlns:a16="http://schemas.microsoft.com/office/drawing/2014/main" id="{4E7764C0-3474-41A1-931F-6BC7E6300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900" y="3530600"/>
              <a:ext cx="1621833" cy="547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ts val="16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get user keyboard</a:t>
              </a:r>
            </a:p>
            <a:p>
              <a:pPr>
                <a:lnSpc>
                  <a:spcPts val="16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input </a:t>
              </a:r>
            </a:p>
          </p:txBody>
        </p:sp>
        <p:cxnSp>
          <p:nvCxnSpPr>
            <p:cNvPr id="262166" name="Straight Connector 35">
              <a:extLst>
                <a:ext uri="{FF2B5EF4-FFF2-40B4-BE49-F238E27FC236}">
                  <a16:creationId xmlns:a16="http://schemas.microsoft.com/office/drawing/2014/main" id="{6E5110C7-3FF0-4171-BF58-991975353B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62000" y="3968752"/>
              <a:ext cx="1959429" cy="4534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49">
            <a:extLst>
              <a:ext uri="{FF2B5EF4-FFF2-40B4-BE49-F238E27FC236}">
                <a16:creationId xmlns:a16="http://schemas.microsoft.com/office/drawing/2014/main" id="{D42C78E9-3475-4EBF-8DAD-968F6F366768}"/>
              </a:ext>
            </a:extLst>
          </p:cNvPr>
          <p:cNvGrpSpPr>
            <a:grpSpLocks/>
          </p:cNvGrpSpPr>
          <p:nvPr/>
        </p:nvGrpSpPr>
        <p:grpSpPr bwMode="auto">
          <a:xfrm>
            <a:off x="166688" y="4064000"/>
            <a:ext cx="2568575" cy="523875"/>
            <a:chOff x="166472" y="4064002"/>
            <a:chExt cx="2568858" cy="522566"/>
          </a:xfrm>
        </p:grpSpPr>
        <p:sp>
          <p:nvSpPr>
            <p:cNvPr id="262163" name="TextBox 36">
              <a:extLst>
                <a:ext uri="{FF2B5EF4-FFF2-40B4-BE49-F238E27FC236}">
                  <a16:creationId xmlns:a16="http://schemas.microsoft.com/office/drawing/2014/main" id="{368C59F7-0456-435E-A6BC-62D1641CF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472" y="4064002"/>
              <a:ext cx="2349500" cy="522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 dirty="0">
                  <a:solidFill>
                    <a:srgbClr val="FF0000"/>
                  </a:solidFill>
                  <a:latin typeface="Arial" panose="020B0604020202020204" pitchFamily="34" charset="0"/>
                </a:rPr>
                <a:t>Attach server name, port to message</a:t>
              </a:r>
              <a:r>
                <a:rPr lang="en-US" altLang="zh-TW" sz="1400" dirty="0">
                  <a:solidFill>
                    <a:srgbClr val="000099"/>
                  </a:solidFill>
                  <a:latin typeface="Arial" panose="020B0604020202020204" pitchFamily="34" charset="0"/>
                </a:rPr>
                <a:t>; send into socket</a:t>
              </a:r>
            </a:p>
          </p:txBody>
        </p:sp>
        <p:cxnSp>
          <p:nvCxnSpPr>
            <p:cNvPr id="262164" name="Straight Connector 39">
              <a:extLst>
                <a:ext uri="{FF2B5EF4-FFF2-40B4-BE49-F238E27FC236}">
                  <a16:creationId xmlns:a16="http://schemas.microsoft.com/office/drawing/2014/main" id="{1375CDD1-C5A0-4CBD-B187-6D53F7AC3C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69589" y="4443249"/>
              <a:ext cx="665741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55">
            <a:extLst>
              <a:ext uri="{FF2B5EF4-FFF2-40B4-BE49-F238E27FC236}">
                <a16:creationId xmlns:a16="http://schemas.microsoft.com/office/drawing/2014/main" id="{E8CD8F8A-8006-4C92-B265-4B919FD478E6}"/>
              </a:ext>
            </a:extLst>
          </p:cNvPr>
          <p:cNvGrpSpPr>
            <a:grpSpLocks/>
          </p:cNvGrpSpPr>
          <p:nvPr/>
        </p:nvGrpSpPr>
        <p:grpSpPr bwMode="auto">
          <a:xfrm>
            <a:off x="214313" y="5472113"/>
            <a:ext cx="2511425" cy="523875"/>
            <a:chOff x="214386" y="5472277"/>
            <a:chExt cx="2511708" cy="523220"/>
          </a:xfrm>
        </p:grpSpPr>
        <p:sp>
          <p:nvSpPr>
            <p:cNvPr id="262161" name="TextBox 61">
              <a:extLst>
                <a:ext uri="{FF2B5EF4-FFF2-40B4-BE49-F238E27FC236}">
                  <a16:creationId xmlns:a16="http://schemas.microsoft.com/office/drawing/2014/main" id="{3DAEF553-EE41-4D4E-8B68-DCE569B3B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386" y="5472277"/>
              <a:ext cx="23495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print out received string and close socket</a:t>
              </a:r>
            </a:p>
          </p:txBody>
        </p:sp>
        <p:cxnSp>
          <p:nvCxnSpPr>
            <p:cNvPr id="262162" name="Straight Connector 62">
              <a:extLst>
                <a:ext uri="{FF2B5EF4-FFF2-40B4-BE49-F238E27FC236}">
                  <a16:creationId xmlns:a16="http://schemas.microsoft.com/office/drawing/2014/main" id="{16133B04-6149-4234-9732-1689124DD6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30329" y="5657589"/>
              <a:ext cx="495765" cy="242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Group 54">
            <a:extLst>
              <a:ext uri="{FF2B5EF4-FFF2-40B4-BE49-F238E27FC236}">
                <a16:creationId xmlns:a16="http://schemas.microsoft.com/office/drawing/2014/main" id="{5B5E4BC2-1DD9-4601-AA9C-31852FB73F91}"/>
              </a:ext>
            </a:extLst>
          </p:cNvPr>
          <p:cNvGrpSpPr>
            <a:grpSpLocks/>
          </p:cNvGrpSpPr>
          <p:nvPr/>
        </p:nvGrpSpPr>
        <p:grpSpPr bwMode="auto">
          <a:xfrm>
            <a:off x="-157163" y="4530725"/>
            <a:ext cx="2900363" cy="677863"/>
            <a:chOff x="-157119" y="4530536"/>
            <a:chExt cx="2900123" cy="678317"/>
          </a:xfrm>
        </p:grpSpPr>
        <p:sp>
          <p:nvSpPr>
            <p:cNvPr id="262158" name="TextBox 56">
              <a:extLst>
                <a:ext uri="{FF2B5EF4-FFF2-40B4-BE49-F238E27FC236}">
                  <a16:creationId xmlns:a16="http://schemas.microsoft.com/office/drawing/2014/main" id="{35595B48-D303-40BF-AD4E-CA740070E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835" y="4642544"/>
              <a:ext cx="2349500" cy="566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 dirty="0">
                  <a:solidFill>
                    <a:srgbClr val="000099"/>
                  </a:solidFill>
                  <a:latin typeface="Arial" panose="020B0604020202020204" pitchFamily="34" charset="0"/>
                </a:rPr>
                <a:t>read reply characters from</a:t>
              </a:r>
            </a:p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 dirty="0">
                  <a:solidFill>
                    <a:srgbClr val="000099"/>
                  </a:solidFill>
                  <a:latin typeface="Arial" panose="020B0604020202020204" pitchFamily="34" charset="0"/>
                </a:rPr>
                <a:t>socket into string</a:t>
              </a:r>
            </a:p>
          </p:txBody>
        </p:sp>
        <p:cxnSp>
          <p:nvCxnSpPr>
            <p:cNvPr id="262159" name="Straight Connector 59">
              <a:extLst>
                <a:ext uri="{FF2B5EF4-FFF2-40B4-BE49-F238E27FC236}">
                  <a16:creationId xmlns:a16="http://schemas.microsoft.com/office/drawing/2014/main" id="{312FD572-F622-4520-A26E-195CC92E9A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415586" y="4830837"/>
              <a:ext cx="327418" cy="41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62160" name="TextBox 53">
              <a:extLst>
                <a:ext uri="{FF2B5EF4-FFF2-40B4-BE49-F238E27FC236}">
                  <a16:creationId xmlns:a16="http://schemas.microsoft.com/office/drawing/2014/main" id="{7427002B-257B-4095-B7DD-08E2FA176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7119" y="4530536"/>
              <a:ext cx="18466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endParaRPr lang="zh-TW" altLang="zh-TW" sz="2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pic>
        <p:nvPicPr>
          <p:cNvPr id="262157" name="Picture 17" descr="underline_base">
            <a:extLst>
              <a:ext uri="{FF2B5EF4-FFF2-40B4-BE49-F238E27FC236}">
                <a16:creationId xmlns:a16="http://schemas.microsoft.com/office/drawing/2014/main" id="{93F5411D-EB52-46A9-91DF-BDF978807F2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808038"/>
            <a:ext cx="4570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>
            <a:extLst>
              <a:ext uri="{FF2B5EF4-FFF2-40B4-BE49-F238E27FC236}">
                <a16:creationId xmlns:a16="http://schemas.microsoft.com/office/drawing/2014/main" id="{8EB03680-B6F4-4528-A7F1-F3C6EFDDAD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63171" name="Rectangle 8">
            <a:extLst>
              <a:ext uri="{FF2B5EF4-FFF2-40B4-BE49-F238E27FC236}">
                <a16:creationId xmlns:a16="http://schemas.microsoft.com/office/drawing/2014/main" id="{AB0DF082-EBCE-4A14-B940-1F3E58E6B5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2-</a:t>
            </a:r>
            <a:fld id="{87EBAE0E-4EC4-4DE2-9836-51CCEEC8343B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34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63172" name="Rectangle 2">
            <a:extLst>
              <a:ext uri="{FF2B5EF4-FFF2-40B4-BE49-F238E27FC236}">
                <a16:creationId xmlns:a16="http://schemas.microsoft.com/office/drawing/2014/main" id="{305B6BD6-A03F-4257-9E62-6146A9540D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0"/>
            <a:ext cx="7772400" cy="1143000"/>
          </a:xfrm>
        </p:spPr>
        <p:txBody>
          <a:bodyPr/>
          <a:lstStyle/>
          <a:p>
            <a:r>
              <a:rPr lang="en-US" altLang="zh-TW" sz="4000"/>
              <a:t>Example app: UDP client (cont’d)</a:t>
            </a:r>
            <a:endParaRPr lang="en-US" altLang="zh-TW" sz="4800"/>
          </a:p>
        </p:txBody>
      </p:sp>
      <p:sp>
        <p:nvSpPr>
          <p:cNvPr id="263173" name="Rectangle 3">
            <a:extLst>
              <a:ext uri="{FF2B5EF4-FFF2-40B4-BE49-F238E27FC236}">
                <a16:creationId xmlns:a16="http://schemas.microsoft.com/office/drawing/2014/main" id="{1AE5C67D-009A-4543-8881-7261B15297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2125" y="1395413"/>
            <a:ext cx="8312150" cy="4724400"/>
          </a:xfrm>
        </p:spPr>
        <p:txBody>
          <a:bodyPr/>
          <a:lstStyle/>
          <a:p>
            <a:pPr marL="342900" lvl="1" indent="-342900">
              <a:buSzPct val="65000"/>
              <a:buFont typeface="Wingdings" panose="05000000000000000000" pitchFamily="2" charset="2"/>
              <a:buNone/>
            </a:pPr>
            <a:r>
              <a:rPr lang="en-US" altLang="zh-TW" sz="2800" i="1" dirty="0" err="1">
                <a:solidFill>
                  <a:srgbClr val="22228B"/>
                </a:solidFill>
              </a:rPr>
              <a:t>serverName</a:t>
            </a:r>
            <a:r>
              <a:rPr lang="en-US" altLang="zh-TW" sz="2800" i="1" dirty="0">
                <a:solidFill>
                  <a:srgbClr val="22228B"/>
                </a:solidFill>
              </a:rPr>
              <a:t> = ‘hostname’</a:t>
            </a:r>
          </a:p>
          <a:p>
            <a:pPr marL="342900" lvl="1" indent="-342900">
              <a:buSzPct val="65000"/>
            </a:pPr>
            <a:r>
              <a:rPr lang="en-US" altLang="zh-TW" i="1" dirty="0"/>
              <a:t>a string containing either:</a:t>
            </a:r>
          </a:p>
          <a:p>
            <a:pPr marL="742950" lvl="2" indent="-342900">
              <a:buSzPct val="65000"/>
            </a:pPr>
            <a:r>
              <a:rPr lang="en-US" altLang="zh-TW" sz="2400" i="1" dirty="0">
                <a:latin typeface="Gill Sans MT" panose="020B0502020104020203" pitchFamily="34" charset="0"/>
              </a:rPr>
              <a:t>Server’s IP address or </a:t>
            </a:r>
          </a:p>
          <a:p>
            <a:pPr marL="742950" lvl="2" indent="-342900">
              <a:buSzPct val="65000"/>
            </a:pPr>
            <a:r>
              <a:rPr lang="en-US" altLang="zh-TW" sz="2400" i="1" dirty="0">
                <a:latin typeface="Gill Sans MT" panose="020B0502020104020203" pitchFamily="34" charset="0"/>
              </a:rPr>
              <a:t>Server’s hostname </a:t>
            </a:r>
            <a:r>
              <a:rPr lang="en-US" altLang="zh-TW" sz="2400" i="1" dirty="0">
                <a:latin typeface="Gill Sans MT" panose="020B0502020104020203" pitchFamily="34" charset="0"/>
                <a:cs typeface="Arial" panose="020B0604020202020204" pitchFamily="34" charset="0"/>
              </a:rPr>
              <a:t>→ </a:t>
            </a:r>
            <a:r>
              <a:rPr lang="en-US" altLang="zh-TW" sz="2400" dirty="0">
                <a:latin typeface="Gill Sans MT" panose="020B0502020104020203" pitchFamily="34" charset="0"/>
              </a:rPr>
              <a:t>DNS lookup will automatically be  performed to get the IP address. </a:t>
            </a:r>
          </a:p>
          <a:p>
            <a:pPr marL="742950" lvl="2" indent="-342900">
              <a:buSzPct val="65000"/>
              <a:buFontTx/>
              <a:buNone/>
            </a:pPr>
            <a:endParaRPr lang="en-US" altLang="zh-TW" sz="2400" dirty="0">
              <a:latin typeface="Gill Sans MT" panose="020B0502020104020203" pitchFamily="34" charset="0"/>
            </a:endParaRPr>
          </a:p>
          <a:p>
            <a:pPr marL="342900" lvl="1" indent="-342900">
              <a:buSzPct val="65000"/>
              <a:buFont typeface="Wingdings" panose="05000000000000000000" pitchFamily="2" charset="2"/>
              <a:buNone/>
            </a:pPr>
            <a:r>
              <a:rPr lang="en-US" altLang="zh-TW" dirty="0" err="1">
                <a:solidFill>
                  <a:srgbClr val="000099"/>
                </a:solidFill>
              </a:rPr>
              <a:t>clientSocket</a:t>
            </a:r>
            <a:r>
              <a:rPr lang="en-US" altLang="zh-TW" dirty="0">
                <a:solidFill>
                  <a:srgbClr val="000099"/>
                </a:solidFill>
              </a:rPr>
              <a:t> = socket(</a:t>
            </a:r>
            <a:r>
              <a:rPr lang="en-US" altLang="zh-TW" dirty="0" err="1">
                <a:solidFill>
                  <a:srgbClr val="000099"/>
                </a:solidFill>
              </a:rPr>
              <a:t>socket.AF_INET</a:t>
            </a:r>
            <a:r>
              <a:rPr lang="en-US" altLang="zh-TW" dirty="0">
                <a:solidFill>
                  <a:srgbClr val="000099"/>
                </a:solidFill>
              </a:rPr>
              <a:t>, </a:t>
            </a:r>
            <a:r>
              <a:rPr lang="en-US" altLang="zh-TW" dirty="0" err="1">
                <a:solidFill>
                  <a:srgbClr val="000099"/>
                </a:solidFill>
              </a:rPr>
              <a:t>socket.SOCK_DGRAM</a:t>
            </a:r>
            <a:r>
              <a:rPr lang="en-US" altLang="zh-TW" dirty="0">
                <a:solidFill>
                  <a:srgbClr val="000099"/>
                </a:solidFill>
              </a:rPr>
              <a:t>) </a:t>
            </a:r>
          </a:p>
          <a:p>
            <a:pPr marL="342900" lvl="1" indent="-342900">
              <a:buSzPct val="65000"/>
            </a:pPr>
            <a:r>
              <a:rPr lang="en-US" altLang="zh-TW" dirty="0"/>
              <a:t>AF_INET: IPv4</a:t>
            </a:r>
          </a:p>
          <a:p>
            <a:pPr marL="342900" lvl="1" indent="-342900">
              <a:buSzPct val="65000"/>
            </a:pPr>
            <a:r>
              <a:rPr lang="en-US" altLang="zh-TW" dirty="0"/>
              <a:t>SOCK_DGRAM: UDP socket </a:t>
            </a:r>
          </a:p>
        </p:txBody>
      </p:sp>
      <p:pic>
        <p:nvPicPr>
          <p:cNvPr id="263174" name="Picture 17" descr="underline_base">
            <a:extLst>
              <a:ext uri="{FF2B5EF4-FFF2-40B4-BE49-F238E27FC236}">
                <a16:creationId xmlns:a16="http://schemas.microsoft.com/office/drawing/2014/main" id="{06A097C4-1DB3-470D-B755-2D030D946D5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85725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7">
            <a:extLst>
              <a:ext uri="{FF2B5EF4-FFF2-40B4-BE49-F238E27FC236}">
                <a16:creationId xmlns:a16="http://schemas.microsoft.com/office/drawing/2014/main" id="{76003AA3-84AE-4944-82B1-DB1397721E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64195" name="Rectangle 8">
            <a:extLst>
              <a:ext uri="{FF2B5EF4-FFF2-40B4-BE49-F238E27FC236}">
                <a16:creationId xmlns:a16="http://schemas.microsoft.com/office/drawing/2014/main" id="{3BF3C343-8FD3-45F4-87BA-26527D9F2B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2-</a:t>
            </a:r>
            <a:fld id="{D9FB1FC6-CF44-47D2-8BDB-1A73C9F7D473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35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64196" name="Rectangle 2">
            <a:extLst>
              <a:ext uri="{FF2B5EF4-FFF2-40B4-BE49-F238E27FC236}">
                <a16:creationId xmlns:a16="http://schemas.microsoft.com/office/drawing/2014/main" id="{BDDC8045-5A3F-4321-BE48-205DEA4CD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2775" y="0"/>
            <a:ext cx="7772400" cy="1143000"/>
          </a:xfrm>
        </p:spPr>
        <p:txBody>
          <a:bodyPr/>
          <a:lstStyle/>
          <a:p>
            <a:r>
              <a:rPr lang="en-US" altLang="zh-TW" sz="4000"/>
              <a:t>Example app: UDP client (cont’d)</a:t>
            </a:r>
            <a:endParaRPr lang="en-US" altLang="zh-TW" sz="4800"/>
          </a:p>
        </p:txBody>
      </p:sp>
      <p:sp>
        <p:nvSpPr>
          <p:cNvPr id="264197" name="Rectangle 3">
            <a:extLst>
              <a:ext uri="{FF2B5EF4-FFF2-40B4-BE49-F238E27FC236}">
                <a16:creationId xmlns:a16="http://schemas.microsoft.com/office/drawing/2014/main" id="{86DD7A00-D6B7-4B4A-9679-0C8C4B876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1138" y="1395413"/>
            <a:ext cx="9124950" cy="4724400"/>
          </a:xfrm>
        </p:spPr>
        <p:txBody>
          <a:bodyPr/>
          <a:lstStyle/>
          <a:p>
            <a:pPr marL="342900" lvl="1" indent="-342900">
              <a:buSzPct val="65000"/>
              <a:buFont typeface="Wingdings" panose="05000000000000000000" pitchFamily="2" charset="2"/>
              <a:buNone/>
            </a:pPr>
            <a:r>
              <a:rPr lang="en-US" altLang="zh-TW" sz="2800" i="1" dirty="0" err="1">
                <a:solidFill>
                  <a:srgbClr val="22228B"/>
                </a:solidFill>
              </a:rPr>
              <a:t>modifiedMessage</a:t>
            </a:r>
            <a:r>
              <a:rPr lang="en-US" altLang="zh-TW" sz="2800" i="1" dirty="0">
                <a:solidFill>
                  <a:srgbClr val="22228B"/>
                </a:solidFill>
              </a:rPr>
              <a:t>, </a:t>
            </a:r>
            <a:r>
              <a:rPr lang="en-US" altLang="zh-TW" sz="2800" i="1" dirty="0" err="1">
                <a:solidFill>
                  <a:srgbClr val="22228B"/>
                </a:solidFill>
              </a:rPr>
              <a:t>serverAddress</a:t>
            </a:r>
            <a:r>
              <a:rPr lang="en-US" altLang="zh-TW" sz="2800" i="1" dirty="0">
                <a:solidFill>
                  <a:srgbClr val="22228B"/>
                </a:solidFill>
              </a:rPr>
              <a:t> = </a:t>
            </a:r>
            <a:r>
              <a:rPr lang="en-US" altLang="zh-TW" sz="2800" i="1" dirty="0" err="1">
                <a:solidFill>
                  <a:srgbClr val="22228B"/>
                </a:solidFill>
              </a:rPr>
              <a:t>clientSocket.recvfrom</a:t>
            </a:r>
            <a:r>
              <a:rPr lang="en-US" altLang="zh-TW" sz="2800" i="1" dirty="0">
                <a:solidFill>
                  <a:srgbClr val="22228B"/>
                </a:solidFill>
              </a:rPr>
              <a:t>(2048) </a:t>
            </a:r>
          </a:p>
          <a:p>
            <a:pPr marL="342900" lvl="1" indent="-342900">
              <a:buSzPct val="65000"/>
            </a:pPr>
            <a:r>
              <a:rPr lang="en-US" altLang="zh-TW" i="1" dirty="0" err="1"/>
              <a:t>modifiedMessage</a:t>
            </a:r>
            <a:r>
              <a:rPr lang="en-US" altLang="zh-TW" dirty="0"/>
              <a:t>: packet’s data</a:t>
            </a:r>
          </a:p>
          <a:p>
            <a:pPr marL="342900" lvl="1" indent="-342900">
              <a:buSzPct val="65000"/>
            </a:pPr>
            <a:r>
              <a:rPr lang="en-US" altLang="zh-TW" i="1" dirty="0" err="1"/>
              <a:t>serverAddress</a:t>
            </a:r>
            <a:r>
              <a:rPr lang="en-US" altLang="zh-TW" dirty="0"/>
              <a:t>: packet’s source address </a:t>
            </a:r>
          </a:p>
          <a:p>
            <a:pPr marL="342900" lvl="1" indent="-342900">
              <a:buSzPct val="65000"/>
            </a:pPr>
            <a:r>
              <a:rPr lang="en-US" altLang="zh-TW" dirty="0"/>
              <a:t>buffer size = 2048</a:t>
            </a:r>
            <a:endParaRPr lang="en-US" altLang="zh-TW" i="1" dirty="0"/>
          </a:p>
          <a:p>
            <a:pPr marL="742950" lvl="2" indent="-342900">
              <a:buSzPct val="65000"/>
              <a:buFontTx/>
              <a:buNone/>
            </a:pPr>
            <a:endParaRPr lang="en-US" altLang="zh-TW" sz="2400" dirty="0">
              <a:latin typeface="Gill Sans MT" panose="020B0502020104020203" pitchFamily="34" charset="0"/>
            </a:endParaRPr>
          </a:p>
        </p:txBody>
      </p:sp>
      <p:pic>
        <p:nvPicPr>
          <p:cNvPr id="264198" name="Picture 17" descr="underline_base">
            <a:extLst>
              <a:ext uri="{FF2B5EF4-FFF2-40B4-BE49-F238E27FC236}">
                <a16:creationId xmlns:a16="http://schemas.microsoft.com/office/drawing/2014/main" id="{8F3D6CB9-19CB-46EF-A85C-5A304266F1E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857250"/>
            <a:ext cx="45704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18" name="Rectangle 7">
            <a:extLst>
              <a:ext uri="{FF2B5EF4-FFF2-40B4-BE49-F238E27FC236}">
                <a16:creationId xmlns:a16="http://schemas.microsoft.com/office/drawing/2014/main" id="{BB5C4C69-E399-41E1-8400-23BC1EB4B6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65219" name="Rectangle 8">
            <a:extLst>
              <a:ext uri="{FF2B5EF4-FFF2-40B4-BE49-F238E27FC236}">
                <a16:creationId xmlns:a16="http://schemas.microsoft.com/office/drawing/2014/main" id="{75A4A99E-E620-437F-992B-9AAA0B9A63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2-</a:t>
            </a:r>
            <a:fld id="{ECEEE099-4405-4211-86E4-FC6D8BFE26ED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36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65220" name="Rectangle 2">
            <a:extLst>
              <a:ext uri="{FF2B5EF4-FFF2-40B4-BE49-F238E27FC236}">
                <a16:creationId xmlns:a16="http://schemas.microsoft.com/office/drawing/2014/main" id="{7FB30499-9991-4FE9-892E-2453CE7ED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88900"/>
            <a:ext cx="7772400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>
                <a:solidFill>
                  <a:srgbClr val="000099"/>
                </a:solidFill>
              </a:rPr>
              <a:t>Example app: UDP server</a:t>
            </a:r>
            <a:endParaRPr lang="en-US" altLang="zh-TW" sz="4400">
              <a:solidFill>
                <a:srgbClr val="000099"/>
              </a:solidFill>
            </a:endParaRPr>
          </a:p>
        </p:txBody>
      </p:sp>
      <p:sp>
        <p:nvSpPr>
          <p:cNvPr id="265221" name="TextBox 1">
            <a:extLst>
              <a:ext uri="{FF2B5EF4-FFF2-40B4-BE49-F238E27FC236}">
                <a16:creationId xmlns:a16="http://schemas.microsoft.com/office/drawing/2014/main" id="{7409B546-04F3-484E-84E4-204E530B3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800" y="1651000"/>
            <a:ext cx="6143625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from socket import *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serverPort = 12000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serverSocket = socket(AF_INET, SOCK_DGRAM)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70C0"/>
                </a:solidFill>
                <a:latin typeface="Arial" panose="020B0604020202020204" pitchFamily="34" charset="0"/>
              </a:rPr>
              <a:t>serverSocket.bind((</a:t>
            </a:r>
            <a:r>
              <a:rPr lang="fr-FR" altLang="zh-TW" sz="2000">
                <a:solidFill>
                  <a:srgbClr val="0070C0"/>
                </a:solidFill>
                <a:latin typeface="Arial" panose="020B0604020202020204" pitchFamily="34" charset="0"/>
              </a:rPr>
              <a:t>''</a:t>
            </a:r>
            <a:r>
              <a:rPr lang="en-US" altLang="zh-TW" sz="2000">
                <a:solidFill>
                  <a:srgbClr val="0070C0"/>
                </a:solidFill>
                <a:latin typeface="Arial" panose="020B0604020202020204" pitchFamily="34" charset="0"/>
              </a:rPr>
              <a:t>, serverPort))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print </a:t>
            </a:r>
            <a:r>
              <a:rPr lang="ja-JP" altLang="en-US" sz="2000">
                <a:solidFill>
                  <a:srgbClr val="000000"/>
                </a:solidFill>
                <a:latin typeface="Arial" panose="020B0604020202020204" pitchFamily="34" charset="0"/>
              </a:rPr>
              <a:t>“</a:t>
            </a:r>
            <a:r>
              <a:rPr lang="en-US" altLang="ja-JP" sz="2000" i="1">
                <a:solidFill>
                  <a:srgbClr val="000000"/>
                </a:solidFill>
                <a:latin typeface="Arial" panose="020B0604020202020204" pitchFamily="34" charset="0"/>
              </a:rPr>
              <a:t>The server is ready to receive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</a:rPr>
              <a:t>”</a:t>
            </a:r>
            <a:endParaRPr lang="en-US" altLang="ja-JP" sz="20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while 1:</a:t>
            </a:r>
          </a:p>
          <a:p>
            <a:pPr>
              <a:lnSpc>
                <a:spcPts val="24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1800">
                <a:solidFill>
                  <a:srgbClr val="000000"/>
                </a:solidFill>
                <a:latin typeface="Arial" panose="020B0604020202020204" pitchFamily="34" charset="0"/>
              </a:rPr>
              <a:t>    message, clientAddress = serverSocket.recvfrom(2048)</a:t>
            </a:r>
          </a:p>
          <a:p>
            <a:pPr>
              <a:lnSpc>
                <a:spcPts val="24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1800">
                <a:solidFill>
                  <a:srgbClr val="000000"/>
                </a:solidFill>
                <a:latin typeface="Arial" panose="020B0604020202020204" pitchFamily="34" charset="0"/>
              </a:rPr>
              <a:t>    modifiedMessage = message.upper()</a:t>
            </a:r>
          </a:p>
          <a:p>
            <a:pPr>
              <a:lnSpc>
                <a:spcPts val="24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1800">
                <a:solidFill>
                  <a:srgbClr val="000000"/>
                </a:solidFill>
                <a:latin typeface="Arial" panose="020B0604020202020204" pitchFamily="34" charset="0"/>
              </a:rPr>
              <a:t>    serverSocket.sendto(modifiedMessage, clientAddress)</a:t>
            </a:r>
          </a:p>
        </p:txBody>
      </p:sp>
      <p:sp>
        <p:nvSpPr>
          <p:cNvPr id="265222" name="TextBox 2">
            <a:extLst>
              <a:ext uri="{FF2B5EF4-FFF2-40B4-BE49-F238E27FC236}">
                <a16:creationId xmlns:a16="http://schemas.microsoft.com/office/drawing/2014/main" id="{A2C97DD6-940A-4715-A657-CD4ED23F6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800" y="1168400"/>
            <a:ext cx="2860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400" i="1">
                <a:solidFill>
                  <a:srgbClr val="CC0000"/>
                </a:solidFill>
                <a:latin typeface="Arial" panose="020B0604020202020204" pitchFamily="34" charset="0"/>
              </a:rPr>
              <a:t>Python UDPServer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39905F38-D158-4F42-9EFB-1DE6DC65A47F}"/>
              </a:ext>
            </a:extLst>
          </p:cNvPr>
          <p:cNvGrpSpPr>
            <a:grpSpLocks/>
          </p:cNvGrpSpPr>
          <p:nvPr/>
        </p:nvGrpSpPr>
        <p:grpSpPr bwMode="auto">
          <a:xfrm>
            <a:off x="165100" y="2554288"/>
            <a:ext cx="2587625" cy="307975"/>
            <a:chOff x="164314" y="2554972"/>
            <a:chExt cx="2587958" cy="307777"/>
          </a:xfrm>
        </p:grpSpPr>
        <p:sp>
          <p:nvSpPr>
            <p:cNvPr id="265237" name="TextBox 31">
              <a:extLst>
                <a:ext uri="{FF2B5EF4-FFF2-40B4-BE49-F238E27FC236}">
                  <a16:creationId xmlns:a16="http://schemas.microsoft.com/office/drawing/2014/main" id="{C75B8FEF-5744-448C-9A10-F253F974EC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314" y="2554972"/>
              <a:ext cx="255908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create UDP socket</a:t>
              </a:r>
            </a:p>
          </p:txBody>
        </p:sp>
        <p:cxnSp>
          <p:nvCxnSpPr>
            <p:cNvPr id="265238" name="Straight Connector 32">
              <a:extLst>
                <a:ext uri="{FF2B5EF4-FFF2-40B4-BE49-F238E27FC236}">
                  <a16:creationId xmlns:a16="http://schemas.microsoft.com/office/drawing/2014/main" id="{11B33A2C-C12F-4A83-B82C-8BB9E847276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822045" y="2748411"/>
              <a:ext cx="930227" cy="113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14">
            <a:extLst>
              <a:ext uri="{FF2B5EF4-FFF2-40B4-BE49-F238E27FC236}">
                <a16:creationId xmlns:a16="http://schemas.microsoft.com/office/drawing/2014/main" id="{AD15B167-69FF-4D5F-A79D-12425817E90D}"/>
              </a:ext>
            </a:extLst>
          </p:cNvPr>
          <p:cNvGrpSpPr>
            <a:grpSpLocks/>
          </p:cNvGrpSpPr>
          <p:nvPr/>
        </p:nvGrpSpPr>
        <p:grpSpPr bwMode="auto">
          <a:xfrm>
            <a:off x="169863" y="2884488"/>
            <a:ext cx="2540000" cy="523875"/>
            <a:chOff x="169076" y="2884812"/>
            <a:chExt cx="2541127" cy="523220"/>
          </a:xfrm>
        </p:grpSpPr>
        <p:sp>
          <p:nvSpPr>
            <p:cNvPr id="265235" name="TextBox 26">
              <a:extLst>
                <a:ext uri="{FF2B5EF4-FFF2-40B4-BE49-F238E27FC236}">
                  <a16:creationId xmlns:a16="http://schemas.microsoft.com/office/drawing/2014/main" id="{EE4F9757-6201-444F-99C8-39B36F9B6B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076" y="2884812"/>
              <a:ext cx="227181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bind socket to local port number 12000</a:t>
              </a:r>
            </a:p>
          </p:txBody>
        </p:sp>
        <p:cxnSp>
          <p:nvCxnSpPr>
            <p:cNvPr id="265236" name="Straight Connector 30">
              <a:extLst>
                <a:ext uri="{FF2B5EF4-FFF2-40B4-BE49-F238E27FC236}">
                  <a16:creationId xmlns:a16="http://schemas.microsoft.com/office/drawing/2014/main" id="{D75CFD2B-89CF-4037-8B49-8EF4D497793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82674" y="3169104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570E860D-6779-4D0E-89A6-DE7536163765}"/>
              </a:ext>
            </a:extLst>
          </p:cNvPr>
          <p:cNvGrpSpPr>
            <a:grpSpLocks/>
          </p:cNvGrpSpPr>
          <p:nvPr/>
        </p:nvGrpSpPr>
        <p:grpSpPr bwMode="auto">
          <a:xfrm>
            <a:off x="182563" y="3789363"/>
            <a:ext cx="2527300" cy="298450"/>
            <a:chOff x="182564" y="3788573"/>
            <a:chExt cx="2528092" cy="299227"/>
          </a:xfrm>
        </p:grpSpPr>
        <p:sp>
          <p:nvSpPr>
            <p:cNvPr id="265233" name="TextBox 34">
              <a:extLst>
                <a:ext uri="{FF2B5EF4-FFF2-40B4-BE49-F238E27FC236}">
                  <a16:creationId xmlns:a16="http://schemas.microsoft.com/office/drawing/2014/main" id="{7EBA70D5-0C8F-4D25-BD9F-D38491757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564" y="3788573"/>
              <a:ext cx="1194763" cy="299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ts val="16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loop forever</a:t>
              </a:r>
            </a:p>
          </p:txBody>
        </p:sp>
        <p:cxnSp>
          <p:nvCxnSpPr>
            <p:cNvPr id="265234" name="Straight Connector 35">
              <a:extLst>
                <a:ext uri="{FF2B5EF4-FFF2-40B4-BE49-F238E27FC236}">
                  <a16:creationId xmlns:a16="http://schemas.microsoft.com/office/drawing/2014/main" id="{E79E5FAF-6396-4F37-9713-E3B429E0BB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266031" y="3964781"/>
              <a:ext cx="1444625" cy="396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17">
            <a:extLst>
              <a:ext uri="{FF2B5EF4-FFF2-40B4-BE49-F238E27FC236}">
                <a16:creationId xmlns:a16="http://schemas.microsoft.com/office/drawing/2014/main" id="{B8774FE4-92C1-4597-9846-7856961015E0}"/>
              </a:ext>
            </a:extLst>
          </p:cNvPr>
          <p:cNvGrpSpPr>
            <a:grpSpLocks/>
          </p:cNvGrpSpPr>
          <p:nvPr/>
        </p:nvGrpSpPr>
        <p:grpSpPr bwMode="auto">
          <a:xfrm>
            <a:off x="176213" y="4151313"/>
            <a:ext cx="2743200" cy="708025"/>
            <a:chOff x="176621" y="4151971"/>
            <a:chExt cx="2743174" cy="707869"/>
          </a:xfrm>
        </p:grpSpPr>
        <p:sp>
          <p:nvSpPr>
            <p:cNvPr id="265231" name="TextBox 36">
              <a:extLst>
                <a:ext uri="{FF2B5EF4-FFF2-40B4-BE49-F238E27FC236}">
                  <a16:creationId xmlns:a16="http://schemas.microsoft.com/office/drawing/2014/main" id="{9BAD8A2C-613A-49F6-BE32-11DCC2AA5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621" y="4151971"/>
              <a:ext cx="2349500" cy="7078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ts val="16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Read from UDP socket into message, getting client</a:t>
              </a:r>
              <a:r>
                <a:rPr lang="en-US" altLang="en-US" sz="1400">
                  <a:solidFill>
                    <a:srgbClr val="000099"/>
                  </a:solidFill>
                  <a:latin typeface="Arial" panose="020B0604020202020204" pitchFamily="34" charset="0"/>
                </a:rPr>
                <a:t>’</a:t>
              </a: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s address (client IP and port)</a:t>
              </a:r>
            </a:p>
          </p:txBody>
        </p:sp>
        <p:cxnSp>
          <p:nvCxnSpPr>
            <p:cNvPr id="265232" name="Straight Connector 39">
              <a:extLst>
                <a:ext uri="{FF2B5EF4-FFF2-40B4-BE49-F238E27FC236}">
                  <a16:creationId xmlns:a16="http://schemas.microsoft.com/office/drawing/2014/main" id="{FF139A95-CD47-4E51-A6D7-A3C8235A385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981317" y="4399595"/>
              <a:ext cx="938478" cy="126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18">
            <a:extLst>
              <a:ext uri="{FF2B5EF4-FFF2-40B4-BE49-F238E27FC236}">
                <a16:creationId xmlns:a16="http://schemas.microsoft.com/office/drawing/2014/main" id="{D3C5841E-9E5F-4E7D-BEEB-E974208E081F}"/>
              </a:ext>
            </a:extLst>
          </p:cNvPr>
          <p:cNvGrpSpPr>
            <a:grpSpLocks/>
          </p:cNvGrpSpPr>
          <p:nvPr/>
        </p:nvGrpSpPr>
        <p:grpSpPr bwMode="auto">
          <a:xfrm>
            <a:off x="312738" y="4948238"/>
            <a:ext cx="2695575" cy="523875"/>
            <a:chOff x="212916" y="4997129"/>
            <a:chExt cx="2696483" cy="523220"/>
          </a:xfrm>
        </p:grpSpPr>
        <p:sp>
          <p:nvSpPr>
            <p:cNvPr id="265229" name="TextBox 61">
              <a:extLst>
                <a:ext uri="{FF2B5EF4-FFF2-40B4-BE49-F238E27FC236}">
                  <a16:creationId xmlns:a16="http://schemas.microsoft.com/office/drawing/2014/main" id="{1ED8FD90-5022-4337-8516-30964A0D3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916" y="4997129"/>
              <a:ext cx="234950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send upper case string back to this client</a:t>
              </a:r>
            </a:p>
          </p:txBody>
        </p:sp>
        <p:cxnSp>
          <p:nvCxnSpPr>
            <p:cNvPr id="265230" name="Straight Connector 62">
              <a:extLst>
                <a:ext uri="{FF2B5EF4-FFF2-40B4-BE49-F238E27FC236}">
                  <a16:creationId xmlns:a16="http://schemas.microsoft.com/office/drawing/2014/main" id="{2AFE536B-F869-4A01-A396-0637DC086D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47293" y="5106673"/>
              <a:ext cx="762106" cy="120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265228" name="Picture 17" descr="underline_base">
            <a:extLst>
              <a:ext uri="{FF2B5EF4-FFF2-40B4-BE49-F238E27FC236}">
                <a16:creationId xmlns:a16="http://schemas.microsoft.com/office/drawing/2014/main" id="{2B027471-2E9A-4833-8F13-D695D829269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63" y="782638"/>
            <a:ext cx="4570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7">
            <a:extLst>
              <a:ext uri="{FF2B5EF4-FFF2-40B4-BE49-F238E27FC236}">
                <a16:creationId xmlns:a16="http://schemas.microsoft.com/office/drawing/2014/main" id="{86FDA94A-565C-4653-BB48-31D519136F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67267" name="Rectangle 8">
            <a:extLst>
              <a:ext uri="{FF2B5EF4-FFF2-40B4-BE49-F238E27FC236}">
                <a16:creationId xmlns:a16="http://schemas.microsoft.com/office/drawing/2014/main" id="{985B4AB0-F63D-478B-AEA0-73FC1A487B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2-</a:t>
            </a:r>
            <a:fld id="{6F1B15D7-2E5E-4FAE-9DDC-0E4DB2983190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37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pic>
        <p:nvPicPr>
          <p:cNvPr id="267268" name="Picture 16" descr="underline_base">
            <a:extLst>
              <a:ext uri="{FF2B5EF4-FFF2-40B4-BE49-F238E27FC236}">
                <a16:creationId xmlns:a16="http://schemas.microsoft.com/office/drawing/2014/main" id="{8893FCA6-CC28-4D85-9F14-8BA4EF95196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8" y="868363"/>
            <a:ext cx="63992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7269" name="Rectangle 2">
            <a:extLst>
              <a:ext uri="{FF2B5EF4-FFF2-40B4-BE49-F238E27FC236}">
                <a16:creationId xmlns:a16="http://schemas.microsoft.com/office/drawing/2014/main" id="{3FF5030C-07E8-4817-AC63-9FB8374D64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3863" y="196850"/>
            <a:ext cx="7772400" cy="903288"/>
          </a:xfrm>
        </p:spPr>
        <p:txBody>
          <a:bodyPr/>
          <a:lstStyle/>
          <a:p>
            <a:r>
              <a:rPr lang="en-US" altLang="zh-TW" sz="4000"/>
              <a:t>Socket programming </a:t>
            </a:r>
            <a:r>
              <a:rPr lang="en-US" altLang="zh-TW" sz="4000" i="1">
                <a:solidFill>
                  <a:srgbClr val="CC0000"/>
                </a:solidFill>
              </a:rPr>
              <a:t>with TCP</a:t>
            </a:r>
            <a:endParaRPr lang="en-US" altLang="zh-TW">
              <a:solidFill>
                <a:srgbClr val="CC0000"/>
              </a:solidFill>
            </a:endParaRPr>
          </a:p>
        </p:txBody>
      </p:sp>
      <p:sp>
        <p:nvSpPr>
          <p:cNvPr id="267270" name="Rectangle 3">
            <a:extLst>
              <a:ext uri="{FF2B5EF4-FFF2-40B4-BE49-F238E27FC236}">
                <a16:creationId xmlns:a16="http://schemas.microsoft.com/office/drawing/2014/main" id="{737CFB1C-3AE6-4F1B-94C0-D3CFA4283C5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14350" y="1352550"/>
            <a:ext cx="3810000" cy="4648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CC0000"/>
                </a:solidFill>
              </a:rPr>
              <a:t>client must contact server</a:t>
            </a:r>
          </a:p>
          <a:p>
            <a:r>
              <a:rPr lang="en-US" altLang="zh-TW" sz="2200" dirty="0"/>
              <a:t>server process must first be running</a:t>
            </a:r>
          </a:p>
          <a:p>
            <a:r>
              <a:rPr lang="en-US" altLang="zh-TW" sz="2200" dirty="0"/>
              <a:t>server must have created socket (</a:t>
            </a:r>
            <a:r>
              <a:rPr lang="en-US" altLang="zh-TW" sz="2200" dirty="0">
                <a:solidFill>
                  <a:srgbClr val="0070C0"/>
                </a:solidFill>
              </a:rPr>
              <a:t>Welcoming socket</a:t>
            </a:r>
            <a:r>
              <a:rPr lang="en-US" altLang="zh-TW" sz="2200" dirty="0"/>
              <a:t>) that welcomes client</a:t>
            </a:r>
            <a:r>
              <a:rPr lang="ja-JP" altLang="en-US" sz="2200" dirty="0"/>
              <a:t>’</a:t>
            </a:r>
            <a:r>
              <a:rPr lang="en-US" altLang="ja-JP" sz="2200" dirty="0"/>
              <a:t>s contact</a:t>
            </a:r>
          </a:p>
          <a:p>
            <a:pPr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TW" sz="2400" dirty="0">
                <a:solidFill>
                  <a:srgbClr val="CC0000"/>
                </a:solidFill>
              </a:rPr>
              <a:t>client contacts server by:</a:t>
            </a:r>
          </a:p>
          <a:p>
            <a:r>
              <a:rPr lang="en-US" altLang="zh-TW" sz="2200" dirty="0"/>
              <a:t>Creating TCP socket, specifying IP address, port number of server process</a:t>
            </a:r>
          </a:p>
          <a:p>
            <a:r>
              <a:rPr lang="en-US" altLang="zh-TW" sz="2200" i="1" dirty="0">
                <a:solidFill>
                  <a:srgbClr val="CC0000"/>
                </a:solidFill>
              </a:rPr>
              <a:t>when client creates socket (</a:t>
            </a:r>
            <a:r>
              <a:rPr lang="en-US" altLang="zh-TW" sz="2200" i="1" dirty="0">
                <a:solidFill>
                  <a:srgbClr val="0070C0"/>
                </a:solidFill>
              </a:rPr>
              <a:t>Client socket</a:t>
            </a:r>
            <a:r>
              <a:rPr lang="en-US" altLang="zh-TW" sz="2200" i="1" dirty="0">
                <a:solidFill>
                  <a:srgbClr val="CC0000"/>
                </a:solidFill>
              </a:rPr>
              <a:t>):</a:t>
            </a:r>
            <a:r>
              <a:rPr lang="en-US" altLang="zh-TW" sz="2200" dirty="0"/>
              <a:t> client TCP establishes connection to server TCP</a:t>
            </a:r>
          </a:p>
          <a:p>
            <a:endParaRPr lang="en-US" altLang="zh-TW" sz="2000" dirty="0"/>
          </a:p>
        </p:txBody>
      </p:sp>
      <p:sp>
        <p:nvSpPr>
          <p:cNvPr id="267271" name="Rectangle 4">
            <a:extLst>
              <a:ext uri="{FF2B5EF4-FFF2-40B4-BE49-F238E27FC236}">
                <a16:creationId xmlns:a16="http://schemas.microsoft.com/office/drawing/2014/main" id="{8C4700A0-3FCF-497F-96C1-C78F2CE1EEC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203700" y="1390650"/>
            <a:ext cx="4822825" cy="3000375"/>
          </a:xfrm>
        </p:spPr>
        <p:txBody>
          <a:bodyPr/>
          <a:lstStyle/>
          <a:p>
            <a:r>
              <a:rPr lang="en-US" altLang="zh-TW" sz="2200"/>
              <a:t>when contacted by client, </a:t>
            </a:r>
            <a:r>
              <a:rPr lang="en-US" altLang="zh-TW" sz="2200" i="1">
                <a:solidFill>
                  <a:srgbClr val="CC0000"/>
                </a:solidFill>
              </a:rPr>
              <a:t>server TCP creates new socket</a:t>
            </a:r>
            <a:r>
              <a:rPr lang="en-US" altLang="zh-TW" sz="2200"/>
              <a:t> (</a:t>
            </a:r>
            <a:r>
              <a:rPr lang="en-US" altLang="zh-TW" sz="2200">
                <a:solidFill>
                  <a:srgbClr val="0070C0"/>
                </a:solidFill>
              </a:rPr>
              <a:t>Connection socket</a:t>
            </a:r>
            <a:r>
              <a:rPr lang="en-US" altLang="zh-TW" sz="2200"/>
              <a:t>) for server process to communicate with that particular client</a:t>
            </a:r>
          </a:p>
          <a:p>
            <a:pPr lvl="1"/>
            <a:r>
              <a:rPr lang="en-US" altLang="zh-TW" sz="2200"/>
              <a:t>allows server to talk with multiple clients</a:t>
            </a:r>
          </a:p>
          <a:p>
            <a:pPr lvl="1"/>
            <a:r>
              <a:rPr lang="en-US" altLang="zh-TW" sz="2200"/>
              <a:t>source port numbers used to distinguish clients</a:t>
            </a:r>
            <a:endParaRPr lang="en-US" altLang="zh-TW" sz="2200" i="1"/>
          </a:p>
        </p:txBody>
      </p:sp>
      <p:pic>
        <p:nvPicPr>
          <p:cNvPr id="267272" name="Picture 12">
            <a:extLst>
              <a:ext uri="{FF2B5EF4-FFF2-40B4-BE49-F238E27FC236}">
                <a16:creationId xmlns:a16="http://schemas.microsoft.com/office/drawing/2014/main" id="{17141F38-D463-41C4-A90F-52EE5850A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0" y="4159250"/>
            <a:ext cx="2827338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7">
            <a:extLst>
              <a:ext uri="{FF2B5EF4-FFF2-40B4-BE49-F238E27FC236}">
                <a16:creationId xmlns:a16="http://schemas.microsoft.com/office/drawing/2014/main" id="{3F3398F3-04AB-4321-A0C0-D109982E7F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69315" name="Rectangle 8">
            <a:extLst>
              <a:ext uri="{FF2B5EF4-FFF2-40B4-BE49-F238E27FC236}">
                <a16:creationId xmlns:a16="http://schemas.microsoft.com/office/drawing/2014/main" id="{E218A9C0-7FDF-478A-AE0E-4BA88F9D0A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2-</a:t>
            </a:r>
            <a:fld id="{553BFF3C-B7E8-4F68-9434-9DDE8CAA99A9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38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69316" name="Rectangle 2">
            <a:extLst>
              <a:ext uri="{FF2B5EF4-FFF2-40B4-BE49-F238E27FC236}">
                <a16:creationId xmlns:a16="http://schemas.microsoft.com/office/drawing/2014/main" id="{2FF761C3-47FB-42A2-8D05-A843AF4D3D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2275" y="88900"/>
            <a:ext cx="7772400" cy="947738"/>
          </a:xfrm>
        </p:spPr>
        <p:txBody>
          <a:bodyPr/>
          <a:lstStyle/>
          <a:p>
            <a:r>
              <a:rPr lang="en-US" altLang="zh-TW" sz="3600"/>
              <a:t>Client/server socket interaction: TCP</a:t>
            </a:r>
            <a:endParaRPr lang="en-US" altLang="zh-TW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7051600E-E14F-4574-960F-B4A10770EE23}"/>
              </a:ext>
            </a:extLst>
          </p:cNvPr>
          <p:cNvGrpSpPr>
            <a:grpSpLocks/>
          </p:cNvGrpSpPr>
          <p:nvPr/>
        </p:nvGrpSpPr>
        <p:grpSpPr bwMode="auto">
          <a:xfrm>
            <a:off x="1357313" y="3016250"/>
            <a:ext cx="1931987" cy="930275"/>
            <a:chOff x="827" y="2027"/>
            <a:chExt cx="1217" cy="586"/>
          </a:xfrm>
        </p:grpSpPr>
        <p:sp>
          <p:nvSpPr>
            <p:cNvPr id="269354" name="Text Box 4">
              <a:extLst>
                <a:ext uri="{FF2B5EF4-FFF2-40B4-BE49-F238E27FC236}">
                  <a16:creationId xmlns:a16="http://schemas.microsoft.com/office/drawing/2014/main" id="{22A903A2-2742-4B9D-BE00-94EEAC3CB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" y="2027"/>
              <a:ext cx="1059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wait for incoming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connection request</a:t>
              </a:r>
              <a:endParaRPr lang="en-US" altLang="zh-TW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9355" name="Text Box 5">
              <a:extLst>
                <a:ext uri="{FF2B5EF4-FFF2-40B4-BE49-F238E27FC236}">
                  <a16:creationId xmlns:a16="http://schemas.microsoft.com/office/drawing/2014/main" id="{21F3B82D-E0EE-474F-A8D1-F2AD6D7621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" y="2283"/>
              <a:ext cx="12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70C0"/>
                  </a:solidFill>
                  <a:latin typeface="Arial" panose="020B0604020202020204" pitchFamily="34" charset="0"/>
                </a:rPr>
                <a:t>connectionSocket </a:t>
              </a:r>
              <a:r>
                <a:rPr lang="en-US" altLang="zh-TW" sz="1400">
                  <a:latin typeface="Arial" panose="020B0604020202020204" pitchFamily="34" charset="0"/>
                </a:rPr>
                <a:t>=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latin typeface="Arial" panose="020B0604020202020204" pitchFamily="34" charset="0"/>
                </a:rPr>
                <a:t>serverSocket.accept()</a:t>
              </a:r>
              <a:endParaRPr lang="en-US" altLang="zh-TW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1CF449AF-1CF8-4380-8562-036709CCB8C0}"/>
              </a:ext>
            </a:extLst>
          </p:cNvPr>
          <p:cNvGrpSpPr>
            <a:grpSpLocks/>
          </p:cNvGrpSpPr>
          <p:nvPr/>
        </p:nvGrpSpPr>
        <p:grpSpPr bwMode="auto">
          <a:xfrm>
            <a:off x="1338263" y="1776413"/>
            <a:ext cx="2357437" cy="1317625"/>
            <a:chOff x="821" y="1246"/>
            <a:chExt cx="1485" cy="830"/>
          </a:xfrm>
        </p:grpSpPr>
        <p:grpSp>
          <p:nvGrpSpPr>
            <p:cNvPr id="269350" name="Group 7">
              <a:extLst>
                <a:ext uri="{FF2B5EF4-FFF2-40B4-BE49-F238E27FC236}">
                  <a16:creationId xmlns:a16="http://schemas.microsoft.com/office/drawing/2014/main" id="{6EC12049-A25B-4839-BBC2-D50E215AF9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246"/>
              <a:ext cx="1485" cy="586"/>
              <a:chOff x="329" y="1270"/>
              <a:chExt cx="1485" cy="586"/>
            </a:xfrm>
          </p:grpSpPr>
          <p:sp>
            <p:nvSpPr>
              <p:cNvPr id="269352" name="Text Box 8">
                <a:extLst>
                  <a:ext uri="{FF2B5EF4-FFF2-40B4-BE49-F238E27FC236}">
                    <a16:creationId xmlns:a16="http://schemas.microsoft.com/office/drawing/2014/main" id="{CE43D9D0-2805-42D6-8A03-3B435E3543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" y="1270"/>
                <a:ext cx="1213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create socket,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port=</a:t>
                </a:r>
                <a:r>
                  <a:rPr lang="en-US" altLang="zh-TW" sz="1400" b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x</a:t>
                </a:r>
                <a:r>
                  <a:rPr lang="en-US" altLang="zh-TW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en-US" altLang="zh-TW" sz="1400">
                    <a:solidFill>
                      <a:srgbClr val="00B050"/>
                    </a:solidFill>
                    <a:latin typeface="Arial" panose="020B0604020202020204" pitchFamily="34" charset="0"/>
                  </a:rPr>
                  <a:t>for incoming request</a:t>
                </a:r>
                <a:r>
                  <a:rPr lang="en-US" altLang="zh-TW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:</a:t>
                </a:r>
                <a:endParaRPr lang="en-US" altLang="zh-TW" sz="24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9353" name="Text Box 9">
                <a:extLst>
                  <a:ext uri="{FF2B5EF4-FFF2-40B4-BE49-F238E27FC236}">
                    <a16:creationId xmlns:a16="http://schemas.microsoft.com/office/drawing/2014/main" id="{46E268DC-F2CA-4C36-AF27-1017E5826E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" y="1662"/>
                <a:ext cx="1481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rgbClr val="3333CC"/>
                  </a:buClr>
                  <a:buSzPct val="85000"/>
                  <a:buFont typeface="ZapfDingbats" pitchFamily="82" charset="2"/>
                  <a:buNone/>
                </a:pPr>
                <a:r>
                  <a:rPr lang="en-US" altLang="zh-TW" sz="1400" dirty="0" err="1">
                    <a:solidFill>
                      <a:srgbClr val="00B050"/>
                    </a:solidFill>
                    <a:latin typeface="Arial" panose="020B0604020202020204" pitchFamily="34" charset="0"/>
                  </a:rPr>
                  <a:t>serverSocket</a:t>
                </a:r>
                <a:r>
                  <a:rPr lang="en-US" altLang="zh-TW" sz="1400" dirty="0">
                    <a:solidFill>
                      <a:srgbClr val="00B050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US" altLang="zh-TW" sz="1400" dirty="0">
                    <a:latin typeface="Arial" panose="020B0604020202020204" pitchFamily="34" charset="0"/>
                  </a:rPr>
                  <a:t>= socket()</a:t>
                </a:r>
                <a:endParaRPr lang="en-US" altLang="zh-TW" sz="24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69351" name="Line 10">
              <a:extLst>
                <a:ext uri="{FF2B5EF4-FFF2-40B4-BE49-F238E27FC236}">
                  <a16:creationId xmlns:a16="http://schemas.microsoft.com/office/drawing/2014/main" id="{7CDEC7D6-640F-4B69-9FA9-313A90B804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4" y="1872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HK" altLang="en-US"/>
            </a:p>
          </p:txBody>
        </p:sp>
      </p:grpSp>
      <p:grpSp>
        <p:nvGrpSpPr>
          <p:cNvPr id="5" name="Group 11">
            <a:extLst>
              <a:ext uri="{FF2B5EF4-FFF2-40B4-BE49-F238E27FC236}">
                <a16:creationId xmlns:a16="http://schemas.microsoft.com/office/drawing/2014/main" id="{1150D7BB-6C40-44F1-8B93-98985EC54D27}"/>
              </a:ext>
            </a:extLst>
          </p:cNvPr>
          <p:cNvGrpSpPr>
            <a:grpSpLocks/>
          </p:cNvGrpSpPr>
          <p:nvPr/>
        </p:nvGrpSpPr>
        <p:grpSpPr bwMode="auto">
          <a:xfrm>
            <a:off x="5135563" y="3024188"/>
            <a:ext cx="2357437" cy="728662"/>
            <a:chOff x="3333" y="1204"/>
            <a:chExt cx="1485" cy="459"/>
          </a:xfrm>
        </p:grpSpPr>
        <p:sp>
          <p:nvSpPr>
            <p:cNvPr id="269348" name="Text Box 12">
              <a:extLst>
                <a:ext uri="{FF2B5EF4-FFF2-40B4-BE49-F238E27FC236}">
                  <a16:creationId xmlns:a16="http://schemas.microsoft.com/office/drawing/2014/main" id="{5FE91915-8260-4EED-BF95-0E22E2E7E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5" y="1204"/>
              <a:ext cx="145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create socket,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connect to </a:t>
              </a:r>
              <a:r>
                <a:rPr lang="en-US" altLang="zh-TW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hostid</a:t>
              </a: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, port=</a:t>
              </a:r>
              <a:r>
                <a:rPr lang="en-US" altLang="zh-TW" sz="1400" b="1">
                  <a:solidFill>
                    <a:srgbClr val="000000"/>
                  </a:solidFill>
                  <a:latin typeface="Courier New" panose="02070309020205020404" pitchFamily="49" charset="0"/>
                </a:rPr>
                <a:t>x</a:t>
              </a:r>
              <a:endParaRPr lang="en-US" altLang="zh-TW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9349" name="Text Box 13">
              <a:extLst>
                <a:ext uri="{FF2B5EF4-FFF2-40B4-BE49-F238E27FC236}">
                  <a16:creationId xmlns:a16="http://schemas.microsoft.com/office/drawing/2014/main" id="{8F0F9BBD-5F39-4F2E-AD1C-6F819D3E0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3" y="1469"/>
              <a:ext cx="148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7030A0"/>
                  </a:solidFill>
                  <a:latin typeface="Arial" panose="020B0604020202020204" pitchFamily="34" charset="0"/>
                </a:rPr>
                <a:t>clientSocket</a:t>
              </a:r>
              <a:r>
                <a:rPr lang="en-US" altLang="zh-TW" sz="1400">
                  <a:latin typeface="Arial" panose="020B0604020202020204" pitchFamily="34" charset="0"/>
                </a:rPr>
                <a:t> = socket()</a:t>
              </a:r>
              <a:endParaRPr lang="en-US" altLang="zh-TW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269320" name="Text Box 22">
            <a:extLst>
              <a:ext uri="{FF2B5EF4-FFF2-40B4-BE49-F238E27FC236}">
                <a16:creationId xmlns:a16="http://schemas.microsoft.com/office/drawing/2014/main" id="{015E4B6C-892F-4065-88A5-BDECD5442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1139825"/>
            <a:ext cx="353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>
                <a:solidFill>
                  <a:srgbClr val="000000"/>
                </a:solidFill>
              </a:rPr>
              <a:t>server</a:t>
            </a:r>
            <a:r>
              <a:rPr lang="en-US" altLang="zh-TW" sz="2400">
                <a:solidFill>
                  <a:srgbClr val="000000"/>
                </a:solidFill>
              </a:rPr>
              <a:t> (running</a:t>
            </a:r>
            <a:r>
              <a:rPr lang="en-US" altLang="zh-TW" sz="2000">
                <a:solidFill>
                  <a:srgbClr val="000000"/>
                </a:solidFill>
              </a:rPr>
              <a:t> on</a:t>
            </a:r>
            <a:r>
              <a:rPr lang="en-US" altLang="zh-TW" sz="1800">
                <a:solidFill>
                  <a:srgbClr val="000000"/>
                </a:solidFill>
                <a:latin typeface="Comic Sans MS" panose="030F0702030302020204" pitchFamily="66" charset="0"/>
              </a:rPr>
              <a:t> </a:t>
            </a:r>
            <a:r>
              <a:rPr lang="en-US" altLang="zh-TW" sz="1800" b="1">
                <a:solidFill>
                  <a:srgbClr val="000000"/>
                </a:solidFill>
                <a:latin typeface="Courier New" panose="02070309020205020404" pitchFamily="49" charset="0"/>
              </a:rPr>
              <a:t>hostid</a:t>
            </a:r>
            <a:r>
              <a:rPr lang="en-US" altLang="zh-TW" sz="240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269321" name="Text Box 23">
            <a:extLst>
              <a:ext uri="{FF2B5EF4-FFF2-40B4-BE49-F238E27FC236}">
                <a16:creationId xmlns:a16="http://schemas.microsoft.com/office/drawing/2014/main" id="{644466E7-A2E9-4F03-9ACD-2B91AC0FB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88" y="1135063"/>
            <a:ext cx="962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TW">
                <a:solidFill>
                  <a:srgbClr val="000000"/>
                </a:solidFill>
              </a:rPr>
              <a:t>client</a:t>
            </a:r>
          </a:p>
        </p:txBody>
      </p:sp>
      <p:grpSp>
        <p:nvGrpSpPr>
          <p:cNvPr id="6" name="Group 24">
            <a:extLst>
              <a:ext uri="{FF2B5EF4-FFF2-40B4-BE49-F238E27FC236}">
                <a16:creationId xmlns:a16="http://schemas.microsoft.com/office/drawing/2014/main" id="{4E6DDC52-ED9E-4AE0-A11E-4222CE441432}"/>
              </a:ext>
            </a:extLst>
          </p:cNvPr>
          <p:cNvGrpSpPr>
            <a:grpSpLocks/>
          </p:cNvGrpSpPr>
          <p:nvPr/>
        </p:nvGrpSpPr>
        <p:grpSpPr bwMode="auto">
          <a:xfrm>
            <a:off x="2978150" y="3808413"/>
            <a:ext cx="4057650" cy="1371600"/>
            <a:chOff x="1848" y="2526"/>
            <a:chExt cx="2556" cy="864"/>
          </a:xfrm>
        </p:grpSpPr>
        <p:sp>
          <p:nvSpPr>
            <p:cNvPr id="269343" name="Line 25">
              <a:extLst>
                <a:ext uri="{FF2B5EF4-FFF2-40B4-BE49-F238E27FC236}">
                  <a16:creationId xmlns:a16="http://schemas.microsoft.com/office/drawing/2014/main" id="{6BD415F3-8A36-4BFE-AF10-C9FD0D81FA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964"/>
              <a:ext cx="6" cy="42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HK" altLang="en-US"/>
            </a:p>
          </p:txBody>
        </p:sp>
        <p:grpSp>
          <p:nvGrpSpPr>
            <p:cNvPr id="269344" name="Group 26">
              <a:extLst>
                <a:ext uri="{FF2B5EF4-FFF2-40B4-BE49-F238E27FC236}">
                  <a16:creationId xmlns:a16="http://schemas.microsoft.com/office/drawing/2014/main" id="{62124AD7-C673-4127-884D-C21DDCE520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2526"/>
              <a:ext cx="2556" cy="516"/>
              <a:chOff x="1848" y="2526"/>
              <a:chExt cx="2556" cy="516"/>
            </a:xfrm>
          </p:grpSpPr>
          <p:sp>
            <p:nvSpPr>
              <p:cNvPr id="269345" name="Text Box 27">
                <a:extLst>
                  <a:ext uri="{FF2B5EF4-FFF2-40B4-BE49-F238E27FC236}">
                    <a16:creationId xmlns:a16="http://schemas.microsoft.com/office/drawing/2014/main" id="{126B94B2-83A7-4299-96A3-CFD02E95FF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5" y="2673"/>
                <a:ext cx="106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send request using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solidFill>
                      <a:srgbClr val="7030A0"/>
                    </a:solidFill>
                    <a:latin typeface="Arial" panose="020B0604020202020204" pitchFamily="34" charset="0"/>
                  </a:rPr>
                  <a:t>clientSocket</a:t>
                </a:r>
                <a:endParaRPr lang="en-US" altLang="zh-TW" sz="2400">
                  <a:solidFill>
                    <a:srgbClr val="7030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9346" name="Line 28">
                <a:extLst>
                  <a:ext uri="{FF2B5EF4-FFF2-40B4-BE49-F238E27FC236}">
                    <a16:creationId xmlns:a16="http://schemas.microsoft.com/office/drawing/2014/main" id="{48633E0F-2DB5-4B65-91F1-F945709F4A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2526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HK" altLang="en-US"/>
              </a:p>
            </p:txBody>
          </p:sp>
          <p:sp>
            <p:nvSpPr>
              <p:cNvPr id="269347" name="Line 29">
                <a:extLst>
                  <a:ext uri="{FF2B5EF4-FFF2-40B4-BE49-F238E27FC236}">
                    <a16:creationId xmlns:a16="http://schemas.microsoft.com/office/drawing/2014/main" id="{EB8043F7-175A-4274-8164-EC6716903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48" y="2790"/>
                <a:ext cx="1518" cy="252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HK" altLang="en-US"/>
              </a:p>
            </p:txBody>
          </p:sp>
        </p:grpSp>
      </p:grpSp>
      <p:grpSp>
        <p:nvGrpSpPr>
          <p:cNvPr id="8" name="Group 30">
            <a:extLst>
              <a:ext uri="{FF2B5EF4-FFF2-40B4-BE49-F238E27FC236}">
                <a16:creationId xmlns:a16="http://schemas.microsoft.com/office/drawing/2014/main" id="{1D791B58-B700-4582-975F-0059B82E7395}"/>
              </a:ext>
            </a:extLst>
          </p:cNvPr>
          <p:cNvGrpSpPr>
            <a:grpSpLocks/>
          </p:cNvGrpSpPr>
          <p:nvPr/>
        </p:nvGrpSpPr>
        <p:grpSpPr bwMode="auto">
          <a:xfrm>
            <a:off x="1347788" y="3903663"/>
            <a:ext cx="4097337" cy="1490662"/>
            <a:chOff x="821" y="2586"/>
            <a:chExt cx="2581" cy="939"/>
          </a:xfrm>
        </p:grpSpPr>
        <p:sp>
          <p:nvSpPr>
            <p:cNvPr id="269338" name="Text Box 31">
              <a:extLst>
                <a:ext uri="{FF2B5EF4-FFF2-40B4-BE49-F238E27FC236}">
                  <a16:creationId xmlns:a16="http://schemas.microsoft.com/office/drawing/2014/main" id="{FBD7F31E-C82E-4C04-AC99-9F6F57492F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" y="2787"/>
              <a:ext cx="100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read request from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70C0"/>
                  </a:solidFill>
                  <a:latin typeface="Arial" panose="020B0604020202020204" pitchFamily="34" charset="0"/>
                </a:rPr>
                <a:t>connectionSocket</a:t>
              </a:r>
              <a:endParaRPr lang="en-US" altLang="zh-TW" sz="2400">
                <a:solidFill>
                  <a:srgbClr val="0070C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9339" name="Text Box 32">
              <a:extLst>
                <a:ext uri="{FF2B5EF4-FFF2-40B4-BE49-F238E27FC236}">
                  <a16:creationId xmlns:a16="http://schemas.microsoft.com/office/drawing/2014/main" id="{1C299841-EC97-4662-985E-49B47DABAD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" y="3195"/>
              <a:ext cx="100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write reply to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70C0"/>
                  </a:solidFill>
                  <a:latin typeface="Arial" panose="020B0604020202020204" pitchFamily="34" charset="0"/>
                </a:rPr>
                <a:t>connectionSocket</a:t>
              </a:r>
              <a:endParaRPr lang="en-US" altLang="zh-TW" sz="2400">
                <a:solidFill>
                  <a:srgbClr val="0070C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9340" name="Line 33">
              <a:extLst>
                <a:ext uri="{FF2B5EF4-FFF2-40B4-BE49-F238E27FC236}">
                  <a16:creationId xmlns:a16="http://schemas.microsoft.com/office/drawing/2014/main" id="{3B92281A-15F3-4550-AA6E-1D5E97C825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2586"/>
              <a:ext cx="0" cy="24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HK" altLang="en-US"/>
            </a:p>
          </p:txBody>
        </p:sp>
        <p:sp>
          <p:nvSpPr>
            <p:cNvPr id="269341" name="Line 34">
              <a:extLst>
                <a:ext uri="{FF2B5EF4-FFF2-40B4-BE49-F238E27FC236}">
                  <a16:creationId xmlns:a16="http://schemas.microsoft.com/office/drawing/2014/main" id="{C21CE72B-2FF8-4905-AE81-6D4B9B2B8B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4" y="3090"/>
              <a:ext cx="6" cy="15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HK" altLang="en-US"/>
            </a:p>
          </p:txBody>
        </p:sp>
        <p:sp>
          <p:nvSpPr>
            <p:cNvPr id="269342" name="Line 35">
              <a:extLst>
                <a:ext uri="{FF2B5EF4-FFF2-40B4-BE49-F238E27FC236}">
                  <a16:creationId xmlns:a16="http://schemas.microsoft.com/office/drawing/2014/main" id="{610151CB-7F5E-4294-8868-CB7C4A6CB2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3306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HK" altLang="en-US"/>
            </a:p>
          </p:txBody>
        </p:sp>
      </p:grpSp>
      <p:pic>
        <p:nvPicPr>
          <p:cNvPr id="269324" name="Picture 45" descr="underline_base">
            <a:extLst>
              <a:ext uri="{FF2B5EF4-FFF2-40B4-BE49-F238E27FC236}">
                <a16:creationId xmlns:a16="http://schemas.microsoft.com/office/drawing/2014/main" id="{FCACE0B0-3519-4272-A446-018521F0459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758825"/>
            <a:ext cx="7313612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9325" name="Line 49">
            <a:extLst>
              <a:ext uri="{FF2B5EF4-FFF2-40B4-BE49-F238E27FC236}">
                <a16:creationId xmlns:a16="http://schemas.microsoft.com/office/drawing/2014/main" id="{C62D5A7E-8F6C-4F66-B715-CBC61780012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863" y="1589088"/>
            <a:ext cx="3341687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9" name="Group 52">
            <a:extLst>
              <a:ext uri="{FF2B5EF4-FFF2-40B4-BE49-F238E27FC236}">
                <a16:creationId xmlns:a16="http://schemas.microsoft.com/office/drawing/2014/main" id="{0774F098-DA04-4832-B525-AB033D4836F0}"/>
              </a:ext>
            </a:extLst>
          </p:cNvPr>
          <p:cNvGrpSpPr>
            <a:grpSpLocks/>
          </p:cNvGrpSpPr>
          <p:nvPr/>
        </p:nvGrpSpPr>
        <p:grpSpPr bwMode="auto">
          <a:xfrm>
            <a:off x="2967038" y="3103563"/>
            <a:ext cx="2200275" cy="587375"/>
            <a:chOff x="3043" y="1189"/>
            <a:chExt cx="1386" cy="370"/>
          </a:xfrm>
        </p:grpSpPr>
        <p:sp>
          <p:nvSpPr>
            <p:cNvPr id="269336" name="Line 37">
              <a:extLst>
                <a:ext uri="{FF2B5EF4-FFF2-40B4-BE49-F238E27FC236}">
                  <a16:creationId xmlns:a16="http://schemas.microsoft.com/office/drawing/2014/main" id="{3E593D8E-0CE3-467A-BD86-FD5968AB7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3" y="1372"/>
              <a:ext cx="138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HK" altLang="en-US"/>
            </a:p>
          </p:txBody>
        </p:sp>
        <p:sp>
          <p:nvSpPr>
            <p:cNvPr id="269337" name="Text Box 38">
              <a:extLst>
                <a:ext uri="{FF2B5EF4-FFF2-40B4-BE49-F238E27FC236}">
                  <a16:creationId xmlns:a16="http://schemas.microsoft.com/office/drawing/2014/main" id="{DF67EE63-E9A2-4F14-8746-92FCDB35EF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6" y="1189"/>
              <a:ext cx="1204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CC0000"/>
                  </a:solidFill>
                  <a:latin typeface="Arial" panose="020B0604020202020204" pitchFamily="34" charset="0"/>
                </a:rPr>
                <a:t>TCP 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>
                  <a:solidFill>
                    <a:srgbClr val="CC0000"/>
                  </a:solidFill>
                  <a:latin typeface="Arial" panose="020B0604020202020204" pitchFamily="34" charset="0"/>
                </a:rPr>
                <a:t>connection setup</a:t>
              </a:r>
              <a:endParaRPr lang="en-US" altLang="zh-TW" sz="2400">
                <a:solidFill>
                  <a:srgbClr val="CC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69327" name="Line 50">
            <a:extLst>
              <a:ext uri="{FF2B5EF4-FFF2-40B4-BE49-F238E27FC236}">
                <a16:creationId xmlns:a16="http://schemas.microsoft.com/office/drawing/2014/main" id="{9CD8BCE8-49EB-49FD-9CB2-0A0450C607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5138" y="1600200"/>
            <a:ext cx="676275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grpSp>
        <p:nvGrpSpPr>
          <p:cNvPr id="10" name="Group 53">
            <a:extLst>
              <a:ext uri="{FF2B5EF4-FFF2-40B4-BE49-F238E27FC236}">
                <a16:creationId xmlns:a16="http://schemas.microsoft.com/office/drawing/2014/main" id="{21EBE24B-99D6-4473-9D4D-2FDE253A948F}"/>
              </a:ext>
            </a:extLst>
          </p:cNvPr>
          <p:cNvGrpSpPr>
            <a:grpSpLocks/>
          </p:cNvGrpSpPr>
          <p:nvPr/>
        </p:nvGrpSpPr>
        <p:grpSpPr bwMode="auto">
          <a:xfrm>
            <a:off x="1298575" y="4251325"/>
            <a:ext cx="5453063" cy="1954213"/>
            <a:chOff x="832" y="2713"/>
            <a:chExt cx="3435" cy="1231"/>
          </a:xfrm>
        </p:grpSpPr>
        <p:sp>
          <p:nvSpPr>
            <p:cNvPr id="269329" name="Text Box 15">
              <a:extLst>
                <a:ext uri="{FF2B5EF4-FFF2-40B4-BE49-F238E27FC236}">
                  <a16:creationId xmlns:a16="http://schemas.microsoft.com/office/drawing/2014/main" id="{C75B9D26-FC96-4735-A81B-E177DA3AE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" y="3512"/>
              <a:ext cx="1007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0000"/>
                  </a:solidFill>
                  <a:latin typeface="Arial" panose="020B0604020202020204" pitchFamily="34" charset="0"/>
                </a:rPr>
                <a:t>close</a:t>
              </a:r>
            </a:p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400">
                  <a:solidFill>
                    <a:srgbClr val="0070C0"/>
                  </a:solidFill>
                  <a:latin typeface="Arial" panose="020B0604020202020204" pitchFamily="34" charset="0"/>
                </a:rPr>
                <a:t>connectionSocket</a:t>
              </a:r>
              <a:endParaRPr lang="en-US" altLang="zh-TW" sz="2400">
                <a:solidFill>
                  <a:srgbClr val="0070C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9330" name="Line 16">
              <a:extLst>
                <a:ext uri="{FF2B5EF4-FFF2-40B4-BE49-F238E27FC236}">
                  <a16:creationId xmlns:a16="http://schemas.microsoft.com/office/drawing/2014/main" id="{EE281192-6724-4F7B-999C-B8F422D414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3437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HK" altLang="en-US"/>
            </a:p>
          </p:txBody>
        </p:sp>
        <p:sp>
          <p:nvSpPr>
            <p:cNvPr id="269331" name="Freeform 17">
              <a:extLst>
                <a:ext uri="{FF2B5EF4-FFF2-40B4-BE49-F238E27FC236}">
                  <a16:creationId xmlns:a16="http://schemas.microsoft.com/office/drawing/2014/main" id="{9C0F2CEF-B085-489A-A2C0-FD7B08157B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" y="2713"/>
              <a:ext cx="492" cy="306"/>
            </a:xfrm>
            <a:custGeom>
              <a:avLst/>
              <a:gdLst>
                <a:gd name="T0" fmla="*/ 492 w 492"/>
                <a:gd name="T1" fmla="*/ 0 h 2112"/>
                <a:gd name="T2" fmla="*/ 492 w 492"/>
                <a:gd name="T3" fmla="*/ 0 h 2112"/>
                <a:gd name="T4" fmla="*/ 0 w 492"/>
                <a:gd name="T5" fmla="*/ 0 h 2112"/>
                <a:gd name="T6" fmla="*/ 0 w 492"/>
                <a:gd name="T7" fmla="*/ 0 h 2112"/>
                <a:gd name="T8" fmla="*/ 402 w 492"/>
                <a:gd name="T9" fmla="*/ 0 h 2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2"/>
                <a:gd name="T16" fmla="*/ 0 h 2112"/>
                <a:gd name="T17" fmla="*/ 492 w 492"/>
                <a:gd name="T18" fmla="*/ 2112 h 2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2" h="2112">
                  <a:moveTo>
                    <a:pt x="492" y="1968"/>
                  </a:moveTo>
                  <a:lnTo>
                    <a:pt x="492" y="2112"/>
                  </a:lnTo>
                  <a:lnTo>
                    <a:pt x="0" y="2112"/>
                  </a:lnTo>
                  <a:lnTo>
                    <a:pt x="0" y="0"/>
                  </a:lnTo>
                  <a:lnTo>
                    <a:pt x="402" y="0"/>
                  </a:lnTo>
                </a:path>
              </a:pathLst>
            </a:cu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HK" altLang="en-US"/>
            </a:p>
          </p:txBody>
        </p:sp>
        <p:grpSp>
          <p:nvGrpSpPr>
            <p:cNvPr id="269332" name="Group 18">
              <a:extLst>
                <a:ext uri="{FF2B5EF4-FFF2-40B4-BE49-F238E27FC236}">
                  <a16:creationId xmlns:a16="http://schemas.microsoft.com/office/drawing/2014/main" id="{00E43C12-5D7A-415B-875F-FFE91AD6E1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3" y="3248"/>
              <a:ext cx="874" cy="696"/>
              <a:chOff x="3365" y="3375"/>
              <a:chExt cx="874" cy="696"/>
            </a:xfrm>
          </p:grpSpPr>
          <p:sp>
            <p:nvSpPr>
              <p:cNvPr id="269333" name="Text Box 19">
                <a:extLst>
                  <a:ext uri="{FF2B5EF4-FFF2-40B4-BE49-F238E27FC236}">
                    <a16:creationId xmlns:a16="http://schemas.microsoft.com/office/drawing/2014/main" id="{F6D058A6-E7BE-433C-862A-44FEF856DF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5" y="3375"/>
                <a:ext cx="874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read reply from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solidFill>
                      <a:srgbClr val="7030A0"/>
                    </a:solidFill>
                    <a:latin typeface="Arial" panose="020B0604020202020204" pitchFamily="34" charset="0"/>
                  </a:rPr>
                  <a:t>clientSocket</a:t>
                </a:r>
                <a:endParaRPr lang="en-US" altLang="zh-TW" sz="2400">
                  <a:solidFill>
                    <a:srgbClr val="7030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9334" name="Text Box 20">
                <a:extLst>
                  <a:ext uri="{FF2B5EF4-FFF2-40B4-BE49-F238E27FC236}">
                    <a16:creationId xmlns:a16="http://schemas.microsoft.com/office/drawing/2014/main" id="{9CA7387F-60AC-4918-A6D6-F00701DD2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9" y="3741"/>
                <a:ext cx="72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solidFill>
                      <a:srgbClr val="000000"/>
                    </a:solidFill>
                    <a:latin typeface="Arial" panose="020B0604020202020204" pitchFamily="34" charset="0"/>
                  </a:rPr>
                  <a:t>close</a:t>
                </a: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TW" sz="1400">
                    <a:solidFill>
                      <a:srgbClr val="7030A0"/>
                    </a:solidFill>
                    <a:latin typeface="Arial" panose="020B0604020202020204" pitchFamily="34" charset="0"/>
                  </a:rPr>
                  <a:t>clientSocket</a:t>
                </a:r>
                <a:endParaRPr lang="en-US" altLang="zh-TW" sz="2400">
                  <a:solidFill>
                    <a:srgbClr val="7030A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9335" name="Line 21">
                <a:extLst>
                  <a:ext uri="{FF2B5EF4-FFF2-40B4-BE49-F238E27FC236}">
                    <a16:creationId xmlns:a16="http://schemas.microsoft.com/office/drawing/2014/main" id="{E1EF03F9-01F3-4077-BF1F-33E3C0C914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6" y="3690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HK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7">
            <a:extLst>
              <a:ext uri="{FF2B5EF4-FFF2-40B4-BE49-F238E27FC236}">
                <a16:creationId xmlns:a16="http://schemas.microsoft.com/office/drawing/2014/main" id="{BB32CBC4-7E3B-485E-B812-814E6BB187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70339" name="Rectangle 8">
            <a:extLst>
              <a:ext uri="{FF2B5EF4-FFF2-40B4-BE49-F238E27FC236}">
                <a16:creationId xmlns:a16="http://schemas.microsoft.com/office/drawing/2014/main" id="{C5C8B2AA-A469-4F32-AAAA-B32D4E8FEF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2-</a:t>
            </a:r>
            <a:fld id="{53370F87-7748-4F84-83CF-9629A6B207B3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39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70340" name="Rectangle 2">
            <a:extLst>
              <a:ext uri="{FF2B5EF4-FFF2-40B4-BE49-F238E27FC236}">
                <a16:creationId xmlns:a16="http://schemas.microsoft.com/office/drawing/2014/main" id="{8078AE4D-022B-4916-9D3D-175E42E92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88900"/>
            <a:ext cx="7772400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>
                <a:solidFill>
                  <a:srgbClr val="000099"/>
                </a:solidFill>
              </a:rPr>
              <a:t>Example  app: TCP client</a:t>
            </a:r>
            <a:endParaRPr lang="en-US" altLang="zh-TW" sz="4400">
              <a:solidFill>
                <a:srgbClr val="000099"/>
              </a:solidFill>
            </a:endParaRPr>
          </a:p>
        </p:txBody>
      </p:sp>
      <p:sp>
        <p:nvSpPr>
          <p:cNvPr id="270341" name="TextBox 1">
            <a:extLst>
              <a:ext uri="{FF2B5EF4-FFF2-40B4-BE49-F238E27FC236}">
                <a16:creationId xmlns:a16="http://schemas.microsoft.com/office/drawing/2014/main" id="{0D3CA84B-668C-4F51-9392-E12F1B163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5100" y="1651000"/>
            <a:ext cx="5894388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from socket import *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serverName = 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ja-JP" sz="2000">
                <a:solidFill>
                  <a:srgbClr val="000000"/>
                </a:solidFill>
                <a:latin typeface="Arial" panose="020B0604020202020204" pitchFamily="34" charset="0"/>
              </a:rPr>
              <a:t>servername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endParaRPr lang="en-US" altLang="ja-JP" sz="20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serverPort = 12000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clientSocket = socket(AF_INET, SOCK_STREAM)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70C0"/>
                </a:solidFill>
                <a:latin typeface="Arial" panose="020B0604020202020204" pitchFamily="34" charset="0"/>
              </a:rPr>
              <a:t>clientSocket.connect((serverName,serverPort))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sentence = raw_input(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</a:rPr>
              <a:t>‘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Input lowercase sentence: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clientSocket.send(sentence)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modifiedSentence = clientSocket.recv(1024)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print 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</a:rPr>
              <a:t>‘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From Server: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, modifiedSentence</a:t>
            </a:r>
          </a:p>
          <a:p>
            <a:pPr>
              <a:lnSpc>
                <a:spcPts val="28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clientSocket.close()</a:t>
            </a:r>
          </a:p>
        </p:txBody>
      </p:sp>
      <p:sp>
        <p:nvSpPr>
          <p:cNvPr id="270342" name="TextBox 2">
            <a:extLst>
              <a:ext uri="{FF2B5EF4-FFF2-40B4-BE49-F238E27FC236}">
                <a16:creationId xmlns:a16="http://schemas.microsoft.com/office/drawing/2014/main" id="{FA61EDFA-CCC5-47AF-9783-ECE696A31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800" y="1168400"/>
            <a:ext cx="2706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400" i="1">
                <a:solidFill>
                  <a:srgbClr val="CC0000"/>
                </a:solidFill>
                <a:latin typeface="Arial" panose="020B0604020202020204" pitchFamily="34" charset="0"/>
              </a:rPr>
              <a:t>Python TCPClient</a:t>
            </a:r>
          </a:p>
        </p:txBody>
      </p:sp>
      <p:grpSp>
        <p:nvGrpSpPr>
          <p:cNvPr id="2" name="Group 47">
            <a:extLst>
              <a:ext uri="{FF2B5EF4-FFF2-40B4-BE49-F238E27FC236}">
                <a16:creationId xmlns:a16="http://schemas.microsoft.com/office/drawing/2014/main" id="{39AA4703-2FE8-472B-9AF5-97CAA2132EDC}"/>
              </a:ext>
            </a:extLst>
          </p:cNvPr>
          <p:cNvGrpSpPr>
            <a:grpSpLocks/>
          </p:cNvGrpSpPr>
          <p:nvPr/>
        </p:nvGrpSpPr>
        <p:grpSpPr bwMode="auto">
          <a:xfrm>
            <a:off x="0" y="2670175"/>
            <a:ext cx="2778125" cy="523875"/>
            <a:chOff x="-811" y="2671324"/>
            <a:chExt cx="2778483" cy="523220"/>
          </a:xfrm>
        </p:grpSpPr>
        <p:sp>
          <p:nvSpPr>
            <p:cNvPr id="270351" name="TextBox 31">
              <a:extLst>
                <a:ext uri="{FF2B5EF4-FFF2-40B4-BE49-F238E27FC236}">
                  <a16:creationId xmlns:a16="http://schemas.microsoft.com/office/drawing/2014/main" id="{A7159EF0-9B89-4C7B-B9B8-5CCB22B3B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11" y="2671324"/>
              <a:ext cx="227181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create TCP socket for server, remote port 12000</a:t>
              </a:r>
            </a:p>
          </p:txBody>
        </p:sp>
        <p:cxnSp>
          <p:nvCxnSpPr>
            <p:cNvPr id="270352" name="Straight Connector 32">
              <a:extLst>
                <a:ext uri="{FF2B5EF4-FFF2-40B4-BE49-F238E27FC236}">
                  <a16:creationId xmlns:a16="http://schemas.microsoft.com/office/drawing/2014/main" id="{2C5EF35A-69A5-430D-8500-F43664C9FA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0143" y="3165929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E33FE420-EA0B-4505-9405-BB2DEC79D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0" y="2895600"/>
            <a:ext cx="2247900" cy="508000"/>
          </a:xfrm>
          <a:prstGeom prst="ellips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endParaRPr lang="zh-TW" altLang="zh-TW" sz="24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270345" name="Picture 17" descr="underline_base">
            <a:extLst>
              <a:ext uri="{FF2B5EF4-FFF2-40B4-BE49-F238E27FC236}">
                <a16:creationId xmlns:a16="http://schemas.microsoft.com/office/drawing/2014/main" id="{200AC745-AAC8-45F3-849D-DE586D90052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795338"/>
            <a:ext cx="45704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47">
            <a:extLst>
              <a:ext uri="{FF2B5EF4-FFF2-40B4-BE49-F238E27FC236}">
                <a16:creationId xmlns:a16="http://schemas.microsoft.com/office/drawing/2014/main" id="{A40FBFF9-4751-47B3-8577-224EE66D4833}"/>
              </a:ext>
            </a:extLst>
          </p:cNvPr>
          <p:cNvGrpSpPr>
            <a:grpSpLocks/>
          </p:cNvGrpSpPr>
          <p:nvPr/>
        </p:nvGrpSpPr>
        <p:grpSpPr bwMode="auto">
          <a:xfrm>
            <a:off x="0" y="4171950"/>
            <a:ext cx="2794000" cy="523875"/>
            <a:chOff x="-17288" y="2918148"/>
            <a:chExt cx="2794960" cy="522566"/>
          </a:xfrm>
        </p:grpSpPr>
        <p:sp>
          <p:nvSpPr>
            <p:cNvPr id="270349" name="TextBox 31">
              <a:extLst>
                <a:ext uri="{FF2B5EF4-FFF2-40B4-BE49-F238E27FC236}">
                  <a16:creationId xmlns:a16="http://schemas.microsoft.com/office/drawing/2014/main" id="{AED4C796-DF66-49E5-A3F3-2BD19551D2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7288" y="2918148"/>
              <a:ext cx="2271818" cy="522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 dirty="0">
                  <a:solidFill>
                    <a:srgbClr val="FF0000"/>
                  </a:solidFill>
                  <a:latin typeface="Arial" panose="020B0604020202020204" pitchFamily="34" charset="0"/>
                </a:rPr>
                <a:t>No need to attach server name, port </a:t>
              </a:r>
            </a:p>
          </p:txBody>
        </p:sp>
        <p:cxnSp>
          <p:nvCxnSpPr>
            <p:cNvPr id="270350" name="Straight Connector 32">
              <a:extLst>
                <a:ext uri="{FF2B5EF4-FFF2-40B4-BE49-F238E27FC236}">
                  <a16:creationId xmlns:a16="http://schemas.microsoft.com/office/drawing/2014/main" id="{ED6BA958-8578-4D0D-81D4-C7E5933E40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050143" y="3165929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6" name="TextBox 31">
            <a:extLst>
              <a:ext uri="{FF2B5EF4-FFF2-40B4-BE49-F238E27FC236}">
                <a16:creationId xmlns:a16="http://schemas.microsoft.com/office/drawing/2014/main" id="{6CFC5415-1C34-4255-B6D6-D128F5018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3" y="3294063"/>
            <a:ext cx="2325687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1400">
                <a:solidFill>
                  <a:srgbClr val="000099"/>
                </a:solidFill>
                <a:latin typeface="Arial" panose="020B0604020202020204" pitchFamily="34" charset="0"/>
              </a:rPr>
              <a:t>TCP connection is established between the client and server</a:t>
            </a:r>
          </a:p>
        </p:txBody>
      </p:sp>
      <p:cxnSp>
        <p:nvCxnSpPr>
          <p:cNvPr id="17" name="Straight Connector 32">
            <a:extLst>
              <a:ext uri="{FF2B5EF4-FFF2-40B4-BE49-F238E27FC236}">
                <a16:creationId xmlns:a16="http://schemas.microsoft.com/office/drawing/2014/main" id="{E7BC36CD-8AA9-4285-89F1-393C15A54EA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16138" y="3556000"/>
            <a:ext cx="727075" cy="1588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7">
            <a:extLst>
              <a:ext uri="{FF2B5EF4-FFF2-40B4-BE49-F238E27FC236}">
                <a16:creationId xmlns:a16="http://schemas.microsoft.com/office/drawing/2014/main" id="{D331E3D5-A2E7-4A73-995F-E67648DC1C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71363" name="Rectangle 8">
            <a:extLst>
              <a:ext uri="{FF2B5EF4-FFF2-40B4-BE49-F238E27FC236}">
                <a16:creationId xmlns:a16="http://schemas.microsoft.com/office/drawing/2014/main" id="{FB48E6E0-36D5-4995-AE64-AF16668702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2-</a:t>
            </a:r>
            <a:fld id="{21F9BC44-4740-48CC-8B15-229A5EDD07E2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t>40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</p:txBody>
      </p:sp>
      <p:sp>
        <p:nvSpPr>
          <p:cNvPr id="271364" name="Rectangle 2">
            <a:extLst>
              <a:ext uri="{FF2B5EF4-FFF2-40B4-BE49-F238E27FC236}">
                <a16:creationId xmlns:a16="http://schemas.microsoft.com/office/drawing/2014/main" id="{350FB169-921D-417C-BC6F-11F783F25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88900"/>
            <a:ext cx="7772400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600">
                <a:solidFill>
                  <a:srgbClr val="000099"/>
                </a:solidFill>
              </a:rPr>
              <a:t>Example app: TCP server</a:t>
            </a:r>
            <a:endParaRPr lang="en-US" altLang="zh-TW" sz="4400">
              <a:solidFill>
                <a:srgbClr val="000099"/>
              </a:solidFill>
            </a:endParaRPr>
          </a:p>
        </p:txBody>
      </p:sp>
      <p:sp>
        <p:nvSpPr>
          <p:cNvPr id="271365" name="TextBox 1">
            <a:extLst>
              <a:ext uri="{FF2B5EF4-FFF2-40B4-BE49-F238E27FC236}">
                <a16:creationId xmlns:a16="http://schemas.microsoft.com/office/drawing/2014/main" id="{1A498774-8A47-4F65-82C9-C3A0DC4B1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800" y="1651000"/>
            <a:ext cx="5997575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 from socket import *</a:t>
            </a:r>
          </a:p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serverPort = 12000</a:t>
            </a:r>
          </a:p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B050"/>
                </a:solidFill>
                <a:latin typeface="Arial" panose="020B0604020202020204" pitchFamily="34" charset="0"/>
              </a:rPr>
              <a:t>serverSocket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 = socket(AF_INET,SOCK_STREAM)</a:t>
            </a:r>
          </a:p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serverSocket.bind((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</a:rPr>
              <a:t>‘’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,serverPort))</a:t>
            </a:r>
          </a:p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serverSocket.listen(1)</a:t>
            </a:r>
          </a:p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print 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</a:rPr>
              <a:t>‘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The server is ready to receive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</a:rPr>
              <a:t>’</a:t>
            </a:r>
            <a:endParaRPr lang="en-US" altLang="zh-TW" sz="20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while 1:</a:t>
            </a:r>
          </a:p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     </a:t>
            </a:r>
            <a:r>
              <a:rPr lang="en-US" altLang="zh-TW" sz="2000">
                <a:solidFill>
                  <a:srgbClr val="0070C0"/>
                </a:solidFill>
                <a:latin typeface="Arial" panose="020B0604020202020204" pitchFamily="34" charset="0"/>
              </a:rPr>
              <a:t>connectionSocket</a:t>
            </a: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, addr = serverSocket.accept()</a:t>
            </a:r>
          </a:p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     </a:t>
            </a:r>
          </a:p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     sentence = connectionSocket.recv(1024)</a:t>
            </a:r>
          </a:p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     capitalizedSentence = sentence.upper()</a:t>
            </a:r>
          </a:p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     connectionSocket.send(capitalizedSentence)</a:t>
            </a:r>
          </a:p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000">
                <a:solidFill>
                  <a:srgbClr val="000000"/>
                </a:solidFill>
                <a:latin typeface="Arial" panose="020B0604020202020204" pitchFamily="34" charset="0"/>
              </a:rPr>
              <a:t>     connectionSocket.close()</a:t>
            </a:r>
            <a:endParaRPr lang="en-US" altLang="zh-TW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1366" name="TextBox 2">
            <a:extLst>
              <a:ext uri="{FF2B5EF4-FFF2-40B4-BE49-F238E27FC236}">
                <a16:creationId xmlns:a16="http://schemas.microsoft.com/office/drawing/2014/main" id="{34034593-DE4A-4B2E-80DB-F068F3A8B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7800" y="1168400"/>
            <a:ext cx="28273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sz="2400" i="1">
                <a:solidFill>
                  <a:srgbClr val="CC0000"/>
                </a:solidFill>
                <a:latin typeface="Arial" panose="020B0604020202020204" pitchFamily="34" charset="0"/>
              </a:rPr>
              <a:t>Python TCPServer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E77DF513-415C-4410-AC9E-3920F82BA02B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2173288"/>
            <a:ext cx="2559050" cy="566737"/>
            <a:chOff x="151614" y="2173972"/>
            <a:chExt cx="2559082" cy="566309"/>
          </a:xfrm>
        </p:grpSpPr>
        <p:sp>
          <p:nvSpPr>
            <p:cNvPr id="271384" name="TextBox 31">
              <a:extLst>
                <a:ext uri="{FF2B5EF4-FFF2-40B4-BE49-F238E27FC236}">
                  <a16:creationId xmlns:a16="http://schemas.microsoft.com/office/drawing/2014/main" id="{DC3CAFE0-A5BD-405C-90B0-3CE5D5994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614" y="2173972"/>
              <a:ext cx="2559082" cy="566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create TCP welcoming</a:t>
              </a:r>
            </a:p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socket</a:t>
              </a:r>
            </a:p>
          </p:txBody>
        </p:sp>
        <p:cxnSp>
          <p:nvCxnSpPr>
            <p:cNvPr id="271385" name="Straight Connector 32">
              <a:extLst>
                <a:ext uri="{FF2B5EF4-FFF2-40B4-BE49-F238E27FC236}">
                  <a16:creationId xmlns:a16="http://schemas.microsoft.com/office/drawing/2014/main" id="{C0E1A847-7C1B-4C58-A9B1-4BC5F3325FC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695045" y="2596011"/>
              <a:ext cx="930227" cy="113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Group 14">
            <a:extLst>
              <a:ext uri="{FF2B5EF4-FFF2-40B4-BE49-F238E27FC236}">
                <a16:creationId xmlns:a16="http://schemas.microsoft.com/office/drawing/2014/main" id="{508EB964-7B8E-4D15-BC92-BA37BBB29D29}"/>
              </a:ext>
            </a:extLst>
          </p:cNvPr>
          <p:cNvGrpSpPr>
            <a:grpSpLocks/>
          </p:cNvGrpSpPr>
          <p:nvPr/>
        </p:nvGrpSpPr>
        <p:grpSpPr bwMode="auto">
          <a:xfrm>
            <a:off x="131763" y="3036888"/>
            <a:ext cx="2540000" cy="523875"/>
            <a:chOff x="169076" y="2884812"/>
            <a:chExt cx="2541127" cy="523220"/>
          </a:xfrm>
        </p:grpSpPr>
        <p:sp>
          <p:nvSpPr>
            <p:cNvPr id="271382" name="TextBox 26">
              <a:extLst>
                <a:ext uri="{FF2B5EF4-FFF2-40B4-BE49-F238E27FC236}">
                  <a16:creationId xmlns:a16="http://schemas.microsoft.com/office/drawing/2014/main" id="{E1B7DBAC-EB84-4120-AAF9-F822FB164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076" y="2884812"/>
              <a:ext cx="227181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server begins listening for  incoming TCP requests</a:t>
              </a:r>
            </a:p>
          </p:txBody>
        </p:sp>
        <p:cxnSp>
          <p:nvCxnSpPr>
            <p:cNvPr id="271383" name="Straight Connector 30">
              <a:extLst>
                <a:ext uri="{FF2B5EF4-FFF2-40B4-BE49-F238E27FC236}">
                  <a16:creationId xmlns:a16="http://schemas.microsoft.com/office/drawing/2014/main" id="{1B5BF011-AD3E-4DF8-AC20-DCE5401B2E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82674" y="3169104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62B6817C-9FB9-41C9-A156-B36D1C97E8E9}"/>
              </a:ext>
            </a:extLst>
          </p:cNvPr>
          <p:cNvGrpSpPr>
            <a:grpSpLocks/>
          </p:cNvGrpSpPr>
          <p:nvPr/>
        </p:nvGrpSpPr>
        <p:grpSpPr bwMode="auto">
          <a:xfrm>
            <a:off x="528638" y="3816350"/>
            <a:ext cx="2155825" cy="298450"/>
            <a:chOff x="553383" y="3714241"/>
            <a:chExt cx="2157273" cy="299227"/>
          </a:xfrm>
        </p:grpSpPr>
        <p:sp>
          <p:nvSpPr>
            <p:cNvPr id="271380" name="TextBox 34">
              <a:extLst>
                <a:ext uri="{FF2B5EF4-FFF2-40B4-BE49-F238E27FC236}">
                  <a16:creationId xmlns:a16="http://schemas.microsoft.com/office/drawing/2014/main" id="{B1F36D5B-01A0-42C6-8BF1-33E87F0CB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383" y="3714241"/>
              <a:ext cx="1194763" cy="299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ts val="16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loop forever</a:t>
              </a:r>
            </a:p>
          </p:txBody>
        </p:sp>
        <p:cxnSp>
          <p:nvCxnSpPr>
            <p:cNvPr id="271381" name="Straight Connector 35">
              <a:extLst>
                <a:ext uri="{FF2B5EF4-FFF2-40B4-BE49-F238E27FC236}">
                  <a16:creationId xmlns:a16="http://schemas.microsoft.com/office/drawing/2014/main" id="{DD73A567-7903-4341-AEDA-B5A6D5CDCFB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266031" y="3964781"/>
              <a:ext cx="1444625" cy="396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17">
            <a:extLst>
              <a:ext uri="{FF2B5EF4-FFF2-40B4-BE49-F238E27FC236}">
                <a16:creationId xmlns:a16="http://schemas.microsoft.com/office/drawing/2014/main" id="{2612FBFC-A121-423B-ABEE-CE31492C29E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4176713"/>
            <a:ext cx="2813050" cy="752475"/>
            <a:chOff x="380319" y="3965998"/>
            <a:chExt cx="2392469" cy="752685"/>
          </a:xfrm>
        </p:grpSpPr>
        <p:sp>
          <p:nvSpPr>
            <p:cNvPr id="271378" name="TextBox 36">
              <a:extLst>
                <a:ext uri="{FF2B5EF4-FFF2-40B4-BE49-F238E27FC236}">
                  <a16:creationId xmlns:a16="http://schemas.microsoft.com/office/drawing/2014/main" id="{10D5C0AF-D988-4BA2-8F8A-CFE24FC03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319" y="3965998"/>
              <a:ext cx="2184910" cy="752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ts val="16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server waits on accept()</a:t>
              </a:r>
            </a:p>
            <a:p>
              <a:pPr>
                <a:lnSpc>
                  <a:spcPts val="16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for incoming requests, </a:t>
              </a:r>
              <a:r>
                <a:rPr lang="en-US" altLang="zh-TW" sz="1400">
                  <a:solidFill>
                    <a:srgbClr val="FF0000"/>
                  </a:solidFill>
                  <a:latin typeface="Arial" panose="020B0604020202020204" pitchFamily="34" charset="0"/>
                </a:rPr>
                <a:t>new socket created on return</a:t>
              </a:r>
            </a:p>
          </p:txBody>
        </p:sp>
        <p:cxnSp>
          <p:nvCxnSpPr>
            <p:cNvPr id="271379" name="Straight Connector 39">
              <a:extLst>
                <a:ext uri="{FF2B5EF4-FFF2-40B4-BE49-F238E27FC236}">
                  <a16:creationId xmlns:a16="http://schemas.microsoft.com/office/drawing/2014/main" id="{EC7238F0-0011-4830-B001-0BF14BE801B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231565" y="4229808"/>
              <a:ext cx="541223" cy="586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18">
            <a:extLst>
              <a:ext uri="{FF2B5EF4-FFF2-40B4-BE49-F238E27FC236}">
                <a16:creationId xmlns:a16="http://schemas.microsoft.com/office/drawing/2014/main" id="{D21F293F-0871-4BD9-8BB8-3628DF419F8C}"/>
              </a:ext>
            </a:extLst>
          </p:cNvPr>
          <p:cNvGrpSpPr>
            <a:grpSpLocks/>
          </p:cNvGrpSpPr>
          <p:nvPr/>
        </p:nvGrpSpPr>
        <p:grpSpPr bwMode="auto">
          <a:xfrm>
            <a:off x="258763" y="5149850"/>
            <a:ext cx="2860675" cy="523875"/>
            <a:chOff x="316741" y="4661874"/>
            <a:chExt cx="2859521" cy="524153"/>
          </a:xfrm>
        </p:grpSpPr>
        <p:sp>
          <p:nvSpPr>
            <p:cNvPr id="271376" name="TextBox 61">
              <a:extLst>
                <a:ext uri="{FF2B5EF4-FFF2-40B4-BE49-F238E27FC236}">
                  <a16:creationId xmlns:a16="http://schemas.microsoft.com/office/drawing/2014/main" id="{F6D11841-46AE-4CDD-BFA9-880F9EB8D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741" y="4661874"/>
              <a:ext cx="2349500" cy="524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000099"/>
                  </a:solidFill>
                  <a:latin typeface="Arial" panose="020B0604020202020204" pitchFamily="34" charset="0"/>
                </a:rPr>
                <a:t>read bytes from socket (but not address as in UDP)</a:t>
              </a:r>
            </a:p>
          </p:txBody>
        </p:sp>
        <p:cxnSp>
          <p:nvCxnSpPr>
            <p:cNvPr id="271377" name="Straight Connector 62">
              <a:extLst>
                <a:ext uri="{FF2B5EF4-FFF2-40B4-BE49-F238E27FC236}">
                  <a16:creationId xmlns:a16="http://schemas.microsoft.com/office/drawing/2014/main" id="{10CA453F-261C-4BA3-9B38-767F365159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875609" y="4682209"/>
              <a:ext cx="1300653" cy="49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Group 28">
            <a:extLst>
              <a:ext uri="{FF2B5EF4-FFF2-40B4-BE49-F238E27FC236}">
                <a16:creationId xmlns:a16="http://schemas.microsoft.com/office/drawing/2014/main" id="{AAA1A22B-6CF7-460E-9612-B1BE29D1D63A}"/>
              </a:ext>
            </a:extLst>
          </p:cNvPr>
          <p:cNvGrpSpPr>
            <a:grpSpLocks/>
          </p:cNvGrpSpPr>
          <p:nvPr/>
        </p:nvGrpSpPr>
        <p:grpSpPr bwMode="auto">
          <a:xfrm>
            <a:off x="127000" y="5759450"/>
            <a:ext cx="2878138" cy="738188"/>
            <a:chOff x="162014" y="4686636"/>
            <a:chExt cx="2878315" cy="738664"/>
          </a:xfrm>
        </p:grpSpPr>
        <p:sp>
          <p:nvSpPr>
            <p:cNvPr id="271374" name="TextBox 29">
              <a:extLst>
                <a:ext uri="{FF2B5EF4-FFF2-40B4-BE49-F238E27FC236}">
                  <a16:creationId xmlns:a16="http://schemas.microsoft.com/office/drawing/2014/main" id="{ECA49D0D-B86E-4F88-87C2-94974A236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014" y="4686636"/>
              <a:ext cx="2349500" cy="738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SzPct val="85000"/>
                <a:buFont typeface="ZapfDingbats" pitchFamily="82" charset="2"/>
                <a:buNone/>
              </a:pPr>
              <a:r>
                <a:rPr lang="en-US" altLang="zh-TW" sz="1400">
                  <a:solidFill>
                    <a:srgbClr val="FF0000"/>
                  </a:solidFill>
                  <a:latin typeface="Arial" panose="020B0604020202020204" pitchFamily="34" charset="0"/>
                </a:rPr>
                <a:t>close connection to this client (but </a:t>
              </a:r>
              <a:r>
                <a:rPr lang="en-US" altLang="zh-TW" sz="1400" i="1">
                  <a:solidFill>
                    <a:srgbClr val="FF0000"/>
                  </a:solidFill>
                  <a:latin typeface="Arial" panose="020B0604020202020204" pitchFamily="34" charset="0"/>
                </a:rPr>
                <a:t>not</a:t>
              </a:r>
              <a:r>
                <a:rPr lang="en-US" altLang="zh-TW" sz="1400">
                  <a:solidFill>
                    <a:srgbClr val="FF0000"/>
                  </a:solidFill>
                  <a:latin typeface="Arial" panose="020B0604020202020204" pitchFamily="34" charset="0"/>
                </a:rPr>
                <a:t> welcoming socket)</a:t>
              </a:r>
            </a:p>
          </p:txBody>
        </p:sp>
        <p:cxnSp>
          <p:nvCxnSpPr>
            <p:cNvPr id="271375" name="Straight Connector 33">
              <a:extLst>
                <a:ext uri="{FF2B5EF4-FFF2-40B4-BE49-F238E27FC236}">
                  <a16:creationId xmlns:a16="http://schemas.microsoft.com/office/drawing/2014/main" id="{70DB1393-E72D-4A56-B902-8ACEE8B92CA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84198" y="4843734"/>
              <a:ext cx="856131" cy="226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271373" name="Picture 17" descr="underline_base">
            <a:extLst>
              <a:ext uri="{FF2B5EF4-FFF2-40B4-BE49-F238E27FC236}">
                <a16:creationId xmlns:a16="http://schemas.microsoft.com/office/drawing/2014/main" id="{417865C4-2D9A-4738-9FA4-8870A5E1E4C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769938"/>
            <a:ext cx="4570413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7">
            <a:extLst>
              <a:ext uri="{FF2B5EF4-FFF2-40B4-BE49-F238E27FC236}">
                <a16:creationId xmlns:a16="http://schemas.microsoft.com/office/drawing/2014/main" id="{B9826F9F-2CE6-4213-87D6-D00BD44346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72387" name="Rectangle 8">
            <a:extLst>
              <a:ext uri="{FF2B5EF4-FFF2-40B4-BE49-F238E27FC236}">
                <a16:creationId xmlns:a16="http://schemas.microsoft.com/office/drawing/2014/main" id="{D89EE472-3D0A-41B6-BD0D-129FBF45DB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DDD5D5D0-2E5A-47CF-842B-595C62A56304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272388" name="Picture 11" descr="underline_base">
            <a:extLst>
              <a:ext uri="{FF2B5EF4-FFF2-40B4-BE49-F238E27FC236}">
                <a16:creationId xmlns:a16="http://schemas.microsoft.com/office/drawing/2014/main" id="{288B25FB-15C6-4648-B167-EAE171DE5A6D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833438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2389" name="Rectangle 2">
            <a:extLst>
              <a:ext uri="{FF2B5EF4-FFF2-40B4-BE49-F238E27FC236}">
                <a16:creationId xmlns:a16="http://schemas.microsoft.com/office/drawing/2014/main" id="{7D025D15-CF7C-47A1-879C-6FD09B6161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6413" y="195263"/>
            <a:ext cx="5746750" cy="819150"/>
          </a:xfrm>
        </p:spPr>
        <p:txBody>
          <a:bodyPr/>
          <a:lstStyle/>
          <a:p>
            <a:r>
              <a:rPr lang="en-US" altLang="zh-TW">
                <a:ea typeface="ＭＳ Ｐゴシック" panose="020B0600070205080204" pitchFamily="34" charset="-128"/>
              </a:rPr>
              <a:t>Chapter 2: summary</a:t>
            </a:r>
          </a:p>
        </p:txBody>
      </p:sp>
      <p:sp>
        <p:nvSpPr>
          <p:cNvPr id="272390" name="Rectangle 3">
            <a:extLst>
              <a:ext uri="{FF2B5EF4-FFF2-40B4-BE49-F238E27FC236}">
                <a16:creationId xmlns:a16="http://schemas.microsoft.com/office/drawing/2014/main" id="{C63946E3-5DE7-4B1C-A8D1-A876AEA1E39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14350" y="1854200"/>
            <a:ext cx="4313238" cy="3676650"/>
          </a:xfrm>
        </p:spPr>
        <p:txBody>
          <a:bodyPr/>
          <a:lstStyle/>
          <a:p>
            <a:r>
              <a:rPr lang="en-US" altLang="zh-TW" sz="2400">
                <a:ea typeface="ＭＳ Ｐゴシック" panose="020B0600070205080204" pitchFamily="34" charset="-128"/>
              </a:rPr>
              <a:t>application architectures</a:t>
            </a:r>
          </a:p>
          <a:p>
            <a:pPr lvl="1"/>
            <a:r>
              <a:rPr lang="en-US" altLang="zh-TW">
                <a:ea typeface="ＭＳ Ｐゴシック" panose="020B0600070205080204" pitchFamily="34" charset="-128"/>
              </a:rPr>
              <a:t>client-server</a:t>
            </a:r>
          </a:p>
          <a:p>
            <a:pPr lvl="1"/>
            <a:r>
              <a:rPr lang="en-US" altLang="zh-TW">
                <a:ea typeface="ＭＳ Ｐゴシック" panose="020B0600070205080204" pitchFamily="34" charset="-128"/>
              </a:rPr>
              <a:t>P2P</a:t>
            </a:r>
          </a:p>
          <a:p>
            <a:r>
              <a:rPr lang="en-US" altLang="zh-TW" sz="2400">
                <a:ea typeface="ＭＳ Ｐゴシック" panose="020B0600070205080204" pitchFamily="34" charset="-128"/>
              </a:rPr>
              <a:t>application service requirements:</a:t>
            </a:r>
          </a:p>
          <a:p>
            <a:pPr lvl="1"/>
            <a:r>
              <a:rPr lang="en-US" altLang="zh-TW">
                <a:ea typeface="ＭＳ Ｐゴシック" panose="020B0600070205080204" pitchFamily="34" charset="-128"/>
              </a:rPr>
              <a:t>reliability, bandwidth, delay</a:t>
            </a:r>
          </a:p>
          <a:p>
            <a:r>
              <a:rPr lang="en-US" altLang="zh-TW" sz="2400">
                <a:ea typeface="ＭＳ Ｐゴシック" panose="020B0600070205080204" pitchFamily="34" charset="-128"/>
              </a:rPr>
              <a:t>Internet transport service model</a:t>
            </a:r>
          </a:p>
          <a:p>
            <a:pPr lvl="1"/>
            <a:r>
              <a:rPr lang="en-US" altLang="zh-TW">
                <a:ea typeface="ＭＳ Ｐゴシック" panose="020B0600070205080204" pitchFamily="34" charset="-128"/>
              </a:rPr>
              <a:t>connection-oriented, reliable: TCP</a:t>
            </a:r>
          </a:p>
          <a:p>
            <a:pPr lvl="1"/>
            <a:r>
              <a:rPr lang="en-US" altLang="zh-TW">
                <a:ea typeface="ＭＳ Ｐゴシック" panose="020B0600070205080204" pitchFamily="34" charset="-128"/>
              </a:rPr>
              <a:t>unreliable, datagrams: UDP</a:t>
            </a:r>
          </a:p>
        </p:txBody>
      </p:sp>
      <p:sp>
        <p:nvSpPr>
          <p:cNvPr id="272391" name="Rectangle 4">
            <a:extLst>
              <a:ext uri="{FF2B5EF4-FFF2-40B4-BE49-F238E27FC236}">
                <a16:creationId xmlns:a16="http://schemas.microsoft.com/office/drawing/2014/main" id="{2FF333BD-7BD4-49DA-A041-489573BB5E0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31813" y="1201738"/>
            <a:ext cx="7581900" cy="6762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C0000"/>
                </a:solidFill>
                <a:ea typeface="ＭＳ Ｐゴシック" panose="020B0600070205080204" pitchFamily="34" charset="-128"/>
              </a:rPr>
              <a:t>our study of network apps now complete!</a:t>
            </a:r>
          </a:p>
        </p:txBody>
      </p:sp>
      <p:sp>
        <p:nvSpPr>
          <p:cNvPr id="272392" name="Rectangle 5">
            <a:extLst>
              <a:ext uri="{FF2B5EF4-FFF2-40B4-BE49-F238E27FC236}">
                <a16:creationId xmlns:a16="http://schemas.microsoft.com/office/drawing/2014/main" id="{F7933E61-F1D7-4564-86D1-E7C600A25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7288" y="1809750"/>
            <a:ext cx="3962400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SzPct val="75000"/>
            </a:pPr>
            <a:r>
              <a:rPr lang="en-US" altLang="zh-TW" sz="2400" dirty="0">
                <a:solidFill>
                  <a:srgbClr val="000000"/>
                </a:solidFill>
              </a:rPr>
              <a:t>specific protocols:</a:t>
            </a:r>
          </a:p>
          <a:p>
            <a:pPr lvl="1">
              <a:lnSpc>
                <a:spcPct val="100000"/>
              </a:lnSpc>
            </a:pPr>
            <a:r>
              <a:rPr lang="en-US" altLang="zh-TW" dirty="0">
                <a:solidFill>
                  <a:srgbClr val="000000"/>
                </a:solidFill>
              </a:rPr>
              <a:t>HTTP</a:t>
            </a:r>
          </a:p>
          <a:p>
            <a:pPr lvl="1">
              <a:lnSpc>
                <a:spcPct val="100000"/>
              </a:lnSpc>
            </a:pPr>
            <a:r>
              <a:rPr lang="en-US" altLang="zh-TW" dirty="0">
                <a:solidFill>
                  <a:srgbClr val="000000"/>
                </a:solidFill>
              </a:rPr>
              <a:t>SMTP, POP, IMAP</a:t>
            </a:r>
          </a:p>
          <a:p>
            <a:pPr lvl="1">
              <a:lnSpc>
                <a:spcPct val="100000"/>
              </a:lnSpc>
            </a:pPr>
            <a:r>
              <a:rPr lang="en-US" altLang="zh-TW" dirty="0">
                <a:solidFill>
                  <a:srgbClr val="000000"/>
                </a:solidFill>
              </a:rPr>
              <a:t>DNS</a:t>
            </a:r>
          </a:p>
          <a:p>
            <a:pPr lvl="1">
              <a:lnSpc>
                <a:spcPct val="100000"/>
              </a:lnSpc>
            </a:pPr>
            <a:r>
              <a:rPr lang="en-US" altLang="zh-TW" dirty="0">
                <a:solidFill>
                  <a:srgbClr val="000000"/>
                </a:solidFill>
              </a:rPr>
              <a:t>P2P: BitTorrent</a:t>
            </a:r>
          </a:p>
          <a:p>
            <a:pPr lvl="1">
              <a:lnSpc>
                <a:spcPct val="100000"/>
              </a:lnSpc>
            </a:pPr>
            <a:r>
              <a:rPr lang="en-US" altLang="zh-TW" dirty="0">
                <a:solidFill>
                  <a:srgbClr val="000000"/>
                </a:solidFill>
              </a:rPr>
              <a:t>DASH</a:t>
            </a:r>
          </a:p>
          <a:p>
            <a:pPr>
              <a:lnSpc>
                <a:spcPct val="100000"/>
              </a:lnSpc>
              <a:buSzPct val="75000"/>
            </a:pPr>
            <a:r>
              <a:rPr lang="en-US" altLang="zh-TW" sz="2400" dirty="0">
                <a:solidFill>
                  <a:srgbClr val="000000"/>
                </a:solidFill>
              </a:rPr>
              <a:t>socket programming: TCP, UDP sockets</a:t>
            </a:r>
          </a:p>
          <a:p>
            <a:pPr lvl="1">
              <a:lnSpc>
                <a:spcPct val="100000"/>
              </a:lnSpc>
            </a:pPr>
            <a:endParaRPr lang="en-US" altLang="zh-TW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7">
            <a:extLst>
              <a:ext uri="{FF2B5EF4-FFF2-40B4-BE49-F238E27FC236}">
                <a16:creationId xmlns:a16="http://schemas.microsoft.com/office/drawing/2014/main" id="{052BE92F-58D9-4118-BCF3-D963F5DD7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Application Layer</a:t>
            </a:r>
          </a:p>
        </p:txBody>
      </p:sp>
      <p:sp>
        <p:nvSpPr>
          <p:cNvPr id="273411" name="Rectangle 8">
            <a:extLst>
              <a:ext uri="{FF2B5EF4-FFF2-40B4-BE49-F238E27FC236}">
                <a16:creationId xmlns:a16="http://schemas.microsoft.com/office/drawing/2014/main" id="{3E4F3F61-085E-4630-AD07-BB79F0661F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200">
                <a:solidFill>
                  <a:srgbClr val="000000"/>
                </a:solidFill>
                <a:latin typeface="Tahoma" panose="020B0604030504040204" pitchFamily="34" charset="0"/>
              </a:rPr>
              <a:t>2-</a:t>
            </a:r>
            <a:fld id="{3B654B0A-7615-4BA8-84EE-4D1FB882978E}" type="slidenum">
              <a:rPr lang="en-US" altLang="zh-TW" sz="1200" smtClean="0">
                <a:solidFill>
                  <a:srgbClr val="000000"/>
                </a:solidFill>
                <a:latin typeface="Tahom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zh-TW" sz="12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73412" name="Rectangle 3">
            <a:extLst>
              <a:ext uri="{FF2B5EF4-FFF2-40B4-BE49-F238E27FC236}">
                <a16:creationId xmlns:a16="http://schemas.microsoft.com/office/drawing/2014/main" id="{01781E99-D5F8-4E7B-864A-A57825DB92D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992313"/>
            <a:ext cx="3810000" cy="3657600"/>
          </a:xfrm>
        </p:spPr>
        <p:txBody>
          <a:bodyPr/>
          <a:lstStyle/>
          <a:p>
            <a:r>
              <a:rPr lang="en-US" altLang="zh-TW" sz="2400">
                <a:ea typeface="ＭＳ Ｐゴシック" panose="020B0600070205080204" pitchFamily="34" charset="-128"/>
              </a:rPr>
              <a:t>typical request/reply message exchange:</a:t>
            </a:r>
          </a:p>
          <a:p>
            <a:pPr lvl="1"/>
            <a:r>
              <a:rPr lang="en-US" altLang="zh-TW">
                <a:solidFill>
                  <a:srgbClr val="0070C0"/>
                </a:solidFill>
                <a:ea typeface="ＭＳ Ｐゴシック" panose="020B0600070205080204" pitchFamily="34" charset="-128"/>
              </a:rPr>
              <a:t>client</a:t>
            </a:r>
            <a:r>
              <a:rPr lang="en-US" altLang="zh-TW">
                <a:ea typeface="ＭＳ Ｐゴシック" panose="020B0600070205080204" pitchFamily="34" charset="-128"/>
              </a:rPr>
              <a:t> requests info or service</a:t>
            </a:r>
          </a:p>
          <a:p>
            <a:pPr lvl="1"/>
            <a:r>
              <a:rPr lang="en-US" altLang="zh-TW">
                <a:solidFill>
                  <a:srgbClr val="0070C0"/>
                </a:solidFill>
                <a:ea typeface="ＭＳ Ｐゴシック" panose="020B0600070205080204" pitchFamily="34" charset="-128"/>
              </a:rPr>
              <a:t>server</a:t>
            </a:r>
            <a:r>
              <a:rPr lang="en-US" altLang="zh-TW">
                <a:ea typeface="ＭＳ Ｐゴシック" panose="020B0600070205080204" pitchFamily="34" charset="-128"/>
              </a:rPr>
              <a:t> responds with data, status code</a:t>
            </a:r>
          </a:p>
          <a:p>
            <a:r>
              <a:rPr lang="en-US" altLang="zh-TW" sz="2400">
                <a:solidFill>
                  <a:srgbClr val="0070C0"/>
                </a:solidFill>
                <a:ea typeface="ＭＳ Ｐゴシック" panose="020B0600070205080204" pitchFamily="34" charset="-128"/>
              </a:rPr>
              <a:t>message formats</a:t>
            </a:r>
            <a:r>
              <a:rPr lang="en-US" altLang="zh-TW" sz="2400">
                <a:ea typeface="ＭＳ Ｐゴシック" panose="020B0600070205080204" pitchFamily="34" charset="-128"/>
              </a:rPr>
              <a:t>:</a:t>
            </a:r>
          </a:p>
          <a:p>
            <a:pPr lvl="1"/>
            <a:r>
              <a:rPr lang="en-US" altLang="zh-TW">
                <a:solidFill>
                  <a:srgbClr val="0070C0"/>
                </a:solidFill>
                <a:ea typeface="ＭＳ Ｐゴシック" panose="020B0600070205080204" pitchFamily="34" charset="-128"/>
              </a:rPr>
              <a:t>headers</a:t>
            </a:r>
            <a:r>
              <a:rPr lang="en-US" altLang="zh-TW">
                <a:ea typeface="ＭＳ Ｐゴシック" panose="020B0600070205080204" pitchFamily="34" charset="-128"/>
              </a:rPr>
              <a:t>: fields giving info about data</a:t>
            </a:r>
          </a:p>
          <a:p>
            <a:pPr lvl="1"/>
            <a:r>
              <a:rPr lang="en-US" altLang="zh-TW">
                <a:solidFill>
                  <a:srgbClr val="0070C0"/>
                </a:solidFill>
                <a:ea typeface="ＭＳ Ｐゴシック" panose="020B0600070205080204" pitchFamily="34" charset="-128"/>
              </a:rPr>
              <a:t>data</a:t>
            </a:r>
            <a:r>
              <a:rPr lang="en-US" altLang="zh-TW">
                <a:ea typeface="ＭＳ Ｐゴシック" panose="020B0600070205080204" pitchFamily="34" charset="-128"/>
              </a:rPr>
              <a:t>: info being communicated</a:t>
            </a:r>
          </a:p>
        </p:txBody>
      </p:sp>
      <p:sp>
        <p:nvSpPr>
          <p:cNvPr id="273413" name="Rectangle 5">
            <a:extLst>
              <a:ext uri="{FF2B5EF4-FFF2-40B4-BE49-F238E27FC236}">
                <a16:creationId xmlns:a16="http://schemas.microsoft.com/office/drawing/2014/main" id="{E9F64EC2-C8FE-4180-9944-5BD4F0C80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1976438"/>
            <a:ext cx="4081463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buClr>
                <a:srgbClr val="3333CC"/>
              </a:buClr>
              <a:buSzPct val="85000"/>
              <a:buFont typeface="ZapfDingbats" pitchFamily="82" charset="2"/>
              <a:buNone/>
            </a:pPr>
            <a:r>
              <a:rPr lang="en-US" altLang="zh-TW" i="1"/>
              <a:t>important themes:</a:t>
            </a:r>
            <a:r>
              <a:rPr lang="en-US" altLang="zh-TW" sz="2400" i="1"/>
              <a:t> </a:t>
            </a:r>
          </a:p>
          <a:p>
            <a:pPr>
              <a:lnSpc>
                <a:spcPct val="100000"/>
              </a:lnSpc>
              <a:buSzPct val="75000"/>
            </a:pPr>
            <a:r>
              <a:rPr lang="en-US" altLang="zh-TW" sz="2400">
                <a:solidFill>
                  <a:srgbClr val="000000"/>
                </a:solidFill>
              </a:rPr>
              <a:t>control vs. data msgs</a:t>
            </a:r>
          </a:p>
          <a:p>
            <a:pPr lvl="1">
              <a:lnSpc>
                <a:spcPct val="100000"/>
              </a:lnSpc>
            </a:pPr>
            <a:r>
              <a:rPr lang="en-US" altLang="zh-TW">
                <a:solidFill>
                  <a:srgbClr val="000000"/>
                </a:solidFill>
              </a:rPr>
              <a:t>in-band, out-of-band</a:t>
            </a:r>
          </a:p>
          <a:p>
            <a:pPr>
              <a:lnSpc>
                <a:spcPct val="100000"/>
              </a:lnSpc>
              <a:buSzPct val="75000"/>
            </a:pPr>
            <a:r>
              <a:rPr lang="en-US" altLang="zh-TW" sz="2400">
                <a:solidFill>
                  <a:srgbClr val="000000"/>
                </a:solidFill>
              </a:rPr>
              <a:t>centralized vs. decentralized </a:t>
            </a:r>
          </a:p>
          <a:p>
            <a:pPr>
              <a:lnSpc>
                <a:spcPct val="100000"/>
              </a:lnSpc>
              <a:buSzPct val="75000"/>
            </a:pPr>
            <a:r>
              <a:rPr lang="en-US" altLang="zh-TW" sz="2400">
                <a:solidFill>
                  <a:srgbClr val="000000"/>
                </a:solidFill>
              </a:rPr>
              <a:t>stateless vs. stateful</a:t>
            </a:r>
          </a:p>
          <a:p>
            <a:pPr>
              <a:lnSpc>
                <a:spcPct val="100000"/>
              </a:lnSpc>
              <a:buSzPct val="75000"/>
            </a:pPr>
            <a:r>
              <a:rPr lang="en-US" altLang="zh-TW" sz="2400">
                <a:solidFill>
                  <a:srgbClr val="000000"/>
                </a:solidFill>
              </a:rPr>
              <a:t>reliable vs. unreliable msg transfer </a:t>
            </a:r>
          </a:p>
          <a:p>
            <a:pPr>
              <a:lnSpc>
                <a:spcPct val="100000"/>
              </a:lnSpc>
              <a:buSzPct val="75000"/>
            </a:pPr>
            <a:r>
              <a:rPr lang="ja-JP" altLang="en-US" sz="2400">
                <a:solidFill>
                  <a:srgbClr val="000000"/>
                </a:solidFill>
              </a:rPr>
              <a:t>“</a:t>
            </a:r>
            <a:r>
              <a:rPr lang="en-US" altLang="ja-JP" sz="2400">
                <a:solidFill>
                  <a:srgbClr val="000000"/>
                </a:solidFill>
              </a:rPr>
              <a:t>complexity at network edge</a:t>
            </a:r>
            <a:r>
              <a:rPr lang="ja-JP" altLang="en-US" sz="2400">
                <a:solidFill>
                  <a:srgbClr val="000000"/>
                </a:solidFill>
              </a:rPr>
              <a:t>”</a:t>
            </a:r>
            <a:endParaRPr lang="en-US" altLang="zh-TW" sz="2400">
              <a:solidFill>
                <a:srgbClr val="000000"/>
              </a:solidFill>
            </a:endParaRPr>
          </a:p>
        </p:txBody>
      </p:sp>
      <p:pic>
        <p:nvPicPr>
          <p:cNvPr id="273414" name="Picture 11" descr="underline_base">
            <a:extLst>
              <a:ext uri="{FF2B5EF4-FFF2-40B4-BE49-F238E27FC236}">
                <a16:creationId xmlns:a16="http://schemas.microsoft.com/office/drawing/2014/main" id="{5AB3CA91-E7FB-4AAA-8728-CB651855CDF8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833438"/>
            <a:ext cx="5027612" cy="17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3415" name="Rectangle 2">
            <a:extLst>
              <a:ext uri="{FF2B5EF4-FFF2-40B4-BE49-F238E27FC236}">
                <a16:creationId xmlns:a16="http://schemas.microsoft.com/office/drawing/2014/main" id="{D93E5428-4775-4312-8784-87A050041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3" y="195263"/>
            <a:ext cx="57467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4400">
                <a:solidFill>
                  <a:srgbClr val="000099"/>
                </a:solidFill>
              </a:rPr>
              <a:t>Chapter 2: summary</a:t>
            </a:r>
          </a:p>
        </p:txBody>
      </p:sp>
      <p:sp>
        <p:nvSpPr>
          <p:cNvPr id="273416" name="Rectangle 4">
            <a:extLst>
              <a:ext uri="{FF2B5EF4-FFF2-40B4-BE49-F238E27FC236}">
                <a16:creationId xmlns:a16="http://schemas.microsoft.com/office/drawing/2014/main" id="{CA6F6CDB-A923-43D0-B9D5-CB191A5AE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813" y="1201738"/>
            <a:ext cx="75819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TW" i="1">
                <a:solidFill>
                  <a:srgbClr val="CC0000"/>
                </a:solidFill>
              </a:rPr>
              <a:t>most importantly: learned about protocols!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5000"/>
          <a:buFont typeface="ZapfDingbats" pitchFamily="82" charset="2"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9050" cap="flat" cmpd="sng" algn="ctr">
          <a:solidFill>
            <a:srgbClr val="000099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5000"/>
          <a:buFont typeface="ZapfDingbats" pitchFamily="82" charset="2"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9050" cap="flat" cmpd="sng" algn="ctr">
          <a:solidFill>
            <a:srgbClr val="000099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Pct val="85000"/>
          <a:buFont typeface="ZapfDingbats" pitchFamily="82" charset="2"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spDef>
    <a:ln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16992</TotalTime>
  <Words>3299</Words>
  <Application>Microsoft Office PowerPoint</Application>
  <PresentationFormat>如螢幕大小 (4:3)</PresentationFormat>
  <Paragraphs>697</Paragraphs>
  <Slides>42</Slides>
  <Notes>42</Notes>
  <HiddenSlides>0</HiddenSlides>
  <MMClips>0</MMClips>
  <ScaleCrop>false</ScaleCrop>
  <HeadingPairs>
    <vt:vector size="8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3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59" baseType="lpstr">
      <vt:lpstr>ArialMT</vt:lpstr>
      <vt:lpstr>ＭＳ Ｐゴシック</vt:lpstr>
      <vt:lpstr>ZapfDingbats</vt:lpstr>
      <vt:lpstr>新細明體</vt:lpstr>
      <vt:lpstr>Arial</vt:lpstr>
      <vt:lpstr>Arial Narrow</vt:lpstr>
      <vt:lpstr>Comic Sans MS</vt:lpstr>
      <vt:lpstr>Courier New</vt:lpstr>
      <vt:lpstr>Gill Sans MT</vt:lpstr>
      <vt:lpstr>Symbol</vt:lpstr>
      <vt:lpstr>Tahoma</vt:lpstr>
      <vt:lpstr>Times New Roman</vt:lpstr>
      <vt:lpstr>Wingdings</vt:lpstr>
      <vt:lpstr>Default Design</vt:lpstr>
      <vt:lpstr>2_Default Design</vt:lpstr>
      <vt:lpstr>3_Default Design</vt:lpstr>
      <vt:lpstr>Chart</vt:lpstr>
      <vt:lpstr>DNS protocol, messages</vt:lpstr>
      <vt:lpstr>PowerPoint 簡報</vt:lpstr>
      <vt:lpstr>Inserting records into DNS</vt:lpstr>
      <vt:lpstr>Attacking DNS</vt:lpstr>
      <vt:lpstr>Chapter 2: outline</vt:lpstr>
      <vt:lpstr>Pure P2P architecture</vt:lpstr>
      <vt:lpstr>File distribution: client-server vs P2P</vt:lpstr>
      <vt:lpstr>File distribution time: client-server</vt:lpstr>
      <vt:lpstr>File distribution time: P2P</vt:lpstr>
      <vt:lpstr>PowerPoint 簡報</vt:lpstr>
      <vt:lpstr>P2P file distribution: BitTorrent </vt:lpstr>
      <vt:lpstr>PowerPoint 簡報</vt:lpstr>
      <vt:lpstr>BitTorrent: requesting file chunks</vt:lpstr>
      <vt:lpstr>BitTorrent: sending file chunks</vt:lpstr>
      <vt:lpstr>BitTorrent: tit-for-tat</vt:lpstr>
      <vt:lpstr>Chapter 2: outline</vt:lpstr>
      <vt:lpstr>Video Streaming and CDNs: context</vt:lpstr>
      <vt:lpstr>Multimedia: video</vt:lpstr>
      <vt:lpstr>Multimedia: video</vt:lpstr>
      <vt:lpstr>HTTP Streaming</vt:lpstr>
      <vt:lpstr>HTTP Streaming </vt:lpstr>
      <vt:lpstr>Streaming multimedia: DASH</vt:lpstr>
      <vt:lpstr>Streaming multimedia: DASH</vt:lpstr>
      <vt:lpstr>Content distribution networks</vt:lpstr>
      <vt:lpstr>Content distribution networks</vt:lpstr>
      <vt:lpstr>Internet structure: network of networks</vt:lpstr>
      <vt:lpstr>PowerPoint 簡報</vt:lpstr>
      <vt:lpstr>Chapter 2: outline</vt:lpstr>
      <vt:lpstr>Socket programming </vt:lpstr>
      <vt:lpstr>Socket programming </vt:lpstr>
      <vt:lpstr>Socket programming with UDP</vt:lpstr>
      <vt:lpstr>Client/server socket interaction: UDP</vt:lpstr>
      <vt:lpstr>PowerPoint 簡報</vt:lpstr>
      <vt:lpstr>Example app: UDP client (cont’d)</vt:lpstr>
      <vt:lpstr>Example app: UDP client (cont’d)</vt:lpstr>
      <vt:lpstr>PowerPoint 簡報</vt:lpstr>
      <vt:lpstr>Socket programming with TCP</vt:lpstr>
      <vt:lpstr>Client/server socket interaction: TCP</vt:lpstr>
      <vt:lpstr>PowerPoint 簡報</vt:lpstr>
      <vt:lpstr>PowerPoint 簡報</vt:lpstr>
      <vt:lpstr>Chapter 2: summary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2</dc:title>
  <dc:creator>Jim Kurose and Keith Ross</dc:creator>
  <cp:lastModifiedBy>Prof. CHEUNG Man Hon Michael</cp:lastModifiedBy>
  <cp:revision>602</cp:revision>
  <cp:lastPrinted>2011-09-19T12:20:55Z</cp:lastPrinted>
  <dcterms:created xsi:type="dcterms:W3CDTF">1999-10-08T19:08:27Z</dcterms:created>
  <dcterms:modified xsi:type="dcterms:W3CDTF">2026-09-19T09:54:27Z</dcterms:modified>
</cp:coreProperties>
</file>